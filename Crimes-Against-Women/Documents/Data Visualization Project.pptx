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Lst>
  <p:notesMasterIdLst>
    <p:notesMasterId r:id="rId14"/>
  </p:notesMasterIdLst>
  <p:sldIdLst>
    <p:sldId id="256" r:id="rId2"/>
    <p:sldId id="257" r:id="rId3"/>
    <p:sldId id="282" r:id="rId4"/>
    <p:sldId id="259" r:id="rId5"/>
    <p:sldId id="260" r:id="rId6"/>
    <p:sldId id="261" r:id="rId7"/>
    <p:sldId id="262" r:id="rId8"/>
    <p:sldId id="264" r:id="rId9"/>
    <p:sldId id="272" r:id="rId10"/>
    <p:sldId id="274" r:id="rId11"/>
    <p:sldId id="280" r:id="rId12"/>
    <p:sldId id="281" r:id="rId13"/>
  </p:sldIdLst>
  <p:sldSz cx="9144000" cy="5143500" type="screen16x9"/>
  <p:notesSz cx="6858000" cy="9144000"/>
  <p:embeddedFontLst>
    <p:embeddedFont>
      <p:font typeface="Belleza" panose="020B0604020202020204" charset="0"/>
      <p:regular r:id="rId15"/>
    </p:embeddedFont>
    <p:embeddedFont>
      <p:font typeface="Bellota Text" panose="020B0604020202020204"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ECF6"/>
    <a:srgbClr val="5E69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81E769B-7C75-4474-B0D4-11AD3320DF62}">
  <a:tblStyle styleId="{981E769B-7C75-4474-B0D4-11AD3320DF6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706" y="91"/>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9"/>
        <p:cNvGrpSpPr/>
        <p:nvPr/>
      </p:nvGrpSpPr>
      <p:grpSpPr>
        <a:xfrm>
          <a:off x="0" y="0"/>
          <a:ext cx="0" cy="0"/>
          <a:chOff x="0" y="0"/>
          <a:chExt cx="0" cy="0"/>
        </a:xfrm>
      </p:grpSpPr>
      <p:sp>
        <p:nvSpPr>
          <p:cNvPr id="1140" name="Google Shape;114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1" name="Google Shape;114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7"/>
        <p:cNvGrpSpPr/>
        <p:nvPr/>
      </p:nvGrpSpPr>
      <p:grpSpPr>
        <a:xfrm>
          <a:off x="0" y="0"/>
          <a:ext cx="0" cy="0"/>
          <a:chOff x="0" y="0"/>
          <a:chExt cx="0" cy="0"/>
        </a:xfrm>
      </p:grpSpPr>
      <p:sp>
        <p:nvSpPr>
          <p:cNvPr id="1428" name="Google Shape;1428;ge4b7ac326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9" name="Google Shape;1429;ge4b7ac326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9"/>
        <p:cNvGrpSpPr/>
        <p:nvPr/>
      </p:nvGrpSpPr>
      <p:grpSpPr>
        <a:xfrm>
          <a:off x="0" y="0"/>
          <a:ext cx="0" cy="0"/>
          <a:chOff x="0" y="0"/>
          <a:chExt cx="0" cy="0"/>
        </a:xfrm>
      </p:grpSpPr>
      <p:sp>
        <p:nvSpPr>
          <p:cNvPr id="1560" name="Google Shape;1560;ge4b7ac326b_0_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1" name="Google Shape;1561;ge4b7ac326b_0_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2"/>
        <p:cNvGrpSpPr/>
        <p:nvPr/>
      </p:nvGrpSpPr>
      <p:grpSpPr>
        <a:xfrm>
          <a:off x="0" y="0"/>
          <a:ext cx="0" cy="0"/>
          <a:chOff x="0" y="0"/>
          <a:chExt cx="0" cy="0"/>
        </a:xfrm>
      </p:grpSpPr>
      <p:sp>
        <p:nvSpPr>
          <p:cNvPr id="1733" name="Google Shape;1733;ge4b7ac326b_0_2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4" name="Google Shape;1734;ge4b7ac326b_0_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8"/>
        <p:cNvGrpSpPr/>
        <p:nvPr/>
      </p:nvGrpSpPr>
      <p:grpSpPr>
        <a:xfrm>
          <a:off x="0" y="0"/>
          <a:ext cx="0" cy="0"/>
          <a:chOff x="0" y="0"/>
          <a:chExt cx="0" cy="0"/>
        </a:xfrm>
      </p:grpSpPr>
      <p:sp>
        <p:nvSpPr>
          <p:cNvPr id="1829" name="Google Shape;1829;ge4b7ac326b_0_2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0" name="Google Shape;1830;ge4b7ac326b_0_2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8"/>
        <p:cNvGrpSpPr/>
        <p:nvPr/>
      </p:nvGrpSpPr>
      <p:grpSpPr>
        <a:xfrm>
          <a:off x="0" y="0"/>
          <a:ext cx="0" cy="0"/>
          <a:chOff x="0" y="0"/>
          <a:chExt cx="0" cy="0"/>
        </a:xfrm>
      </p:grpSpPr>
      <p:sp>
        <p:nvSpPr>
          <p:cNvPr id="1899" name="Google Shape;1899;ge4b7ac326b_0_3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0" name="Google Shape;1900;ge4b7ac326b_0_3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0"/>
        <p:cNvGrpSpPr/>
        <p:nvPr/>
      </p:nvGrpSpPr>
      <p:grpSpPr>
        <a:xfrm>
          <a:off x="0" y="0"/>
          <a:ext cx="0" cy="0"/>
          <a:chOff x="0" y="0"/>
          <a:chExt cx="0" cy="0"/>
        </a:xfrm>
      </p:grpSpPr>
      <p:sp>
        <p:nvSpPr>
          <p:cNvPr id="2091" name="Google Shape;2091;ge4b7ac326b_0_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2" name="Google Shape;2092;ge4b7ac326b_0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9"/>
        <p:cNvGrpSpPr/>
        <p:nvPr/>
      </p:nvGrpSpPr>
      <p:grpSpPr>
        <a:xfrm>
          <a:off x="0" y="0"/>
          <a:ext cx="0" cy="0"/>
          <a:chOff x="0" y="0"/>
          <a:chExt cx="0" cy="0"/>
        </a:xfrm>
      </p:grpSpPr>
      <p:sp>
        <p:nvSpPr>
          <p:cNvPr id="2880" name="Google Shape;2880;g11efddc615d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1" name="Google Shape;2881;g11efddc615d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5"/>
        <p:cNvGrpSpPr/>
        <p:nvPr/>
      </p:nvGrpSpPr>
      <p:grpSpPr>
        <a:xfrm>
          <a:off x="0" y="0"/>
          <a:ext cx="0" cy="0"/>
          <a:chOff x="0" y="0"/>
          <a:chExt cx="0" cy="0"/>
        </a:xfrm>
      </p:grpSpPr>
      <p:sp>
        <p:nvSpPr>
          <p:cNvPr id="3066" name="Google Shape;3066;g11efddc615d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7" name="Google Shape;3067;g11efddc615d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4"/>
        <p:cNvGrpSpPr/>
        <p:nvPr/>
      </p:nvGrpSpPr>
      <p:grpSpPr>
        <a:xfrm>
          <a:off x="0" y="0"/>
          <a:ext cx="0" cy="0"/>
          <a:chOff x="0" y="0"/>
          <a:chExt cx="0" cy="0"/>
        </a:xfrm>
      </p:grpSpPr>
      <p:sp>
        <p:nvSpPr>
          <p:cNvPr id="3845" name="Google Shape;3845;ge4b7ac326b_0_3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6" name="Google Shape;3846;ge4b7ac326b_0_3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6"/>
        <p:cNvGrpSpPr/>
        <p:nvPr/>
      </p:nvGrpSpPr>
      <p:grpSpPr>
        <a:xfrm>
          <a:off x="0" y="0"/>
          <a:ext cx="0" cy="0"/>
          <a:chOff x="0" y="0"/>
          <a:chExt cx="0" cy="0"/>
        </a:xfrm>
      </p:grpSpPr>
      <p:sp>
        <p:nvSpPr>
          <p:cNvPr id="4037" name="Google Shape;4037;ge4b7ac326b_0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8" name="Google Shape;4038;ge4b7ac326b_0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648363" y="877550"/>
            <a:ext cx="5189400" cy="2027400"/>
          </a:xfrm>
          <a:prstGeom prst="rect">
            <a:avLst/>
          </a:prstGeom>
        </p:spPr>
        <p:txBody>
          <a:bodyPr spcFirstLastPara="1" wrap="square" lIns="91425" tIns="91425" rIns="91425" bIns="91425" anchor="ctr" anchorCtr="0">
            <a:noAutofit/>
          </a:bodyPr>
          <a:lstStyle>
            <a:lvl1pPr lvl="0" rtl="0">
              <a:lnSpc>
                <a:spcPct val="80000"/>
              </a:lnSpc>
              <a:spcBef>
                <a:spcPts val="0"/>
              </a:spcBef>
              <a:spcAft>
                <a:spcPts val="0"/>
              </a:spcAft>
              <a:buSzPts val="5200"/>
              <a:buNone/>
              <a:defRPr sz="5500">
                <a:solidFill>
                  <a:srgbClr val="321D43"/>
                </a:solidFill>
                <a:latin typeface="Belleza"/>
                <a:ea typeface="Belleza"/>
                <a:cs typeface="Belleza"/>
                <a:sym typeface="Belleza"/>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648363" y="3094400"/>
            <a:ext cx="5057700" cy="418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1600">
                <a:solidFill>
                  <a:srgbClr val="261734"/>
                </a:solidFill>
                <a:latin typeface="Bellota Text"/>
                <a:ea typeface="Bellota Text"/>
                <a:cs typeface="Bellota Text"/>
                <a:sym typeface="Bellota Text"/>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grpSp>
        <p:nvGrpSpPr>
          <p:cNvPr id="11" name="Google Shape;11;p2"/>
          <p:cNvGrpSpPr/>
          <p:nvPr/>
        </p:nvGrpSpPr>
        <p:grpSpPr>
          <a:xfrm>
            <a:off x="-57639" y="4232675"/>
            <a:ext cx="9259279" cy="949168"/>
            <a:chOff x="-57639" y="4232675"/>
            <a:chExt cx="9259279" cy="949168"/>
          </a:xfrm>
        </p:grpSpPr>
        <p:grpSp>
          <p:nvGrpSpPr>
            <p:cNvPr id="12" name="Google Shape;12;p2"/>
            <p:cNvGrpSpPr/>
            <p:nvPr/>
          </p:nvGrpSpPr>
          <p:grpSpPr>
            <a:xfrm>
              <a:off x="-57639" y="4232675"/>
              <a:ext cx="9259279" cy="949168"/>
              <a:chOff x="238275" y="2491125"/>
              <a:chExt cx="7141750" cy="732100"/>
            </a:xfrm>
          </p:grpSpPr>
          <p:sp>
            <p:nvSpPr>
              <p:cNvPr id="13" name="Google Shape;13;p2"/>
              <p:cNvSpPr/>
              <p:nvPr/>
            </p:nvSpPr>
            <p:spPr>
              <a:xfrm>
                <a:off x="238275" y="2491125"/>
                <a:ext cx="7141750" cy="282225"/>
              </a:xfrm>
              <a:custGeom>
                <a:avLst/>
                <a:gdLst/>
                <a:ahLst/>
                <a:cxnLst/>
                <a:rect l="l" t="t" r="r" b="b"/>
                <a:pathLst>
                  <a:path w="285670" h="11289" extrusionOk="0">
                    <a:moveTo>
                      <a:pt x="77087" y="1"/>
                    </a:moveTo>
                    <a:cubicBezTo>
                      <a:pt x="69330" y="1"/>
                      <a:pt x="63721" y="1125"/>
                      <a:pt x="59452" y="1679"/>
                    </a:cubicBezTo>
                    <a:cubicBezTo>
                      <a:pt x="56652" y="2041"/>
                      <a:pt x="53084" y="2152"/>
                      <a:pt x="50569" y="2152"/>
                    </a:cubicBezTo>
                    <a:cubicBezTo>
                      <a:pt x="49072" y="2152"/>
                      <a:pt x="47948" y="2113"/>
                      <a:pt x="47581" y="2064"/>
                    </a:cubicBezTo>
                    <a:cubicBezTo>
                      <a:pt x="46591" y="1936"/>
                      <a:pt x="26970" y="1345"/>
                      <a:pt x="26970" y="1345"/>
                    </a:cubicBezTo>
                    <a:lnTo>
                      <a:pt x="0" y="2746"/>
                    </a:lnTo>
                    <a:lnTo>
                      <a:pt x="1376" y="11288"/>
                    </a:lnTo>
                    <a:lnTo>
                      <a:pt x="284771" y="9874"/>
                    </a:lnTo>
                    <a:lnTo>
                      <a:pt x="285670" y="2746"/>
                    </a:lnTo>
                    <a:lnTo>
                      <a:pt x="278382" y="2746"/>
                    </a:lnTo>
                    <a:cubicBezTo>
                      <a:pt x="278382" y="2746"/>
                      <a:pt x="276833" y="3350"/>
                      <a:pt x="269412" y="3350"/>
                    </a:cubicBezTo>
                    <a:cubicBezTo>
                      <a:pt x="268804" y="3350"/>
                      <a:pt x="268157" y="3346"/>
                      <a:pt x="267468" y="3337"/>
                    </a:cubicBezTo>
                    <a:cubicBezTo>
                      <a:pt x="258367" y="3221"/>
                      <a:pt x="258367" y="2553"/>
                      <a:pt x="248361" y="2354"/>
                    </a:cubicBezTo>
                    <a:cubicBezTo>
                      <a:pt x="243485" y="2254"/>
                      <a:pt x="239630" y="2229"/>
                      <a:pt x="236959" y="2229"/>
                    </a:cubicBezTo>
                    <a:cubicBezTo>
                      <a:pt x="234147" y="2229"/>
                      <a:pt x="232646" y="2257"/>
                      <a:pt x="232646" y="2257"/>
                    </a:cubicBezTo>
                    <a:lnTo>
                      <a:pt x="210273" y="1621"/>
                    </a:lnTo>
                    <a:cubicBezTo>
                      <a:pt x="210273" y="1621"/>
                      <a:pt x="209685" y="1550"/>
                      <a:pt x="208556" y="1550"/>
                    </a:cubicBezTo>
                    <a:cubicBezTo>
                      <a:pt x="207391" y="1550"/>
                      <a:pt x="205650" y="1626"/>
                      <a:pt x="203382" y="1936"/>
                    </a:cubicBezTo>
                    <a:cubicBezTo>
                      <a:pt x="201649" y="2171"/>
                      <a:pt x="198963" y="2243"/>
                      <a:pt x="196326" y="2243"/>
                    </a:cubicBezTo>
                    <a:cubicBezTo>
                      <a:pt x="192169" y="2243"/>
                      <a:pt x="188131" y="2064"/>
                      <a:pt x="188131" y="2064"/>
                    </a:cubicBezTo>
                    <a:cubicBezTo>
                      <a:pt x="188131" y="2064"/>
                      <a:pt x="174437" y="2201"/>
                      <a:pt x="163969" y="2201"/>
                    </a:cubicBezTo>
                    <a:cubicBezTo>
                      <a:pt x="158735" y="2201"/>
                      <a:pt x="154307" y="2167"/>
                      <a:pt x="152801" y="2064"/>
                    </a:cubicBezTo>
                    <a:cubicBezTo>
                      <a:pt x="148282" y="1756"/>
                      <a:pt x="96761" y="927"/>
                      <a:pt x="93993" y="664"/>
                    </a:cubicBezTo>
                    <a:cubicBezTo>
                      <a:pt x="91222" y="400"/>
                      <a:pt x="86459" y="118"/>
                      <a:pt x="78149" y="8"/>
                    </a:cubicBezTo>
                    <a:cubicBezTo>
                      <a:pt x="77791" y="3"/>
                      <a:pt x="77437" y="1"/>
                      <a:pt x="77087"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272675" y="2551975"/>
                <a:ext cx="7091125" cy="671250"/>
              </a:xfrm>
              <a:custGeom>
                <a:avLst/>
                <a:gdLst/>
                <a:ahLst/>
                <a:cxnLst/>
                <a:rect l="l" t="t" r="r" b="b"/>
                <a:pathLst>
                  <a:path w="283645" h="26850" extrusionOk="0">
                    <a:moveTo>
                      <a:pt x="134832" y="1"/>
                    </a:moveTo>
                    <a:cubicBezTo>
                      <a:pt x="134792" y="1"/>
                      <a:pt x="134755" y="2"/>
                      <a:pt x="134720" y="3"/>
                    </a:cubicBezTo>
                    <a:cubicBezTo>
                      <a:pt x="133388" y="67"/>
                      <a:pt x="126129" y="738"/>
                      <a:pt x="125164" y="738"/>
                    </a:cubicBezTo>
                    <a:cubicBezTo>
                      <a:pt x="125137" y="738"/>
                      <a:pt x="125116" y="737"/>
                      <a:pt x="125099" y="736"/>
                    </a:cubicBezTo>
                    <a:cubicBezTo>
                      <a:pt x="124476" y="698"/>
                      <a:pt x="118537" y="377"/>
                      <a:pt x="118537" y="377"/>
                    </a:cubicBezTo>
                    <a:cubicBezTo>
                      <a:pt x="118537" y="377"/>
                      <a:pt x="108294" y="62"/>
                      <a:pt x="107177" y="62"/>
                    </a:cubicBezTo>
                    <a:cubicBezTo>
                      <a:pt x="107164" y="62"/>
                      <a:pt x="107152" y="62"/>
                      <a:pt x="107141" y="62"/>
                    </a:cubicBezTo>
                    <a:cubicBezTo>
                      <a:pt x="106235" y="68"/>
                      <a:pt x="103414" y="101"/>
                      <a:pt x="97559" y="736"/>
                    </a:cubicBezTo>
                    <a:cubicBezTo>
                      <a:pt x="91703" y="1366"/>
                      <a:pt x="89100" y="1572"/>
                      <a:pt x="89100" y="1572"/>
                    </a:cubicBezTo>
                    <a:cubicBezTo>
                      <a:pt x="89100" y="1572"/>
                      <a:pt x="85133" y="1222"/>
                      <a:pt x="81765" y="1222"/>
                    </a:cubicBezTo>
                    <a:cubicBezTo>
                      <a:pt x="80976" y="1222"/>
                      <a:pt x="80220" y="1241"/>
                      <a:pt x="79556" y="1288"/>
                    </a:cubicBezTo>
                    <a:cubicBezTo>
                      <a:pt x="76047" y="1534"/>
                      <a:pt x="68784" y="3294"/>
                      <a:pt x="67981" y="3667"/>
                    </a:cubicBezTo>
                    <a:cubicBezTo>
                      <a:pt x="67171" y="4034"/>
                      <a:pt x="25362" y="5557"/>
                      <a:pt x="25362" y="5557"/>
                    </a:cubicBezTo>
                    <a:lnTo>
                      <a:pt x="0" y="7247"/>
                    </a:lnTo>
                    <a:lnTo>
                      <a:pt x="0" y="26849"/>
                    </a:lnTo>
                    <a:lnTo>
                      <a:pt x="283645" y="26849"/>
                    </a:lnTo>
                    <a:lnTo>
                      <a:pt x="283645" y="5628"/>
                    </a:lnTo>
                    <a:lnTo>
                      <a:pt x="283034" y="5364"/>
                    </a:lnTo>
                    <a:lnTo>
                      <a:pt x="249889" y="4805"/>
                    </a:lnTo>
                    <a:cubicBezTo>
                      <a:pt x="249889" y="4805"/>
                      <a:pt x="246822" y="4228"/>
                      <a:pt x="245827" y="4228"/>
                    </a:cubicBezTo>
                    <a:cubicBezTo>
                      <a:pt x="245777" y="4228"/>
                      <a:pt x="245731" y="4230"/>
                      <a:pt x="245692" y="4233"/>
                    </a:cubicBezTo>
                    <a:cubicBezTo>
                      <a:pt x="244889" y="4304"/>
                      <a:pt x="242171" y="4619"/>
                      <a:pt x="242171" y="4619"/>
                    </a:cubicBezTo>
                    <a:lnTo>
                      <a:pt x="233912" y="4233"/>
                    </a:lnTo>
                    <a:cubicBezTo>
                      <a:pt x="233912" y="4233"/>
                      <a:pt x="232138" y="3095"/>
                      <a:pt x="225999" y="2857"/>
                    </a:cubicBezTo>
                    <a:cubicBezTo>
                      <a:pt x="220178" y="2637"/>
                      <a:pt x="216019" y="2632"/>
                      <a:pt x="215613" y="2632"/>
                    </a:cubicBezTo>
                    <a:cubicBezTo>
                      <a:pt x="215592" y="2632"/>
                      <a:pt x="215581" y="2632"/>
                      <a:pt x="215581" y="2632"/>
                    </a:cubicBezTo>
                    <a:lnTo>
                      <a:pt x="202181" y="2053"/>
                    </a:lnTo>
                    <a:cubicBezTo>
                      <a:pt x="202181" y="2053"/>
                      <a:pt x="195990" y="2330"/>
                      <a:pt x="194300" y="2427"/>
                    </a:cubicBezTo>
                    <a:cubicBezTo>
                      <a:pt x="192611" y="2516"/>
                      <a:pt x="187263" y="3005"/>
                      <a:pt x="187263" y="3005"/>
                    </a:cubicBezTo>
                    <a:lnTo>
                      <a:pt x="172828" y="3005"/>
                    </a:lnTo>
                    <a:lnTo>
                      <a:pt x="169434" y="2857"/>
                    </a:lnTo>
                    <a:cubicBezTo>
                      <a:pt x="169434" y="2857"/>
                      <a:pt x="166638" y="2613"/>
                      <a:pt x="165249" y="2472"/>
                    </a:cubicBezTo>
                    <a:cubicBezTo>
                      <a:pt x="163855" y="2330"/>
                      <a:pt x="160358" y="2222"/>
                      <a:pt x="158643" y="2053"/>
                    </a:cubicBezTo>
                    <a:cubicBezTo>
                      <a:pt x="156926" y="1881"/>
                      <a:pt x="152440" y="1418"/>
                      <a:pt x="151933" y="1288"/>
                    </a:cubicBezTo>
                    <a:cubicBezTo>
                      <a:pt x="151766" y="1246"/>
                      <a:pt x="150510" y="1231"/>
                      <a:pt x="148911" y="1231"/>
                    </a:cubicBezTo>
                    <a:cubicBezTo>
                      <a:pt x="145711" y="1231"/>
                      <a:pt x="141135" y="1288"/>
                      <a:pt x="141135" y="1288"/>
                    </a:cubicBezTo>
                    <a:cubicBezTo>
                      <a:pt x="141135" y="1288"/>
                      <a:pt x="136344" y="1"/>
                      <a:pt x="134832" y="1"/>
                    </a:cubicBezTo>
                    <a:close/>
                  </a:path>
                </a:pathLst>
              </a:custGeom>
              <a:solidFill>
                <a:srgbClr val="5E8688"/>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3562250" y="2808825"/>
                <a:ext cx="54025" cy="61550"/>
              </a:xfrm>
              <a:custGeom>
                <a:avLst/>
                <a:gdLst/>
                <a:ahLst/>
                <a:cxnLst/>
                <a:rect l="l" t="t" r="r" b="b"/>
                <a:pathLst>
                  <a:path w="2161" h="2462" extrusionOk="0">
                    <a:moveTo>
                      <a:pt x="1036" y="501"/>
                    </a:moveTo>
                    <a:cubicBezTo>
                      <a:pt x="1312" y="637"/>
                      <a:pt x="1556" y="913"/>
                      <a:pt x="1620" y="1195"/>
                    </a:cubicBezTo>
                    <a:cubicBezTo>
                      <a:pt x="1685" y="1440"/>
                      <a:pt x="1614" y="1652"/>
                      <a:pt x="1415" y="1826"/>
                    </a:cubicBezTo>
                    <a:cubicBezTo>
                      <a:pt x="1281" y="1942"/>
                      <a:pt x="1155" y="2001"/>
                      <a:pt x="1040" y="2001"/>
                    </a:cubicBezTo>
                    <a:cubicBezTo>
                      <a:pt x="985" y="2001"/>
                      <a:pt x="932" y="1987"/>
                      <a:pt x="882" y="1960"/>
                    </a:cubicBezTo>
                    <a:cubicBezTo>
                      <a:pt x="638" y="1832"/>
                      <a:pt x="476" y="1408"/>
                      <a:pt x="535" y="1041"/>
                    </a:cubicBezTo>
                    <a:cubicBezTo>
                      <a:pt x="567" y="836"/>
                      <a:pt x="676" y="572"/>
                      <a:pt x="1030" y="501"/>
                    </a:cubicBezTo>
                    <a:close/>
                    <a:moveTo>
                      <a:pt x="930" y="0"/>
                    </a:moveTo>
                    <a:cubicBezTo>
                      <a:pt x="845" y="0"/>
                      <a:pt x="764" y="48"/>
                      <a:pt x="727" y="123"/>
                    </a:cubicBezTo>
                    <a:cubicBezTo>
                      <a:pt x="380" y="263"/>
                      <a:pt x="149" y="566"/>
                      <a:pt x="84" y="978"/>
                    </a:cubicBezTo>
                    <a:cubicBezTo>
                      <a:pt x="1" y="1524"/>
                      <a:pt x="252" y="2141"/>
                      <a:pt x="663" y="2360"/>
                    </a:cubicBezTo>
                    <a:cubicBezTo>
                      <a:pt x="754" y="2411"/>
                      <a:pt x="882" y="2461"/>
                      <a:pt x="1042" y="2461"/>
                    </a:cubicBezTo>
                    <a:cubicBezTo>
                      <a:pt x="1229" y="2461"/>
                      <a:pt x="1460" y="2390"/>
                      <a:pt x="1718" y="2167"/>
                    </a:cubicBezTo>
                    <a:cubicBezTo>
                      <a:pt x="2038" y="1877"/>
                      <a:pt x="2160" y="1497"/>
                      <a:pt x="2065" y="1093"/>
                    </a:cubicBezTo>
                    <a:cubicBezTo>
                      <a:pt x="1941" y="586"/>
                      <a:pt x="1486" y="135"/>
                      <a:pt x="985" y="7"/>
                    </a:cubicBezTo>
                    <a:cubicBezTo>
                      <a:pt x="967" y="3"/>
                      <a:pt x="948" y="0"/>
                      <a:pt x="930"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3574125" y="2821325"/>
                <a:ext cx="30275" cy="37525"/>
              </a:xfrm>
              <a:custGeom>
                <a:avLst/>
                <a:gdLst/>
                <a:ahLst/>
                <a:cxnLst/>
                <a:rect l="l" t="t" r="r" b="b"/>
                <a:pathLst>
                  <a:path w="1211" h="1501" extrusionOk="0">
                    <a:moveTo>
                      <a:pt x="555" y="1"/>
                    </a:moveTo>
                    <a:cubicBezTo>
                      <a:pt x="201" y="72"/>
                      <a:pt x="92" y="336"/>
                      <a:pt x="60" y="541"/>
                    </a:cubicBezTo>
                    <a:cubicBezTo>
                      <a:pt x="1" y="908"/>
                      <a:pt x="163" y="1332"/>
                      <a:pt x="407" y="1460"/>
                    </a:cubicBezTo>
                    <a:cubicBezTo>
                      <a:pt x="457" y="1487"/>
                      <a:pt x="510" y="1501"/>
                      <a:pt x="565" y="1501"/>
                    </a:cubicBezTo>
                    <a:cubicBezTo>
                      <a:pt x="680" y="1501"/>
                      <a:pt x="806" y="1442"/>
                      <a:pt x="940" y="1326"/>
                    </a:cubicBezTo>
                    <a:cubicBezTo>
                      <a:pt x="1139" y="1152"/>
                      <a:pt x="1210" y="940"/>
                      <a:pt x="1145" y="695"/>
                    </a:cubicBezTo>
                    <a:cubicBezTo>
                      <a:pt x="1081" y="413"/>
                      <a:pt x="837" y="137"/>
                      <a:pt x="561"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1423625" y="2714000"/>
                <a:ext cx="71675" cy="63200"/>
              </a:xfrm>
              <a:custGeom>
                <a:avLst/>
                <a:gdLst/>
                <a:ahLst/>
                <a:cxnLst/>
                <a:rect l="l" t="t" r="r" b="b"/>
                <a:pathLst>
                  <a:path w="2867" h="2528" extrusionOk="0">
                    <a:moveTo>
                      <a:pt x="1313" y="456"/>
                    </a:moveTo>
                    <a:cubicBezTo>
                      <a:pt x="1469" y="456"/>
                      <a:pt x="1626" y="505"/>
                      <a:pt x="1754" y="573"/>
                    </a:cubicBezTo>
                    <a:cubicBezTo>
                      <a:pt x="2083" y="754"/>
                      <a:pt x="2347" y="1126"/>
                      <a:pt x="2198" y="1544"/>
                    </a:cubicBezTo>
                    <a:cubicBezTo>
                      <a:pt x="2073" y="1889"/>
                      <a:pt x="1849" y="2075"/>
                      <a:pt x="1546" y="2075"/>
                    </a:cubicBezTo>
                    <a:cubicBezTo>
                      <a:pt x="1522" y="2075"/>
                      <a:pt x="1497" y="2074"/>
                      <a:pt x="1472" y="2071"/>
                    </a:cubicBezTo>
                    <a:cubicBezTo>
                      <a:pt x="1028" y="2033"/>
                      <a:pt x="559" y="1647"/>
                      <a:pt x="488" y="1255"/>
                    </a:cubicBezTo>
                    <a:cubicBezTo>
                      <a:pt x="457" y="1055"/>
                      <a:pt x="534" y="894"/>
                      <a:pt x="662" y="772"/>
                    </a:cubicBezTo>
                    <a:cubicBezTo>
                      <a:pt x="727" y="772"/>
                      <a:pt x="790" y="740"/>
                      <a:pt x="835" y="683"/>
                    </a:cubicBezTo>
                    <a:cubicBezTo>
                      <a:pt x="873" y="630"/>
                      <a:pt x="926" y="586"/>
                      <a:pt x="971" y="553"/>
                    </a:cubicBezTo>
                    <a:cubicBezTo>
                      <a:pt x="989" y="547"/>
                      <a:pt x="1015" y="535"/>
                      <a:pt x="1035" y="529"/>
                    </a:cubicBezTo>
                    <a:cubicBezTo>
                      <a:pt x="1054" y="515"/>
                      <a:pt x="1066" y="509"/>
                      <a:pt x="1080" y="496"/>
                    </a:cubicBezTo>
                    <a:cubicBezTo>
                      <a:pt x="1155" y="468"/>
                      <a:pt x="1234" y="456"/>
                      <a:pt x="1313" y="456"/>
                    </a:cubicBezTo>
                    <a:close/>
                    <a:moveTo>
                      <a:pt x="1316" y="0"/>
                    </a:moveTo>
                    <a:cubicBezTo>
                      <a:pt x="1109" y="0"/>
                      <a:pt x="913" y="54"/>
                      <a:pt x="745" y="161"/>
                    </a:cubicBezTo>
                    <a:cubicBezTo>
                      <a:pt x="0" y="547"/>
                      <a:pt x="7" y="1101"/>
                      <a:pt x="45" y="1332"/>
                    </a:cubicBezTo>
                    <a:cubicBezTo>
                      <a:pt x="148" y="1923"/>
                      <a:pt x="784" y="2469"/>
                      <a:pt x="1433" y="2528"/>
                    </a:cubicBezTo>
                    <a:lnTo>
                      <a:pt x="1543" y="2528"/>
                    </a:lnTo>
                    <a:cubicBezTo>
                      <a:pt x="2044" y="2528"/>
                      <a:pt x="2436" y="2232"/>
                      <a:pt x="2623" y="1698"/>
                    </a:cubicBezTo>
                    <a:cubicBezTo>
                      <a:pt x="2866" y="1030"/>
                      <a:pt x="2455" y="445"/>
                      <a:pt x="1973" y="175"/>
                    </a:cubicBezTo>
                    <a:cubicBezTo>
                      <a:pt x="1755" y="58"/>
                      <a:pt x="1529" y="0"/>
                      <a:pt x="1316"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1435025" y="2725400"/>
                <a:ext cx="47275" cy="40475"/>
              </a:xfrm>
              <a:custGeom>
                <a:avLst/>
                <a:gdLst/>
                <a:ahLst/>
                <a:cxnLst/>
                <a:rect l="l" t="t" r="r" b="b"/>
                <a:pathLst>
                  <a:path w="1891" h="1619" extrusionOk="0">
                    <a:moveTo>
                      <a:pt x="857" y="0"/>
                    </a:moveTo>
                    <a:cubicBezTo>
                      <a:pt x="778" y="0"/>
                      <a:pt x="699" y="12"/>
                      <a:pt x="624" y="40"/>
                    </a:cubicBezTo>
                    <a:cubicBezTo>
                      <a:pt x="610" y="53"/>
                      <a:pt x="598" y="59"/>
                      <a:pt x="579" y="73"/>
                    </a:cubicBezTo>
                    <a:cubicBezTo>
                      <a:pt x="559" y="79"/>
                      <a:pt x="533" y="91"/>
                      <a:pt x="515" y="97"/>
                    </a:cubicBezTo>
                    <a:cubicBezTo>
                      <a:pt x="470" y="130"/>
                      <a:pt x="417" y="174"/>
                      <a:pt x="379" y="227"/>
                    </a:cubicBezTo>
                    <a:cubicBezTo>
                      <a:pt x="334" y="284"/>
                      <a:pt x="271" y="316"/>
                      <a:pt x="206" y="316"/>
                    </a:cubicBezTo>
                    <a:cubicBezTo>
                      <a:pt x="78" y="438"/>
                      <a:pt x="1" y="599"/>
                      <a:pt x="32" y="799"/>
                    </a:cubicBezTo>
                    <a:cubicBezTo>
                      <a:pt x="103" y="1191"/>
                      <a:pt x="572" y="1577"/>
                      <a:pt x="1016" y="1615"/>
                    </a:cubicBezTo>
                    <a:cubicBezTo>
                      <a:pt x="1041" y="1618"/>
                      <a:pt x="1066" y="1619"/>
                      <a:pt x="1090" y="1619"/>
                    </a:cubicBezTo>
                    <a:cubicBezTo>
                      <a:pt x="1393" y="1619"/>
                      <a:pt x="1617" y="1433"/>
                      <a:pt x="1742" y="1088"/>
                    </a:cubicBezTo>
                    <a:cubicBezTo>
                      <a:pt x="1891" y="670"/>
                      <a:pt x="1627" y="298"/>
                      <a:pt x="1298" y="117"/>
                    </a:cubicBezTo>
                    <a:cubicBezTo>
                      <a:pt x="1170" y="49"/>
                      <a:pt x="1013" y="0"/>
                      <a:pt x="857"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955225" y="2876425"/>
                <a:ext cx="60775" cy="53725"/>
              </a:xfrm>
              <a:custGeom>
                <a:avLst/>
                <a:gdLst/>
                <a:ahLst/>
                <a:cxnLst/>
                <a:rect l="l" t="t" r="r" b="b"/>
                <a:pathLst>
                  <a:path w="2431" h="2149" extrusionOk="0">
                    <a:moveTo>
                      <a:pt x="1117" y="389"/>
                    </a:moveTo>
                    <a:cubicBezTo>
                      <a:pt x="1249" y="389"/>
                      <a:pt x="1379" y="431"/>
                      <a:pt x="1485" y="490"/>
                    </a:cubicBezTo>
                    <a:cubicBezTo>
                      <a:pt x="1762" y="644"/>
                      <a:pt x="1994" y="953"/>
                      <a:pt x="1864" y="1306"/>
                    </a:cubicBezTo>
                    <a:cubicBezTo>
                      <a:pt x="1757" y="1605"/>
                      <a:pt x="1567" y="1759"/>
                      <a:pt x="1309" y="1759"/>
                    </a:cubicBezTo>
                    <a:cubicBezTo>
                      <a:pt x="1289" y="1759"/>
                      <a:pt x="1268" y="1758"/>
                      <a:pt x="1247" y="1757"/>
                    </a:cubicBezTo>
                    <a:cubicBezTo>
                      <a:pt x="868" y="1724"/>
                      <a:pt x="470" y="1397"/>
                      <a:pt x="419" y="1062"/>
                    </a:cubicBezTo>
                    <a:cubicBezTo>
                      <a:pt x="386" y="896"/>
                      <a:pt x="451" y="760"/>
                      <a:pt x="559" y="658"/>
                    </a:cubicBezTo>
                    <a:cubicBezTo>
                      <a:pt x="618" y="658"/>
                      <a:pt x="675" y="626"/>
                      <a:pt x="707" y="581"/>
                    </a:cubicBezTo>
                    <a:cubicBezTo>
                      <a:pt x="746" y="535"/>
                      <a:pt x="784" y="496"/>
                      <a:pt x="823" y="472"/>
                    </a:cubicBezTo>
                    <a:cubicBezTo>
                      <a:pt x="843" y="465"/>
                      <a:pt x="855" y="452"/>
                      <a:pt x="875" y="445"/>
                    </a:cubicBezTo>
                    <a:cubicBezTo>
                      <a:pt x="894" y="439"/>
                      <a:pt x="906" y="433"/>
                      <a:pt x="914" y="427"/>
                    </a:cubicBezTo>
                    <a:cubicBezTo>
                      <a:pt x="980" y="401"/>
                      <a:pt x="1049" y="389"/>
                      <a:pt x="1117" y="389"/>
                    </a:cubicBezTo>
                    <a:close/>
                    <a:moveTo>
                      <a:pt x="1118" y="1"/>
                    </a:moveTo>
                    <a:cubicBezTo>
                      <a:pt x="941" y="1"/>
                      <a:pt x="774" y="47"/>
                      <a:pt x="630" y="137"/>
                    </a:cubicBezTo>
                    <a:cubicBezTo>
                      <a:pt x="1" y="465"/>
                      <a:pt x="1" y="934"/>
                      <a:pt x="39" y="1127"/>
                    </a:cubicBezTo>
                    <a:cubicBezTo>
                      <a:pt x="123" y="1629"/>
                      <a:pt x="663" y="2097"/>
                      <a:pt x="1215" y="2142"/>
                    </a:cubicBezTo>
                    <a:cubicBezTo>
                      <a:pt x="1247" y="2142"/>
                      <a:pt x="1280" y="2148"/>
                      <a:pt x="1312" y="2148"/>
                    </a:cubicBezTo>
                    <a:cubicBezTo>
                      <a:pt x="1730" y="2148"/>
                      <a:pt x="2063" y="1892"/>
                      <a:pt x="2225" y="1442"/>
                    </a:cubicBezTo>
                    <a:cubicBezTo>
                      <a:pt x="2430" y="876"/>
                      <a:pt x="2077" y="374"/>
                      <a:pt x="1671" y="149"/>
                    </a:cubicBezTo>
                    <a:cubicBezTo>
                      <a:pt x="1487" y="49"/>
                      <a:pt x="1298" y="1"/>
                      <a:pt x="1118"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964875" y="2886150"/>
                <a:ext cx="40200" cy="34275"/>
              </a:xfrm>
              <a:custGeom>
                <a:avLst/>
                <a:gdLst/>
                <a:ahLst/>
                <a:cxnLst/>
                <a:rect l="l" t="t" r="r" b="b"/>
                <a:pathLst>
                  <a:path w="1608" h="1371" extrusionOk="0">
                    <a:moveTo>
                      <a:pt x="731" y="0"/>
                    </a:moveTo>
                    <a:cubicBezTo>
                      <a:pt x="663" y="0"/>
                      <a:pt x="594" y="12"/>
                      <a:pt x="528" y="38"/>
                    </a:cubicBezTo>
                    <a:cubicBezTo>
                      <a:pt x="520" y="44"/>
                      <a:pt x="508" y="50"/>
                      <a:pt x="489" y="56"/>
                    </a:cubicBezTo>
                    <a:cubicBezTo>
                      <a:pt x="469" y="63"/>
                      <a:pt x="457" y="76"/>
                      <a:pt x="437" y="83"/>
                    </a:cubicBezTo>
                    <a:cubicBezTo>
                      <a:pt x="398" y="107"/>
                      <a:pt x="360" y="146"/>
                      <a:pt x="321" y="192"/>
                    </a:cubicBezTo>
                    <a:cubicBezTo>
                      <a:pt x="289" y="237"/>
                      <a:pt x="232" y="269"/>
                      <a:pt x="173" y="269"/>
                    </a:cubicBezTo>
                    <a:cubicBezTo>
                      <a:pt x="65" y="371"/>
                      <a:pt x="0" y="507"/>
                      <a:pt x="33" y="673"/>
                    </a:cubicBezTo>
                    <a:cubicBezTo>
                      <a:pt x="84" y="1008"/>
                      <a:pt x="482" y="1335"/>
                      <a:pt x="861" y="1368"/>
                    </a:cubicBezTo>
                    <a:cubicBezTo>
                      <a:pt x="882" y="1369"/>
                      <a:pt x="903" y="1370"/>
                      <a:pt x="923" y="1370"/>
                    </a:cubicBezTo>
                    <a:cubicBezTo>
                      <a:pt x="1181" y="1370"/>
                      <a:pt x="1371" y="1216"/>
                      <a:pt x="1478" y="917"/>
                    </a:cubicBezTo>
                    <a:cubicBezTo>
                      <a:pt x="1608" y="564"/>
                      <a:pt x="1376" y="255"/>
                      <a:pt x="1099" y="101"/>
                    </a:cubicBezTo>
                    <a:cubicBezTo>
                      <a:pt x="993" y="42"/>
                      <a:pt x="863" y="0"/>
                      <a:pt x="731"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6766850" y="2754775"/>
                <a:ext cx="58025" cy="46850"/>
              </a:xfrm>
              <a:custGeom>
                <a:avLst/>
                <a:gdLst/>
                <a:ahLst/>
                <a:cxnLst/>
                <a:rect l="l" t="t" r="r" b="b"/>
                <a:pathLst>
                  <a:path w="2321" h="1874" extrusionOk="0">
                    <a:moveTo>
                      <a:pt x="1106" y="451"/>
                    </a:moveTo>
                    <a:cubicBezTo>
                      <a:pt x="1327" y="451"/>
                      <a:pt x="1561" y="529"/>
                      <a:pt x="1698" y="671"/>
                    </a:cubicBezTo>
                    <a:cubicBezTo>
                      <a:pt x="1748" y="722"/>
                      <a:pt x="1903" y="883"/>
                      <a:pt x="1665" y="1197"/>
                    </a:cubicBezTo>
                    <a:cubicBezTo>
                      <a:pt x="1556" y="1347"/>
                      <a:pt x="1420" y="1421"/>
                      <a:pt x="1263" y="1421"/>
                    </a:cubicBezTo>
                    <a:cubicBezTo>
                      <a:pt x="1190" y="1421"/>
                      <a:pt x="1111" y="1405"/>
                      <a:pt x="1030" y="1372"/>
                    </a:cubicBezTo>
                    <a:cubicBezTo>
                      <a:pt x="707" y="1236"/>
                      <a:pt x="484" y="909"/>
                      <a:pt x="508" y="729"/>
                    </a:cubicBezTo>
                    <a:cubicBezTo>
                      <a:pt x="514" y="665"/>
                      <a:pt x="561" y="627"/>
                      <a:pt x="624" y="594"/>
                    </a:cubicBezTo>
                    <a:cubicBezTo>
                      <a:pt x="650" y="588"/>
                      <a:pt x="676" y="580"/>
                      <a:pt x="701" y="568"/>
                    </a:cubicBezTo>
                    <a:cubicBezTo>
                      <a:pt x="746" y="550"/>
                      <a:pt x="798" y="542"/>
                      <a:pt x="843" y="536"/>
                    </a:cubicBezTo>
                    <a:cubicBezTo>
                      <a:pt x="900" y="530"/>
                      <a:pt x="953" y="503"/>
                      <a:pt x="991" y="459"/>
                    </a:cubicBezTo>
                    <a:cubicBezTo>
                      <a:pt x="1029" y="454"/>
                      <a:pt x="1067" y="451"/>
                      <a:pt x="1106" y="451"/>
                    </a:cubicBezTo>
                    <a:close/>
                    <a:moveTo>
                      <a:pt x="1106" y="1"/>
                    </a:moveTo>
                    <a:cubicBezTo>
                      <a:pt x="890" y="1"/>
                      <a:pt x="679" y="51"/>
                      <a:pt x="508" y="156"/>
                    </a:cubicBezTo>
                    <a:cubicBezTo>
                      <a:pt x="155" y="286"/>
                      <a:pt x="78" y="542"/>
                      <a:pt x="59" y="665"/>
                    </a:cubicBezTo>
                    <a:cubicBezTo>
                      <a:pt x="1" y="1082"/>
                      <a:pt x="360" y="1583"/>
                      <a:pt x="855" y="1790"/>
                    </a:cubicBezTo>
                    <a:cubicBezTo>
                      <a:pt x="997" y="1847"/>
                      <a:pt x="1131" y="1873"/>
                      <a:pt x="1267" y="1873"/>
                    </a:cubicBezTo>
                    <a:cubicBezTo>
                      <a:pt x="1563" y="1873"/>
                      <a:pt x="1833" y="1737"/>
                      <a:pt x="2032" y="1467"/>
                    </a:cubicBezTo>
                    <a:cubicBezTo>
                      <a:pt x="2321" y="1082"/>
                      <a:pt x="2321" y="665"/>
                      <a:pt x="2018" y="357"/>
                    </a:cubicBezTo>
                    <a:cubicBezTo>
                      <a:pt x="1795" y="125"/>
                      <a:pt x="1445" y="1"/>
                      <a:pt x="110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6778925" y="2766050"/>
                <a:ext cx="35500" cy="24275"/>
              </a:xfrm>
              <a:custGeom>
                <a:avLst/>
                <a:gdLst/>
                <a:ahLst/>
                <a:cxnLst/>
                <a:rect l="l" t="t" r="r" b="b"/>
                <a:pathLst>
                  <a:path w="1420" h="971" extrusionOk="0">
                    <a:moveTo>
                      <a:pt x="623" y="0"/>
                    </a:moveTo>
                    <a:cubicBezTo>
                      <a:pt x="584" y="0"/>
                      <a:pt x="546" y="3"/>
                      <a:pt x="508" y="8"/>
                    </a:cubicBezTo>
                    <a:cubicBezTo>
                      <a:pt x="470" y="52"/>
                      <a:pt x="417" y="79"/>
                      <a:pt x="360" y="85"/>
                    </a:cubicBezTo>
                    <a:cubicBezTo>
                      <a:pt x="315" y="91"/>
                      <a:pt x="263" y="99"/>
                      <a:pt x="218" y="117"/>
                    </a:cubicBezTo>
                    <a:cubicBezTo>
                      <a:pt x="193" y="129"/>
                      <a:pt x="167" y="137"/>
                      <a:pt x="141" y="143"/>
                    </a:cubicBezTo>
                    <a:cubicBezTo>
                      <a:pt x="78" y="176"/>
                      <a:pt x="31" y="214"/>
                      <a:pt x="25" y="278"/>
                    </a:cubicBezTo>
                    <a:cubicBezTo>
                      <a:pt x="1" y="458"/>
                      <a:pt x="224" y="785"/>
                      <a:pt x="547" y="921"/>
                    </a:cubicBezTo>
                    <a:cubicBezTo>
                      <a:pt x="628" y="954"/>
                      <a:pt x="707" y="970"/>
                      <a:pt x="780" y="970"/>
                    </a:cubicBezTo>
                    <a:cubicBezTo>
                      <a:pt x="937" y="970"/>
                      <a:pt x="1073" y="896"/>
                      <a:pt x="1182" y="746"/>
                    </a:cubicBezTo>
                    <a:cubicBezTo>
                      <a:pt x="1420" y="432"/>
                      <a:pt x="1265" y="271"/>
                      <a:pt x="1215" y="220"/>
                    </a:cubicBezTo>
                    <a:cubicBezTo>
                      <a:pt x="1078" y="78"/>
                      <a:pt x="844" y="0"/>
                      <a:pt x="623"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482175" y="2771375"/>
                <a:ext cx="53050" cy="47900"/>
              </a:xfrm>
              <a:custGeom>
                <a:avLst/>
                <a:gdLst/>
                <a:ahLst/>
                <a:cxnLst/>
                <a:rect l="l" t="t" r="r" b="b"/>
                <a:pathLst>
                  <a:path w="2122" h="1916" extrusionOk="0">
                    <a:moveTo>
                      <a:pt x="1130" y="567"/>
                    </a:moveTo>
                    <a:cubicBezTo>
                      <a:pt x="1283" y="567"/>
                      <a:pt x="1412" y="649"/>
                      <a:pt x="1492" y="759"/>
                    </a:cubicBezTo>
                    <a:cubicBezTo>
                      <a:pt x="1596" y="907"/>
                      <a:pt x="1626" y="1138"/>
                      <a:pt x="1389" y="1337"/>
                    </a:cubicBezTo>
                    <a:cubicBezTo>
                      <a:pt x="1277" y="1430"/>
                      <a:pt x="1168" y="1463"/>
                      <a:pt x="1070" y="1463"/>
                    </a:cubicBezTo>
                    <a:cubicBezTo>
                      <a:pt x="977" y="1463"/>
                      <a:pt x="893" y="1433"/>
                      <a:pt x="824" y="1396"/>
                    </a:cubicBezTo>
                    <a:cubicBezTo>
                      <a:pt x="611" y="1274"/>
                      <a:pt x="470" y="1035"/>
                      <a:pt x="496" y="830"/>
                    </a:cubicBezTo>
                    <a:cubicBezTo>
                      <a:pt x="508" y="746"/>
                      <a:pt x="554" y="675"/>
                      <a:pt x="611" y="625"/>
                    </a:cubicBezTo>
                    <a:cubicBezTo>
                      <a:pt x="652" y="657"/>
                      <a:pt x="705" y="676"/>
                      <a:pt x="759" y="676"/>
                    </a:cubicBezTo>
                    <a:cubicBezTo>
                      <a:pt x="799" y="676"/>
                      <a:pt x="840" y="665"/>
                      <a:pt x="875" y="643"/>
                    </a:cubicBezTo>
                    <a:cubicBezTo>
                      <a:pt x="964" y="590"/>
                      <a:pt x="1050" y="567"/>
                      <a:pt x="1130" y="567"/>
                    </a:cubicBezTo>
                    <a:close/>
                    <a:moveTo>
                      <a:pt x="935" y="0"/>
                    </a:moveTo>
                    <a:cubicBezTo>
                      <a:pt x="915" y="0"/>
                      <a:pt x="895" y="2"/>
                      <a:pt x="875" y="7"/>
                    </a:cubicBezTo>
                    <a:cubicBezTo>
                      <a:pt x="226" y="162"/>
                      <a:pt x="78" y="554"/>
                      <a:pt x="53" y="773"/>
                    </a:cubicBezTo>
                    <a:cubicBezTo>
                      <a:pt x="1" y="1158"/>
                      <a:pt x="226" y="1582"/>
                      <a:pt x="605" y="1788"/>
                    </a:cubicBezTo>
                    <a:cubicBezTo>
                      <a:pt x="760" y="1871"/>
                      <a:pt x="914" y="1916"/>
                      <a:pt x="1068" y="1916"/>
                    </a:cubicBezTo>
                    <a:cubicBezTo>
                      <a:pt x="1287" y="1916"/>
                      <a:pt x="1498" y="1838"/>
                      <a:pt x="1679" y="1684"/>
                    </a:cubicBezTo>
                    <a:cubicBezTo>
                      <a:pt x="2122" y="1319"/>
                      <a:pt x="2083" y="811"/>
                      <a:pt x="1858" y="495"/>
                    </a:cubicBezTo>
                    <a:cubicBezTo>
                      <a:pt x="1697" y="271"/>
                      <a:pt x="1427" y="117"/>
                      <a:pt x="1125" y="109"/>
                    </a:cubicBezTo>
                    <a:cubicBezTo>
                      <a:pt x="1089" y="42"/>
                      <a:pt x="1016" y="0"/>
                      <a:pt x="935"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493900" y="2785550"/>
                <a:ext cx="28950" cy="22425"/>
              </a:xfrm>
              <a:custGeom>
                <a:avLst/>
                <a:gdLst/>
                <a:ahLst/>
                <a:cxnLst/>
                <a:rect l="l" t="t" r="r" b="b"/>
                <a:pathLst>
                  <a:path w="1158" h="897" extrusionOk="0">
                    <a:moveTo>
                      <a:pt x="661" y="0"/>
                    </a:moveTo>
                    <a:cubicBezTo>
                      <a:pt x="581" y="0"/>
                      <a:pt x="495" y="23"/>
                      <a:pt x="406" y="76"/>
                    </a:cubicBezTo>
                    <a:cubicBezTo>
                      <a:pt x="371" y="98"/>
                      <a:pt x="330" y="109"/>
                      <a:pt x="290" y="109"/>
                    </a:cubicBezTo>
                    <a:cubicBezTo>
                      <a:pt x="236" y="109"/>
                      <a:pt x="183" y="90"/>
                      <a:pt x="142" y="58"/>
                    </a:cubicBezTo>
                    <a:cubicBezTo>
                      <a:pt x="85" y="108"/>
                      <a:pt x="39" y="179"/>
                      <a:pt x="27" y="263"/>
                    </a:cubicBezTo>
                    <a:cubicBezTo>
                      <a:pt x="1" y="468"/>
                      <a:pt x="142" y="707"/>
                      <a:pt x="355" y="829"/>
                    </a:cubicBezTo>
                    <a:cubicBezTo>
                      <a:pt x="424" y="866"/>
                      <a:pt x="508" y="896"/>
                      <a:pt x="601" y="896"/>
                    </a:cubicBezTo>
                    <a:cubicBezTo>
                      <a:pt x="699" y="896"/>
                      <a:pt x="808" y="863"/>
                      <a:pt x="920" y="770"/>
                    </a:cubicBezTo>
                    <a:cubicBezTo>
                      <a:pt x="1157" y="571"/>
                      <a:pt x="1127" y="340"/>
                      <a:pt x="1023" y="192"/>
                    </a:cubicBezTo>
                    <a:cubicBezTo>
                      <a:pt x="943" y="82"/>
                      <a:pt x="814" y="0"/>
                      <a:pt x="661"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6319050" y="2710125"/>
                <a:ext cx="71525" cy="63375"/>
              </a:xfrm>
              <a:custGeom>
                <a:avLst/>
                <a:gdLst/>
                <a:ahLst/>
                <a:cxnLst/>
                <a:rect l="l" t="t" r="r" b="b"/>
                <a:pathLst>
                  <a:path w="2861" h="2535" extrusionOk="0">
                    <a:moveTo>
                      <a:pt x="1308" y="457"/>
                    </a:moveTo>
                    <a:cubicBezTo>
                      <a:pt x="1463" y="457"/>
                      <a:pt x="1620" y="505"/>
                      <a:pt x="1749" y="574"/>
                    </a:cubicBezTo>
                    <a:cubicBezTo>
                      <a:pt x="2076" y="761"/>
                      <a:pt x="2346" y="1126"/>
                      <a:pt x="2199" y="1544"/>
                    </a:cubicBezTo>
                    <a:cubicBezTo>
                      <a:pt x="2074" y="1895"/>
                      <a:pt x="1851" y="2076"/>
                      <a:pt x="1549" y="2076"/>
                    </a:cubicBezTo>
                    <a:cubicBezTo>
                      <a:pt x="1524" y="2076"/>
                      <a:pt x="1499" y="2074"/>
                      <a:pt x="1473" y="2072"/>
                    </a:cubicBezTo>
                    <a:cubicBezTo>
                      <a:pt x="1022" y="2033"/>
                      <a:pt x="553" y="1648"/>
                      <a:pt x="488" y="1256"/>
                    </a:cubicBezTo>
                    <a:cubicBezTo>
                      <a:pt x="456" y="1055"/>
                      <a:pt x="533" y="895"/>
                      <a:pt x="657" y="773"/>
                    </a:cubicBezTo>
                    <a:cubicBezTo>
                      <a:pt x="726" y="773"/>
                      <a:pt x="791" y="741"/>
                      <a:pt x="835" y="684"/>
                    </a:cubicBezTo>
                    <a:cubicBezTo>
                      <a:pt x="874" y="631"/>
                      <a:pt x="919" y="586"/>
                      <a:pt x="971" y="562"/>
                    </a:cubicBezTo>
                    <a:cubicBezTo>
                      <a:pt x="990" y="548"/>
                      <a:pt x="1010" y="536"/>
                      <a:pt x="1034" y="529"/>
                    </a:cubicBezTo>
                    <a:cubicBezTo>
                      <a:pt x="1048" y="523"/>
                      <a:pt x="1067" y="509"/>
                      <a:pt x="1081" y="497"/>
                    </a:cubicBezTo>
                    <a:cubicBezTo>
                      <a:pt x="1153" y="469"/>
                      <a:pt x="1231" y="457"/>
                      <a:pt x="1308" y="457"/>
                    </a:cubicBezTo>
                    <a:close/>
                    <a:moveTo>
                      <a:pt x="1316" y="1"/>
                    </a:moveTo>
                    <a:cubicBezTo>
                      <a:pt x="1110" y="1"/>
                      <a:pt x="914" y="55"/>
                      <a:pt x="746" y="162"/>
                    </a:cubicBezTo>
                    <a:cubicBezTo>
                      <a:pt x="1" y="548"/>
                      <a:pt x="1" y="1102"/>
                      <a:pt x="46" y="1333"/>
                    </a:cubicBezTo>
                    <a:cubicBezTo>
                      <a:pt x="141" y="1924"/>
                      <a:pt x="778" y="2470"/>
                      <a:pt x="1434" y="2528"/>
                    </a:cubicBezTo>
                    <a:cubicBezTo>
                      <a:pt x="1466" y="2528"/>
                      <a:pt x="1505" y="2535"/>
                      <a:pt x="1543" y="2535"/>
                    </a:cubicBezTo>
                    <a:cubicBezTo>
                      <a:pt x="2037" y="2535"/>
                      <a:pt x="2430" y="2232"/>
                      <a:pt x="2623" y="1699"/>
                    </a:cubicBezTo>
                    <a:cubicBezTo>
                      <a:pt x="2861" y="1031"/>
                      <a:pt x="2449" y="446"/>
                      <a:pt x="1968" y="176"/>
                    </a:cubicBezTo>
                    <a:cubicBezTo>
                      <a:pt x="1752" y="59"/>
                      <a:pt x="1529" y="1"/>
                      <a:pt x="131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6330450" y="2721525"/>
                <a:ext cx="47250" cy="40500"/>
              </a:xfrm>
              <a:custGeom>
                <a:avLst/>
                <a:gdLst/>
                <a:ahLst/>
                <a:cxnLst/>
                <a:rect l="l" t="t" r="r" b="b"/>
                <a:pathLst>
                  <a:path w="1890" h="1620" extrusionOk="0">
                    <a:moveTo>
                      <a:pt x="852" y="1"/>
                    </a:moveTo>
                    <a:cubicBezTo>
                      <a:pt x="775" y="1"/>
                      <a:pt x="697" y="13"/>
                      <a:pt x="625" y="41"/>
                    </a:cubicBezTo>
                    <a:cubicBezTo>
                      <a:pt x="611" y="53"/>
                      <a:pt x="592" y="67"/>
                      <a:pt x="578" y="73"/>
                    </a:cubicBezTo>
                    <a:cubicBezTo>
                      <a:pt x="554" y="80"/>
                      <a:pt x="534" y="92"/>
                      <a:pt x="515" y="106"/>
                    </a:cubicBezTo>
                    <a:cubicBezTo>
                      <a:pt x="463" y="130"/>
                      <a:pt x="418" y="175"/>
                      <a:pt x="379" y="228"/>
                    </a:cubicBezTo>
                    <a:cubicBezTo>
                      <a:pt x="335" y="285"/>
                      <a:pt x="270" y="317"/>
                      <a:pt x="201" y="317"/>
                    </a:cubicBezTo>
                    <a:cubicBezTo>
                      <a:pt x="77" y="439"/>
                      <a:pt x="0" y="599"/>
                      <a:pt x="32" y="800"/>
                    </a:cubicBezTo>
                    <a:cubicBezTo>
                      <a:pt x="97" y="1192"/>
                      <a:pt x="566" y="1577"/>
                      <a:pt x="1017" y="1616"/>
                    </a:cubicBezTo>
                    <a:cubicBezTo>
                      <a:pt x="1043" y="1618"/>
                      <a:pt x="1068" y="1620"/>
                      <a:pt x="1093" y="1620"/>
                    </a:cubicBezTo>
                    <a:cubicBezTo>
                      <a:pt x="1395" y="1620"/>
                      <a:pt x="1618" y="1439"/>
                      <a:pt x="1743" y="1088"/>
                    </a:cubicBezTo>
                    <a:cubicBezTo>
                      <a:pt x="1890" y="670"/>
                      <a:pt x="1620" y="305"/>
                      <a:pt x="1293" y="118"/>
                    </a:cubicBezTo>
                    <a:cubicBezTo>
                      <a:pt x="1164" y="49"/>
                      <a:pt x="1007" y="1"/>
                      <a:pt x="852"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5725350" y="2780575"/>
                <a:ext cx="60750" cy="53675"/>
              </a:xfrm>
              <a:custGeom>
                <a:avLst/>
                <a:gdLst/>
                <a:ahLst/>
                <a:cxnLst/>
                <a:rect l="l" t="t" r="r" b="b"/>
                <a:pathLst>
                  <a:path w="2430" h="2147" extrusionOk="0">
                    <a:moveTo>
                      <a:pt x="1117" y="385"/>
                    </a:moveTo>
                    <a:cubicBezTo>
                      <a:pt x="1248" y="385"/>
                      <a:pt x="1381" y="428"/>
                      <a:pt x="1490" y="488"/>
                    </a:cubicBezTo>
                    <a:cubicBezTo>
                      <a:pt x="1768" y="642"/>
                      <a:pt x="1992" y="951"/>
                      <a:pt x="1870" y="1310"/>
                    </a:cubicBezTo>
                    <a:cubicBezTo>
                      <a:pt x="1760" y="1608"/>
                      <a:pt x="1560" y="1762"/>
                      <a:pt x="1298" y="1762"/>
                    </a:cubicBezTo>
                    <a:cubicBezTo>
                      <a:pt x="1283" y="1762"/>
                      <a:pt x="1268" y="1761"/>
                      <a:pt x="1253" y="1760"/>
                    </a:cubicBezTo>
                    <a:cubicBezTo>
                      <a:pt x="873" y="1728"/>
                      <a:pt x="475" y="1393"/>
                      <a:pt x="418" y="1066"/>
                    </a:cubicBezTo>
                    <a:cubicBezTo>
                      <a:pt x="392" y="892"/>
                      <a:pt x="457" y="758"/>
                      <a:pt x="559" y="654"/>
                    </a:cubicBezTo>
                    <a:cubicBezTo>
                      <a:pt x="617" y="654"/>
                      <a:pt x="674" y="628"/>
                      <a:pt x="713" y="577"/>
                    </a:cubicBezTo>
                    <a:cubicBezTo>
                      <a:pt x="745" y="533"/>
                      <a:pt x="784" y="500"/>
                      <a:pt x="822" y="474"/>
                    </a:cubicBezTo>
                    <a:cubicBezTo>
                      <a:pt x="842" y="462"/>
                      <a:pt x="861" y="449"/>
                      <a:pt x="881" y="443"/>
                    </a:cubicBezTo>
                    <a:cubicBezTo>
                      <a:pt x="893" y="435"/>
                      <a:pt x="906" y="429"/>
                      <a:pt x="920" y="423"/>
                    </a:cubicBezTo>
                    <a:cubicBezTo>
                      <a:pt x="983" y="397"/>
                      <a:pt x="1050" y="385"/>
                      <a:pt x="1117" y="385"/>
                    </a:cubicBezTo>
                    <a:close/>
                    <a:moveTo>
                      <a:pt x="1118" y="1"/>
                    </a:moveTo>
                    <a:cubicBezTo>
                      <a:pt x="944" y="1"/>
                      <a:pt x="778" y="46"/>
                      <a:pt x="636" y="135"/>
                    </a:cubicBezTo>
                    <a:cubicBezTo>
                      <a:pt x="0" y="462"/>
                      <a:pt x="6" y="931"/>
                      <a:pt x="39" y="1130"/>
                    </a:cubicBezTo>
                    <a:cubicBezTo>
                      <a:pt x="128" y="1631"/>
                      <a:pt x="668" y="2094"/>
                      <a:pt x="1220" y="2140"/>
                    </a:cubicBezTo>
                    <a:cubicBezTo>
                      <a:pt x="1247" y="2146"/>
                      <a:pt x="1279" y="2146"/>
                      <a:pt x="1311" y="2146"/>
                    </a:cubicBezTo>
                    <a:cubicBezTo>
                      <a:pt x="1736" y="2146"/>
                      <a:pt x="2069" y="1895"/>
                      <a:pt x="2231" y="1438"/>
                    </a:cubicBezTo>
                    <a:cubicBezTo>
                      <a:pt x="2430" y="874"/>
                      <a:pt x="2083" y="372"/>
                      <a:pt x="1671" y="147"/>
                    </a:cubicBezTo>
                    <a:cubicBezTo>
                      <a:pt x="1488" y="49"/>
                      <a:pt x="1299" y="1"/>
                      <a:pt x="1118"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5735150" y="2790200"/>
                <a:ext cx="40000" cy="34425"/>
              </a:xfrm>
              <a:custGeom>
                <a:avLst/>
                <a:gdLst/>
                <a:ahLst/>
                <a:cxnLst/>
                <a:rect l="l" t="t" r="r" b="b"/>
                <a:pathLst>
                  <a:path w="1600" h="1377" extrusionOk="0">
                    <a:moveTo>
                      <a:pt x="725" y="0"/>
                    </a:moveTo>
                    <a:cubicBezTo>
                      <a:pt x="658" y="0"/>
                      <a:pt x="591" y="12"/>
                      <a:pt x="528" y="38"/>
                    </a:cubicBezTo>
                    <a:cubicBezTo>
                      <a:pt x="514" y="44"/>
                      <a:pt x="501" y="50"/>
                      <a:pt x="489" y="58"/>
                    </a:cubicBezTo>
                    <a:cubicBezTo>
                      <a:pt x="469" y="64"/>
                      <a:pt x="450" y="77"/>
                      <a:pt x="430" y="89"/>
                    </a:cubicBezTo>
                    <a:cubicBezTo>
                      <a:pt x="392" y="115"/>
                      <a:pt x="353" y="148"/>
                      <a:pt x="321" y="192"/>
                    </a:cubicBezTo>
                    <a:cubicBezTo>
                      <a:pt x="282" y="243"/>
                      <a:pt x="225" y="269"/>
                      <a:pt x="167" y="269"/>
                    </a:cubicBezTo>
                    <a:cubicBezTo>
                      <a:pt x="65" y="373"/>
                      <a:pt x="0" y="507"/>
                      <a:pt x="26" y="681"/>
                    </a:cubicBezTo>
                    <a:cubicBezTo>
                      <a:pt x="83" y="1008"/>
                      <a:pt x="481" y="1343"/>
                      <a:pt x="861" y="1375"/>
                    </a:cubicBezTo>
                    <a:cubicBezTo>
                      <a:pt x="876" y="1376"/>
                      <a:pt x="891" y="1377"/>
                      <a:pt x="906" y="1377"/>
                    </a:cubicBezTo>
                    <a:cubicBezTo>
                      <a:pt x="1168" y="1377"/>
                      <a:pt x="1368" y="1223"/>
                      <a:pt x="1478" y="925"/>
                    </a:cubicBezTo>
                    <a:cubicBezTo>
                      <a:pt x="1600" y="566"/>
                      <a:pt x="1376" y="257"/>
                      <a:pt x="1098" y="103"/>
                    </a:cubicBezTo>
                    <a:cubicBezTo>
                      <a:pt x="989" y="43"/>
                      <a:pt x="856" y="0"/>
                      <a:pt x="725"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5042425" y="2727025"/>
                <a:ext cx="53250" cy="47900"/>
              </a:xfrm>
              <a:custGeom>
                <a:avLst/>
                <a:gdLst/>
                <a:ahLst/>
                <a:cxnLst/>
                <a:rect l="l" t="t" r="r" b="b"/>
                <a:pathLst>
                  <a:path w="2130" h="1916" extrusionOk="0">
                    <a:moveTo>
                      <a:pt x="1135" y="567"/>
                    </a:moveTo>
                    <a:cubicBezTo>
                      <a:pt x="1285" y="567"/>
                      <a:pt x="1412" y="650"/>
                      <a:pt x="1492" y="759"/>
                    </a:cubicBezTo>
                    <a:cubicBezTo>
                      <a:pt x="1602" y="907"/>
                      <a:pt x="1634" y="1138"/>
                      <a:pt x="1397" y="1337"/>
                    </a:cubicBezTo>
                    <a:cubicBezTo>
                      <a:pt x="1281" y="1430"/>
                      <a:pt x="1170" y="1463"/>
                      <a:pt x="1072" y="1463"/>
                    </a:cubicBezTo>
                    <a:cubicBezTo>
                      <a:pt x="978" y="1463"/>
                      <a:pt x="896" y="1433"/>
                      <a:pt x="831" y="1396"/>
                    </a:cubicBezTo>
                    <a:cubicBezTo>
                      <a:pt x="611" y="1274"/>
                      <a:pt x="477" y="1035"/>
                      <a:pt x="502" y="830"/>
                    </a:cubicBezTo>
                    <a:cubicBezTo>
                      <a:pt x="516" y="746"/>
                      <a:pt x="554" y="676"/>
                      <a:pt x="611" y="625"/>
                    </a:cubicBezTo>
                    <a:cubicBezTo>
                      <a:pt x="656" y="657"/>
                      <a:pt x="708" y="676"/>
                      <a:pt x="762" y="676"/>
                    </a:cubicBezTo>
                    <a:cubicBezTo>
                      <a:pt x="802" y="676"/>
                      <a:pt x="843" y="666"/>
                      <a:pt x="881" y="643"/>
                    </a:cubicBezTo>
                    <a:cubicBezTo>
                      <a:pt x="970" y="590"/>
                      <a:pt x="1056" y="567"/>
                      <a:pt x="1135" y="567"/>
                    </a:cubicBezTo>
                    <a:close/>
                    <a:moveTo>
                      <a:pt x="935" y="0"/>
                    </a:moveTo>
                    <a:cubicBezTo>
                      <a:pt x="915" y="0"/>
                      <a:pt x="895" y="3"/>
                      <a:pt x="875" y="8"/>
                    </a:cubicBezTo>
                    <a:cubicBezTo>
                      <a:pt x="232" y="162"/>
                      <a:pt x="85" y="554"/>
                      <a:pt x="53" y="773"/>
                    </a:cubicBezTo>
                    <a:cubicBezTo>
                      <a:pt x="1" y="1158"/>
                      <a:pt x="232" y="1583"/>
                      <a:pt x="611" y="1788"/>
                    </a:cubicBezTo>
                    <a:cubicBezTo>
                      <a:pt x="760" y="1871"/>
                      <a:pt x="920" y="1916"/>
                      <a:pt x="1074" y="1916"/>
                    </a:cubicBezTo>
                    <a:cubicBezTo>
                      <a:pt x="1287" y="1916"/>
                      <a:pt x="1498" y="1839"/>
                      <a:pt x="1685" y="1684"/>
                    </a:cubicBezTo>
                    <a:cubicBezTo>
                      <a:pt x="2129" y="1319"/>
                      <a:pt x="2083" y="811"/>
                      <a:pt x="1866" y="495"/>
                    </a:cubicBezTo>
                    <a:cubicBezTo>
                      <a:pt x="1705" y="271"/>
                      <a:pt x="1435" y="117"/>
                      <a:pt x="1127" y="109"/>
                    </a:cubicBezTo>
                    <a:cubicBezTo>
                      <a:pt x="1089" y="42"/>
                      <a:pt x="1016" y="0"/>
                      <a:pt x="935"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5054350" y="2741200"/>
                <a:ext cx="28950" cy="22425"/>
              </a:xfrm>
              <a:custGeom>
                <a:avLst/>
                <a:gdLst/>
                <a:ahLst/>
                <a:cxnLst/>
                <a:rect l="l" t="t" r="r" b="b"/>
                <a:pathLst>
                  <a:path w="1158" h="897" extrusionOk="0">
                    <a:moveTo>
                      <a:pt x="658" y="0"/>
                    </a:moveTo>
                    <a:cubicBezTo>
                      <a:pt x="579" y="0"/>
                      <a:pt x="493" y="23"/>
                      <a:pt x="404" y="76"/>
                    </a:cubicBezTo>
                    <a:cubicBezTo>
                      <a:pt x="366" y="99"/>
                      <a:pt x="325" y="109"/>
                      <a:pt x="285" y="109"/>
                    </a:cubicBezTo>
                    <a:cubicBezTo>
                      <a:pt x="231" y="109"/>
                      <a:pt x="179" y="90"/>
                      <a:pt x="134" y="58"/>
                    </a:cubicBezTo>
                    <a:cubicBezTo>
                      <a:pt x="77" y="109"/>
                      <a:pt x="39" y="179"/>
                      <a:pt x="25" y="263"/>
                    </a:cubicBezTo>
                    <a:cubicBezTo>
                      <a:pt x="0" y="468"/>
                      <a:pt x="134" y="707"/>
                      <a:pt x="354" y="829"/>
                    </a:cubicBezTo>
                    <a:cubicBezTo>
                      <a:pt x="419" y="866"/>
                      <a:pt x="501" y="896"/>
                      <a:pt x="595" y="896"/>
                    </a:cubicBezTo>
                    <a:cubicBezTo>
                      <a:pt x="693" y="896"/>
                      <a:pt x="804" y="863"/>
                      <a:pt x="920" y="770"/>
                    </a:cubicBezTo>
                    <a:cubicBezTo>
                      <a:pt x="1157" y="571"/>
                      <a:pt x="1125" y="340"/>
                      <a:pt x="1015" y="192"/>
                    </a:cubicBezTo>
                    <a:cubicBezTo>
                      <a:pt x="935" y="83"/>
                      <a:pt x="808" y="0"/>
                      <a:pt x="658"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3075250" y="2721200"/>
                <a:ext cx="71675" cy="63225"/>
              </a:xfrm>
              <a:custGeom>
                <a:avLst/>
                <a:gdLst/>
                <a:ahLst/>
                <a:cxnLst/>
                <a:rect l="l" t="t" r="r" b="b"/>
                <a:pathLst>
                  <a:path w="2867" h="2529" extrusionOk="0">
                    <a:moveTo>
                      <a:pt x="1311" y="454"/>
                    </a:moveTo>
                    <a:cubicBezTo>
                      <a:pt x="1468" y="454"/>
                      <a:pt x="1625" y="506"/>
                      <a:pt x="1754" y="574"/>
                    </a:cubicBezTo>
                    <a:cubicBezTo>
                      <a:pt x="2083" y="754"/>
                      <a:pt x="2346" y="1128"/>
                      <a:pt x="2198" y="1546"/>
                    </a:cubicBezTo>
                    <a:cubicBezTo>
                      <a:pt x="2073" y="1890"/>
                      <a:pt x="1849" y="2075"/>
                      <a:pt x="1546" y="2075"/>
                    </a:cubicBezTo>
                    <a:cubicBezTo>
                      <a:pt x="1522" y="2075"/>
                      <a:pt x="1497" y="2074"/>
                      <a:pt x="1472" y="2072"/>
                    </a:cubicBezTo>
                    <a:cubicBezTo>
                      <a:pt x="1029" y="2033"/>
                      <a:pt x="559" y="1647"/>
                      <a:pt x="489" y="1256"/>
                    </a:cubicBezTo>
                    <a:cubicBezTo>
                      <a:pt x="457" y="1057"/>
                      <a:pt x="534" y="896"/>
                      <a:pt x="662" y="774"/>
                    </a:cubicBezTo>
                    <a:cubicBezTo>
                      <a:pt x="727" y="774"/>
                      <a:pt x="798" y="742"/>
                      <a:pt x="836" y="683"/>
                    </a:cubicBezTo>
                    <a:cubicBezTo>
                      <a:pt x="881" y="632"/>
                      <a:pt x="926" y="588"/>
                      <a:pt x="970" y="555"/>
                    </a:cubicBezTo>
                    <a:cubicBezTo>
                      <a:pt x="997" y="543"/>
                      <a:pt x="1015" y="535"/>
                      <a:pt x="1035" y="523"/>
                    </a:cubicBezTo>
                    <a:cubicBezTo>
                      <a:pt x="1054" y="517"/>
                      <a:pt x="1068" y="511"/>
                      <a:pt x="1080" y="497"/>
                    </a:cubicBezTo>
                    <a:cubicBezTo>
                      <a:pt x="1155" y="467"/>
                      <a:pt x="1233" y="454"/>
                      <a:pt x="1311" y="454"/>
                    </a:cubicBezTo>
                    <a:close/>
                    <a:moveTo>
                      <a:pt x="1317" y="1"/>
                    </a:moveTo>
                    <a:cubicBezTo>
                      <a:pt x="1110" y="1"/>
                      <a:pt x="913" y="55"/>
                      <a:pt x="745" y="163"/>
                    </a:cubicBezTo>
                    <a:cubicBezTo>
                      <a:pt x="0" y="549"/>
                      <a:pt x="6" y="1101"/>
                      <a:pt x="45" y="1333"/>
                    </a:cubicBezTo>
                    <a:cubicBezTo>
                      <a:pt x="148" y="1923"/>
                      <a:pt x="784" y="2471"/>
                      <a:pt x="1433" y="2528"/>
                    </a:cubicBezTo>
                    <a:lnTo>
                      <a:pt x="1543" y="2528"/>
                    </a:lnTo>
                    <a:cubicBezTo>
                      <a:pt x="2044" y="2528"/>
                      <a:pt x="2436" y="2232"/>
                      <a:pt x="2623" y="1700"/>
                    </a:cubicBezTo>
                    <a:cubicBezTo>
                      <a:pt x="2866" y="1030"/>
                      <a:pt x="2456" y="440"/>
                      <a:pt x="1973" y="176"/>
                    </a:cubicBezTo>
                    <a:cubicBezTo>
                      <a:pt x="1755" y="59"/>
                      <a:pt x="1530" y="1"/>
                      <a:pt x="1317"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3086650" y="2732550"/>
                <a:ext cx="47275" cy="40550"/>
              </a:xfrm>
              <a:custGeom>
                <a:avLst/>
                <a:gdLst/>
                <a:ahLst/>
                <a:cxnLst/>
                <a:rect l="l" t="t" r="r" b="b"/>
                <a:pathLst>
                  <a:path w="1891" h="1622" extrusionOk="0">
                    <a:moveTo>
                      <a:pt x="855" y="0"/>
                    </a:moveTo>
                    <a:cubicBezTo>
                      <a:pt x="777" y="0"/>
                      <a:pt x="699" y="13"/>
                      <a:pt x="624" y="43"/>
                    </a:cubicBezTo>
                    <a:cubicBezTo>
                      <a:pt x="612" y="57"/>
                      <a:pt x="598" y="63"/>
                      <a:pt x="579" y="69"/>
                    </a:cubicBezTo>
                    <a:cubicBezTo>
                      <a:pt x="559" y="81"/>
                      <a:pt x="541" y="89"/>
                      <a:pt x="514" y="101"/>
                    </a:cubicBezTo>
                    <a:cubicBezTo>
                      <a:pt x="470" y="134"/>
                      <a:pt x="425" y="178"/>
                      <a:pt x="380" y="229"/>
                    </a:cubicBezTo>
                    <a:cubicBezTo>
                      <a:pt x="342" y="288"/>
                      <a:pt x="271" y="320"/>
                      <a:pt x="206" y="320"/>
                    </a:cubicBezTo>
                    <a:cubicBezTo>
                      <a:pt x="78" y="442"/>
                      <a:pt x="1" y="603"/>
                      <a:pt x="33" y="802"/>
                    </a:cubicBezTo>
                    <a:cubicBezTo>
                      <a:pt x="103" y="1193"/>
                      <a:pt x="573" y="1579"/>
                      <a:pt x="1016" y="1618"/>
                    </a:cubicBezTo>
                    <a:cubicBezTo>
                      <a:pt x="1041" y="1620"/>
                      <a:pt x="1066" y="1621"/>
                      <a:pt x="1090" y="1621"/>
                    </a:cubicBezTo>
                    <a:cubicBezTo>
                      <a:pt x="1393" y="1621"/>
                      <a:pt x="1617" y="1436"/>
                      <a:pt x="1742" y="1092"/>
                    </a:cubicBezTo>
                    <a:cubicBezTo>
                      <a:pt x="1890" y="674"/>
                      <a:pt x="1627" y="300"/>
                      <a:pt x="1298" y="120"/>
                    </a:cubicBezTo>
                    <a:cubicBezTo>
                      <a:pt x="1169" y="52"/>
                      <a:pt x="1012" y="0"/>
                      <a:pt x="855"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2673075" y="2861575"/>
                <a:ext cx="60750" cy="53650"/>
              </a:xfrm>
              <a:custGeom>
                <a:avLst/>
                <a:gdLst/>
                <a:ahLst/>
                <a:cxnLst/>
                <a:rect l="l" t="t" r="r" b="b"/>
                <a:pathLst>
                  <a:path w="2430" h="2146" extrusionOk="0">
                    <a:moveTo>
                      <a:pt x="1117" y="385"/>
                    </a:moveTo>
                    <a:cubicBezTo>
                      <a:pt x="1248" y="385"/>
                      <a:pt x="1381" y="427"/>
                      <a:pt x="1490" y="487"/>
                    </a:cubicBezTo>
                    <a:cubicBezTo>
                      <a:pt x="1768" y="641"/>
                      <a:pt x="1992" y="956"/>
                      <a:pt x="1870" y="1309"/>
                    </a:cubicBezTo>
                    <a:cubicBezTo>
                      <a:pt x="1762" y="1603"/>
                      <a:pt x="1565" y="1762"/>
                      <a:pt x="1309" y="1762"/>
                    </a:cubicBezTo>
                    <a:cubicBezTo>
                      <a:pt x="1291" y="1762"/>
                      <a:pt x="1272" y="1761"/>
                      <a:pt x="1253" y="1760"/>
                    </a:cubicBezTo>
                    <a:cubicBezTo>
                      <a:pt x="873" y="1727"/>
                      <a:pt x="475" y="1393"/>
                      <a:pt x="418" y="1066"/>
                    </a:cubicBezTo>
                    <a:cubicBezTo>
                      <a:pt x="392" y="891"/>
                      <a:pt x="457" y="757"/>
                      <a:pt x="559" y="654"/>
                    </a:cubicBezTo>
                    <a:cubicBezTo>
                      <a:pt x="617" y="654"/>
                      <a:pt x="674" y="628"/>
                      <a:pt x="713" y="577"/>
                    </a:cubicBezTo>
                    <a:cubicBezTo>
                      <a:pt x="745" y="532"/>
                      <a:pt x="784" y="500"/>
                      <a:pt x="822" y="473"/>
                    </a:cubicBezTo>
                    <a:cubicBezTo>
                      <a:pt x="842" y="461"/>
                      <a:pt x="861" y="455"/>
                      <a:pt x="881" y="442"/>
                    </a:cubicBezTo>
                    <a:cubicBezTo>
                      <a:pt x="893" y="435"/>
                      <a:pt x="906" y="429"/>
                      <a:pt x="920" y="422"/>
                    </a:cubicBezTo>
                    <a:cubicBezTo>
                      <a:pt x="983" y="396"/>
                      <a:pt x="1050" y="385"/>
                      <a:pt x="1117" y="385"/>
                    </a:cubicBezTo>
                    <a:close/>
                    <a:moveTo>
                      <a:pt x="1118" y="0"/>
                    </a:moveTo>
                    <a:cubicBezTo>
                      <a:pt x="944" y="0"/>
                      <a:pt x="778" y="45"/>
                      <a:pt x="636" y="134"/>
                    </a:cubicBezTo>
                    <a:cubicBezTo>
                      <a:pt x="0" y="461"/>
                      <a:pt x="6" y="936"/>
                      <a:pt x="39" y="1129"/>
                    </a:cubicBezTo>
                    <a:cubicBezTo>
                      <a:pt x="128" y="1630"/>
                      <a:pt x="668" y="2093"/>
                      <a:pt x="1220" y="2145"/>
                    </a:cubicBezTo>
                    <a:lnTo>
                      <a:pt x="1311" y="2145"/>
                    </a:lnTo>
                    <a:cubicBezTo>
                      <a:pt x="1736" y="2145"/>
                      <a:pt x="2069" y="1894"/>
                      <a:pt x="2231" y="1437"/>
                    </a:cubicBezTo>
                    <a:cubicBezTo>
                      <a:pt x="2430" y="873"/>
                      <a:pt x="2083" y="371"/>
                      <a:pt x="1671" y="146"/>
                    </a:cubicBezTo>
                    <a:cubicBezTo>
                      <a:pt x="1488" y="48"/>
                      <a:pt x="1299" y="0"/>
                      <a:pt x="1118"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2682875" y="2871175"/>
                <a:ext cx="40000" cy="34475"/>
              </a:xfrm>
              <a:custGeom>
                <a:avLst/>
                <a:gdLst/>
                <a:ahLst/>
                <a:cxnLst/>
                <a:rect l="l" t="t" r="r" b="b"/>
                <a:pathLst>
                  <a:path w="1600" h="1379" extrusionOk="0">
                    <a:moveTo>
                      <a:pt x="725" y="1"/>
                    </a:moveTo>
                    <a:cubicBezTo>
                      <a:pt x="658" y="1"/>
                      <a:pt x="591" y="12"/>
                      <a:pt x="528" y="38"/>
                    </a:cubicBezTo>
                    <a:cubicBezTo>
                      <a:pt x="514" y="45"/>
                      <a:pt x="501" y="51"/>
                      <a:pt x="489" y="58"/>
                    </a:cubicBezTo>
                    <a:cubicBezTo>
                      <a:pt x="469" y="71"/>
                      <a:pt x="450" y="77"/>
                      <a:pt x="430" y="89"/>
                    </a:cubicBezTo>
                    <a:cubicBezTo>
                      <a:pt x="392" y="116"/>
                      <a:pt x="353" y="148"/>
                      <a:pt x="321" y="193"/>
                    </a:cubicBezTo>
                    <a:cubicBezTo>
                      <a:pt x="282" y="244"/>
                      <a:pt x="225" y="270"/>
                      <a:pt x="167" y="270"/>
                    </a:cubicBezTo>
                    <a:cubicBezTo>
                      <a:pt x="65" y="373"/>
                      <a:pt x="0" y="507"/>
                      <a:pt x="26" y="682"/>
                    </a:cubicBezTo>
                    <a:cubicBezTo>
                      <a:pt x="83" y="1009"/>
                      <a:pt x="481" y="1343"/>
                      <a:pt x="861" y="1376"/>
                    </a:cubicBezTo>
                    <a:cubicBezTo>
                      <a:pt x="880" y="1377"/>
                      <a:pt x="899" y="1378"/>
                      <a:pt x="917" y="1378"/>
                    </a:cubicBezTo>
                    <a:cubicBezTo>
                      <a:pt x="1173" y="1378"/>
                      <a:pt x="1370" y="1219"/>
                      <a:pt x="1478" y="925"/>
                    </a:cubicBezTo>
                    <a:cubicBezTo>
                      <a:pt x="1600" y="572"/>
                      <a:pt x="1376" y="257"/>
                      <a:pt x="1098" y="103"/>
                    </a:cubicBezTo>
                    <a:cubicBezTo>
                      <a:pt x="989" y="43"/>
                      <a:pt x="856" y="1"/>
                      <a:pt x="725"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2273600" y="2704850"/>
                <a:ext cx="53225" cy="47900"/>
              </a:xfrm>
              <a:custGeom>
                <a:avLst/>
                <a:gdLst/>
                <a:ahLst/>
                <a:cxnLst/>
                <a:rect l="l" t="t" r="r" b="b"/>
                <a:pathLst>
                  <a:path w="2129" h="1916" extrusionOk="0">
                    <a:moveTo>
                      <a:pt x="1140" y="569"/>
                    </a:moveTo>
                    <a:cubicBezTo>
                      <a:pt x="1290" y="569"/>
                      <a:pt x="1417" y="651"/>
                      <a:pt x="1492" y="759"/>
                    </a:cubicBezTo>
                    <a:cubicBezTo>
                      <a:pt x="1601" y="913"/>
                      <a:pt x="1634" y="1144"/>
                      <a:pt x="1396" y="1337"/>
                    </a:cubicBezTo>
                    <a:cubicBezTo>
                      <a:pt x="1282" y="1432"/>
                      <a:pt x="1172" y="1466"/>
                      <a:pt x="1075" y="1466"/>
                    </a:cubicBezTo>
                    <a:cubicBezTo>
                      <a:pt x="980" y="1466"/>
                      <a:pt x="896" y="1434"/>
                      <a:pt x="830" y="1396"/>
                    </a:cubicBezTo>
                    <a:cubicBezTo>
                      <a:pt x="617" y="1280"/>
                      <a:pt x="477" y="1035"/>
                      <a:pt x="502" y="836"/>
                    </a:cubicBezTo>
                    <a:cubicBezTo>
                      <a:pt x="515" y="747"/>
                      <a:pt x="560" y="682"/>
                      <a:pt x="617" y="625"/>
                    </a:cubicBezTo>
                    <a:cubicBezTo>
                      <a:pt x="659" y="661"/>
                      <a:pt x="713" y="682"/>
                      <a:pt x="768" y="682"/>
                    </a:cubicBezTo>
                    <a:cubicBezTo>
                      <a:pt x="807" y="682"/>
                      <a:pt x="846" y="671"/>
                      <a:pt x="881" y="649"/>
                    </a:cubicBezTo>
                    <a:cubicBezTo>
                      <a:pt x="971" y="593"/>
                      <a:pt x="1059" y="569"/>
                      <a:pt x="1140" y="569"/>
                    </a:cubicBezTo>
                    <a:close/>
                    <a:moveTo>
                      <a:pt x="936" y="1"/>
                    </a:moveTo>
                    <a:cubicBezTo>
                      <a:pt x="918" y="1"/>
                      <a:pt x="899" y="3"/>
                      <a:pt x="881" y="8"/>
                    </a:cubicBezTo>
                    <a:cubicBezTo>
                      <a:pt x="232" y="168"/>
                      <a:pt x="85" y="560"/>
                      <a:pt x="59" y="773"/>
                    </a:cubicBezTo>
                    <a:cubicBezTo>
                      <a:pt x="0" y="1165"/>
                      <a:pt x="232" y="1583"/>
                      <a:pt x="611" y="1794"/>
                    </a:cubicBezTo>
                    <a:cubicBezTo>
                      <a:pt x="759" y="1877"/>
                      <a:pt x="920" y="1916"/>
                      <a:pt x="1074" y="1916"/>
                    </a:cubicBezTo>
                    <a:cubicBezTo>
                      <a:pt x="1293" y="1916"/>
                      <a:pt x="1498" y="1839"/>
                      <a:pt x="1685" y="1691"/>
                    </a:cubicBezTo>
                    <a:cubicBezTo>
                      <a:pt x="2129" y="1325"/>
                      <a:pt x="2090" y="817"/>
                      <a:pt x="1865" y="503"/>
                    </a:cubicBezTo>
                    <a:cubicBezTo>
                      <a:pt x="1705" y="278"/>
                      <a:pt x="1435" y="123"/>
                      <a:pt x="1132" y="117"/>
                    </a:cubicBezTo>
                    <a:cubicBezTo>
                      <a:pt x="1089" y="48"/>
                      <a:pt x="1017" y="1"/>
                      <a:pt x="93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2285500" y="2719075"/>
                <a:ext cx="28950" cy="22425"/>
              </a:xfrm>
              <a:custGeom>
                <a:avLst/>
                <a:gdLst/>
                <a:ahLst/>
                <a:cxnLst/>
                <a:rect l="l" t="t" r="r" b="b"/>
                <a:pathLst>
                  <a:path w="1158" h="897" extrusionOk="0">
                    <a:moveTo>
                      <a:pt x="664" y="0"/>
                    </a:moveTo>
                    <a:cubicBezTo>
                      <a:pt x="583" y="0"/>
                      <a:pt x="495" y="24"/>
                      <a:pt x="405" y="80"/>
                    </a:cubicBezTo>
                    <a:cubicBezTo>
                      <a:pt x="370" y="102"/>
                      <a:pt x="331" y="113"/>
                      <a:pt x="292" y="113"/>
                    </a:cubicBezTo>
                    <a:cubicBezTo>
                      <a:pt x="237" y="113"/>
                      <a:pt x="183" y="92"/>
                      <a:pt x="141" y="56"/>
                    </a:cubicBezTo>
                    <a:cubicBezTo>
                      <a:pt x="84" y="113"/>
                      <a:pt x="39" y="178"/>
                      <a:pt x="26" y="267"/>
                    </a:cubicBezTo>
                    <a:cubicBezTo>
                      <a:pt x="1" y="466"/>
                      <a:pt x="141" y="711"/>
                      <a:pt x="354" y="827"/>
                    </a:cubicBezTo>
                    <a:cubicBezTo>
                      <a:pt x="420" y="865"/>
                      <a:pt x="504" y="897"/>
                      <a:pt x="599" y="897"/>
                    </a:cubicBezTo>
                    <a:cubicBezTo>
                      <a:pt x="696" y="897"/>
                      <a:pt x="806" y="863"/>
                      <a:pt x="920" y="768"/>
                    </a:cubicBezTo>
                    <a:cubicBezTo>
                      <a:pt x="1158" y="575"/>
                      <a:pt x="1125" y="344"/>
                      <a:pt x="1016" y="190"/>
                    </a:cubicBezTo>
                    <a:cubicBezTo>
                      <a:pt x="941" y="82"/>
                      <a:pt x="814" y="0"/>
                      <a:pt x="664"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4275525" y="2883175"/>
                <a:ext cx="71675" cy="63350"/>
              </a:xfrm>
              <a:custGeom>
                <a:avLst/>
                <a:gdLst/>
                <a:ahLst/>
                <a:cxnLst/>
                <a:rect l="l" t="t" r="r" b="b"/>
                <a:pathLst>
                  <a:path w="2867" h="2534" extrusionOk="0">
                    <a:moveTo>
                      <a:pt x="1311" y="457"/>
                    </a:moveTo>
                    <a:cubicBezTo>
                      <a:pt x="1468" y="457"/>
                      <a:pt x="1625" y="505"/>
                      <a:pt x="1754" y="573"/>
                    </a:cubicBezTo>
                    <a:cubicBezTo>
                      <a:pt x="2083" y="754"/>
                      <a:pt x="2353" y="1127"/>
                      <a:pt x="2198" y="1545"/>
                    </a:cubicBezTo>
                    <a:cubicBezTo>
                      <a:pt x="2073" y="1894"/>
                      <a:pt x="1850" y="2075"/>
                      <a:pt x="1548" y="2075"/>
                    </a:cubicBezTo>
                    <a:cubicBezTo>
                      <a:pt x="1523" y="2075"/>
                      <a:pt x="1498" y="2074"/>
                      <a:pt x="1472" y="2071"/>
                    </a:cubicBezTo>
                    <a:cubicBezTo>
                      <a:pt x="1029" y="2033"/>
                      <a:pt x="559" y="1647"/>
                      <a:pt x="489" y="1255"/>
                    </a:cubicBezTo>
                    <a:cubicBezTo>
                      <a:pt x="457" y="1056"/>
                      <a:pt x="540" y="896"/>
                      <a:pt x="662" y="774"/>
                    </a:cubicBezTo>
                    <a:cubicBezTo>
                      <a:pt x="727" y="774"/>
                      <a:pt x="798" y="742"/>
                      <a:pt x="836" y="683"/>
                    </a:cubicBezTo>
                    <a:cubicBezTo>
                      <a:pt x="881" y="632"/>
                      <a:pt x="926" y="587"/>
                      <a:pt x="971" y="555"/>
                    </a:cubicBezTo>
                    <a:cubicBezTo>
                      <a:pt x="997" y="549"/>
                      <a:pt x="1015" y="535"/>
                      <a:pt x="1035" y="529"/>
                    </a:cubicBezTo>
                    <a:cubicBezTo>
                      <a:pt x="1054" y="522"/>
                      <a:pt x="1068" y="510"/>
                      <a:pt x="1080" y="496"/>
                    </a:cubicBezTo>
                    <a:cubicBezTo>
                      <a:pt x="1155" y="469"/>
                      <a:pt x="1233" y="457"/>
                      <a:pt x="1311" y="457"/>
                    </a:cubicBezTo>
                    <a:close/>
                    <a:moveTo>
                      <a:pt x="1317" y="0"/>
                    </a:moveTo>
                    <a:cubicBezTo>
                      <a:pt x="1110" y="0"/>
                      <a:pt x="914" y="55"/>
                      <a:pt x="745" y="163"/>
                    </a:cubicBezTo>
                    <a:cubicBezTo>
                      <a:pt x="0" y="549"/>
                      <a:pt x="7" y="1101"/>
                      <a:pt x="45" y="1332"/>
                    </a:cubicBezTo>
                    <a:cubicBezTo>
                      <a:pt x="148" y="1923"/>
                      <a:pt x="784" y="2471"/>
                      <a:pt x="1433" y="2528"/>
                    </a:cubicBezTo>
                    <a:cubicBezTo>
                      <a:pt x="1472" y="2528"/>
                      <a:pt x="1511" y="2534"/>
                      <a:pt x="1549" y="2534"/>
                    </a:cubicBezTo>
                    <a:cubicBezTo>
                      <a:pt x="2044" y="2534"/>
                      <a:pt x="2436" y="2232"/>
                      <a:pt x="2629" y="1699"/>
                    </a:cubicBezTo>
                    <a:cubicBezTo>
                      <a:pt x="2866" y="1030"/>
                      <a:pt x="2456" y="445"/>
                      <a:pt x="1973" y="175"/>
                    </a:cubicBezTo>
                    <a:cubicBezTo>
                      <a:pt x="1755" y="58"/>
                      <a:pt x="1530" y="0"/>
                      <a:pt x="1317"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4286925" y="2894575"/>
                <a:ext cx="47425" cy="40475"/>
              </a:xfrm>
              <a:custGeom>
                <a:avLst/>
                <a:gdLst/>
                <a:ahLst/>
                <a:cxnLst/>
                <a:rect l="l" t="t" r="r" b="b"/>
                <a:pathLst>
                  <a:path w="1897" h="1619" extrusionOk="0">
                    <a:moveTo>
                      <a:pt x="855" y="1"/>
                    </a:moveTo>
                    <a:cubicBezTo>
                      <a:pt x="777" y="1"/>
                      <a:pt x="699" y="13"/>
                      <a:pt x="624" y="40"/>
                    </a:cubicBezTo>
                    <a:cubicBezTo>
                      <a:pt x="612" y="54"/>
                      <a:pt x="598" y="66"/>
                      <a:pt x="579" y="73"/>
                    </a:cubicBezTo>
                    <a:cubicBezTo>
                      <a:pt x="559" y="79"/>
                      <a:pt x="541" y="93"/>
                      <a:pt x="515" y="99"/>
                    </a:cubicBezTo>
                    <a:cubicBezTo>
                      <a:pt x="470" y="131"/>
                      <a:pt x="425" y="176"/>
                      <a:pt x="380" y="227"/>
                    </a:cubicBezTo>
                    <a:cubicBezTo>
                      <a:pt x="342" y="286"/>
                      <a:pt x="271" y="318"/>
                      <a:pt x="206" y="318"/>
                    </a:cubicBezTo>
                    <a:cubicBezTo>
                      <a:pt x="84" y="440"/>
                      <a:pt x="1" y="600"/>
                      <a:pt x="33" y="799"/>
                    </a:cubicBezTo>
                    <a:cubicBezTo>
                      <a:pt x="103" y="1191"/>
                      <a:pt x="573" y="1577"/>
                      <a:pt x="1016" y="1615"/>
                    </a:cubicBezTo>
                    <a:cubicBezTo>
                      <a:pt x="1042" y="1618"/>
                      <a:pt x="1067" y="1619"/>
                      <a:pt x="1092" y="1619"/>
                    </a:cubicBezTo>
                    <a:cubicBezTo>
                      <a:pt x="1394" y="1619"/>
                      <a:pt x="1617" y="1438"/>
                      <a:pt x="1742" y="1089"/>
                    </a:cubicBezTo>
                    <a:cubicBezTo>
                      <a:pt x="1897" y="671"/>
                      <a:pt x="1627" y="298"/>
                      <a:pt x="1298" y="117"/>
                    </a:cubicBezTo>
                    <a:cubicBezTo>
                      <a:pt x="1169" y="49"/>
                      <a:pt x="1012" y="1"/>
                      <a:pt x="855"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1844775" y="2879975"/>
                <a:ext cx="60750" cy="53725"/>
              </a:xfrm>
              <a:custGeom>
                <a:avLst/>
                <a:gdLst/>
                <a:ahLst/>
                <a:cxnLst/>
                <a:rect l="l" t="t" r="r" b="b"/>
                <a:pathLst>
                  <a:path w="2430" h="2149" extrusionOk="0">
                    <a:moveTo>
                      <a:pt x="1105" y="386"/>
                    </a:moveTo>
                    <a:cubicBezTo>
                      <a:pt x="1241" y="386"/>
                      <a:pt x="1376" y="430"/>
                      <a:pt x="1484" y="490"/>
                    </a:cubicBezTo>
                    <a:cubicBezTo>
                      <a:pt x="1760" y="638"/>
                      <a:pt x="1992" y="953"/>
                      <a:pt x="1864" y="1306"/>
                    </a:cubicBezTo>
                    <a:cubicBezTo>
                      <a:pt x="1756" y="1605"/>
                      <a:pt x="1564" y="1759"/>
                      <a:pt x="1305" y="1759"/>
                    </a:cubicBezTo>
                    <a:cubicBezTo>
                      <a:pt x="1286" y="1759"/>
                      <a:pt x="1267" y="1758"/>
                      <a:pt x="1247" y="1756"/>
                    </a:cubicBezTo>
                    <a:cubicBezTo>
                      <a:pt x="867" y="1724"/>
                      <a:pt x="469" y="1396"/>
                      <a:pt x="411" y="1062"/>
                    </a:cubicBezTo>
                    <a:cubicBezTo>
                      <a:pt x="386" y="894"/>
                      <a:pt x="449" y="760"/>
                      <a:pt x="559" y="657"/>
                    </a:cubicBezTo>
                    <a:cubicBezTo>
                      <a:pt x="610" y="657"/>
                      <a:pt x="668" y="624"/>
                      <a:pt x="707" y="580"/>
                    </a:cubicBezTo>
                    <a:cubicBezTo>
                      <a:pt x="739" y="535"/>
                      <a:pt x="778" y="496"/>
                      <a:pt x="822" y="470"/>
                    </a:cubicBezTo>
                    <a:cubicBezTo>
                      <a:pt x="841" y="464"/>
                      <a:pt x="855" y="451"/>
                      <a:pt x="873" y="445"/>
                    </a:cubicBezTo>
                    <a:cubicBezTo>
                      <a:pt x="887" y="439"/>
                      <a:pt x="906" y="431"/>
                      <a:pt x="912" y="419"/>
                    </a:cubicBezTo>
                    <a:cubicBezTo>
                      <a:pt x="974" y="396"/>
                      <a:pt x="1040" y="386"/>
                      <a:pt x="1105" y="386"/>
                    </a:cubicBezTo>
                    <a:close/>
                    <a:moveTo>
                      <a:pt x="1116" y="1"/>
                    </a:moveTo>
                    <a:cubicBezTo>
                      <a:pt x="940" y="1"/>
                      <a:pt x="773" y="47"/>
                      <a:pt x="630" y="137"/>
                    </a:cubicBezTo>
                    <a:cubicBezTo>
                      <a:pt x="0" y="464"/>
                      <a:pt x="0" y="933"/>
                      <a:pt x="39" y="1126"/>
                    </a:cubicBezTo>
                    <a:cubicBezTo>
                      <a:pt x="122" y="1627"/>
                      <a:pt x="662" y="2097"/>
                      <a:pt x="1214" y="2142"/>
                    </a:cubicBezTo>
                    <a:cubicBezTo>
                      <a:pt x="1247" y="2142"/>
                      <a:pt x="1279" y="2148"/>
                      <a:pt x="1311" y="2148"/>
                    </a:cubicBezTo>
                    <a:cubicBezTo>
                      <a:pt x="1728" y="2148"/>
                      <a:pt x="2063" y="1891"/>
                      <a:pt x="2223" y="1442"/>
                    </a:cubicBezTo>
                    <a:cubicBezTo>
                      <a:pt x="2430" y="876"/>
                      <a:pt x="2075" y="374"/>
                      <a:pt x="1671" y="149"/>
                    </a:cubicBezTo>
                    <a:cubicBezTo>
                      <a:pt x="1486" y="49"/>
                      <a:pt x="1296" y="1"/>
                      <a:pt x="111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1854400" y="2889625"/>
                <a:ext cx="40175" cy="34350"/>
              </a:xfrm>
              <a:custGeom>
                <a:avLst/>
                <a:gdLst/>
                <a:ahLst/>
                <a:cxnLst/>
                <a:rect l="l" t="t" r="r" b="b"/>
                <a:pathLst>
                  <a:path w="1607" h="1374" extrusionOk="0">
                    <a:moveTo>
                      <a:pt x="720" y="0"/>
                    </a:moveTo>
                    <a:cubicBezTo>
                      <a:pt x="655" y="0"/>
                      <a:pt x="589" y="10"/>
                      <a:pt x="527" y="33"/>
                    </a:cubicBezTo>
                    <a:cubicBezTo>
                      <a:pt x="521" y="45"/>
                      <a:pt x="502" y="53"/>
                      <a:pt x="488" y="59"/>
                    </a:cubicBezTo>
                    <a:cubicBezTo>
                      <a:pt x="470" y="65"/>
                      <a:pt x="456" y="78"/>
                      <a:pt x="437" y="84"/>
                    </a:cubicBezTo>
                    <a:cubicBezTo>
                      <a:pt x="393" y="110"/>
                      <a:pt x="354" y="149"/>
                      <a:pt x="322" y="194"/>
                    </a:cubicBezTo>
                    <a:cubicBezTo>
                      <a:pt x="283" y="238"/>
                      <a:pt x="225" y="271"/>
                      <a:pt x="174" y="271"/>
                    </a:cubicBezTo>
                    <a:cubicBezTo>
                      <a:pt x="64" y="374"/>
                      <a:pt x="1" y="508"/>
                      <a:pt x="26" y="676"/>
                    </a:cubicBezTo>
                    <a:cubicBezTo>
                      <a:pt x="84" y="1010"/>
                      <a:pt x="482" y="1338"/>
                      <a:pt x="862" y="1370"/>
                    </a:cubicBezTo>
                    <a:cubicBezTo>
                      <a:pt x="882" y="1372"/>
                      <a:pt x="901" y="1373"/>
                      <a:pt x="920" y="1373"/>
                    </a:cubicBezTo>
                    <a:cubicBezTo>
                      <a:pt x="1179" y="1373"/>
                      <a:pt x="1371" y="1219"/>
                      <a:pt x="1479" y="920"/>
                    </a:cubicBezTo>
                    <a:cubicBezTo>
                      <a:pt x="1607" y="567"/>
                      <a:pt x="1375" y="252"/>
                      <a:pt x="1099" y="104"/>
                    </a:cubicBezTo>
                    <a:cubicBezTo>
                      <a:pt x="991" y="44"/>
                      <a:pt x="856" y="0"/>
                      <a:pt x="720"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3945300" y="2704850"/>
                <a:ext cx="53050" cy="47900"/>
              </a:xfrm>
              <a:custGeom>
                <a:avLst/>
                <a:gdLst/>
                <a:ahLst/>
                <a:cxnLst/>
                <a:rect l="l" t="t" r="r" b="b"/>
                <a:pathLst>
                  <a:path w="2122" h="1916" extrusionOk="0">
                    <a:moveTo>
                      <a:pt x="1135" y="569"/>
                    </a:moveTo>
                    <a:cubicBezTo>
                      <a:pt x="1285" y="569"/>
                      <a:pt x="1413" y="651"/>
                      <a:pt x="1492" y="759"/>
                    </a:cubicBezTo>
                    <a:cubicBezTo>
                      <a:pt x="1596" y="913"/>
                      <a:pt x="1628" y="1144"/>
                      <a:pt x="1389" y="1337"/>
                    </a:cubicBezTo>
                    <a:cubicBezTo>
                      <a:pt x="1279" y="1432"/>
                      <a:pt x="1171" y="1466"/>
                      <a:pt x="1074" y="1466"/>
                    </a:cubicBezTo>
                    <a:cubicBezTo>
                      <a:pt x="979" y="1466"/>
                      <a:pt x="894" y="1434"/>
                      <a:pt x="824" y="1396"/>
                    </a:cubicBezTo>
                    <a:cubicBezTo>
                      <a:pt x="612" y="1280"/>
                      <a:pt x="471" y="1035"/>
                      <a:pt x="496" y="836"/>
                    </a:cubicBezTo>
                    <a:cubicBezTo>
                      <a:pt x="510" y="747"/>
                      <a:pt x="555" y="682"/>
                      <a:pt x="612" y="625"/>
                    </a:cubicBezTo>
                    <a:cubicBezTo>
                      <a:pt x="653" y="661"/>
                      <a:pt x="707" y="682"/>
                      <a:pt x="762" y="682"/>
                    </a:cubicBezTo>
                    <a:cubicBezTo>
                      <a:pt x="801" y="682"/>
                      <a:pt x="841" y="671"/>
                      <a:pt x="875" y="649"/>
                    </a:cubicBezTo>
                    <a:cubicBezTo>
                      <a:pt x="966" y="593"/>
                      <a:pt x="1054" y="569"/>
                      <a:pt x="1135" y="569"/>
                    </a:cubicBezTo>
                    <a:close/>
                    <a:moveTo>
                      <a:pt x="930" y="1"/>
                    </a:moveTo>
                    <a:cubicBezTo>
                      <a:pt x="912" y="1"/>
                      <a:pt x="894" y="3"/>
                      <a:pt x="875" y="8"/>
                    </a:cubicBezTo>
                    <a:cubicBezTo>
                      <a:pt x="226" y="168"/>
                      <a:pt x="78" y="560"/>
                      <a:pt x="53" y="773"/>
                    </a:cubicBezTo>
                    <a:cubicBezTo>
                      <a:pt x="1" y="1165"/>
                      <a:pt x="226" y="1583"/>
                      <a:pt x="605" y="1794"/>
                    </a:cubicBezTo>
                    <a:cubicBezTo>
                      <a:pt x="753" y="1877"/>
                      <a:pt x="914" y="1916"/>
                      <a:pt x="1068" y="1916"/>
                    </a:cubicBezTo>
                    <a:cubicBezTo>
                      <a:pt x="1287" y="1916"/>
                      <a:pt x="1499" y="1839"/>
                      <a:pt x="1679" y="1691"/>
                    </a:cubicBezTo>
                    <a:cubicBezTo>
                      <a:pt x="2122" y="1325"/>
                      <a:pt x="2083" y="817"/>
                      <a:pt x="1859" y="503"/>
                    </a:cubicBezTo>
                    <a:cubicBezTo>
                      <a:pt x="1698" y="278"/>
                      <a:pt x="1428" y="123"/>
                      <a:pt x="1127" y="117"/>
                    </a:cubicBezTo>
                    <a:cubicBezTo>
                      <a:pt x="1084" y="48"/>
                      <a:pt x="1012" y="1"/>
                      <a:pt x="93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3957075" y="2719075"/>
                <a:ext cx="28950" cy="22425"/>
              </a:xfrm>
              <a:custGeom>
                <a:avLst/>
                <a:gdLst/>
                <a:ahLst/>
                <a:cxnLst/>
                <a:rect l="l" t="t" r="r" b="b"/>
                <a:pathLst>
                  <a:path w="1158" h="897" extrusionOk="0">
                    <a:moveTo>
                      <a:pt x="664" y="0"/>
                    </a:moveTo>
                    <a:cubicBezTo>
                      <a:pt x="583" y="0"/>
                      <a:pt x="495" y="24"/>
                      <a:pt x="404" y="80"/>
                    </a:cubicBezTo>
                    <a:cubicBezTo>
                      <a:pt x="370" y="102"/>
                      <a:pt x="330" y="113"/>
                      <a:pt x="291" y="113"/>
                    </a:cubicBezTo>
                    <a:cubicBezTo>
                      <a:pt x="236" y="113"/>
                      <a:pt x="182" y="92"/>
                      <a:pt x="141" y="56"/>
                    </a:cubicBezTo>
                    <a:cubicBezTo>
                      <a:pt x="84" y="113"/>
                      <a:pt x="39" y="178"/>
                      <a:pt x="25" y="267"/>
                    </a:cubicBezTo>
                    <a:cubicBezTo>
                      <a:pt x="0" y="466"/>
                      <a:pt x="141" y="711"/>
                      <a:pt x="353" y="827"/>
                    </a:cubicBezTo>
                    <a:cubicBezTo>
                      <a:pt x="423" y="865"/>
                      <a:pt x="508" y="897"/>
                      <a:pt x="603" y="897"/>
                    </a:cubicBezTo>
                    <a:cubicBezTo>
                      <a:pt x="700" y="897"/>
                      <a:pt x="808" y="863"/>
                      <a:pt x="918" y="768"/>
                    </a:cubicBezTo>
                    <a:cubicBezTo>
                      <a:pt x="1157" y="575"/>
                      <a:pt x="1125" y="344"/>
                      <a:pt x="1021" y="190"/>
                    </a:cubicBezTo>
                    <a:cubicBezTo>
                      <a:pt x="942" y="82"/>
                      <a:pt x="814" y="0"/>
                      <a:pt x="664"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6057600" y="2861125"/>
                <a:ext cx="71575" cy="63225"/>
              </a:xfrm>
              <a:custGeom>
                <a:avLst/>
                <a:gdLst/>
                <a:ahLst/>
                <a:cxnLst/>
                <a:rect l="l" t="t" r="r" b="b"/>
                <a:pathLst>
                  <a:path w="2863" h="2529" extrusionOk="0">
                    <a:moveTo>
                      <a:pt x="1317" y="454"/>
                    </a:moveTo>
                    <a:cubicBezTo>
                      <a:pt x="1471" y="454"/>
                      <a:pt x="1627" y="504"/>
                      <a:pt x="1750" y="576"/>
                    </a:cubicBezTo>
                    <a:cubicBezTo>
                      <a:pt x="2083" y="755"/>
                      <a:pt x="2347" y="1122"/>
                      <a:pt x="2199" y="1546"/>
                    </a:cubicBezTo>
                    <a:cubicBezTo>
                      <a:pt x="2073" y="1894"/>
                      <a:pt x="1845" y="2075"/>
                      <a:pt x="1537" y="2075"/>
                    </a:cubicBezTo>
                    <a:cubicBezTo>
                      <a:pt x="1517" y="2075"/>
                      <a:pt x="1495" y="2074"/>
                      <a:pt x="1474" y="2072"/>
                    </a:cubicBezTo>
                    <a:cubicBezTo>
                      <a:pt x="1023" y="2034"/>
                      <a:pt x="561" y="1642"/>
                      <a:pt x="490" y="1250"/>
                    </a:cubicBezTo>
                    <a:cubicBezTo>
                      <a:pt x="457" y="1051"/>
                      <a:pt x="534" y="897"/>
                      <a:pt x="656" y="769"/>
                    </a:cubicBezTo>
                    <a:cubicBezTo>
                      <a:pt x="727" y="769"/>
                      <a:pt x="792" y="743"/>
                      <a:pt x="837" y="684"/>
                    </a:cubicBezTo>
                    <a:cubicBezTo>
                      <a:pt x="875" y="633"/>
                      <a:pt x="920" y="588"/>
                      <a:pt x="972" y="556"/>
                    </a:cubicBezTo>
                    <a:cubicBezTo>
                      <a:pt x="991" y="544"/>
                      <a:pt x="1011" y="538"/>
                      <a:pt x="1036" y="524"/>
                    </a:cubicBezTo>
                    <a:cubicBezTo>
                      <a:pt x="1050" y="518"/>
                      <a:pt x="1068" y="505"/>
                      <a:pt x="1080" y="499"/>
                    </a:cubicBezTo>
                    <a:cubicBezTo>
                      <a:pt x="1156" y="468"/>
                      <a:pt x="1236" y="454"/>
                      <a:pt x="1317" y="454"/>
                    </a:cubicBezTo>
                    <a:close/>
                    <a:moveTo>
                      <a:pt x="1313" y="1"/>
                    </a:moveTo>
                    <a:cubicBezTo>
                      <a:pt x="1108" y="1"/>
                      <a:pt x="914" y="54"/>
                      <a:pt x="747" y="158"/>
                    </a:cubicBezTo>
                    <a:cubicBezTo>
                      <a:pt x="1" y="550"/>
                      <a:pt x="1" y="1102"/>
                      <a:pt x="47" y="1327"/>
                    </a:cubicBezTo>
                    <a:cubicBezTo>
                      <a:pt x="149" y="1918"/>
                      <a:pt x="780" y="2472"/>
                      <a:pt x="1435" y="2523"/>
                    </a:cubicBezTo>
                    <a:cubicBezTo>
                      <a:pt x="1466" y="2529"/>
                      <a:pt x="1505" y="2529"/>
                      <a:pt x="1543" y="2529"/>
                    </a:cubicBezTo>
                    <a:cubicBezTo>
                      <a:pt x="2044" y="2529"/>
                      <a:pt x="2430" y="2234"/>
                      <a:pt x="2623" y="1701"/>
                    </a:cubicBezTo>
                    <a:cubicBezTo>
                      <a:pt x="2862" y="1031"/>
                      <a:pt x="2450" y="440"/>
                      <a:pt x="1967" y="177"/>
                    </a:cubicBezTo>
                    <a:cubicBezTo>
                      <a:pt x="1751" y="59"/>
                      <a:pt x="1526" y="1"/>
                      <a:pt x="1313"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6069025" y="2872475"/>
                <a:ext cx="47250" cy="40525"/>
              </a:xfrm>
              <a:custGeom>
                <a:avLst/>
                <a:gdLst/>
                <a:ahLst/>
                <a:cxnLst/>
                <a:rect l="l" t="t" r="r" b="b"/>
                <a:pathLst>
                  <a:path w="1890" h="1621" extrusionOk="0">
                    <a:moveTo>
                      <a:pt x="860" y="0"/>
                    </a:moveTo>
                    <a:cubicBezTo>
                      <a:pt x="779" y="0"/>
                      <a:pt x="699" y="14"/>
                      <a:pt x="623" y="45"/>
                    </a:cubicBezTo>
                    <a:cubicBezTo>
                      <a:pt x="611" y="51"/>
                      <a:pt x="593" y="64"/>
                      <a:pt x="579" y="70"/>
                    </a:cubicBezTo>
                    <a:cubicBezTo>
                      <a:pt x="554" y="84"/>
                      <a:pt x="534" y="90"/>
                      <a:pt x="515" y="102"/>
                    </a:cubicBezTo>
                    <a:cubicBezTo>
                      <a:pt x="463" y="134"/>
                      <a:pt x="418" y="179"/>
                      <a:pt x="380" y="230"/>
                    </a:cubicBezTo>
                    <a:cubicBezTo>
                      <a:pt x="335" y="289"/>
                      <a:pt x="270" y="315"/>
                      <a:pt x="199" y="315"/>
                    </a:cubicBezTo>
                    <a:cubicBezTo>
                      <a:pt x="77" y="443"/>
                      <a:pt x="0" y="597"/>
                      <a:pt x="33" y="796"/>
                    </a:cubicBezTo>
                    <a:cubicBezTo>
                      <a:pt x="104" y="1188"/>
                      <a:pt x="566" y="1580"/>
                      <a:pt x="1017" y="1618"/>
                    </a:cubicBezTo>
                    <a:cubicBezTo>
                      <a:pt x="1038" y="1620"/>
                      <a:pt x="1060" y="1621"/>
                      <a:pt x="1080" y="1621"/>
                    </a:cubicBezTo>
                    <a:cubicBezTo>
                      <a:pt x="1388" y="1621"/>
                      <a:pt x="1616" y="1440"/>
                      <a:pt x="1742" y="1092"/>
                    </a:cubicBezTo>
                    <a:cubicBezTo>
                      <a:pt x="1890" y="668"/>
                      <a:pt x="1626" y="301"/>
                      <a:pt x="1293" y="122"/>
                    </a:cubicBezTo>
                    <a:cubicBezTo>
                      <a:pt x="1170" y="50"/>
                      <a:pt x="1014" y="0"/>
                      <a:pt x="860"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5349825" y="2920475"/>
                <a:ext cx="60750" cy="53700"/>
              </a:xfrm>
              <a:custGeom>
                <a:avLst/>
                <a:gdLst/>
                <a:ahLst/>
                <a:cxnLst/>
                <a:rect l="l" t="t" r="r" b="b"/>
                <a:pathLst>
                  <a:path w="2430" h="2148" extrusionOk="0">
                    <a:moveTo>
                      <a:pt x="1108" y="386"/>
                    </a:moveTo>
                    <a:cubicBezTo>
                      <a:pt x="1242" y="386"/>
                      <a:pt x="1377" y="429"/>
                      <a:pt x="1486" y="490"/>
                    </a:cubicBezTo>
                    <a:cubicBezTo>
                      <a:pt x="1768" y="644"/>
                      <a:pt x="1993" y="952"/>
                      <a:pt x="1865" y="1306"/>
                    </a:cubicBezTo>
                    <a:cubicBezTo>
                      <a:pt x="1757" y="1604"/>
                      <a:pt x="1565" y="1759"/>
                      <a:pt x="1307" y="1759"/>
                    </a:cubicBezTo>
                    <a:cubicBezTo>
                      <a:pt x="1288" y="1759"/>
                      <a:pt x="1268" y="1758"/>
                      <a:pt x="1248" y="1756"/>
                    </a:cubicBezTo>
                    <a:cubicBezTo>
                      <a:pt x="875" y="1724"/>
                      <a:pt x="477" y="1395"/>
                      <a:pt x="418" y="1062"/>
                    </a:cubicBezTo>
                    <a:cubicBezTo>
                      <a:pt x="386" y="894"/>
                      <a:pt x="457" y="760"/>
                      <a:pt x="560" y="656"/>
                    </a:cubicBezTo>
                    <a:cubicBezTo>
                      <a:pt x="617" y="656"/>
                      <a:pt x="676" y="624"/>
                      <a:pt x="708" y="579"/>
                    </a:cubicBezTo>
                    <a:cubicBezTo>
                      <a:pt x="747" y="534"/>
                      <a:pt x="785" y="496"/>
                      <a:pt x="824" y="470"/>
                    </a:cubicBezTo>
                    <a:cubicBezTo>
                      <a:pt x="842" y="463"/>
                      <a:pt x="862" y="451"/>
                      <a:pt x="881" y="445"/>
                    </a:cubicBezTo>
                    <a:cubicBezTo>
                      <a:pt x="893" y="439"/>
                      <a:pt x="907" y="431"/>
                      <a:pt x="919" y="419"/>
                    </a:cubicBezTo>
                    <a:cubicBezTo>
                      <a:pt x="980" y="396"/>
                      <a:pt x="1044" y="386"/>
                      <a:pt x="1108" y="386"/>
                    </a:cubicBezTo>
                    <a:close/>
                    <a:moveTo>
                      <a:pt x="1123" y="0"/>
                    </a:moveTo>
                    <a:cubicBezTo>
                      <a:pt x="947" y="0"/>
                      <a:pt x="780" y="47"/>
                      <a:pt x="637" y="136"/>
                    </a:cubicBezTo>
                    <a:cubicBezTo>
                      <a:pt x="0" y="463"/>
                      <a:pt x="6" y="932"/>
                      <a:pt x="39" y="1125"/>
                    </a:cubicBezTo>
                    <a:cubicBezTo>
                      <a:pt x="122" y="1627"/>
                      <a:pt x="662" y="2097"/>
                      <a:pt x="1216" y="2142"/>
                    </a:cubicBezTo>
                    <a:cubicBezTo>
                      <a:pt x="1248" y="2142"/>
                      <a:pt x="1279" y="2148"/>
                      <a:pt x="1311" y="2148"/>
                    </a:cubicBezTo>
                    <a:cubicBezTo>
                      <a:pt x="1735" y="2148"/>
                      <a:pt x="2064" y="1890"/>
                      <a:pt x="2224" y="1441"/>
                    </a:cubicBezTo>
                    <a:cubicBezTo>
                      <a:pt x="2430" y="875"/>
                      <a:pt x="2083" y="374"/>
                      <a:pt x="1672" y="149"/>
                    </a:cubicBezTo>
                    <a:cubicBezTo>
                      <a:pt x="1490" y="48"/>
                      <a:pt x="1302" y="0"/>
                      <a:pt x="1123"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5359450" y="2930100"/>
                <a:ext cx="40225" cy="34350"/>
              </a:xfrm>
              <a:custGeom>
                <a:avLst/>
                <a:gdLst/>
                <a:ahLst/>
                <a:cxnLst/>
                <a:rect l="l" t="t" r="r" b="b"/>
                <a:pathLst>
                  <a:path w="1609" h="1374" extrusionOk="0">
                    <a:moveTo>
                      <a:pt x="723" y="1"/>
                    </a:moveTo>
                    <a:cubicBezTo>
                      <a:pt x="659" y="1"/>
                      <a:pt x="595" y="11"/>
                      <a:pt x="534" y="34"/>
                    </a:cubicBezTo>
                    <a:cubicBezTo>
                      <a:pt x="522" y="46"/>
                      <a:pt x="508" y="54"/>
                      <a:pt x="496" y="60"/>
                    </a:cubicBezTo>
                    <a:cubicBezTo>
                      <a:pt x="477" y="66"/>
                      <a:pt x="457" y="78"/>
                      <a:pt x="439" y="85"/>
                    </a:cubicBezTo>
                    <a:cubicBezTo>
                      <a:pt x="400" y="111"/>
                      <a:pt x="362" y="149"/>
                      <a:pt x="323" y="194"/>
                    </a:cubicBezTo>
                    <a:cubicBezTo>
                      <a:pt x="291" y="239"/>
                      <a:pt x="232" y="271"/>
                      <a:pt x="175" y="271"/>
                    </a:cubicBezTo>
                    <a:cubicBezTo>
                      <a:pt x="72" y="375"/>
                      <a:pt x="1" y="509"/>
                      <a:pt x="33" y="677"/>
                    </a:cubicBezTo>
                    <a:cubicBezTo>
                      <a:pt x="92" y="1010"/>
                      <a:pt x="490" y="1339"/>
                      <a:pt x="863" y="1371"/>
                    </a:cubicBezTo>
                    <a:cubicBezTo>
                      <a:pt x="883" y="1373"/>
                      <a:pt x="903" y="1374"/>
                      <a:pt x="922" y="1374"/>
                    </a:cubicBezTo>
                    <a:cubicBezTo>
                      <a:pt x="1180" y="1374"/>
                      <a:pt x="1372" y="1219"/>
                      <a:pt x="1480" y="921"/>
                    </a:cubicBezTo>
                    <a:cubicBezTo>
                      <a:pt x="1608" y="567"/>
                      <a:pt x="1383" y="259"/>
                      <a:pt x="1101" y="105"/>
                    </a:cubicBezTo>
                    <a:cubicBezTo>
                      <a:pt x="992" y="44"/>
                      <a:pt x="857" y="1"/>
                      <a:pt x="723"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4677850" y="2844800"/>
                <a:ext cx="53200" cy="47900"/>
              </a:xfrm>
              <a:custGeom>
                <a:avLst/>
                <a:gdLst/>
                <a:ahLst/>
                <a:cxnLst/>
                <a:rect l="l" t="t" r="r" b="b"/>
                <a:pathLst>
                  <a:path w="2128" h="1916" extrusionOk="0">
                    <a:moveTo>
                      <a:pt x="1136" y="567"/>
                    </a:moveTo>
                    <a:cubicBezTo>
                      <a:pt x="1289" y="567"/>
                      <a:pt x="1418" y="649"/>
                      <a:pt x="1498" y="759"/>
                    </a:cubicBezTo>
                    <a:cubicBezTo>
                      <a:pt x="1602" y="913"/>
                      <a:pt x="1634" y="1144"/>
                      <a:pt x="1395" y="1337"/>
                    </a:cubicBezTo>
                    <a:cubicBezTo>
                      <a:pt x="1285" y="1432"/>
                      <a:pt x="1176" y="1465"/>
                      <a:pt x="1077" y="1465"/>
                    </a:cubicBezTo>
                    <a:cubicBezTo>
                      <a:pt x="982" y="1465"/>
                      <a:pt x="897" y="1434"/>
                      <a:pt x="830" y="1396"/>
                    </a:cubicBezTo>
                    <a:cubicBezTo>
                      <a:pt x="618" y="1280"/>
                      <a:pt x="477" y="1036"/>
                      <a:pt x="502" y="836"/>
                    </a:cubicBezTo>
                    <a:cubicBezTo>
                      <a:pt x="516" y="746"/>
                      <a:pt x="561" y="675"/>
                      <a:pt x="618" y="624"/>
                    </a:cubicBezTo>
                    <a:cubicBezTo>
                      <a:pt x="659" y="658"/>
                      <a:pt x="713" y="678"/>
                      <a:pt x="768" y="678"/>
                    </a:cubicBezTo>
                    <a:cubicBezTo>
                      <a:pt x="807" y="678"/>
                      <a:pt x="846" y="668"/>
                      <a:pt x="881" y="643"/>
                    </a:cubicBezTo>
                    <a:cubicBezTo>
                      <a:pt x="970" y="590"/>
                      <a:pt x="1056" y="567"/>
                      <a:pt x="1136" y="567"/>
                    </a:cubicBezTo>
                    <a:close/>
                    <a:moveTo>
                      <a:pt x="940" y="0"/>
                    </a:moveTo>
                    <a:cubicBezTo>
                      <a:pt x="921" y="0"/>
                      <a:pt x="901" y="2"/>
                      <a:pt x="881" y="7"/>
                    </a:cubicBezTo>
                    <a:cubicBezTo>
                      <a:pt x="232" y="162"/>
                      <a:pt x="84" y="554"/>
                      <a:pt x="59" y="773"/>
                    </a:cubicBezTo>
                    <a:cubicBezTo>
                      <a:pt x="1" y="1164"/>
                      <a:pt x="232" y="1582"/>
                      <a:pt x="611" y="1794"/>
                    </a:cubicBezTo>
                    <a:cubicBezTo>
                      <a:pt x="759" y="1877"/>
                      <a:pt x="920" y="1916"/>
                      <a:pt x="1074" y="1916"/>
                    </a:cubicBezTo>
                    <a:cubicBezTo>
                      <a:pt x="1293" y="1916"/>
                      <a:pt x="1505" y="1838"/>
                      <a:pt x="1685" y="1684"/>
                    </a:cubicBezTo>
                    <a:cubicBezTo>
                      <a:pt x="2128" y="1319"/>
                      <a:pt x="2089" y="811"/>
                      <a:pt x="1865" y="503"/>
                    </a:cubicBezTo>
                    <a:cubicBezTo>
                      <a:pt x="1704" y="277"/>
                      <a:pt x="1434" y="117"/>
                      <a:pt x="1133" y="117"/>
                    </a:cubicBezTo>
                    <a:cubicBezTo>
                      <a:pt x="1090" y="43"/>
                      <a:pt x="1020" y="0"/>
                      <a:pt x="940"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4689775" y="2858975"/>
                <a:ext cx="28950" cy="22475"/>
              </a:xfrm>
              <a:custGeom>
                <a:avLst/>
                <a:gdLst/>
                <a:ahLst/>
                <a:cxnLst/>
                <a:rect l="l" t="t" r="r" b="b"/>
                <a:pathLst>
                  <a:path w="1158" h="899" extrusionOk="0">
                    <a:moveTo>
                      <a:pt x="659" y="0"/>
                    </a:moveTo>
                    <a:cubicBezTo>
                      <a:pt x="579" y="0"/>
                      <a:pt x="493" y="23"/>
                      <a:pt x="404" y="76"/>
                    </a:cubicBezTo>
                    <a:cubicBezTo>
                      <a:pt x="369" y="101"/>
                      <a:pt x="330" y="111"/>
                      <a:pt x="291" y="111"/>
                    </a:cubicBezTo>
                    <a:cubicBezTo>
                      <a:pt x="236" y="111"/>
                      <a:pt x="182" y="91"/>
                      <a:pt x="141" y="57"/>
                    </a:cubicBezTo>
                    <a:cubicBezTo>
                      <a:pt x="84" y="108"/>
                      <a:pt x="39" y="179"/>
                      <a:pt x="25" y="269"/>
                    </a:cubicBezTo>
                    <a:cubicBezTo>
                      <a:pt x="0" y="469"/>
                      <a:pt x="141" y="713"/>
                      <a:pt x="353" y="829"/>
                    </a:cubicBezTo>
                    <a:cubicBezTo>
                      <a:pt x="420" y="867"/>
                      <a:pt x="505" y="898"/>
                      <a:pt x="600" y="898"/>
                    </a:cubicBezTo>
                    <a:cubicBezTo>
                      <a:pt x="699" y="898"/>
                      <a:pt x="808" y="865"/>
                      <a:pt x="918" y="770"/>
                    </a:cubicBezTo>
                    <a:cubicBezTo>
                      <a:pt x="1157" y="577"/>
                      <a:pt x="1125" y="346"/>
                      <a:pt x="1021" y="192"/>
                    </a:cubicBezTo>
                    <a:cubicBezTo>
                      <a:pt x="941" y="82"/>
                      <a:pt x="812" y="0"/>
                      <a:pt x="659"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 name="Google Shape;49;p2"/>
            <p:cNvSpPr/>
            <p:nvPr/>
          </p:nvSpPr>
          <p:spPr>
            <a:xfrm>
              <a:off x="3020350" y="4441675"/>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flipH="1">
              <a:off x="5316450" y="4547413"/>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464575" y="4825088"/>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flipH="1">
              <a:off x="7987700" y="4740838"/>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3"/>
        <p:cNvGrpSpPr/>
        <p:nvPr/>
      </p:nvGrpSpPr>
      <p:grpSpPr>
        <a:xfrm>
          <a:off x="0" y="0"/>
          <a:ext cx="0" cy="0"/>
          <a:chOff x="0" y="0"/>
          <a:chExt cx="0" cy="0"/>
        </a:xfrm>
      </p:grpSpPr>
      <p:sp>
        <p:nvSpPr>
          <p:cNvPr id="54" name="Google Shape;54;p3"/>
          <p:cNvSpPr txBox="1">
            <a:spLocks noGrp="1"/>
          </p:cNvSpPr>
          <p:nvPr>
            <p:ph type="title"/>
          </p:nvPr>
        </p:nvSpPr>
        <p:spPr>
          <a:xfrm>
            <a:off x="732525" y="1762025"/>
            <a:ext cx="4293900" cy="6768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4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55" name="Google Shape;55;p3"/>
          <p:cNvSpPr txBox="1">
            <a:spLocks noGrp="1"/>
          </p:cNvSpPr>
          <p:nvPr>
            <p:ph type="title" idx="2" hasCustomPrompt="1"/>
          </p:nvPr>
        </p:nvSpPr>
        <p:spPr>
          <a:xfrm>
            <a:off x="732525" y="797377"/>
            <a:ext cx="3150900" cy="8418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000">
                <a:solidFill>
                  <a:schemeClr val="dk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56" name="Google Shape;56;p3"/>
          <p:cNvSpPr txBox="1">
            <a:spLocks noGrp="1"/>
          </p:cNvSpPr>
          <p:nvPr>
            <p:ph type="subTitle" idx="1"/>
          </p:nvPr>
        </p:nvSpPr>
        <p:spPr>
          <a:xfrm>
            <a:off x="732525" y="2561675"/>
            <a:ext cx="3150900" cy="513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57" name="Google Shape;57;p3"/>
          <p:cNvGrpSpPr/>
          <p:nvPr/>
        </p:nvGrpSpPr>
        <p:grpSpPr>
          <a:xfrm>
            <a:off x="-57639" y="4232675"/>
            <a:ext cx="9259279" cy="949168"/>
            <a:chOff x="-57639" y="4232675"/>
            <a:chExt cx="9259279" cy="949168"/>
          </a:xfrm>
        </p:grpSpPr>
        <p:grpSp>
          <p:nvGrpSpPr>
            <p:cNvPr id="58" name="Google Shape;58;p3"/>
            <p:cNvGrpSpPr/>
            <p:nvPr/>
          </p:nvGrpSpPr>
          <p:grpSpPr>
            <a:xfrm>
              <a:off x="-57639" y="4232675"/>
              <a:ext cx="9259279" cy="949168"/>
              <a:chOff x="238275" y="2491125"/>
              <a:chExt cx="7141750" cy="732100"/>
            </a:xfrm>
          </p:grpSpPr>
          <p:sp>
            <p:nvSpPr>
              <p:cNvPr id="59" name="Google Shape;59;p3"/>
              <p:cNvSpPr/>
              <p:nvPr/>
            </p:nvSpPr>
            <p:spPr>
              <a:xfrm>
                <a:off x="238275" y="2491125"/>
                <a:ext cx="7141750" cy="282225"/>
              </a:xfrm>
              <a:custGeom>
                <a:avLst/>
                <a:gdLst/>
                <a:ahLst/>
                <a:cxnLst/>
                <a:rect l="l" t="t" r="r" b="b"/>
                <a:pathLst>
                  <a:path w="285670" h="11289" extrusionOk="0">
                    <a:moveTo>
                      <a:pt x="77087" y="1"/>
                    </a:moveTo>
                    <a:cubicBezTo>
                      <a:pt x="69330" y="1"/>
                      <a:pt x="63721" y="1125"/>
                      <a:pt x="59452" y="1679"/>
                    </a:cubicBezTo>
                    <a:cubicBezTo>
                      <a:pt x="56652" y="2041"/>
                      <a:pt x="53084" y="2152"/>
                      <a:pt x="50569" y="2152"/>
                    </a:cubicBezTo>
                    <a:cubicBezTo>
                      <a:pt x="49072" y="2152"/>
                      <a:pt x="47948" y="2113"/>
                      <a:pt x="47581" y="2064"/>
                    </a:cubicBezTo>
                    <a:cubicBezTo>
                      <a:pt x="46591" y="1936"/>
                      <a:pt x="26970" y="1345"/>
                      <a:pt x="26970" y="1345"/>
                    </a:cubicBezTo>
                    <a:lnTo>
                      <a:pt x="0" y="2746"/>
                    </a:lnTo>
                    <a:lnTo>
                      <a:pt x="1376" y="11288"/>
                    </a:lnTo>
                    <a:lnTo>
                      <a:pt x="284771" y="9874"/>
                    </a:lnTo>
                    <a:lnTo>
                      <a:pt x="285670" y="2746"/>
                    </a:lnTo>
                    <a:lnTo>
                      <a:pt x="278382" y="2746"/>
                    </a:lnTo>
                    <a:cubicBezTo>
                      <a:pt x="278382" y="2746"/>
                      <a:pt x="276833" y="3350"/>
                      <a:pt x="269412" y="3350"/>
                    </a:cubicBezTo>
                    <a:cubicBezTo>
                      <a:pt x="268804" y="3350"/>
                      <a:pt x="268157" y="3346"/>
                      <a:pt x="267468" y="3337"/>
                    </a:cubicBezTo>
                    <a:cubicBezTo>
                      <a:pt x="258367" y="3221"/>
                      <a:pt x="258367" y="2553"/>
                      <a:pt x="248361" y="2354"/>
                    </a:cubicBezTo>
                    <a:cubicBezTo>
                      <a:pt x="243485" y="2254"/>
                      <a:pt x="239630" y="2229"/>
                      <a:pt x="236959" y="2229"/>
                    </a:cubicBezTo>
                    <a:cubicBezTo>
                      <a:pt x="234147" y="2229"/>
                      <a:pt x="232646" y="2257"/>
                      <a:pt x="232646" y="2257"/>
                    </a:cubicBezTo>
                    <a:lnTo>
                      <a:pt x="210273" y="1621"/>
                    </a:lnTo>
                    <a:cubicBezTo>
                      <a:pt x="210273" y="1621"/>
                      <a:pt x="209685" y="1550"/>
                      <a:pt x="208556" y="1550"/>
                    </a:cubicBezTo>
                    <a:cubicBezTo>
                      <a:pt x="207391" y="1550"/>
                      <a:pt x="205650" y="1626"/>
                      <a:pt x="203382" y="1936"/>
                    </a:cubicBezTo>
                    <a:cubicBezTo>
                      <a:pt x="201649" y="2171"/>
                      <a:pt x="198963" y="2243"/>
                      <a:pt x="196326" y="2243"/>
                    </a:cubicBezTo>
                    <a:cubicBezTo>
                      <a:pt x="192169" y="2243"/>
                      <a:pt x="188131" y="2064"/>
                      <a:pt x="188131" y="2064"/>
                    </a:cubicBezTo>
                    <a:cubicBezTo>
                      <a:pt x="188131" y="2064"/>
                      <a:pt x="174437" y="2201"/>
                      <a:pt x="163969" y="2201"/>
                    </a:cubicBezTo>
                    <a:cubicBezTo>
                      <a:pt x="158735" y="2201"/>
                      <a:pt x="154307" y="2167"/>
                      <a:pt x="152801" y="2064"/>
                    </a:cubicBezTo>
                    <a:cubicBezTo>
                      <a:pt x="148282" y="1756"/>
                      <a:pt x="96761" y="927"/>
                      <a:pt x="93993" y="664"/>
                    </a:cubicBezTo>
                    <a:cubicBezTo>
                      <a:pt x="91222" y="400"/>
                      <a:pt x="86459" y="118"/>
                      <a:pt x="78149" y="8"/>
                    </a:cubicBezTo>
                    <a:cubicBezTo>
                      <a:pt x="77791" y="3"/>
                      <a:pt x="77437" y="1"/>
                      <a:pt x="77087"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a:off x="272675" y="2551975"/>
                <a:ext cx="7091125" cy="671250"/>
              </a:xfrm>
              <a:custGeom>
                <a:avLst/>
                <a:gdLst/>
                <a:ahLst/>
                <a:cxnLst/>
                <a:rect l="l" t="t" r="r" b="b"/>
                <a:pathLst>
                  <a:path w="283645" h="26850" extrusionOk="0">
                    <a:moveTo>
                      <a:pt x="134832" y="1"/>
                    </a:moveTo>
                    <a:cubicBezTo>
                      <a:pt x="134792" y="1"/>
                      <a:pt x="134755" y="2"/>
                      <a:pt x="134720" y="3"/>
                    </a:cubicBezTo>
                    <a:cubicBezTo>
                      <a:pt x="133388" y="67"/>
                      <a:pt x="126129" y="738"/>
                      <a:pt x="125164" y="738"/>
                    </a:cubicBezTo>
                    <a:cubicBezTo>
                      <a:pt x="125137" y="738"/>
                      <a:pt x="125116" y="737"/>
                      <a:pt x="125099" y="736"/>
                    </a:cubicBezTo>
                    <a:cubicBezTo>
                      <a:pt x="124476" y="698"/>
                      <a:pt x="118537" y="377"/>
                      <a:pt x="118537" y="377"/>
                    </a:cubicBezTo>
                    <a:cubicBezTo>
                      <a:pt x="118537" y="377"/>
                      <a:pt x="108294" y="62"/>
                      <a:pt x="107177" y="62"/>
                    </a:cubicBezTo>
                    <a:cubicBezTo>
                      <a:pt x="107164" y="62"/>
                      <a:pt x="107152" y="62"/>
                      <a:pt x="107141" y="62"/>
                    </a:cubicBezTo>
                    <a:cubicBezTo>
                      <a:pt x="106235" y="68"/>
                      <a:pt x="103414" y="101"/>
                      <a:pt x="97559" y="736"/>
                    </a:cubicBezTo>
                    <a:cubicBezTo>
                      <a:pt x="91703" y="1366"/>
                      <a:pt x="89100" y="1572"/>
                      <a:pt x="89100" y="1572"/>
                    </a:cubicBezTo>
                    <a:cubicBezTo>
                      <a:pt x="89100" y="1572"/>
                      <a:pt x="85133" y="1222"/>
                      <a:pt x="81765" y="1222"/>
                    </a:cubicBezTo>
                    <a:cubicBezTo>
                      <a:pt x="80976" y="1222"/>
                      <a:pt x="80220" y="1241"/>
                      <a:pt x="79556" y="1288"/>
                    </a:cubicBezTo>
                    <a:cubicBezTo>
                      <a:pt x="76047" y="1534"/>
                      <a:pt x="68784" y="3294"/>
                      <a:pt x="67981" y="3667"/>
                    </a:cubicBezTo>
                    <a:cubicBezTo>
                      <a:pt x="67171" y="4034"/>
                      <a:pt x="25362" y="5557"/>
                      <a:pt x="25362" y="5557"/>
                    </a:cubicBezTo>
                    <a:lnTo>
                      <a:pt x="0" y="7247"/>
                    </a:lnTo>
                    <a:lnTo>
                      <a:pt x="0" y="26849"/>
                    </a:lnTo>
                    <a:lnTo>
                      <a:pt x="283645" y="26849"/>
                    </a:lnTo>
                    <a:lnTo>
                      <a:pt x="283645" y="5628"/>
                    </a:lnTo>
                    <a:lnTo>
                      <a:pt x="283034" y="5364"/>
                    </a:lnTo>
                    <a:lnTo>
                      <a:pt x="249889" y="4805"/>
                    </a:lnTo>
                    <a:cubicBezTo>
                      <a:pt x="249889" y="4805"/>
                      <a:pt x="246822" y="4228"/>
                      <a:pt x="245827" y="4228"/>
                    </a:cubicBezTo>
                    <a:cubicBezTo>
                      <a:pt x="245777" y="4228"/>
                      <a:pt x="245731" y="4230"/>
                      <a:pt x="245692" y="4233"/>
                    </a:cubicBezTo>
                    <a:cubicBezTo>
                      <a:pt x="244889" y="4304"/>
                      <a:pt x="242171" y="4619"/>
                      <a:pt x="242171" y="4619"/>
                    </a:cubicBezTo>
                    <a:lnTo>
                      <a:pt x="233912" y="4233"/>
                    </a:lnTo>
                    <a:cubicBezTo>
                      <a:pt x="233912" y="4233"/>
                      <a:pt x="232138" y="3095"/>
                      <a:pt x="225999" y="2857"/>
                    </a:cubicBezTo>
                    <a:cubicBezTo>
                      <a:pt x="220178" y="2637"/>
                      <a:pt x="216019" y="2632"/>
                      <a:pt x="215613" y="2632"/>
                    </a:cubicBezTo>
                    <a:cubicBezTo>
                      <a:pt x="215592" y="2632"/>
                      <a:pt x="215581" y="2632"/>
                      <a:pt x="215581" y="2632"/>
                    </a:cubicBezTo>
                    <a:lnTo>
                      <a:pt x="202181" y="2053"/>
                    </a:lnTo>
                    <a:cubicBezTo>
                      <a:pt x="202181" y="2053"/>
                      <a:pt x="195990" y="2330"/>
                      <a:pt x="194300" y="2427"/>
                    </a:cubicBezTo>
                    <a:cubicBezTo>
                      <a:pt x="192611" y="2516"/>
                      <a:pt x="187263" y="3005"/>
                      <a:pt x="187263" y="3005"/>
                    </a:cubicBezTo>
                    <a:lnTo>
                      <a:pt x="172828" y="3005"/>
                    </a:lnTo>
                    <a:lnTo>
                      <a:pt x="169434" y="2857"/>
                    </a:lnTo>
                    <a:cubicBezTo>
                      <a:pt x="169434" y="2857"/>
                      <a:pt x="166638" y="2613"/>
                      <a:pt x="165249" y="2472"/>
                    </a:cubicBezTo>
                    <a:cubicBezTo>
                      <a:pt x="163855" y="2330"/>
                      <a:pt x="160358" y="2222"/>
                      <a:pt x="158643" y="2053"/>
                    </a:cubicBezTo>
                    <a:cubicBezTo>
                      <a:pt x="156926" y="1881"/>
                      <a:pt x="152440" y="1418"/>
                      <a:pt x="151933" y="1288"/>
                    </a:cubicBezTo>
                    <a:cubicBezTo>
                      <a:pt x="151766" y="1246"/>
                      <a:pt x="150510" y="1231"/>
                      <a:pt x="148911" y="1231"/>
                    </a:cubicBezTo>
                    <a:cubicBezTo>
                      <a:pt x="145711" y="1231"/>
                      <a:pt x="141135" y="1288"/>
                      <a:pt x="141135" y="1288"/>
                    </a:cubicBezTo>
                    <a:cubicBezTo>
                      <a:pt x="141135" y="1288"/>
                      <a:pt x="136344" y="1"/>
                      <a:pt x="134832" y="1"/>
                    </a:cubicBezTo>
                    <a:close/>
                  </a:path>
                </a:pathLst>
              </a:custGeom>
              <a:solidFill>
                <a:srgbClr val="5E8688"/>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a:off x="3562250" y="2808825"/>
                <a:ext cx="54025" cy="61550"/>
              </a:xfrm>
              <a:custGeom>
                <a:avLst/>
                <a:gdLst/>
                <a:ahLst/>
                <a:cxnLst/>
                <a:rect l="l" t="t" r="r" b="b"/>
                <a:pathLst>
                  <a:path w="2161" h="2462" extrusionOk="0">
                    <a:moveTo>
                      <a:pt x="1036" y="501"/>
                    </a:moveTo>
                    <a:cubicBezTo>
                      <a:pt x="1312" y="637"/>
                      <a:pt x="1556" y="913"/>
                      <a:pt x="1620" y="1195"/>
                    </a:cubicBezTo>
                    <a:cubicBezTo>
                      <a:pt x="1685" y="1440"/>
                      <a:pt x="1614" y="1652"/>
                      <a:pt x="1415" y="1826"/>
                    </a:cubicBezTo>
                    <a:cubicBezTo>
                      <a:pt x="1281" y="1942"/>
                      <a:pt x="1155" y="2001"/>
                      <a:pt x="1040" y="2001"/>
                    </a:cubicBezTo>
                    <a:cubicBezTo>
                      <a:pt x="985" y="2001"/>
                      <a:pt x="932" y="1987"/>
                      <a:pt x="882" y="1960"/>
                    </a:cubicBezTo>
                    <a:cubicBezTo>
                      <a:pt x="638" y="1832"/>
                      <a:pt x="476" y="1408"/>
                      <a:pt x="535" y="1041"/>
                    </a:cubicBezTo>
                    <a:cubicBezTo>
                      <a:pt x="567" y="836"/>
                      <a:pt x="676" y="572"/>
                      <a:pt x="1030" y="501"/>
                    </a:cubicBezTo>
                    <a:close/>
                    <a:moveTo>
                      <a:pt x="930" y="0"/>
                    </a:moveTo>
                    <a:cubicBezTo>
                      <a:pt x="845" y="0"/>
                      <a:pt x="764" y="48"/>
                      <a:pt x="727" y="123"/>
                    </a:cubicBezTo>
                    <a:cubicBezTo>
                      <a:pt x="380" y="263"/>
                      <a:pt x="149" y="566"/>
                      <a:pt x="84" y="978"/>
                    </a:cubicBezTo>
                    <a:cubicBezTo>
                      <a:pt x="1" y="1524"/>
                      <a:pt x="252" y="2141"/>
                      <a:pt x="663" y="2360"/>
                    </a:cubicBezTo>
                    <a:cubicBezTo>
                      <a:pt x="754" y="2411"/>
                      <a:pt x="882" y="2461"/>
                      <a:pt x="1042" y="2461"/>
                    </a:cubicBezTo>
                    <a:cubicBezTo>
                      <a:pt x="1229" y="2461"/>
                      <a:pt x="1460" y="2390"/>
                      <a:pt x="1718" y="2167"/>
                    </a:cubicBezTo>
                    <a:cubicBezTo>
                      <a:pt x="2038" y="1877"/>
                      <a:pt x="2160" y="1497"/>
                      <a:pt x="2065" y="1093"/>
                    </a:cubicBezTo>
                    <a:cubicBezTo>
                      <a:pt x="1941" y="586"/>
                      <a:pt x="1486" y="135"/>
                      <a:pt x="985" y="7"/>
                    </a:cubicBezTo>
                    <a:cubicBezTo>
                      <a:pt x="967" y="3"/>
                      <a:pt x="948" y="0"/>
                      <a:pt x="930"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a:off x="3574125" y="2821325"/>
                <a:ext cx="30275" cy="37525"/>
              </a:xfrm>
              <a:custGeom>
                <a:avLst/>
                <a:gdLst/>
                <a:ahLst/>
                <a:cxnLst/>
                <a:rect l="l" t="t" r="r" b="b"/>
                <a:pathLst>
                  <a:path w="1211" h="1501" extrusionOk="0">
                    <a:moveTo>
                      <a:pt x="555" y="1"/>
                    </a:moveTo>
                    <a:cubicBezTo>
                      <a:pt x="201" y="72"/>
                      <a:pt x="92" y="336"/>
                      <a:pt x="60" y="541"/>
                    </a:cubicBezTo>
                    <a:cubicBezTo>
                      <a:pt x="1" y="908"/>
                      <a:pt x="163" y="1332"/>
                      <a:pt x="407" y="1460"/>
                    </a:cubicBezTo>
                    <a:cubicBezTo>
                      <a:pt x="457" y="1487"/>
                      <a:pt x="510" y="1501"/>
                      <a:pt x="565" y="1501"/>
                    </a:cubicBezTo>
                    <a:cubicBezTo>
                      <a:pt x="680" y="1501"/>
                      <a:pt x="806" y="1442"/>
                      <a:pt x="940" y="1326"/>
                    </a:cubicBezTo>
                    <a:cubicBezTo>
                      <a:pt x="1139" y="1152"/>
                      <a:pt x="1210" y="940"/>
                      <a:pt x="1145" y="695"/>
                    </a:cubicBezTo>
                    <a:cubicBezTo>
                      <a:pt x="1081" y="413"/>
                      <a:pt x="837" y="137"/>
                      <a:pt x="561"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3"/>
              <p:cNvSpPr/>
              <p:nvPr/>
            </p:nvSpPr>
            <p:spPr>
              <a:xfrm>
                <a:off x="1423625" y="2714000"/>
                <a:ext cx="71675" cy="63200"/>
              </a:xfrm>
              <a:custGeom>
                <a:avLst/>
                <a:gdLst/>
                <a:ahLst/>
                <a:cxnLst/>
                <a:rect l="l" t="t" r="r" b="b"/>
                <a:pathLst>
                  <a:path w="2867" h="2528" extrusionOk="0">
                    <a:moveTo>
                      <a:pt x="1313" y="456"/>
                    </a:moveTo>
                    <a:cubicBezTo>
                      <a:pt x="1469" y="456"/>
                      <a:pt x="1626" y="505"/>
                      <a:pt x="1754" y="573"/>
                    </a:cubicBezTo>
                    <a:cubicBezTo>
                      <a:pt x="2083" y="754"/>
                      <a:pt x="2347" y="1126"/>
                      <a:pt x="2198" y="1544"/>
                    </a:cubicBezTo>
                    <a:cubicBezTo>
                      <a:pt x="2073" y="1889"/>
                      <a:pt x="1849" y="2075"/>
                      <a:pt x="1546" y="2075"/>
                    </a:cubicBezTo>
                    <a:cubicBezTo>
                      <a:pt x="1522" y="2075"/>
                      <a:pt x="1497" y="2074"/>
                      <a:pt x="1472" y="2071"/>
                    </a:cubicBezTo>
                    <a:cubicBezTo>
                      <a:pt x="1028" y="2033"/>
                      <a:pt x="559" y="1647"/>
                      <a:pt x="488" y="1255"/>
                    </a:cubicBezTo>
                    <a:cubicBezTo>
                      <a:pt x="457" y="1055"/>
                      <a:pt x="534" y="894"/>
                      <a:pt x="662" y="772"/>
                    </a:cubicBezTo>
                    <a:cubicBezTo>
                      <a:pt x="727" y="772"/>
                      <a:pt x="790" y="740"/>
                      <a:pt x="835" y="683"/>
                    </a:cubicBezTo>
                    <a:cubicBezTo>
                      <a:pt x="873" y="630"/>
                      <a:pt x="926" y="586"/>
                      <a:pt x="971" y="553"/>
                    </a:cubicBezTo>
                    <a:cubicBezTo>
                      <a:pt x="989" y="547"/>
                      <a:pt x="1015" y="535"/>
                      <a:pt x="1035" y="529"/>
                    </a:cubicBezTo>
                    <a:cubicBezTo>
                      <a:pt x="1054" y="515"/>
                      <a:pt x="1066" y="509"/>
                      <a:pt x="1080" y="496"/>
                    </a:cubicBezTo>
                    <a:cubicBezTo>
                      <a:pt x="1155" y="468"/>
                      <a:pt x="1234" y="456"/>
                      <a:pt x="1313" y="456"/>
                    </a:cubicBezTo>
                    <a:close/>
                    <a:moveTo>
                      <a:pt x="1316" y="0"/>
                    </a:moveTo>
                    <a:cubicBezTo>
                      <a:pt x="1109" y="0"/>
                      <a:pt x="913" y="54"/>
                      <a:pt x="745" y="161"/>
                    </a:cubicBezTo>
                    <a:cubicBezTo>
                      <a:pt x="0" y="547"/>
                      <a:pt x="7" y="1101"/>
                      <a:pt x="45" y="1332"/>
                    </a:cubicBezTo>
                    <a:cubicBezTo>
                      <a:pt x="148" y="1923"/>
                      <a:pt x="784" y="2469"/>
                      <a:pt x="1433" y="2528"/>
                    </a:cubicBezTo>
                    <a:lnTo>
                      <a:pt x="1543" y="2528"/>
                    </a:lnTo>
                    <a:cubicBezTo>
                      <a:pt x="2044" y="2528"/>
                      <a:pt x="2436" y="2232"/>
                      <a:pt x="2623" y="1698"/>
                    </a:cubicBezTo>
                    <a:cubicBezTo>
                      <a:pt x="2866" y="1030"/>
                      <a:pt x="2455" y="445"/>
                      <a:pt x="1973" y="175"/>
                    </a:cubicBezTo>
                    <a:cubicBezTo>
                      <a:pt x="1755" y="58"/>
                      <a:pt x="1529" y="0"/>
                      <a:pt x="1316"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3"/>
              <p:cNvSpPr/>
              <p:nvPr/>
            </p:nvSpPr>
            <p:spPr>
              <a:xfrm>
                <a:off x="1435025" y="2725400"/>
                <a:ext cx="47275" cy="40475"/>
              </a:xfrm>
              <a:custGeom>
                <a:avLst/>
                <a:gdLst/>
                <a:ahLst/>
                <a:cxnLst/>
                <a:rect l="l" t="t" r="r" b="b"/>
                <a:pathLst>
                  <a:path w="1891" h="1619" extrusionOk="0">
                    <a:moveTo>
                      <a:pt x="857" y="0"/>
                    </a:moveTo>
                    <a:cubicBezTo>
                      <a:pt x="778" y="0"/>
                      <a:pt x="699" y="12"/>
                      <a:pt x="624" y="40"/>
                    </a:cubicBezTo>
                    <a:cubicBezTo>
                      <a:pt x="610" y="53"/>
                      <a:pt x="598" y="59"/>
                      <a:pt x="579" y="73"/>
                    </a:cubicBezTo>
                    <a:cubicBezTo>
                      <a:pt x="559" y="79"/>
                      <a:pt x="533" y="91"/>
                      <a:pt x="515" y="97"/>
                    </a:cubicBezTo>
                    <a:cubicBezTo>
                      <a:pt x="470" y="130"/>
                      <a:pt x="417" y="174"/>
                      <a:pt x="379" y="227"/>
                    </a:cubicBezTo>
                    <a:cubicBezTo>
                      <a:pt x="334" y="284"/>
                      <a:pt x="271" y="316"/>
                      <a:pt x="206" y="316"/>
                    </a:cubicBezTo>
                    <a:cubicBezTo>
                      <a:pt x="78" y="438"/>
                      <a:pt x="1" y="599"/>
                      <a:pt x="32" y="799"/>
                    </a:cubicBezTo>
                    <a:cubicBezTo>
                      <a:pt x="103" y="1191"/>
                      <a:pt x="572" y="1577"/>
                      <a:pt x="1016" y="1615"/>
                    </a:cubicBezTo>
                    <a:cubicBezTo>
                      <a:pt x="1041" y="1618"/>
                      <a:pt x="1066" y="1619"/>
                      <a:pt x="1090" y="1619"/>
                    </a:cubicBezTo>
                    <a:cubicBezTo>
                      <a:pt x="1393" y="1619"/>
                      <a:pt x="1617" y="1433"/>
                      <a:pt x="1742" y="1088"/>
                    </a:cubicBezTo>
                    <a:cubicBezTo>
                      <a:pt x="1891" y="670"/>
                      <a:pt x="1627" y="298"/>
                      <a:pt x="1298" y="117"/>
                    </a:cubicBezTo>
                    <a:cubicBezTo>
                      <a:pt x="1170" y="49"/>
                      <a:pt x="1013" y="0"/>
                      <a:pt x="857"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3"/>
              <p:cNvSpPr/>
              <p:nvPr/>
            </p:nvSpPr>
            <p:spPr>
              <a:xfrm>
                <a:off x="955225" y="2876425"/>
                <a:ext cx="60775" cy="53725"/>
              </a:xfrm>
              <a:custGeom>
                <a:avLst/>
                <a:gdLst/>
                <a:ahLst/>
                <a:cxnLst/>
                <a:rect l="l" t="t" r="r" b="b"/>
                <a:pathLst>
                  <a:path w="2431" h="2149" extrusionOk="0">
                    <a:moveTo>
                      <a:pt x="1117" y="389"/>
                    </a:moveTo>
                    <a:cubicBezTo>
                      <a:pt x="1249" y="389"/>
                      <a:pt x="1379" y="431"/>
                      <a:pt x="1485" y="490"/>
                    </a:cubicBezTo>
                    <a:cubicBezTo>
                      <a:pt x="1762" y="644"/>
                      <a:pt x="1994" y="953"/>
                      <a:pt x="1864" y="1306"/>
                    </a:cubicBezTo>
                    <a:cubicBezTo>
                      <a:pt x="1757" y="1605"/>
                      <a:pt x="1567" y="1759"/>
                      <a:pt x="1309" y="1759"/>
                    </a:cubicBezTo>
                    <a:cubicBezTo>
                      <a:pt x="1289" y="1759"/>
                      <a:pt x="1268" y="1758"/>
                      <a:pt x="1247" y="1757"/>
                    </a:cubicBezTo>
                    <a:cubicBezTo>
                      <a:pt x="868" y="1724"/>
                      <a:pt x="470" y="1397"/>
                      <a:pt x="419" y="1062"/>
                    </a:cubicBezTo>
                    <a:cubicBezTo>
                      <a:pt x="386" y="896"/>
                      <a:pt x="451" y="760"/>
                      <a:pt x="559" y="658"/>
                    </a:cubicBezTo>
                    <a:cubicBezTo>
                      <a:pt x="618" y="658"/>
                      <a:pt x="675" y="626"/>
                      <a:pt x="707" y="581"/>
                    </a:cubicBezTo>
                    <a:cubicBezTo>
                      <a:pt x="746" y="535"/>
                      <a:pt x="784" y="496"/>
                      <a:pt x="823" y="472"/>
                    </a:cubicBezTo>
                    <a:cubicBezTo>
                      <a:pt x="843" y="465"/>
                      <a:pt x="855" y="452"/>
                      <a:pt x="875" y="445"/>
                    </a:cubicBezTo>
                    <a:cubicBezTo>
                      <a:pt x="894" y="439"/>
                      <a:pt x="906" y="433"/>
                      <a:pt x="914" y="427"/>
                    </a:cubicBezTo>
                    <a:cubicBezTo>
                      <a:pt x="980" y="401"/>
                      <a:pt x="1049" y="389"/>
                      <a:pt x="1117" y="389"/>
                    </a:cubicBezTo>
                    <a:close/>
                    <a:moveTo>
                      <a:pt x="1118" y="1"/>
                    </a:moveTo>
                    <a:cubicBezTo>
                      <a:pt x="941" y="1"/>
                      <a:pt x="774" y="47"/>
                      <a:pt x="630" y="137"/>
                    </a:cubicBezTo>
                    <a:cubicBezTo>
                      <a:pt x="1" y="465"/>
                      <a:pt x="1" y="934"/>
                      <a:pt x="39" y="1127"/>
                    </a:cubicBezTo>
                    <a:cubicBezTo>
                      <a:pt x="123" y="1629"/>
                      <a:pt x="663" y="2097"/>
                      <a:pt x="1215" y="2142"/>
                    </a:cubicBezTo>
                    <a:cubicBezTo>
                      <a:pt x="1247" y="2142"/>
                      <a:pt x="1280" y="2148"/>
                      <a:pt x="1312" y="2148"/>
                    </a:cubicBezTo>
                    <a:cubicBezTo>
                      <a:pt x="1730" y="2148"/>
                      <a:pt x="2063" y="1892"/>
                      <a:pt x="2225" y="1442"/>
                    </a:cubicBezTo>
                    <a:cubicBezTo>
                      <a:pt x="2430" y="876"/>
                      <a:pt x="2077" y="374"/>
                      <a:pt x="1671" y="149"/>
                    </a:cubicBezTo>
                    <a:cubicBezTo>
                      <a:pt x="1487" y="49"/>
                      <a:pt x="1298" y="1"/>
                      <a:pt x="1118"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964875" y="2886150"/>
                <a:ext cx="40200" cy="34275"/>
              </a:xfrm>
              <a:custGeom>
                <a:avLst/>
                <a:gdLst/>
                <a:ahLst/>
                <a:cxnLst/>
                <a:rect l="l" t="t" r="r" b="b"/>
                <a:pathLst>
                  <a:path w="1608" h="1371" extrusionOk="0">
                    <a:moveTo>
                      <a:pt x="731" y="0"/>
                    </a:moveTo>
                    <a:cubicBezTo>
                      <a:pt x="663" y="0"/>
                      <a:pt x="594" y="12"/>
                      <a:pt x="528" y="38"/>
                    </a:cubicBezTo>
                    <a:cubicBezTo>
                      <a:pt x="520" y="44"/>
                      <a:pt x="508" y="50"/>
                      <a:pt x="489" y="56"/>
                    </a:cubicBezTo>
                    <a:cubicBezTo>
                      <a:pt x="469" y="63"/>
                      <a:pt x="457" y="76"/>
                      <a:pt x="437" y="83"/>
                    </a:cubicBezTo>
                    <a:cubicBezTo>
                      <a:pt x="398" y="107"/>
                      <a:pt x="360" y="146"/>
                      <a:pt x="321" y="192"/>
                    </a:cubicBezTo>
                    <a:cubicBezTo>
                      <a:pt x="289" y="237"/>
                      <a:pt x="232" y="269"/>
                      <a:pt x="173" y="269"/>
                    </a:cubicBezTo>
                    <a:cubicBezTo>
                      <a:pt x="65" y="371"/>
                      <a:pt x="0" y="507"/>
                      <a:pt x="33" y="673"/>
                    </a:cubicBezTo>
                    <a:cubicBezTo>
                      <a:pt x="84" y="1008"/>
                      <a:pt x="482" y="1335"/>
                      <a:pt x="861" y="1368"/>
                    </a:cubicBezTo>
                    <a:cubicBezTo>
                      <a:pt x="882" y="1369"/>
                      <a:pt x="903" y="1370"/>
                      <a:pt x="923" y="1370"/>
                    </a:cubicBezTo>
                    <a:cubicBezTo>
                      <a:pt x="1181" y="1370"/>
                      <a:pt x="1371" y="1216"/>
                      <a:pt x="1478" y="917"/>
                    </a:cubicBezTo>
                    <a:cubicBezTo>
                      <a:pt x="1608" y="564"/>
                      <a:pt x="1376" y="255"/>
                      <a:pt x="1099" y="101"/>
                    </a:cubicBezTo>
                    <a:cubicBezTo>
                      <a:pt x="993" y="42"/>
                      <a:pt x="863" y="0"/>
                      <a:pt x="731"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3"/>
              <p:cNvSpPr/>
              <p:nvPr/>
            </p:nvSpPr>
            <p:spPr>
              <a:xfrm>
                <a:off x="6766850" y="2754775"/>
                <a:ext cx="58025" cy="46850"/>
              </a:xfrm>
              <a:custGeom>
                <a:avLst/>
                <a:gdLst/>
                <a:ahLst/>
                <a:cxnLst/>
                <a:rect l="l" t="t" r="r" b="b"/>
                <a:pathLst>
                  <a:path w="2321" h="1874" extrusionOk="0">
                    <a:moveTo>
                      <a:pt x="1106" y="451"/>
                    </a:moveTo>
                    <a:cubicBezTo>
                      <a:pt x="1327" y="451"/>
                      <a:pt x="1561" y="529"/>
                      <a:pt x="1698" y="671"/>
                    </a:cubicBezTo>
                    <a:cubicBezTo>
                      <a:pt x="1748" y="722"/>
                      <a:pt x="1903" y="883"/>
                      <a:pt x="1665" y="1197"/>
                    </a:cubicBezTo>
                    <a:cubicBezTo>
                      <a:pt x="1556" y="1347"/>
                      <a:pt x="1420" y="1421"/>
                      <a:pt x="1263" y="1421"/>
                    </a:cubicBezTo>
                    <a:cubicBezTo>
                      <a:pt x="1190" y="1421"/>
                      <a:pt x="1111" y="1405"/>
                      <a:pt x="1030" y="1372"/>
                    </a:cubicBezTo>
                    <a:cubicBezTo>
                      <a:pt x="707" y="1236"/>
                      <a:pt x="484" y="909"/>
                      <a:pt x="508" y="729"/>
                    </a:cubicBezTo>
                    <a:cubicBezTo>
                      <a:pt x="514" y="665"/>
                      <a:pt x="561" y="627"/>
                      <a:pt x="624" y="594"/>
                    </a:cubicBezTo>
                    <a:cubicBezTo>
                      <a:pt x="650" y="588"/>
                      <a:pt x="676" y="580"/>
                      <a:pt x="701" y="568"/>
                    </a:cubicBezTo>
                    <a:cubicBezTo>
                      <a:pt x="746" y="550"/>
                      <a:pt x="798" y="542"/>
                      <a:pt x="843" y="536"/>
                    </a:cubicBezTo>
                    <a:cubicBezTo>
                      <a:pt x="900" y="530"/>
                      <a:pt x="953" y="503"/>
                      <a:pt x="991" y="459"/>
                    </a:cubicBezTo>
                    <a:cubicBezTo>
                      <a:pt x="1029" y="454"/>
                      <a:pt x="1067" y="451"/>
                      <a:pt x="1106" y="451"/>
                    </a:cubicBezTo>
                    <a:close/>
                    <a:moveTo>
                      <a:pt x="1106" y="1"/>
                    </a:moveTo>
                    <a:cubicBezTo>
                      <a:pt x="890" y="1"/>
                      <a:pt x="679" y="51"/>
                      <a:pt x="508" y="156"/>
                    </a:cubicBezTo>
                    <a:cubicBezTo>
                      <a:pt x="155" y="286"/>
                      <a:pt x="78" y="542"/>
                      <a:pt x="59" y="665"/>
                    </a:cubicBezTo>
                    <a:cubicBezTo>
                      <a:pt x="1" y="1082"/>
                      <a:pt x="360" y="1583"/>
                      <a:pt x="855" y="1790"/>
                    </a:cubicBezTo>
                    <a:cubicBezTo>
                      <a:pt x="997" y="1847"/>
                      <a:pt x="1131" y="1873"/>
                      <a:pt x="1267" y="1873"/>
                    </a:cubicBezTo>
                    <a:cubicBezTo>
                      <a:pt x="1563" y="1873"/>
                      <a:pt x="1833" y="1737"/>
                      <a:pt x="2032" y="1467"/>
                    </a:cubicBezTo>
                    <a:cubicBezTo>
                      <a:pt x="2321" y="1082"/>
                      <a:pt x="2321" y="665"/>
                      <a:pt x="2018" y="357"/>
                    </a:cubicBezTo>
                    <a:cubicBezTo>
                      <a:pt x="1795" y="125"/>
                      <a:pt x="1445" y="1"/>
                      <a:pt x="110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p:cNvSpPr/>
              <p:nvPr/>
            </p:nvSpPr>
            <p:spPr>
              <a:xfrm>
                <a:off x="6778925" y="2766050"/>
                <a:ext cx="35500" cy="24275"/>
              </a:xfrm>
              <a:custGeom>
                <a:avLst/>
                <a:gdLst/>
                <a:ahLst/>
                <a:cxnLst/>
                <a:rect l="l" t="t" r="r" b="b"/>
                <a:pathLst>
                  <a:path w="1420" h="971" extrusionOk="0">
                    <a:moveTo>
                      <a:pt x="623" y="0"/>
                    </a:moveTo>
                    <a:cubicBezTo>
                      <a:pt x="584" y="0"/>
                      <a:pt x="546" y="3"/>
                      <a:pt x="508" y="8"/>
                    </a:cubicBezTo>
                    <a:cubicBezTo>
                      <a:pt x="470" y="52"/>
                      <a:pt x="417" y="79"/>
                      <a:pt x="360" y="85"/>
                    </a:cubicBezTo>
                    <a:cubicBezTo>
                      <a:pt x="315" y="91"/>
                      <a:pt x="263" y="99"/>
                      <a:pt x="218" y="117"/>
                    </a:cubicBezTo>
                    <a:cubicBezTo>
                      <a:pt x="193" y="129"/>
                      <a:pt x="167" y="137"/>
                      <a:pt x="141" y="143"/>
                    </a:cubicBezTo>
                    <a:cubicBezTo>
                      <a:pt x="78" y="176"/>
                      <a:pt x="31" y="214"/>
                      <a:pt x="25" y="278"/>
                    </a:cubicBezTo>
                    <a:cubicBezTo>
                      <a:pt x="1" y="458"/>
                      <a:pt x="224" y="785"/>
                      <a:pt x="547" y="921"/>
                    </a:cubicBezTo>
                    <a:cubicBezTo>
                      <a:pt x="628" y="954"/>
                      <a:pt x="707" y="970"/>
                      <a:pt x="780" y="970"/>
                    </a:cubicBezTo>
                    <a:cubicBezTo>
                      <a:pt x="937" y="970"/>
                      <a:pt x="1073" y="896"/>
                      <a:pt x="1182" y="746"/>
                    </a:cubicBezTo>
                    <a:cubicBezTo>
                      <a:pt x="1420" y="432"/>
                      <a:pt x="1265" y="271"/>
                      <a:pt x="1215" y="220"/>
                    </a:cubicBezTo>
                    <a:cubicBezTo>
                      <a:pt x="1078" y="78"/>
                      <a:pt x="844" y="0"/>
                      <a:pt x="623"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482175" y="2771375"/>
                <a:ext cx="53050" cy="47900"/>
              </a:xfrm>
              <a:custGeom>
                <a:avLst/>
                <a:gdLst/>
                <a:ahLst/>
                <a:cxnLst/>
                <a:rect l="l" t="t" r="r" b="b"/>
                <a:pathLst>
                  <a:path w="2122" h="1916" extrusionOk="0">
                    <a:moveTo>
                      <a:pt x="1130" y="567"/>
                    </a:moveTo>
                    <a:cubicBezTo>
                      <a:pt x="1283" y="567"/>
                      <a:pt x="1412" y="649"/>
                      <a:pt x="1492" y="759"/>
                    </a:cubicBezTo>
                    <a:cubicBezTo>
                      <a:pt x="1596" y="907"/>
                      <a:pt x="1626" y="1138"/>
                      <a:pt x="1389" y="1337"/>
                    </a:cubicBezTo>
                    <a:cubicBezTo>
                      <a:pt x="1277" y="1430"/>
                      <a:pt x="1168" y="1463"/>
                      <a:pt x="1070" y="1463"/>
                    </a:cubicBezTo>
                    <a:cubicBezTo>
                      <a:pt x="977" y="1463"/>
                      <a:pt x="893" y="1433"/>
                      <a:pt x="824" y="1396"/>
                    </a:cubicBezTo>
                    <a:cubicBezTo>
                      <a:pt x="611" y="1274"/>
                      <a:pt x="470" y="1035"/>
                      <a:pt x="496" y="830"/>
                    </a:cubicBezTo>
                    <a:cubicBezTo>
                      <a:pt x="508" y="746"/>
                      <a:pt x="554" y="675"/>
                      <a:pt x="611" y="625"/>
                    </a:cubicBezTo>
                    <a:cubicBezTo>
                      <a:pt x="652" y="657"/>
                      <a:pt x="705" y="676"/>
                      <a:pt x="759" y="676"/>
                    </a:cubicBezTo>
                    <a:cubicBezTo>
                      <a:pt x="799" y="676"/>
                      <a:pt x="840" y="665"/>
                      <a:pt x="875" y="643"/>
                    </a:cubicBezTo>
                    <a:cubicBezTo>
                      <a:pt x="964" y="590"/>
                      <a:pt x="1050" y="567"/>
                      <a:pt x="1130" y="567"/>
                    </a:cubicBezTo>
                    <a:close/>
                    <a:moveTo>
                      <a:pt x="935" y="0"/>
                    </a:moveTo>
                    <a:cubicBezTo>
                      <a:pt x="915" y="0"/>
                      <a:pt x="895" y="2"/>
                      <a:pt x="875" y="7"/>
                    </a:cubicBezTo>
                    <a:cubicBezTo>
                      <a:pt x="226" y="162"/>
                      <a:pt x="78" y="554"/>
                      <a:pt x="53" y="773"/>
                    </a:cubicBezTo>
                    <a:cubicBezTo>
                      <a:pt x="1" y="1158"/>
                      <a:pt x="226" y="1582"/>
                      <a:pt x="605" y="1788"/>
                    </a:cubicBezTo>
                    <a:cubicBezTo>
                      <a:pt x="760" y="1871"/>
                      <a:pt x="914" y="1916"/>
                      <a:pt x="1068" y="1916"/>
                    </a:cubicBezTo>
                    <a:cubicBezTo>
                      <a:pt x="1287" y="1916"/>
                      <a:pt x="1498" y="1838"/>
                      <a:pt x="1679" y="1684"/>
                    </a:cubicBezTo>
                    <a:cubicBezTo>
                      <a:pt x="2122" y="1319"/>
                      <a:pt x="2083" y="811"/>
                      <a:pt x="1858" y="495"/>
                    </a:cubicBezTo>
                    <a:cubicBezTo>
                      <a:pt x="1697" y="271"/>
                      <a:pt x="1427" y="117"/>
                      <a:pt x="1125" y="109"/>
                    </a:cubicBezTo>
                    <a:cubicBezTo>
                      <a:pt x="1089" y="42"/>
                      <a:pt x="1016" y="0"/>
                      <a:pt x="935"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493900" y="2785550"/>
                <a:ext cx="28950" cy="22425"/>
              </a:xfrm>
              <a:custGeom>
                <a:avLst/>
                <a:gdLst/>
                <a:ahLst/>
                <a:cxnLst/>
                <a:rect l="l" t="t" r="r" b="b"/>
                <a:pathLst>
                  <a:path w="1158" h="897" extrusionOk="0">
                    <a:moveTo>
                      <a:pt x="661" y="0"/>
                    </a:moveTo>
                    <a:cubicBezTo>
                      <a:pt x="581" y="0"/>
                      <a:pt x="495" y="23"/>
                      <a:pt x="406" y="76"/>
                    </a:cubicBezTo>
                    <a:cubicBezTo>
                      <a:pt x="371" y="98"/>
                      <a:pt x="330" y="109"/>
                      <a:pt x="290" y="109"/>
                    </a:cubicBezTo>
                    <a:cubicBezTo>
                      <a:pt x="236" y="109"/>
                      <a:pt x="183" y="90"/>
                      <a:pt x="142" y="58"/>
                    </a:cubicBezTo>
                    <a:cubicBezTo>
                      <a:pt x="85" y="108"/>
                      <a:pt x="39" y="179"/>
                      <a:pt x="27" y="263"/>
                    </a:cubicBezTo>
                    <a:cubicBezTo>
                      <a:pt x="1" y="468"/>
                      <a:pt x="142" y="707"/>
                      <a:pt x="355" y="829"/>
                    </a:cubicBezTo>
                    <a:cubicBezTo>
                      <a:pt x="424" y="866"/>
                      <a:pt x="508" y="896"/>
                      <a:pt x="601" y="896"/>
                    </a:cubicBezTo>
                    <a:cubicBezTo>
                      <a:pt x="699" y="896"/>
                      <a:pt x="808" y="863"/>
                      <a:pt x="920" y="770"/>
                    </a:cubicBezTo>
                    <a:cubicBezTo>
                      <a:pt x="1157" y="571"/>
                      <a:pt x="1127" y="340"/>
                      <a:pt x="1023" y="192"/>
                    </a:cubicBezTo>
                    <a:cubicBezTo>
                      <a:pt x="943" y="82"/>
                      <a:pt x="814" y="0"/>
                      <a:pt x="661"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3"/>
              <p:cNvSpPr/>
              <p:nvPr/>
            </p:nvSpPr>
            <p:spPr>
              <a:xfrm>
                <a:off x="6319050" y="2710125"/>
                <a:ext cx="71525" cy="63375"/>
              </a:xfrm>
              <a:custGeom>
                <a:avLst/>
                <a:gdLst/>
                <a:ahLst/>
                <a:cxnLst/>
                <a:rect l="l" t="t" r="r" b="b"/>
                <a:pathLst>
                  <a:path w="2861" h="2535" extrusionOk="0">
                    <a:moveTo>
                      <a:pt x="1308" y="457"/>
                    </a:moveTo>
                    <a:cubicBezTo>
                      <a:pt x="1463" y="457"/>
                      <a:pt x="1620" y="505"/>
                      <a:pt x="1749" y="574"/>
                    </a:cubicBezTo>
                    <a:cubicBezTo>
                      <a:pt x="2076" y="761"/>
                      <a:pt x="2346" y="1126"/>
                      <a:pt x="2199" y="1544"/>
                    </a:cubicBezTo>
                    <a:cubicBezTo>
                      <a:pt x="2074" y="1895"/>
                      <a:pt x="1851" y="2076"/>
                      <a:pt x="1549" y="2076"/>
                    </a:cubicBezTo>
                    <a:cubicBezTo>
                      <a:pt x="1524" y="2076"/>
                      <a:pt x="1499" y="2074"/>
                      <a:pt x="1473" y="2072"/>
                    </a:cubicBezTo>
                    <a:cubicBezTo>
                      <a:pt x="1022" y="2033"/>
                      <a:pt x="553" y="1648"/>
                      <a:pt x="488" y="1256"/>
                    </a:cubicBezTo>
                    <a:cubicBezTo>
                      <a:pt x="456" y="1055"/>
                      <a:pt x="533" y="895"/>
                      <a:pt x="657" y="773"/>
                    </a:cubicBezTo>
                    <a:cubicBezTo>
                      <a:pt x="726" y="773"/>
                      <a:pt x="791" y="741"/>
                      <a:pt x="835" y="684"/>
                    </a:cubicBezTo>
                    <a:cubicBezTo>
                      <a:pt x="874" y="631"/>
                      <a:pt x="919" y="586"/>
                      <a:pt x="971" y="562"/>
                    </a:cubicBezTo>
                    <a:cubicBezTo>
                      <a:pt x="990" y="548"/>
                      <a:pt x="1010" y="536"/>
                      <a:pt x="1034" y="529"/>
                    </a:cubicBezTo>
                    <a:cubicBezTo>
                      <a:pt x="1048" y="523"/>
                      <a:pt x="1067" y="509"/>
                      <a:pt x="1081" y="497"/>
                    </a:cubicBezTo>
                    <a:cubicBezTo>
                      <a:pt x="1153" y="469"/>
                      <a:pt x="1231" y="457"/>
                      <a:pt x="1308" y="457"/>
                    </a:cubicBezTo>
                    <a:close/>
                    <a:moveTo>
                      <a:pt x="1316" y="1"/>
                    </a:moveTo>
                    <a:cubicBezTo>
                      <a:pt x="1110" y="1"/>
                      <a:pt x="914" y="55"/>
                      <a:pt x="746" y="162"/>
                    </a:cubicBezTo>
                    <a:cubicBezTo>
                      <a:pt x="1" y="548"/>
                      <a:pt x="1" y="1102"/>
                      <a:pt x="46" y="1333"/>
                    </a:cubicBezTo>
                    <a:cubicBezTo>
                      <a:pt x="141" y="1924"/>
                      <a:pt x="778" y="2470"/>
                      <a:pt x="1434" y="2528"/>
                    </a:cubicBezTo>
                    <a:cubicBezTo>
                      <a:pt x="1466" y="2528"/>
                      <a:pt x="1505" y="2535"/>
                      <a:pt x="1543" y="2535"/>
                    </a:cubicBezTo>
                    <a:cubicBezTo>
                      <a:pt x="2037" y="2535"/>
                      <a:pt x="2430" y="2232"/>
                      <a:pt x="2623" y="1699"/>
                    </a:cubicBezTo>
                    <a:cubicBezTo>
                      <a:pt x="2861" y="1031"/>
                      <a:pt x="2449" y="446"/>
                      <a:pt x="1968" y="176"/>
                    </a:cubicBezTo>
                    <a:cubicBezTo>
                      <a:pt x="1752" y="59"/>
                      <a:pt x="1529" y="1"/>
                      <a:pt x="131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3"/>
              <p:cNvSpPr/>
              <p:nvPr/>
            </p:nvSpPr>
            <p:spPr>
              <a:xfrm>
                <a:off x="6330450" y="2721525"/>
                <a:ext cx="47250" cy="40500"/>
              </a:xfrm>
              <a:custGeom>
                <a:avLst/>
                <a:gdLst/>
                <a:ahLst/>
                <a:cxnLst/>
                <a:rect l="l" t="t" r="r" b="b"/>
                <a:pathLst>
                  <a:path w="1890" h="1620" extrusionOk="0">
                    <a:moveTo>
                      <a:pt x="852" y="1"/>
                    </a:moveTo>
                    <a:cubicBezTo>
                      <a:pt x="775" y="1"/>
                      <a:pt x="697" y="13"/>
                      <a:pt x="625" y="41"/>
                    </a:cubicBezTo>
                    <a:cubicBezTo>
                      <a:pt x="611" y="53"/>
                      <a:pt x="592" y="67"/>
                      <a:pt x="578" y="73"/>
                    </a:cubicBezTo>
                    <a:cubicBezTo>
                      <a:pt x="554" y="80"/>
                      <a:pt x="534" y="92"/>
                      <a:pt x="515" y="106"/>
                    </a:cubicBezTo>
                    <a:cubicBezTo>
                      <a:pt x="463" y="130"/>
                      <a:pt x="418" y="175"/>
                      <a:pt x="379" y="228"/>
                    </a:cubicBezTo>
                    <a:cubicBezTo>
                      <a:pt x="335" y="285"/>
                      <a:pt x="270" y="317"/>
                      <a:pt x="201" y="317"/>
                    </a:cubicBezTo>
                    <a:cubicBezTo>
                      <a:pt x="77" y="439"/>
                      <a:pt x="0" y="599"/>
                      <a:pt x="32" y="800"/>
                    </a:cubicBezTo>
                    <a:cubicBezTo>
                      <a:pt x="97" y="1192"/>
                      <a:pt x="566" y="1577"/>
                      <a:pt x="1017" y="1616"/>
                    </a:cubicBezTo>
                    <a:cubicBezTo>
                      <a:pt x="1043" y="1618"/>
                      <a:pt x="1068" y="1620"/>
                      <a:pt x="1093" y="1620"/>
                    </a:cubicBezTo>
                    <a:cubicBezTo>
                      <a:pt x="1395" y="1620"/>
                      <a:pt x="1618" y="1439"/>
                      <a:pt x="1743" y="1088"/>
                    </a:cubicBezTo>
                    <a:cubicBezTo>
                      <a:pt x="1890" y="670"/>
                      <a:pt x="1620" y="305"/>
                      <a:pt x="1293" y="118"/>
                    </a:cubicBezTo>
                    <a:cubicBezTo>
                      <a:pt x="1164" y="49"/>
                      <a:pt x="1007" y="1"/>
                      <a:pt x="852"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5725350" y="2780575"/>
                <a:ext cx="60750" cy="53675"/>
              </a:xfrm>
              <a:custGeom>
                <a:avLst/>
                <a:gdLst/>
                <a:ahLst/>
                <a:cxnLst/>
                <a:rect l="l" t="t" r="r" b="b"/>
                <a:pathLst>
                  <a:path w="2430" h="2147" extrusionOk="0">
                    <a:moveTo>
                      <a:pt x="1117" y="385"/>
                    </a:moveTo>
                    <a:cubicBezTo>
                      <a:pt x="1248" y="385"/>
                      <a:pt x="1381" y="428"/>
                      <a:pt x="1490" y="488"/>
                    </a:cubicBezTo>
                    <a:cubicBezTo>
                      <a:pt x="1768" y="642"/>
                      <a:pt x="1992" y="951"/>
                      <a:pt x="1870" y="1310"/>
                    </a:cubicBezTo>
                    <a:cubicBezTo>
                      <a:pt x="1760" y="1608"/>
                      <a:pt x="1560" y="1762"/>
                      <a:pt x="1298" y="1762"/>
                    </a:cubicBezTo>
                    <a:cubicBezTo>
                      <a:pt x="1283" y="1762"/>
                      <a:pt x="1268" y="1761"/>
                      <a:pt x="1253" y="1760"/>
                    </a:cubicBezTo>
                    <a:cubicBezTo>
                      <a:pt x="873" y="1728"/>
                      <a:pt x="475" y="1393"/>
                      <a:pt x="418" y="1066"/>
                    </a:cubicBezTo>
                    <a:cubicBezTo>
                      <a:pt x="392" y="892"/>
                      <a:pt x="457" y="758"/>
                      <a:pt x="559" y="654"/>
                    </a:cubicBezTo>
                    <a:cubicBezTo>
                      <a:pt x="617" y="654"/>
                      <a:pt x="674" y="628"/>
                      <a:pt x="713" y="577"/>
                    </a:cubicBezTo>
                    <a:cubicBezTo>
                      <a:pt x="745" y="533"/>
                      <a:pt x="784" y="500"/>
                      <a:pt x="822" y="474"/>
                    </a:cubicBezTo>
                    <a:cubicBezTo>
                      <a:pt x="842" y="462"/>
                      <a:pt x="861" y="449"/>
                      <a:pt x="881" y="443"/>
                    </a:cubicBezTo>
                    <a:cubicBezTo>
                      <a:pt x="893" y="435"/>
                      <a:pt x="906" y="429"/>
                      <a:pt x="920" y="423"/>
                    </a:cubicBezTo>
                    <a:cubicBezTo>
                      <a:pt x="983" y="397"/>
                      <a:pt x="1050" y="385"/>
                      <a:pt x="1117" y="385"/>
                    </a:cubicBezTo>
                    <a:close/>
                    <a:moveTo>
                      <a:pt x="1118" y="1"/>
                    </a:moveTo>
                    <a:cubicBezTo>
                      <a:pt x="944" y="1"/>
                      <a:pt x="778" y="46"/>
                      <a:pt x="636" y="135"/>
                    </a:cubicBezTo>
                    <a:cubicBezTo>
                      <a:pt x="0" y="462"/>
                      <a:pt x="6" y="931"/>
                      <a:pt x="39" y="1130"/>
                    </a:cubicBezTo>
                    <a:cubicBezTo>
                      <a:pt x="128" y="1631"/>
                      <a:pt x="668" y="2094"/>
                      <a:pt x="1220" y="2140"/>
                    </a:cubicBezTo>
                    <a:cubicBezTo>
                      <a:pt x="1247" y="2146"/>
                      <a:pt x="1279" y="2146"/>
                      <a:pt x="1311" y="2146"/>
                    </a:cubicBezTo>
                    <a:cubicBezTo>
                      <a:pt x="1736" y="2146"/>
                      <a:pt x="2069" y="1895"/>
                      <a:pt x="2231" y="1438"/>
                    </a:cubicBezTo>
                    <a:cubicBezTo>
                      <a:pt x="2430" y="874"/>
                      <a:pt x="2083" y="372"/>
                      <a:pt x="1671" y="147"/>
                    </a:cubicBezTo>
                    <a:cubicBezTo>
                      <a:pt x="1488" y="49"/>
                      <a:pt x="1299" y="1"/>
                      <a:pt x="1118"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5735150" y="2790200"/>
                <a:ext cx="40000" cy="34425"/>
              </a:xfrm>
              <a:custGeom>
                <a:avLst/>
                <a:gdLst/>
                <a:ahLst/>
                <a:cxnLst/>
                <a:rect l="l" t="t" r="r" b="b"/>
                <a:pathLst>
                  <a:path w="1600" h="1377" extrusionOk="0">
                    <a:moveTo>
                      <a:pt x="725" y="0"/>
                    </a:moveTo>
                    <a:cubicBezTo>
                      <a:pt x="658" y="0"/>
                      <a:pt x="591" y="12"/>
                      <a:pt x="528" y="38"/>
                    </a:cubicBezTo>
                    <a:cubicBezTo>
                      <a:pt x="514" y="44"/>
                      <a:pt x="501" y="50"/>
                      <a:pt x="489" y="58"/>
                    </a:cubicBezTo>
                    <a:cubicBezTo>
                      <a:pt x="469" y="64"/>
                      <a:pt x="450" y="77"/>
                      <a:pt x="430" y="89"/>
                    </a:cubicBezTo>
                    <a:cubicBezTo>
                      <a:pt x="392" y="115"/>
                      <a:pt x="353" y="148"/>
                      <a:pt x="321" y="192"/>
                    </a:cubicBezTo>
                    <a:cubicBezTo>
                      <a:pt x="282" y="243"/>
                      <a:pt x="225" y="269"/>
                      <a:pt x="167" y="269"/>
                    </a:cubicBezTo>
                    <a:cubicBezTo>
                      <a:pt x="65" y="373"/>
                      <a:pt x="0" y="507"/>
                      <a:pt x="26" y="681"/>
                    </a:cubicBezTo>
                    <a:cubicBezTo>
                      <a:pt x="83" y="1008"/>
                      <a:pt x="481" y="1343"/>
                      <a:pt x="861" y="1375"/>
                    </a:cubicBezTo>
                    <a:cubicBezTo>
                      <a:pt x="876" y="1376"/>
                      <a:pt x="891" y="1377"/>
                      <a:pt x="906" y="1377"/>
                    </a:cubicBezTo>
                    <a:cubicBezTo>
                      <a:pt x="1168" y="1377"/>
                      <a:pt x="1368" y="1223"/>
                      <a:pt x="1478" y="925"/>
                    </a:cubicBezTo>
                    <a:cubicBezTo>
                      <a:pt x="1600" y="566"/>
                      <a:pt x="1376" y="257"/>
                      <a:pt x="1098" y="103"/>
                    </a:cubicBezTo>
                    <a:cubicBezTo>
                      <a:pt x="989" y="43"/>
                      <a:pt x="856" y="0"/>
                      <a:pt x="725"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5042425" y="2727025"/>
                <a:ext cx="53250" cy="47900"/>
              </a:xfrm>
              <a:custGeom>
                <a:avLst/>
                <a:gdLst/>
                <a:ahLst/>
                <a:cxnLst/>
                <a:rect l="l" t="t" r="r" b="b"/>
                <a:pathLst>
                  <a:path w="2130" h="1916" extrusionOk="0">
                    <a:moveTo>
                      <a:pt x="1135" y="567"/>
                    </a:moveTo>
                    <a:cubicBezTo>
                      <a:pt x="1285" y="567"/>
                      <a:pt x="1412" y="650"/>
                      <a:pt x="1492" y="759"/>
                    </a:cubicBezTo>
                    <a:cubicBezTo>
                      <a:pt x="1602" y="907"/>
                      <a:pt x="1634" y="1138"/>
                      <a:pt x="1397" y="1337"/>
                    </a:cubicBezTo>
                    <a:cubicBezTo>
                      <a:pt x="1281" y="1430"/>
                      <a:pt x="1170" y="1463"/>
                      <a:pt x="1072" y="1463"/>
                    </a:cubicBezTo>
                    <a:cubicBezTo>
                      <a:pt x="978" y="1463"/>
                      <a:pt x="896" y="1433"/>
                      <a:pt x="831" y="1396"/>
                    </a:cubicBezTo>
                    <a:cubicBezTo>
                      <a:pt x="611" y="1274"/>
                      <a:pt x="477" y="1035"/>
                      <a:pt x="502" y="830"/>
                    </a:cubicBezTo>
                    <a:cubicBezTo>
                      <a:pt x="516" y="746"/>
                      <a:pt x="554" y="676"/>
                      <a:pt x="611" y="625"/>
                    </a:cubicBezTo>
                    <a:cubicBezTo>
                      <a:pt x="656" y="657"/>
                      <a:pt x="708" y="676"/>
                      <a:pt x="762" y="676"/>
                    </a:cubicBezTo>
                    <a:cubicBezTo>
                      <a:pt x="802" y="676"/>
                      <a:pt x="843" y="666"/>
                      <a:pt x="881" y="643"/>
                    </a:cubicBezTo>
                    <a:cubicBezTo>
                      <a:pt x="970" y="590"/>
                      <a:pt x="1056" y="567"/>
                      <a:pt x="1135" y="567"/>
                    </a:cubicBezTo>
                    <a:close/>
                    <a:moveTo>
                      <a:pt x="935" y="0"/>
                    </a:moveTo>
                    <a:cubicBezTo>
                      <a:pt x="915" y="0"/>
                      <a:pt x="895" y="3"/>
                      <a:pt x="875" y="8"/>
                    </a:cubicBezTo>
                    <a:cubicBezTo>
                      <a:pt x="232" y="162"/>
                      <a:pt x="85" y="554"/>
                      <a:pt x="53" y="773"/>
                    </a:cubicBezTo>
                    <a:cubicBezTo>
                      <a:pt x="1" y="1158"/>
                      <a:pt x="232" y="1583"/>
                      <a:pt x="611" y="1788"/>
                    </a:cubicBezTo>
                    <a:cubicBezTo>
                      <a:pt x="760" y="1871"/>
                      <a:pt x="920" y="1916"/>
                      <a:pt x="1074" y="1916"/>
                    </a:cubicBezTo>
                    <a:cubicBezTo>
                      <a:pt x="1287" y="1916"/>
                      <a:pt x="1498" y="1839"/>
                      <a:pt x="1685" y="1684"/>
                    </a:cubicBezTo>
                    <a:cubicBezTo>
                      <a:pt x="2129" y="1319"/>
                      <a:pt x="2083" y="811"/>
                      <a:pt x="1866" y="495"/>
                    </a:cubicBezTo>
                    <a:cubicBezTo>
                      <a:pt x="1705" y="271"/>
                      <a:pt x="1435" y="117"/>
                      <a:pt x="1127" y="109"/>
                    </a:cubicBezTo>
                    <a:cubicBezTo>
                      <a:pt x="1089" y="42"/>
                      <a:pt x="1016" y="0"/>
                      <a:pt x="935"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3"/>
              <p:cNvSpPr/>
              <p:nvPr/>
            </p:nvSpPr>
            <p:spPr>
              <a:xfrm>
                <a:off x="5054350" y="2741200"/>
                <a:ext cx="28950" cy="22425"/>
              </a:xfrm>
              <a:custGeom>
                <a:avLst/>
                <a:gdLst/>
                <a:ahLst/>
                <a:cxnLst/>
                <a:rect l="l" t="t" r="r" b="b"/>
                <a:pathLst>
                  <a:path w="1158" h="897" extrusionOk="0">
                    <a:moveTo>
                      <a:pt x="658" y="0"/>
                    </a:moveTo>
                    <a:cubicBezTo>
                      <a:pt x="579" y="0"/>
                      <a:pt x="493" y="23"/>
                      <a:pt x="404" y="76"/>
                    </a:cubicBezTo>
                    <a:cubicBezTo>
                      <a:pt x="366" y="99"/>
                      <a:pt x="325" y="109"/>
                      <a:pt x="285" y="109"/>
                    </a:cubicBezTo>
                    <a:cubicBezTo>
                      <a:pt x="231" y="109"/>
                      <a:pt x="179" y="90"/>
                      <a:pt x="134" y="58"/>
                    </a:cubicBezTo>
                    <a:cubicBezTo>
                      <a:pt x="77" y="109"/>
                      <a:pt x="39" y="179"/>
                      <a:pt x="25" y="263"/>
                    </a:cubicBezTo>
                    <a:cubicBezTo>
                      <a:pt x="0" y="468"/>
                      <a:pt x="134" y="707"/>
                      <a:pt x="354" y="829"/>
                    </a:cubicBezTo>
                    <a:cubicBezTo>
                      <a:pt x="419" y="866"/>
                      <a:pt x="501" y="896"/>
                      <a:pt x="595" y="896"/>
                    </a:cubicBezTo>
                    <a:cubicBezTo>
                      <a:pt x="693" y="896"/>
                      <a:pt x="804" y="863"/>
                      <a:pt x="920" y="770"/>
                    </a:cubicBezTo>
                    <a:cubicBezTo>
                      <a:pt x="1157" y="571"/>
                      <a:pt x="1125" y="340"/>
                      <a:pt x="1015" y="192"/>
                    </a:cubicBezTo>
                    <a:cubicBezTo>
                      <a:pt x="935" y="83"/>
                      <a:pt x="808" y="0"/>
                      <a:pt x="658"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3"/>
              <p:cNvSpPr/>
              <p:nvPr/>
            </p:nvSpPr>
            <p:spPr>
              <a:xfrm>
                <a:off x="3075250" y="2721200"/>
                <a:ext cx="71675" cy="63225"/>
              </a:xfrm>
              <a:custGeom>
                <a:avLst/>
                <a:gdLst/>
                <a:ahLst/>
                <a:cxnLst/>
                <a:rect l="l" t="t" r="r" b="b"/>
                <a:pathLst>
                  <a:path w="2867" h="2529" extrusionOk="0">
                    <a:moveTo>
                      <a:pt x="1311" y="454"/>
                    </a:moveTo>
                    <a:cubicBezTo>
                      <a:pt x="1468" y="454"/>
                      <a:pt x="1625" y="506"/>
                      <a:pt x="1754" y="574"/>
                    </a:cubicBezTo>
                    <a:cubicBezTo>
                      <a:pt x="2083" y="754"/>
                      <a:pt x="2346" y="1128"/>
                      <a:pt x="2198" y="1546"/>
                    </a:cubicBezTo>
                    <a:cubicBezTo>
                      <a:pt x="2073" y="1890"/>
                      <a:pt x="1849" y="2075"/>
                      <a:pt x="1546" y="2075"/>
                    </a:cubicBezTo>
                    <a:cubicBezTo>
                      <a:pt x="1522" y="2075"/>
                      <a:pt x="1497" y="2074"/>
                      <a:pt x="1472" y="2072"/>
                    </a:cubicBezTo>
                    <a:cubicBezTo>
                      <a:pt x="1029" y="2033"/>
                      <a:pt x="559" y="1647"/>
                      <a:pt x="489" y="1256"/>
                    </a:cubicBezTo>
                    <a:cubicBezTo>
                      <a:pt x="457" y="1057"/>
                      <a:pt x="534" y="896"/>
                      <a:pt x="662" y="774"/>
                    </a:cubicBezTo>
                    <a:cubicBezTo>
                      <a:pt x="727" y="774"/>
                      <a:pt x="798" y="742"/>
                      <a:pt x="836" y="683"/>
                    </a:cubicBezTo>
                    <a:cubicBezTo>
                      <a:pt x="881" y="632"/>
                      <a:pt x="926" y="588"/>
                      <a:pt x="970" y="555"/>
                    </a:cubicBezTo>
                    <a:cubicBezTo>
                      <a:pt x="997" y="543"/>
                      <a:pt x="1015" y="535"/>
                      <a:pt x="1035" y="523"/>
                    </a:cubicBezTo>
                    <a:cubicBezTo>
                      <a:pt x="1054" y="517"/>
                      <a:pt x="1068" y="511"/>
                      <a:pt x="1080" y="497"/>
                    </a:cubicBezTo>
                    <a:cubicBezTo>
                      <a:pt x="1155" y="467"/>
                      <a:pt x="1233" y="454"/>
                      <a:pt x="1311" y="454"/>
                    </a:cubicBezTo>
                    <a:close/>
                    <a:moveTo>
                      <a:pt x="1317" y="1"/>
                    </a:moveTo>
                    <a:cubicBezTo>
                      <a:pt x="1110" y="1"/>
                      <a:pt x="913" y="55"/>
                      <a:pt x="745" y="163"/>
                    </a:cubicBezTo>
                    <a:cubicBezTo>
                      <a:pt x="0" y="549"/>
                      <a:pt x="6" y="1101"/>
                      <a:pt x="45" y="1333"/>
                    </a:cubicBezTo>
                    <a:cubicBezTo>
                      <a:pt x="148" y="1923"/>
                      <a:pt x="784" y="2471"/>
                      <a:pt x="1433" y="2528"/>
                    </a:cubicBezTo>
                    <a:lnTo>
                      <a:pt x="1543" y="2528"/>
                    </a:lnTo>
                    <a:cubicBezTo>
                      <a:pt x="2044" y="2528"/>
                      <a:pt x="2436" y="2232"/>
                      <a:pt x="2623" y="1700"/>
                    </a:cubicBezTo>
                    <a:cubicBezTo>
                      <a:pt x="2866" y="1030"/>
                      <a:pt x="2456" y="440"/>
                      <a:pt x="1973" y="176"/>
                    </a:cubicBezTo>
                    <a:cubicBezTo>
                      <a:pt x="1755" y="59"/>
                      <a:pt x="1530" y="1"/>
                      <a:pt x="1317"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3086650" y="2732550"/>
                <a:ext cx="47275" cy="40550"/>
              </a:xfrm>
              <a:custGeom>
                <a:avLst/>
                <a:gdLst/>
                <a:ahLst/>
                <a:cxnLst/>
                <a:rect l="l" t="t" r="r" b="b"/>
                <a:pathLst>
                  <a:path w="1891" h="1622" extrusionOk="0">
                    <a:moveTo>
                      <a:pt x="855" y="0"/>
                    </a:moveTo>
                    <a:cubicBezTo>
                      <a:pt x="777" y="0"/>
                      <a:pt x="699" y="13"/>
                      <a:pt x="624" y="43"/>
                    </a:cubicBezTo>
                    <a:cubicBezTo>
                      <a:pt x="612" y="57"/>
                      <a:pt x="598" y="63"/>
                      <a:pt x="579" y="69"/>
                    </a:cubicBezTo>
                    <a:cubicBezTo>
                      <a:pt x="559" y="81"/>
                      <a:pt x="541" y="89"/>
                      <a:pt x="514" y="101"/>
                    </a:cubicBezTo>
                    <a:cubicBezTo>
                      <a:pt x="470" y="134"/>
                      <a:pt x="425" y="178"/>
                      <a:pt x="380" y="229"/>
                    </a:cubicBezTo>
                    <a:cubicBezTo>
                      <a:pt x="342" y="288"/>
                      <a:pt x="271" y="320"/>
                      <a:pt x="206" y="320"/>
                    </a:cubicBezTo>
                    <a:cubicBezTo>
                      <a:pt x="78" y="442"/>
                      <a:pt x="1" y="603"/>
                      <a:pt x="33" y="802"/>
                    </a:cubicBezTo>
                    <a:cubicBezTo>
                      <a:pt x="103" y="1193"/>
                      <a:pt x="573" y="1579"/>
                      <a:pt x="1016" y="1618"/>
                    </a:cubicBezTo>
                    <a:cubicBezTo>
                      <a:pt x="1041" y="1620"/>
                      <a:pt x="1066" y="1621"/>
                      <a:pt x="1090" y="1621"/>
                    </a:cubicBezTo>
                    <a:cubicBezTo>
                      <a:pt x="1393" y="1621"/>
                      <a:pt x="1617" y="1436"/>
                      <a:pt x="1742" y="1092"/>
                    </a:cubicBezTo>
                    <a:cubicBezTo>
                      <a:pt x="1890" y="674"/>
                      <a:pt x="1627" y="300"/>
                      <a:pt x="1298" y="120"/>
                    </a:cubicBezTo>
                    <a:cubicBezTo>
                      <a:pt x="1169" y="52"/>
                      <a:pt x="1012" y="0"/>
                      <a:pt x="855"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2673075" y="2861575"/>
                <a:ext cx="60750" cy="53650"/>
              </a:xfrm>
              <a:custGeom>
                <a:avLst/>
                <a:gdLst/>
                <a:ahLst/>
                <a:cxnLst/>
                <a:rect l="l" t="t" r="r" b="b"/>
                <a:pathLst>
                  <a:path w="2430" h="2146" extrusionOk="0">
                    <a:moveTo>
                      <a:pt x="1117" y="385"/>
                    </a:moveTo>
                    <a:cubicBezTo>
                      <a:pt x="1248" y="385"/>
                      <a:pt x="1381" y="427"/>
                      <a:pt x="1490" y="487"/>
                    </a:cubicBezTo>
                    <a:cubicBezTo>
                      <a:pt x="1768" y="641"/>
                      <a:pt x="1992" y="956"/>
                      <a:pt x="1870" y="1309"/>
                    </a:cubicBezTo>
                    <a:cubicBezTo>
                      <a:pt x="1762" y="1603"/>
                      <a:pt x="1565" y="1762"/>
                      <a:pt x="1309" y="1762"/>
                    </a:cubicBezTo>
                    <a:cubicBezTo>
                      <a:pt x="1291" y="1762"/>
                      <a:pt x="1272" y="1761"/>
                      <a:pt x="1253" y="1760"/>
                    </a:cubicBezTo>
                    <a:cubicBezTo>
                      <a:pt x="873" y="1727"/>
                      <a:pt x="475" y="1393"/>
                      <a:pt x="418" y="1066"/>
                    </a:cubicBezTo>
                    <a:cubicBezTo>
                      <a:pt x="392" y="891"/>
                      <a:pt x="457" y="757"/>
                      <a:pt x="559" y="654"/>
                    </a:cubicBezTo>
                    <a:cubicBezTo>
                      <a:pt x="617" y="654"/>
                      <a:pt x="674" y="628"/>
                      <a:pt x="713" y="577"/>
                    </a:cubicBezTo>
                    <a:cubicBezTo>
                      <a:pt x="745" y="532"/>
                      <a:pt x="784" y="500"/>
                      <a:pt x="822" y="473"/>
                    </a:cubicBezTo>
                    <a:cubicBezTo>
                      <a:pt x="842" y="461"/>
                      <a:pt x="861" y="455"/>
                      <a:pt x="881" y="442"/>
                    </a:cubicBezTo>
                    <a:cubicBezTo>
                      <a:pt x="893" y="435"/>
                      <a:pt x="906" y="429"/>
                      <a:pt x="920" y="422"/>
                    </a:cubicBezTo>
                    <a:cubicBezTo>
                      <a:pt x="983" y="396"/>
                      <a:pt x="1050" y="385"/>
                      <a:pt x="1117" y="385"/>
                    </a:cubicBezTo>
                    <a:close/>
                    <a:moveTo>
                      <a:pt x="1118" y="0"/>
                    </a:moveTo>
                    <a:cubicBezTo>
                      <a:pt x="944" y="0"/>
                      <a:pt x="778" y="45"/>
                      <a:pt x="636" y="134"/>
                    </a:cubicBezTo>
                    <a:cubicBezTo>
                      <a:pt x="0" y="461"/>
                      <a:pt x="6" y="936"/>
                      <a:pt x="39" y="1129"/>
                    </a:cubicBezTo>
                    <a:cubicBezTo>
                      <a:pt x="128" y="1630"/>
                      <a:pt x="668" y="2093"/>
                      <a:pt x="1220" y="2145"/>
                    </a:cubicBezTo>
                    <a:lnTo>
                      <a:pt x="1311" y="2145"/>
                    </a:lnTo>
                    <a:cubicBezTo>
                      <a:pt x="1736" y="2145"/>
                      <a:pt x="2069" y="1894"/>
                      <a:pt x="2231" y="1437"/>
                    </a:cubicBezTo>
                    <a:cubicBezTo>
                      <a:pt x="2430" y="873"/>
                      <a:pt x="2083" y="371"/>
                      <a:pt x="1671" y="146"/>
                    </a:cubicBezTo>
                    <a:cubicBezTo>
                      <a:pt x="1488" y="48"/>
                      <a:pt x="1299" y="0"/>
                      <a:pt x="1118"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2682875" y="2871175"/>
                <a:ext cx="40000" cy="34475"/>
              </a:xfrm>
              <a:custGeom>
                <a:avLst/>
                <a:gdLst/>
                <a:ahLst/>
                <a:cxnLst/>
                <a:rect l="l" t="t" r="r" b="b"/>
                <a:pathLst>
                  <a:path w="1600" h="1379" extrusionOk="0">
                    <a:moveTo>
                      <a:pt x="725" y="1"/>
                    </a:moveTo>
                    <a:cubicBezTo>
                      <a:pt x="658" y="1"/>
                      <a:pt x="591" y="12"/>
                      <a:pt x="528" y="38"/>
                    </a:cubicBezTo>
                    <a:cubicBezTo>
                      <a:pt x="514" y="45"/>
                      <a:pt x="501" y="51"/>
                      <a:pt x="489" y="58"/>
                    </a:cubicBezTo>
                    <a:cubicBezTo>
                      <a:pt x="469" y="71"/>
                      <a:pt x="450" y="77"/>
                      <a:pt x="430" y="89"/>
                    </a:cubicBezTo>
                    <a:cubicBezTo>
                      <a:pt x="392" y="116"/>
                      <a:pt x="353" y="148"/>
                      <a:pt x="321" y="193"/>
                    </a:cubicBezTo>
                    <a:cubicBezTo>
                      <a:pt x="282" y="244"/>
                      <a:pt x="225" y="270"/>
                      <a:pt x="167" y="270"/>
                    </a:cubicBezTo>
                    <a:cubicBezTo>
                      <a:pt x="65" y="373"/>
                      <a:pt x="0" y="507"/>
                      <a:pt x="26" y="682"/>
                    </a:cubicBezTo>
                    <a:cubicBezTo>
                      <a:pt x="83" y="1009"/>
                      <a:pt x="481" y="1343"/>
                      <a:pt x="861" y="1376"/>
                    </a:cubicBezTo>
                    <a:cubicBezTo>
                      <a:pt x="880" y="1377"/>
                      <a:pt x="899" y="1378"/>
                      <a:pt x="917" y="1378"/>
                    </a:cubicBezTo>
                    <a:cubicBezTo>
                      <a:pt x="1173" y="1378"/>
                      <a:pt x="1370" y="1219"/>
                      <a:pt x="1478" y="925"/>
                    </a:cubicBezTo>
                    <a:cubicBezTo>
                      <a:pt x="1600" y="572"/>
                      <a:pt x="1376" y="257"/>
                      <a:pt x="1098" y="103"/>
                    </a:cubicBezTo>
                    <a:cubicBezTo>
                      <a:pt x="989" y="43"/>
                      <a:pt x="856" y="1"/>
                      <a:pt x="725"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2273600" y="2704850"/>
                <a:ext cx="53225" cy="47900"/>
              </a:xfrm>
              <a:custGeom>
                <a:avLst/>
                <a:gdLst/>
                <a:ahLst/>
                <a:cxnLst/>
                <a:rect l="l" t="t" r="r" b="b"/>
                <a:pathLst>
                  <a:path w="2129" h="1916" extrusionOk="0">
                    <a:moveTo>
                      <a:pt x="1140" y="569"/>
                    </a:moveTo>
                    <a:cubicBezTo>
                      <a:pt x="1290" y="569"/>
                      <a:pt x="1417" y="651"/>
                      <a:pt x="1492" y="759"/>
                    </a:cubicBezTo>
                    <a:cubicBezTo>
                      <a:pt x="1601" y="913"/>
                      <a:pt x="1634" y="1144"/>
                      <a:pt x="1396" y="1337"/>
                    </a:cubicBezTo>
                    <a:cubicBezTo>
                      <a:pt x="1282" y="1432"/>
                      <a:pt x="1172" y="1466"/>
                      <a:pt x="1075" y="1466"/>
                    </a:cubicBezTo>
                    <a:cubicBezTo>
                      <a:pt x="980" y="1466"/>
                      <a:pt x="896" y="1434"/>
                      <a:pt x="830" y="1396"/>
                    </a:cubicBezTo>
                    <a:cubicBezTo>
                      <a:pt x="617" y="1280"/>
                      <a:pt x="477" y="1035"/>
                      <a:pt x="502" y="836"/>
                    </a:cubicBezTo>
                    <a:cubicBezTo>
                      <a:pt x="515" y="747"/>
                      <a:pt x="560" y="682"/>
                      <a:pt x="617" y="625"/>
                    </a:cubicBezTo>
                    <a:cubicBezTo>
                      <a:pt x="659" y="661"/>
                      <a:pt x="713" y="682"/>
                      <a:pt x="768" y="682"/>
                    </a:cubicBezTo>
                    <a:cubicBezTo>
                      <a:pt x="807" y="682"/>
                      <a:pt x="846" y="671"/>
                      <a:pt x="881" y="649"/>
                    </a:cubicBezTo>
                    <a:cubicBezTo>
                      <a:pt x="971" y="593"/>
                      <a:pt x="1059" y="569"/>
                      <a:pt x="1140" y="569"/>
                    </a:cubicBezTo>
                    <a:close/>
                    <a:moveTo>
                      <a:pt x="936" y="1"/>
                    </a:moveTo>
                    <a:cubicBezTo>
                      <a:pt x="918" y="1"/>
                      <a:pt x="899" y="3"/>
                      <a:pt x="881" y="8"/>
                    </a:cubicBezTo>
                    <a:cubicBezTo>
                      <a:pt x="232" y="168"/>
                      <a:pt x="85" y="560"/>
                      <a:pt x="59" y="773"/>
                    </a:cubicBezTo>
                    <a:cubicBezTo>
                      <a:pt x="0" y="1165"/>
                      <a:pt x="232" y="1583"/>
                      <a:pt x="611" y="1794"/>
                    </a:cubicBezTo>
                    <a:cubicBezTo>
                      <a:pt x="759" y="1877"/>
                      <a:pt x="920" y="1916"/>
                      <a:pt x="1074" y="1916"/>
                    </a:cubicBezTo>
                    <a:cubicBezTo>
                      <a:pt x="1293" y="1916"/>
                      <a:pt x="1498" y="1839"/>
                      <a:pt x="1685" y="1691"/>
                    </a:cubicBezTo>
                    <a:cubicBezTo>
                      <a:pt x="2129" y="1325"/>
                      <a:pt x="2090" y="817"/>
                      <a:pt x="1865" y="503"/>
                    </a:cubicBezTo>
                    <a:cubicBezTo>
                      <a:pt x="1705" y="278"/>
                      <a:pt x="1435" y="123"/>
                      <a:pt x="1132" y="117"/>
                    </a:cubicBezTo>
                    <a:cubicBezTo>
                      <a:pt x="1089" y="48"/>
                      <a:pt x="1017" y="1"/>
                      <a:pt x="93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3"/>
              <p:cNvSpPr/>
              <p:nvPr/>
            </p:nvSpPr>
            <p:spPr>
              <a:xfrm>
                <a:off x="2285500" y="2719075"/>
                <a:ext cx="28950" cy="22425"/>
              </a:xfrm>
              <a:custGeom>
                <a:avLst/>
                <a:gdLst/>
                <a:ahLst/>
                <a:cxnLst/>
                <a:rect l="l" t="t" r="r" b="b"/>
                <a:pathLst>
                  <a:path w="1158" h="897" extrusionOk="0">
                    <a:moveTo>
                      <a:pt x="664" y="0"/>
                    </a:moveTo>
                    <a:cubicBezTo>
                      <a:pt x="583" y="0"/>
                      <a:pt x="495" y="24"/>
                      <a:pt x="405" y="80"/>
                    </a:cubicBezTo>
                    <a:cubicBezTo>
                      <a:pt x="370" y="102"/>
                      <a:pt x="331" y="113"/>
                      <a:pt x="292" y="113"/>
                    </a:cubicBezTo>
                    <a:cubicBezTo>
                      <a:pt x="237" y="113"/>
                      <a:pt x="183" y="92"/>
                      <a:pt x="141" y="56"/>
                    </a:cubicBezTo>
                    <a:cubicBezTo>
                      <a:pt x="84" y="113"/>
                      <a:pt x="39" y="178"/>
                      <a:pt x="26" y="267"/>
                    </a:cubicBezTo>
                    <a:cubicBezTo>
                      <a:pt x="1" y="466"/>
                      <a:pt x="141" y="711"/>
                      <a:pt x="354" y="827"/>
                    </a:cubicBezTo>
                    <a:cubicBezTo>
                      <a:pt x="420" y="865"/>
                      <a:pt x="504" y="897"/>
                      <a:pt x="599" y="897"/>
                    </a:cubicBezTo>
                    <a:cubicBezTo>
                      <a:pt x="696" y="897"/>
                      <a:pt x="806" y="863"/>
                      <a:pt x="920" y="768"/>
                    </a:cubicBezTo>
                    <a:cubicBezTo>
                      <a:pt x="1158" y="575"/>
                      <a:pt x="1125" y="344"/>
                      <a:pt x="1016" y="190"/>
                    </a:cubicBezTo>
                    <a:cubicBezTo>
                      <a:pt x="941" y="82"/>
                      <a:pt x="814" y="0"/>
                      <a:pt x="664"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3"/>
              <p:cNvSpPr/>
              <p:nvPr/>
            </p:nvSpPr>
            <p:spPr>
              <a:xfrm>
                <a:off x="4275525" y="2883175"/>
                <a:ext cx="71675" cy="63350"/>
              </a:xfrm>
              <a:custGeom>
                <a:avLst/>
                <a:gdLst/>
                <a:ahLst/>
                <a:cxnLst/>
                <a:rect l="l" t="t" r="r" b="b"/>
                <a:pathLst>
                  <a:path w="2867" h="2534" extrusionOk="0">
                    <a:moveTo>
                      <a:pt x="1311" y="457"/>
                    </a:moveTo>
                    <a:cubicBezTo>
                      <a:pt x="1468" y="457"/>
                      <a:pt x="1625" y="505"/>
                      <a:pt x="1754" y="573"/>
                    </a:cubicBezTo>
                    <a:cubicBezTo>
                      <a:pt x="2083" y="754"/>
                      <a:pt x="2353" y="1127"/>
                      <a:pt x="2198" y="1545"/>
                    </a:cubicBezTo>
                    <a:cubicBezTo>
                      <a:pt x="2073" y="1894"/>
                      <a:pt x="1850" y="2075"/>
                      <a:pt x="1548" y="2075"/>
                    </a:cubicBezTo>
                    <a:cubicBezTo>
                      <a:pt x="1523" y="2075"/>
                      <a:pt x="1498" y="2074"/>
                      <a:pt x="1472" y="2071"/>
                    </a:cubicBezTo>
                    <a:cubicBezTo>
                      <a:pt x="1029" y="2033"/>
                      <a:pt x="559" y="1647"/>
                      <a:pt x="489" y="1255"/>
                    </a:cubicBezTo>
                    <a:cubicBezTo>
                      <a:pt x="457" y="1056"/>
                      <a:pt x="540" y="896"/>
                      <a:pt x="662" y="774"/>
                    </a:cubicBezTo>
                    <a:cubicBezTo>
                      <a:pt x="727" y="774"/>
                      <a:pt x="798" y="742"/>
                      <a:pt x="836" y="683"/>
                    </a:cubicBezTo>
                    <a:cubicBezTo>
                      <a:pt x="881" y="632"/>
                      <a:pt x="926" y="587"/>
                      <a:pt x="971" y="555"/>
                    </a:cubicBezTo>
                    <a:cubicBezTo>
                      <a:pt x="997" y="549"/>
                      <a:pt x="1015" y="535"/>
                      <a:pt x="1035" y="529"/>
                    </a:cubicBezTo>
                    <a:cubicBezTo>
                      <a:pt x="1054" y="522"/>
                      <a:pt x="1068" y="510"/>
                      <a:pt x="1080" y="496"/>
                    </a:cubicBezTo>
                    <a:cubicBezTo>
                      <a:pt x="1155" y="469"/>
                      <a:pt x="1233" y="457"/>
                      <a:pt x="1311" y="457"/>
                    </a:cubicBezTo>
                    <a:close/>
                    <a:moveTo>
                      <a:pt x="1317" y="0"/>
                    </a:moveTo>
                    <a:cubicBezTo>
                      <a:pt x="1110" y="0"/>
                      <a:pt x="914" y="55"/>
                      <a:pt x="745" y="163"/>
                    </a:cubicBezTo>
                    <a:cubicBezTo>
                      <a:pt x="0" y="549"/>
                      <a:pt x="7" y="1101"/>
                      <a:pt x="45" y="1332"/>
                    </a:cubicBezTo>
                    <a:cubicBezTo>
                      <a:pt x="148" y="1923"/>
                      <a:pt x="784" y="2471"/>
                      <a:pt x="1433" y="2528"/>
                    </a:cubicBezTo>
                    <a:cubicBezTo>
                      <a:pt x="1472" y="2528"/>
                      <a:pt x="1511" y="2534"/>
                      <a:pt x="1549" y="2534"/>
                    </a:cubicBezTo>
                    <a:cubicBezTo>
                      <a:pt x="2044" y="2534"/>
                      <a:pt x="2436" y="2232"/>
                      <a:pt x="2629" y="1699"/>
                    </a:cubicBezTo>
                    <a:cubicBezTo>
                      <a:pt x="2866" y="1030"/>
                      <a:pt x="2456" y="445"/>
                      <a:pt x="1973" y="175"/>
                    </a:cubicBezTo>
                    <a:cubicBezTo>
                      <a:pt x="1755" y="58"/>
                      <a:pt x="1530" y="0"/>
                      <a:pt x="1317"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3"/>
              <p:cNvSpPr/>
              <p:nvPr/>
            </p:nvSpPr>
            <p:spPr>
              <a:xfrm>
                <a:off x="4286925" y="2894575"/>
                <a:ext cx="47425" cy="40475"/>
              </a:xfrm>
              <a:custGeom>
                <a:avLst/>
                <a:gdLst/>
                <a:ahLst/>
                <a:cxnLst/>
                <a:rect l="l" t="t" r="r" b="b"/>
                <a:pathLst>
                  <a:path w="1897" h="1619" extrusionOk="0">
                    <a:moveTo>
                      <a:pt x="855" y="1"/>
                    </a:moveTo>
                    <a:cubicBezTo>
                      <a:pt x="777" y="1"/>
                      <a:pt x="699" y="13"/>
                      <a:pt x="624" y="40"/>
                    </a:cubicBezTo>
                    <a:cubicBezTo>
                      <a:pt x="612" y="54"/>
                      <a:pt x="598" y="66"/>
                      <a:pt x="579" y="73"/>
                    </a:cubicBezTo>
                    <a:cubicBezTo>
                      <a:pt x="559" y="79"/>
                      <a:pt x="541" y="93"/>
                      <a:pt x="515" y="99"/>
                    </a:cubicBezTo>
                    <a:cubicBezTo>
                      <a:pt x="470" y="131"/>
                      <a:pt x="425" y="176"/>
                      <a:pt x="380" y="227"/>
                    </a:cubicBezTo>
                    <a:cubicBezTo>
                      <a:pt x="342" y="286"/>
                      <a:pt x="271" y="318"/>
                      <a:pt x="206" y="318"/>
                    </a:cubicBezTo>
                    <a:cubicBezTo>
                      <a:pt x="84" y="440"/>
                      <a:pt x="1" y="600"/>
                      <a:pt x="33" y="799"/>
                    </a:cubicBezTo>
                    <a:cubicBezTo>
                      <a:pt x="103" y="1191"/>
                      <a:pt x="573" y="1577"/>
                      <a:pt x="1016" y="1615"/>
                    </a:cubicBezTo>
                    <a:cubicBezTo>
                      <a:pt x="1042" y="1618"/>
                      <a:pt x="1067" y="1619"/>
                      <a:pt x="1092" y="1619"/>
                    </a:cubicBezTo>
                    <a:cubicBezTo>
                      <a:pt x="1394" y="1619"/>
                      <a:pt x="1617" y="1438"/>
                      <a:pt x="1742" y="1089"/>
                    </a:cubicBezTo>
                    <a:cubicBezTo>
                      <a:pt x="1897" y="671"/>
                      <a:pt x="1627" y="298"/>
                      <a:pt x="1298" y="117"/>
                    </a:cubicBezTo>
                    <a:cubicBezTo>
                      <a:pt x="1169" y="49"/>
                      <a:pt x="1012" y="1"/>
                      <a:pt x="855"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3"/>
              <p:cNvSpPr/>
              <p:nvPr/>
            </p:nvSpPr>
            <p:spPr>
              <a:xfrm>
                <a:off x="1844775" y="2879975"/>
                <a:ext cx="60750" cy="53725"/>
              </a:xfrm>
              <a:custGeom>
                <a:avLst/>
                <a:gdLst/>
                <a:ahLst/>
                <a:cxnLst/>
                <a:rect l="l" t="t" r="r" b="b"/>
                <a:pathLst>
                  <a:path w="2430" h="2149" extrusionOk="0">
                    <a:moveTo>
                      <a:pt x="1105" y="386"/>
                    </a:moveTo>
                    <a:cubicBezTo>
                      <a:pt x="1241" y="386"/>
                      <a:pt x="1376" y="430"/>
                      <a:pt x="1484" y="490"/>
                    </a:cubicBezTo>
                    <a:cubicBezTo>
                      <a:pt x="1760" y="638"/>
                      <a:pt x="1992" y="953"/>
                      <a:pt x="1864" y="1306"/>
                    </a:cubicBezTo>
                    <a:cubicBezTo>
                      <a:pt x="1756" y="1605"/>
                      <a:pt x="1564" y="1759"/>
                      <a:pt x="1305" y="1759"/>
                    </a:cubicBezTo>
                    <a:cubicBezTo>
                      <a:pt x="1286" y="1759"/>
                      <a:pt x="1267" y="1758"/>
                      <a:pt x="1247" y="1756"/>
                    </a:cubicBezTo>
                    <a:cubicBezTo>
                      <a:pt x="867" y="1724"/>
                      <a:pt x="469" y="1396"/>
                      <a:pt x="411" y="1062"/>
                    </a:cubicBezTo>
                    <a:cubicBezTo>
                      <a:pt x="386" y="894"/>
                      <a:pt x="449" y="760"/>
                      <a:pt x="559" y="657"/>
                    </a:cubicBezTo>
                    <a:cubicBezTo>
                      <a:pt x="610" y="657"/>
                      <a:pt x="668" y="624"/>
                      <a:pt x="707" y="580"/>
                    </a:cubicBezTo>
                    <a:cubicBezTo>
                      <a:pt x="739" y="535"/>
                      <a:pt x="778" y="496"/>
                      <a:pt x="822" y="470"/>
                    </a:cubicBezTo>
                    <a:cubicBezTo>
                      <a:pt x="841" y="464"/>
                      <a:pt x="855" y="451"/>
                      <a:pt x="873" y="445"/>
                    </a:cubicBezTo>
                    <a:cubicBezTo>
                      <a:pt x="887" y="439"/>
                      <a:pt x="906" y="431"/>
                      <a:pt x="912" y="419"/>
                    </a:cubicBezTo>
                    <a:cubicBezTo>
                      <a:pt x="974" y="396"/>
                      <a:pt x="1040" y="386"/>
                      <a:pt x="1105" y="386"/>
                    </a:cubicBezTo>
                    <a:close/>
                    <a:moveTo>
                      <a:pt x="1116" y="1"/>
                    </a:moveTo>
                    <a:cubicBezTo>
                      <a:pt x="940" y="1"/>
                      <a:pt x="773" y="47"/>
                      <a:pt x="630" y="137"/>
                    </a:cubicBezTo>
                    <a:cubicBezTo>
                      <a:pt x="0" y="464"/>
                      <a:pt x="0" y="933"/>
                      <a:pt x="39" y="1126"/>
                    </a:cubicBezTo>
                    <a:cubicBezTo>
                      <a:pt x="122" y="1627"/>
                      <a:pt x="662" y="2097"/>
                      <a:pt x="1214" y="2142"/>
                    </a:cubicBezTo>
                    <a:cubicBezTo>
                      <a:pt x="1247" y="2142"/>
                      <a:pt x="1279" y="2148"/>
                      <a:pt x="1311" y="2148"/>
                    </a:cubicBezTo>
                    <a:cubicBezTo>
                      <a:pt x="1728" y="2148"/>
                      <a:pt x="2063" y="1891"/>
                      <a:pt x="2223" y="1442"/>
                    </a:cubicBezTo>
                    <a:cubicBezTo>
                      <a:pt x="2430" y="876"/>
                      <a:pt x="2075" y="374"/>
                      <a:pt x="1671" y="149"/>
                    </a:cubicBezTo>
                    <a:cubicBezTo>
                      <a:pt x="1486" y="49"/>
                      <a:pt x="1296" y="1"/>
                      <a:pt x="111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3"/>
              <p:cNvSpPr/>
              <p:nvPr/>
            </p:nvSpPr>
            <p:spPr>
              <a:xfrm>
                <a:off x="1854400" y="2889625"/>
                <a:ext cx="40175" cy="34350"/>
              </a:xfrm>
              <a:custGeom>
                <a:avLst/>
                <a:gdLst/>
                <a:ahLst/>
                <a:cxnLst/>
                <a:rect l="l" t="t" r="r" b="b"/>
                <a:pathLst>
                  <a:path w="1607" h="1374" extrusionOk="0">
                    <a:moveTo>
                      <a:pt x="720" y="0"/>
                    </a:moveTo>
                    <a:cubicBezTo>
                      <a:pt x="655" y="0"/>
                      <a:pt x="589" y="10"/>
                      <a:pt x="527" y="33"/>
                    </a:cubicBezTo>
                    <a:cubicBezTo>
                      <a:pt x="521" y="45"/>
                      <a:pt x="502" y="53"/>
                      <a:pt x="488" y="59"/>
                    </a:cubicBezTo>
                    <a:cubicBezTo>
                      <a:pt x="470" y="65"/>
                      <a:pt x="456" y="78"/>
                      <a:pt x="437" y="84"/>
                    </a:cubicBezTo>
                    <a:cubicBezTo>
                      <a:pt x="393" y="110"/>
                      <a:pt x="354" y="149"/>
                      <a:pt x="322" y="194"/>
                    </a:cubicBezTo>
                    <a:cubicBezTo>
                      <a:pt x="283" y="238"/>
                      <a:pt x="225" y="271"/>
                      <a:pt x="174" y="271"/>
                    </a:cubicBezTo>
                    <a:cubicBezTo>
                      <a:pt x="64" y="374"/>
                      <a:pt x="1" y="508"/>
                      <a:pt x="26" y="676"/>
                    </a:cubicBezTo>
                    <a:cubicBezTo>
                      <a:pt x="84" y="1010"/>
                      <a:pt x="482" y="1338"/>
                      <a:pt x="862" y="1370"/>
                    </a:cubicBezTo>
                    <a:cubicBezTo>
                      <a:pt x="882" y="1372"/>
                      <a:pt x="901" y="1373"/>
                      <a:pt x="920" y="1373"/>
                    </a:cubicBezTo>
                    <a:cubicBezTo>
                      <a:pt x="1179" y="1373"/>
                      <a:pt x="1371" y="1219"/>
                      <a:pt x="1479" y="920"/>
                    </a:cubicBezTo>
                    <a:cubicBezTo>
                      <a:pt x="1607" y="567"/>
                      <a:pt x="1375" y="252"/>
                      <a:pt x="1099" y="104"/>
                    </a:cubicBezTo>
                    <a:cubicBezTo>
                      <a:pt x="991" y="44"/>
                      <a:pt x="856" y="0"/>
                      <a:pt x="720"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3"/>
              <p:cNvSpPr/>
              <p:nvPr/>
            </p:nvSpPr>
            <p:spPr>
              <a:xfrm>
                <a:off x="3945300" y="2704850"/>
                <a:ext cx="53050" cy="47900"/>
              </a:xfrm>
              <a:custGeom>
                <a:avLst/>
                <a:gdLst/>
                <a:ahLst/>
                <a:cxnLst/>
                <a:rect l="l" t="t" r="r" b="b"/>
                <a:pathLst>
                  <a:path w="2122" h="1916" extrusionOk="0">
                    <a:moveTo>
                      <a:pt x="1135" y="569"/>
                    </a:moveTo>
                    <a:cubicBezTo>
                      <a:pt x="1285" y="569"/>
                      <a:pt x="1413" y="651"/>
                      <a:pt x="1492" y="759"/>
                    </a:cubicBezTo>
                    <a:cubicBezTo>
                      <a:pt x="1596" y="913"/>
                      <a:pt x="1628" y="1144"/>
                      <a:pt x="1389" y="1337"/>
                    </a:cubicBezTo>
                    <a:cubicBezTo>
                      <a:pt x="1279" y="1432"/>
                      <a:pt x="1171" y="1466"/>
                      <a:pt x="1074" y="1466"/>
                    </a:cubicBezTo>
                    <a:cubicBezTo>
                      <a:pt x="979" y="1466"/>
                      <a:pt x="894" y="1434"/>
                      <a:pt x="824" y="1396"/>
                    </a:cubicBezTo>
                    <a:cubicBezTo>
                      <a:pt x="612" y="1280"/>
                      <a:pt x="471" y="1035"/>
                      <a:pt x="496" y="836"/>
                    </a:cubicBezTo>
                    <a:cubicBezTo>
                      <a:pt x="510" y="747"/>
                      <a:pt x="555" y="682"/>
                      <a:pt x="612" y="625"/>
                    </a:cubicBezTo>
                    <a:cubicBezTo>
                      <a:pt x="653" y="661"/>
                      <a:pt x="707" y="682"/>
                      <a:pt x="762" y="682"/>
                    </a:cubicBezTo>
                    <a:cubicBezTo>
                      <a:pt x="801" y="682"/>
                      <a:pt x="841" y="671"/>
                      <a:pt x="875" y="649"/>
                    </a:cubicBezTo>
                    <a:cubicBezTo>
                      <a:pt x="966" y="593"/>
                      <a:pt x="1054" y="569"/>
                      <a:pt x="1135" y="569"/>
                    </a:cubicBezTo>
                    <a:close/>
                    <a:moveTo>
                      <a:pt x="930" y="1"/>
                    </a:moveTo>
                    <a:cubicBezTo>
                      <a:pt x="912" y="1"/>
                      <a:pt x="894" y="3"/>
                      <a:pt x="875" y="8"/>
                    </a:cubicBezTo>
                    <a:cubicBezTo>
                      <a:pt x="226" y="168"/>
                      <a:pt x="78" y="560"/>
                      <a:pt x="53" y="773"/>
                    </a:cubicBezTo>
                    <a:cubicBezTo>
                      <a:pt x="1" y="1165"/>
                      <a:pt x="226" y="1583"/>
                      <a:pt x="605" y="1794"/>
                    </a:cubicBezTo>
                    <a:cubicBezTo>
                      <a:pt x="753" y="1877"/>
                      <a:pt x="914" y="1916"/>
                      <a:pt x="1068" y="1916"/>
                    </a:cubicBezTo>
                    <a:cubicBezTo>
                      <a:pt x="1287" y="1916"/>
                      <a:pt x="1499" y="1839"/>
                      <a:pt x="1679" y="1691"/>
                    </a:cubicBezTo>
                    <a:cubicBezTo>
                      <a:pt x="2122" y="1325"/>
                      <a:pt x="2083" y="817"/>
                      <a:pt x="1859" y="503"/>
                    </a:cubicBezTo>
                    <a:cubicBezTo>
                      <a:pt x="1698" y="278"/>
                      <a:pt x="1428" y="123"/>
                      <a:pt x="1127" y="117"/>
                    </a:cubicBezTo>
                    <a:cubicBezTo>
                      <a:pt x="1084" y="48"/>
                      <a:pt x="1012" y="1"/>
                      <a:pt x="93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3"/>
              <p:cNvSpPr/>
              <p:nvPr/>
            </p:nvSpPr>
            <p:spPr>
              <a:xfrm>
                <a:off x="3957075" y="2719075"/>
                <a:ext cx="28950" cy="22425"/>
              </a:xfrm>
              <a:custGeom>
                <a:avLst/>
                <a:gdLst/>
                <a:ahLst/>
                <a:cxnLst/>
                <a:rect l="l" t="t" r="r" b="b"/>
                <a:pathLst>
                  <a:path w="1158" h="897" extrusionOk="0">
                    <a:moveTo>
                      <a:pt x="664" y="0"/>
                    </a:moveTo>
                    <a:cubicBezTo>
                      <a:pt x="583" y="0"/>
                      <a:pt x="495" y="24"/>
                      <a:pt x="404" y="80"/>
                    </a:cubicBezTo>
                    <a:cubicBezTo>
                      <a:pt x="370" y="102"/>
                      <a:pt x="330" y="113"/>
                      <a:pt x="291" y="113"/>
                    </a:cubicBezTo>
                    <a:cubicBezTo>
                      <a:pt x="236" y="113"/>
                      <a:pt x="182" y="92"/>
                      <a:pt x="141" y="56"/>
                    </a:cubicBezTo>
                    <a:cubicBezTo>
                      <a:pt x="84" y="113"/>
                      <a:pt x="39" y="178"/>
                      <a:pt x="25" y="267"/>
                    </a:cubicBezTo>
                    <a:cubicBezTo>
                      <a:pt x="0" y="466"/>
                      <a:pt x="141" y="711"/>
                      <a:pt x="353" y="827"/>
                    </a:cubicBezTo>
                    <a:cubicBezTo>
                      <a:pt x="423" y="865"/>
                      <a:pt x="508" y="897"/>
                      <a:pt x="603" y="897"/>
                    </a:cubicBezTo>
                    <a:cubicBezTo>
                      <a:pt x="700" y="897"/>
                      <a:pt x="808" y="863"/>
                      <a:pt x="918" y="768"/>
                    </a:cubicBezTo>
                    <a:cubicBezTo>
                      <a:pt x="1157" y="575"/>
                      <a:pt x="1125" y="344"/>
                      <a:pt x="1021" y="190"/>
                    </a:cubicBezTo>
                    <a:cubicBezTo>
                      <a:pt x="942" y="82"/>
                      <a:pt x="814" y="0"/>
                      <a:pt x="664"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3"/>
              <p:cNvSpPr/>
              <p:nvPr/>
            </p:nvSpPr>
            <p:spPr>
              <a:xfrm>
                <a:off x="6057600" y="2861125"/>
                <a:ext cx="71575" cy="63225"/>
              </a:xfrm>
              <a:custGeom>
                <a:avLst/>
                <a:gdLst/>
                <a:ahLst/>
                <a:cxnLst/>
                <a:rect l="l" t="t" r="r" b="b"/>
                <a:pathLst>
                  <a:path w="2863" h="2529" extrusionOk="0">
                    <a:moveTo>
                      <a:pt x="1317" y="454"/>
                    </a:moveTo>
                    <a:cubicBezTo>
                      <a:pt x="1471" y="454"/>
                      <a:pt x="1627" y="504"/>
                      <a:pt x="1750" y="576"/>
                    </a:cubicBezTo>
                    <a:cubicBezTo>
                      <a:pt x="2083" y="755"/>
                      <a:pt x="2347" y="1122"/>
                      <a:pt x="2199" y="1546"/>
                    </a:cubicBezTo>
                    <a:cubicBezTo>
                      <a:pt x="2073" y="1894"/>
                      <a:pt x="1845" y="2075"/>
                      <a:pt x="1537" y="2075"/>
                    </a:cubicBezTo>
                    <a:cubicBezTo>
                      <a:pt x="1517" y="2075"/>
                      <a:pt x="1495" y="2074"/>
                      <a:pt x="1474" y="2072"/>
                    </a:cubicBezTo>
                    <a:cubicBezTo>
                      <a:pt x="1023" y="2034"/>
                      <a:pt x="561" y="1642"/>
                      <a:pt x="490" y="1250"/>
                    </a:cubicBezTo>
                    <a:cubicBezTo>
                      <a:pt x="457" y="1051"/>
                      <a:pt x="534" y="897"/>
                      <a:pt x="656" y="769"/>
                    </a:cubicBezTo>
                    <a:cubicBezTo>
                      <a:pt x="727" y="769"/>
                      <a:pt x="792" y="743"/>
                      <a:pt x="837" y="684"/>
                    </a:cubicBezTo>
                    <a:cubicBezTo>
                      <a:pt x="875" y="633"/>
                      <a:pt x="920" y="588"/>
                      <a:pt x="972" y="556"/>
                    </a:cubicBezTo>
                    <a:cubicBezTo>
                      <a:pt x="991" y="544"/>
                      <a:pt x="1011" y="538"/>
                      <a:pt x="1036" y="524"/>
                    </a:cubicBezTo>
                    <a:cubicBezTo>
                      <a:pt x="1050" y="518"/>
                      <a:pt x="1068" y="505"/>
                      <a:pt x="1080" y="499"/>
                    </a:cubicBezTo>
                    <a:cubicBezTo>
                      <a:pt x="1156" y="468"/>
                      <a:pt x="1236" y="454"/>
                      <a:pt x="1317" y="454"/>
                    </a:cubicBezTo>
                    <a:close/>
                    <a:moveTo>
                      <a:pt x="1313" y="1"/>
                    </a:moveTo>
                    <a:cubicBezTo>
                      <a:pt x="1108" y="1"/>
                      <a:pt x="914" y="54"/>
                      <a:pt x="747" y="158"/>
                    </a:cubicBezTo>
                    <a:cubicBezTo>
                      <a:pt x="1" y="550"/>
                      <a:pt x="1" y="1102"/>
                      <a:pt x="47" y="1327"/>
                    </a:cubicBezTo>
                    <a:cubicBezTo>
                      <a:pt x="149" y="1918"/>
                      <a:pt x="780" y="2472"/>
                      <a:pt x="1435" y="2523"/>
                    </a:cubicBezTo>
                    <a:cubicBezTo>
                      <a:pt x="1466" y="2529"/>
                      <a:pt x="1505" y="2529"/>
                      <a:pt x="1543" y="2529"/>
                    </a:cubicBezTo>
                    <a:cubicBezTo>
                      <a:pt x="2044" y="2529"/>
                      <a:pt x="2430" y="2234"/>
                      <a:pt x="2623" y="1701"/>
                    </a:cubicBezTo>
                    <a:cubicBezTo>
                      <a:pt x="2862" y="1031"/>
                      <a:pt x="2450" y="440"/>
                      <a:pt x="1967" y="177"/>
                    </a:cubicBezTo>
                    <a:cubicBezTo>
                      <a:pt x="1751" y="59"/>
                      <a:pt x="1526" y="1"/>
                      <a:pt x="1313"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3"/>
              <p:cNvSpPr/>
              <p:nvPr/>
            </p:nvSpPr>
            <p:spPr>
              <a:xfrm>
                <a:off x="6069025" y="2872475"/>
                <a:ext cx="47250" cy="40525"/>
              </a:xfrm>
              <a:custGeom>
                <a:avLst/>
                <a:gdLst/>
                <a:ahLst/>
                <a:cxnLst/>
                <a:rect l="l" t="t" r="r" b="b"/>
                <a:pathLst>
                  <a:path w="1890" h="1621" extrusionOk="0">
                    <a:moveTo>
                      <a:pt x="860" y="0"/>
                    </a:moveTo>
                    <a:cubicBezTo>
                      <a:pt x="779" y="0"/>
                      <a:pt x="699" y="14"/>
                      <a:pt x="623" y="45"/>
                    </a:cubicBezTo>
                    <a:cubicBezTo>
                      <a:pt x="611" y="51"/>
                      <a:pt x="593" y="64"/>
                      <a:pt x="579" y="70"/>
                    </a:cubicBezTo>
                    <a:cubicBezTo>
                      <a:pt x="554" y="84"/>
                      <a:pt x="534" y="90"/>
                      <a:pt x="515" y="102"/>
                    </a:cubicBezTo>
                    <a:cubicBezTo>
                      <a:pt x="463" y="134"/>
                      <a:pt x="418" y="179"/>
                      <a:pt x="380" y="230"/>
                    </a:cubicBezTo>
                    <a:cubicBezTo>
                      <a:pt x="335" y="289"/>
                      <a:pt x="270" y="315"/>
                      <a:pt x="199" y="315"/>
                    </a:cubicBezTo>
                    <a:cubicBezTo>
                      <a:pt x="77" y="443"/>
                      <a:pt x="0" y="597"/>
                      <a:pt x="33" y="796"/>
                    </a:cubicBezTo>
                    <a:cubicBezTo>
                      <a:pt x="104" y="1188"/>
                      <a:pt x="566" y="1580"/>
                      <a:pt x="1017" y="1618"/>
                    </a:cubicBezTo>
                    <a:cubicBezTo>
                      <a:pt x="1038" y="1620"/>
                      <a:pt x="1060" y="1621"/>
                      <a:pt x="1080" y="1621"/>
                    </a:cubicBezTo>
                    <a:cubicBezTo>
                      <a:pt x="1388" y="1621"/>
                      <a:pt x="1616" y="1440"/>
                      <a:pt x="1742" y="1092"/>
                    </a:cubicBezTo>
                    <a:cubicBezTo>
                      <a:pt x="1890" y="668"/>
                      <a:pt x="1626" y="301"/>
                      <a:pt x="1293" y="122"/>
                    </a:cubicBezTo>
                    <a:cubicBezTo>
                      <a:pt x="1170" y="50"/>
                      <a:pt x="1014" y="0"/>
                      <a:pt x="860"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3"/>
              <p:cNvSpPr/>
              <p:nvPr/>
            </p:nvSpPr>
            <p:spPr>
              <a:xfrm>
                <a:off x="5349825" y="2920475"/>
                <a:ext cx="60750" cy="53700"/>
              </a:xfrm>
              <a:custGeom>
                <a:avLst/>
                <a:gdLst/>
                <a:ahLst/>
                <a:cxnLst/>
                <a:rect l="l" t="t" r="r" b="b"/>
                <a:pathLst>
                  <a:path w="2430" h="2148" extrusionOk="0">
                    <a:moveTo>
                      <a:pt x="1108" y="386"/>
                    </a:moveTo>
                    <a:cubicBezTo>
                      <a:pt x="1242" y="386"/>
                      <a:pt x="1377" y="429"/>
                      <a:pt x="1486" y="490"/>
                    </a:cubicBezTo>
                    <a:cubicBezTo>
                      <a:pt x="1768" y="644"/>
                      <a:pt x="1993" y="952"/>
                      <a:pt x="1865" y="1306"/>
                    </a:cubicBezTo>
                    <a:cubicBezTo>
                      <a:pt x="1757" y="1604"/>
                      <a:pt x="1565" y="1759"/>
                      <a:pt x="1307" y="1759"/>
                    </a:cubicBezTo>
                    <a:cubicBezTo>
                      <a:pt x="1288" y="1759"/>
                      <a:pt x="1268" y="1758"/>
                      <a:pt x="1248" y="1756"/>
                    </a:cubicBezTo>
                    <a:cubicBezTo>
                      <a:pt x="875" y="1724"/>
                      <a:pt x="477" y="1395"/>
                      <a:pt x="418" y="1062"/>
                    </a:cubicBezTo>
                    <a:cubicBezTo>
                      <a:pt x="386" y="894"/>
                      <a:pt x="457" y="760"/>
                      <a:pt x="560" y="656"/>
                    </a:cubicBezTo>
                    <a:cubicBezTo>
                      <a:pt x="617" y="656"/>
                      <a:pt x="676" y="624"/>
                      <a:pt x="708" y="579"/>
                    </a:cubicBezTo>
                    <a:cubicBezTo>
                      <a:pt x="747" y="534"/>
                      <a:pt x="785" y="496"/>
                      <a:pt x="824" y="470"/>
                    </a:cubicBezTo>
                    <a:cubicBezTo>
                      <a:pt x="842" y="463"/>
                      <a:pt x="862" y="451"/>
                      <a:pt x="881" y="445"/>
                    </a:cubicBezTo>
                    <a:cubicBezTo>
                      <a:pt x="893" y="439"/>
                      <a:pt x="907" y="431"/>
                      <a:pt x="919" y="419"/>
                    </a:cubicBezTo>
                    <a:cubicBezTo>
                      <a:pt x="980" y="396"/>
                      <a:pt x="1044" y="386"/>
                      <a:pt x="1108" y="386"/>
                    </a:cubicBezTo>
                    <a:close/>
                    <a:moveTo>
                      <a:pt x="1123" y="0"/>
                    </a:moveTo>
                    <a:cubicBezTo>
                      <a:pt x="947" y="0"/>
                      <a:pt x="780" y="47"/>
                      <a:pt x="637" y="136"/>
                    </a:cubicBezTo>
                    <a:cubicBezTo>
                      <a:pt x="0" y="463"/>
                      <a:pt x="6" y="932"/>
                      <a:pt x="39" y="1125"/>
                    </a:cubicBezTo>
                    <a:cubicBezTo>
                      <a:pt x="122" y="1627"/>
                      <a:pt x="662" y="2097"/>
                      <a:pt x="1216" y="2142"/>
                    </a:cubicBezTo>
                    <a:cubicBezTo>
                      <a:pt x="1248" y="2142"/>
                      <a:pt x="1279" y="2148"/>
                      <a:pt x="1311" y="2148"/>
                    </a:cubicBezTo>
                    <a:cubicBezTo>
                      <a:pt x="1735" y="2148"/>
                      <a:pt x="2064" y="1890"/>
                      <a:pt x="2224" y="1441"/>
                    </a:cubicBezTo>
                    <a:cubicBezTo>
                      <a:pt x="2430" y="875"/>
                      <a:pt x="2083" y="374"/>
                      <a:pt x="1672" y="149"/>
                    </a:cubicBezTo>
                    <a:cubicBezTo>
                      <a:pt x="1490" y="48"/>
                      <a:pt x="1302" y="0"/>
                      <a:pt x="1123"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3"/>
              <p:cNvSpPr/>
              <p:nvPr/>
            </p:nvSpPr>
            <p:spPr>
              <a:xfrm>
                <a:off x="5359450" y="2930100"/>
                <a:ext cx="40225" cy="34350"/>
              </a:xfrm>
              <a:custGeom>
                <a:avLst/>
                <a:gdLst/>
                <a:ahLst/>
                <a:cxnLst/>
                <a:rect l="l" t="t" r="r" b="b"/>
                <a:pathLst>
                  <a:path w="1609" h="1374" extrusionOk="0">
                    <a:moveTo>
                      <a:pt x="723" y="1"/>
                    </a:moveTo>
                    <a:cubicBezTo>
                      <a:pt x="659" y="1"/>
                      <a:pt x="595" y="11"/>
                      <a:pt x="534" y="34"/>
                    </a:cubicBezTo>
                    <a:cubicBezTo>
                      <a:pt x="522" y="46"/>
                      <a:pt x="508" y="54"/>
                      <a:pt x="496" y="60"/>
                    </a:cubicBezTo>
                    <a:cubicBezTo>
                      <a:pt x="477" y="66"/>
                      <a:pt x="457" y="78"/>
                      <a:pt x="439" y="85"/>
                    </a:cubicBezTo>
                    <a:cubicBezTo>
                      <a:pt x="400" y="111"/>
                      <a:pt x="362" y="149"/>
                      <a:pt x="323" y="194"/>
                    </a:cubicBezTo>
                    <a:cubicBezTo>
                      <a:pt x="291" y="239"/>
                      <a:pt x="232" y="271"/>
                      <a:pt x="175" y="271"/>
                    </a:cubicBezTo>
                    <a:cubicBezTo>
                      <a:pt x="72" y="375"/>
                      <a:pt x="1" y="509"/>
                      <a:pt x="33" y="677"/>
                    </a:cubicBezTo>
                    <a:cubicBezTo>
                      <a:pt x="92" y="1010"/>
                      <a:pt x="490" y="1339"/>
                      <a:pt x="863" y="1371"/>
                    </a:cubicBezTo>
                    <a:cubicBezTo>
                      <a:pt x="883" y="1373"/>
                      <a:pt x="903" y="1374"/>
                      <a:pt x="922" y="1374"/>
                    </a:cubicBezTo>
                    <a:cubicBezTo>
                      <a:pt x="1180" y="1374"/>
                      <a:pt x="1372" y="1219"/>
                      <a:pt x="1480" y="921"/>
                    </a:cubicBezTo>
                    <a:cubicBezTo>
                      <a:pt x="1608" y="567"/>
                      <a:pt x="1383" y="259"/>
                      <a:pt x="1101" y="105"/>
                    </a:cubicBezTo>
                    <a:cubicBezTo>
                      <a:pt x="992" y="44"/>
                      <a:pt x="857" y="1"/>
                      <a:pt x="723"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3"/>
              <p:cNvSpPr/>
              <p:nvPr/>
            </p:nvSpPr>
            <p:spPr>
              <a:xfrm>
                <a:off x="4677850" y="2844800"/>
                <a:ext cx="53200" cy="47900"/>
              </a:xfrm>
              <a:custGeom>
                <a:avLst/>
                <a:gdLst/>
                <a:ahLst/>
                <a:cxnLst/>
                <a:rect l="l" t="t" r="r" b="b"/>
                <a:pathLst>
                  <a:path w="2128" h="1916" extrusionOk="0">
                    <a:moveTo>
                      <a:pt x="1136" y="567"/>
                    </a:moveTo>
                    <a:cubicBezTo>
                      <a:pt x="1289" y="567"/>
                      <a:pt x="1418" y="649"/>
                      <a:pt x="1498" y="759"/>
                    </a:cubicBezTo>
                    <a:cubicBezTo>
                      <a:pt x="1602" y="913"/>
                      <a:pt x="1634" y="1144"/>
                      <a:pt x="1395" y="1337"/>
                    </a:cubicBezTo>
                    <a:cubicBezTo>
                      <a:pt x="1285" y="1432"/>
                      <a:pt x="1176" y="1465"/>
                      <a:pt x="1077" y="1465"/>
                    </a:cubicBezTo>
                    <a:cubicBezTo>
                      <a:pt x="982" y="1465"/>
                      <a:pt x="897" y="1434"/>
                      <a:pt x="830" y="1396"/>
                    </a:cubicBezTo>
                    <a:cubicBezTo>
                      <a:pt x="618" y="1280"/>
                      <a:pt x="477" y="1036"/>
                      <a:pt x="502" y="836"/>
                    </a:cubicBezTo>
                    <a:cubicBezTo>
                      <a:pt x="516" y="746"/>
                      <a:pt x="561" y="675"/>
                      <a:pt x="618" y="624"/>
                    </a:cubicBezTo>
                    <a:cubicBezTo>
                      <a:pt x="659" y="658"/>
                      <a:pt x="713" y="678"/>
                      <a:pt x="768" y="678"/>
                    </a:cubicBezTo>
                    <a:cubicBezTo>
                      <a:pt x="807" y="678"/>
                      <a:pt x="846" y="668"/>
                      <a:pt x="881" y="643"/>
                    </a:cubicBezTo>
                    <a:cubicBezTo>
                      <a:pt x="970" y="590"/>
                      <a:pt x="1056" y="567"/>
                      <a:pt x="1136" y="567"/>
                    </a:cubicBezTo>
                    <a:close/>
                    <a:moveTo>
                      <a:pt x="940" y="0"/>
                    </a:moveTo>
                    <a:cubicBezTo>
                      <a:pt x="921" y="0"/>
                      <a:pt x="901" y="2"/>
                      <a:pt x="881" y="7"/>
                    </a:cubicBezTo>
                    <a:cubicBezTo>
                      <a:pt x="232" y="162"/>
                      <a:pt x="84" y="554"/>
                      <a:pt x="59" y="773"/>
                    </a:cubicBezTo>
                    <a:cubicBezTo>
                      <a:pt x="1" y="1164"/>
                      <a:pt x="232" y="1582"/>
                      <a:pt x="611" y="1794"/>
                    </a:cubicBezTo>
                    <a:cubicBezTo>
                      <a:pt x="759" y="1877"/>
                      <a:pt x="920" y="1916"/>
                      <a:pt x="1074" y="1916"/>
                    </a:cubicBezTo>
                    <a:cubicBezTo>
                      <a:pt x="1293" y="1916"/>
                      <a:pt x="1505" y="1838"/>
                      <a:pt x="1685" y="1684"/>
                    </a:cubicBezTo>
                    <a:cubicBezTo>
                      <a:pt x="2128" y="1319"/>
                      <a:pt x="2089" y="811"/>
                      <a:pt x="1865" y="503"/>
                    </a:cubicBezTo>
                    <a:cubicBezTo>
                      <a:pt x="1704" y="277"/>
                      <a:pt x="1434" y="117"/>
                      <a:pt x="1133" y="117"/>
                    </a:cubicBezTo>
                    <a:cubicBezTo>
                      <a:pt x="1090" y="43"/>
                      <a:pt x="1020" y="0"/>
                      <a:pt x="940"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3"/>
              <p:cNvSpPr/>
              <p:nvPr/>
            </p:nvSpPr>
            <p:spPr>
              <a:xfrm>
                <a:off x="4689775" y="2858975"/>
                <a:ext cx="28950" cy="22475"/>
              </a:xfrm>
              <a:custGeom>
                <a:avLst/>
                <a:gdLst/>
                <a:ahLst/>
                <a:cxnLst/>
                <a:rect l="l" t="t" r="r" b="b"/>
                <a:pathLst>
                  <a:path w="1158" h="899" extrusionOk="0">
                    <a:moveTo>
                      <a:pt x="659" y="0"/>
                    </a:moveTo>
                    <a:cubicBezTo>
                      <a:pt x="579" y="0"/>
                      <a:pt x="493" y="23"/>
                      <a:pt x="404" y="76"/>
                    </a:cubicBezTo>
                    <a:cubicBezTo>
                      <a:pt x="369" y="101"/>
                      <a:pt x="330" y="111"/>
                      <a:pt x="291" y="111"/>
                    </a:cubicBezTo>
                    <a:cubicBezTo>
                      <a:pt x="236" y="111"/>
                      <a:pt x="182" y="91"/>
                      <a:pt x="141" y="57"/>
                    </a:cubicBezTo>
                    <a:cubicBezTo>
                      <a:pt x="84" y="108"/>
                      <a:pt x="39" y="179"/>
                      <a:pt x="25" y="269"/>
                    </a:cubicBezTo>
                    <a:cubicBezTo>
                      <a:pt x="0" y="469"/>
                      <a:pt x="141" y="713"/>
                      <a:pt x="353" y="829"/>
                    </a:cubicBezTo>
                    <a:cubicBezTo>
                      <a:pt x="420" y="867"/>
                      <a:pt x="505" y="898"/>
                      <a:pt x="600" y="898"/>
                    </a:cubicBezTo>
                    <a:cubicBezTo>
                      <a:pt x="699" y="898"/>
                      <a:pt x="808" y="865"/>
                      <a:pt x="918" y="770"/>
                    </a:cubicBezTo>
                    <a:cubicBezTo>
                      <a:pt x="1157" y="577"/>
                      <a:pt x="1125" y="346"/>
                      <a:pt x="1021" y="192"/>
                    </a:cubicBezTo>
                    <a:cubicBezTo>
                      <a:pt x="941" y="82"/>
                      <a:pt x="812" y="0"/>
                      <a:pt x="659"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3"/>
            <p:cNvSpPr/>
            <p:nvPr/>
          </p:nvSpPr>
          <p:spPr>
            <a:xfrm>
              <a:off x="3020350" y="4441675"/>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3"/>
            <p:cNvSpPr/>
            <p:nvPr/>
          </p:nvSpPr>
          <p:spPr>
            <a:xfrm flipH="1">
              <a:off x="5316450" y="4547413"/>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3"/>
            <p:cNvSpPr/>
            <p:nvPr/>
          </p:nvSpPr>
          <p:spPr>
            <a:xfrm>
              <a:off x="464575" y="4825088"/>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3"/>
            <p:cNvSpPr/>
            <p:nvPr/>
          </p:nvSpPr>
          <p:spPr>
            <a:xfrm flipH="1">
              <a:off x="7987700" y="4740838"/>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2"/>
        <p:cNvGrpSpPr/>
        <p:nvPr/>
      </p:nvGrpSpPr>
      <p:grpSpPr>
        <a:xfrm>
          <a:off x="0" y="0"/>
          <a:ext cx="0" cy="0"/>
          <a:chOff x="0" y="0"/>
          <a:chExt cx="0" cy="0"/>
        </a:xfrm>
      </p:grpSpPr>
      <p:sp>
        <p:nvSpPr>
          <p:cNvPr id="193" name="Google Shape;193;p6"/>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300"/>
              <a:buNone/>
              <a:defRPr/>
            </a:lvl1pPr>
            <a:lvl2pPr lvl="1" algn="ctr" rtl="0">
              <a:spcBef>
                <a:spcPts val="0"/>
              </a:spcBef>
              <a:spcAft>
                <a:spcPts val="0"/>
              </a:spcAft>
              <a:buSzPts val="3300"/>
              <a:buNone/>
              <a:defRPr/>
            </a:lvl2pPr>
            <a:lvl3pPr lvl="2" algn="ctr" rtl="0">
              <a:spcBef>
                <a:spcPts val="0"/>
              </a:spcBef>
              <a:spcAft>
                <a:spcPts val="0"/>
              </a:spcAft>
              <a:buSzPts val="3300"/>
              <a:buNone/>
              <a:defRPr/>
            </a:lvl3pPr>
            <a:lvl4pPr lvl="3" algn="ctr" rtl="0">
              <a:spcBef>
                <a:spcPts val="0"/>
              </a:spcBef>
              <a:spcAft>
                <a:spcPts val="0"/>
              </a:spcAft>
              <a:buSzPts val="3300"/>
              <a:buNone/>
              <a:defRPr/>
            </a:lvl4pPr>
            <a:lvl5pPr lvl="4" algn="ctr" rtl="0">
              <a:spcBef>
                <a:spcPts val="0"/>
              </a:spcBef>
              <a:spcAft>
                <a:spcPts val="0"/>
              </a:spcAft>
              <a:buSzPts val="3300"/>
              <a:buNone/>
              <a:defRPr/>
            </a:lvl5pPr>
            <a:lvl6pPr lvl="5" algn="ctr" rtl="0">
              <a:spcBef>
                <a:spcPts val="0"/>
              </a:spcBef>
              <a:spcAft>
                <a:spcPts val="0"/>
              </a:spcAft>
              <a:buSzPts val="3300"/>
              <a:buNone/>
              <a:defRPr/>
            </a:lvl6pPr>
            <a:lvl7pPr lvl="6" algn="ctr" rtl="0">
              <a:spcBef>
                <a:spcPts val="0"/>
              </a:spcBef>
              <a:spcAft>
                <a:spcPts val="0"/>
              </a:spcAft>
              <a:buSzPts val="3300"/>
              <a:buNone/>
              <a:defRPr/>
            </a:lvl7pPr>
            <a:lvl8pPr lvl="7" algn="ctr" rtl="0">
              <a:spcBef>
                <a:spcPts val="0"/>
              </a:spcBef>
              <a:spcAft>
                <a:spcPts val="0"/>
              </a:spcAft>
              <a:buSzPts val="3300"/>
              <a:buNone/>
              <a:defRPr/>
            </a:lvl8pPr>
            <a:lvl9pPr lvl="8" algn="ctr" rtl="0">
              <a:spcBef>
                <a:spcPts val="0"/>
              </a:spcBef>
              <a:spcAft>
                <a:spcPts val="0"/>
              </a:spcAft>
              <a:buSzPts val="3300"/>
              <a:buNone/>
              <a:defRPr/>
            </a:lvl9pPr>
          </a:lstStyle>
          <a:p>
            <a:endParaRPr/>
          </a:p>
        </p:txBody>
      </p:sp>
      <p:grpSp>
        <p:nvGrpSpPr>
          <p:cNvPr id="194" name="Google Shape;194;p6"/>
          <p:cNvGrpSpPr/>
          <p:nvPr/>
        </p:nvGrpSpPr>
        <p:grpSpPr>
          <a:xfrm flipH="1">
            <a:off x="-57642" y="4693217"/>
            <a:ext cx="9259279" cy="949168"/>
            <a:chOff x="-57639" y="4232675"/>
            <a:chExt cx="9259279" cy="949168"/>
          </a:xfrm>
        </p:grpSpPr>
        <p:grpSp>
          <p:nvGrpSpPr>
            <p:cNvPr id="195" name="Google Shape;195;p6"/>
            <p:cNvGrpSpPr/>
            <p:nvPr/>
          </p:nvGrpSpPr>
          <p:grpSpPr>
            <a:xfrm>
              <a:off x="-57639" y="4232675"/>
              <a:ext cx="9259279" cy="949168"/>
              <a:chOff x="238275" y="2491125"/>
              <a:chExt cx="7141750" cy="732100"/>
            </a:xfrm>
          </p:grpSpPr>
          <p:sp>
            <p:nvSpPr>
              <p:cNvPr id="196" name="Google Shape;196;p6"/>
              <p:cNvSpPr/>
              <p:nvPr/>
            </p:nvSpPr>
            <p:spPr>
              <a:xfrm>
                <a:off x="238275" y="2491125"/>
                <a:ext cx="7141750" cy="282225"/>
              </a:xfrm>
              <a:custGeom>
                <a:avLst/>
                <a:gdLst/>
                <a:ahLst/>
                <a:cxnLst/>
                <a:rect l="l" t="t" r="r" b="b"/>
                <a:pathLst>
                  <a:path w="285670" h="11289" extrusionOk="0">
                    <a:moveTo>
                      <a:pt x="77087" y="1"/>
                    </a:moveTo>
                    <a:cubicBezTo>
                      <a:pt x="69330" y="1"/>
                      <a:pt x="63721" y="1125"/>
                      <a:pt x="59452" y="1679"/>
                    </a:cubicBezTo>
                    <a:cubicBezTo>
                      <a:pt x="56652" y="2041"/>
                      <a:pt x="53084" y="2152"/>
                      <a:pt x="50569" y="2152"/>
                    </a:cubicBezTo>
                    <a:cubicBezTo>
                      <a:pt x="49072" y="2152"/>
                      <a:pt x="47948" y="2113"/>
                      <a:pt x="47581" y="2064"/>
                    </a:cubicBezTo>
                    <a:cubicBezTo>
                      <a:pt x="46591" y="1936"/>
                      <a:pt x="26970" y="1345"/>
                      <a:pt x="26970" y="1345"/>
                    </a:cubicBezTo>
                    <a:lnTo>
                      <a:pt x="0" y="2746"/>
                    </a:lnTo>
                    <a:lnTo>
                      <a:pt x="1376" y="11288"/>
                    </a:lnTo>
                    <a:lnTo>
                      <a:pt x="284771" y="9874"/>
                    </a:lnTo>
                    <a:lnTo>
                      <a:pt x="285670" y="2746"/>
                    </a:lnTo>
                    <a:lnTo>
                      <a:pt x="278382" y="2746"/>
                    </a:lnTo>
                    <a:cubicBezTo>
                      <a:pt x="278382" y="2746"/>
                      <a:pt x="276833" y="3350"/>
                      <a:pt x="269412" y="3350"/>
                    </a:cubicBezTo>
                    <a:cubicBezTo>
                      <a:pt x="268804" y="3350"/>
                      <a:pt x="268157" y="3346"/>
                      <a:pt x="267468" y="3337"/>
                    </a:cubicBezTo>
                    <a:cubicBezTo>
                      <a:pt x="258367" y="3221"/>
                      <a:pt x="258367" y="2553"/>
                      <a:pt x="248361" y="2354"/>
                    </a:cubicBezTo>
                    <a:cubicBezTo>
                      <a:pt x="243485" y="2254"/>
                      <a:pt x="239630" y="2229"/>
                      <a:pt x="236959" y="2229"/>
                    </a:cubicBezTo>
                    <a:cubicBezTo>
                      <a:pt x="234147" y="2229"/>
                      <a:pt x="232646" y="2257"/>
                      <a:pt x="232646" y="2257"/>
                    </a:cubicBezTo>
                    <a:lnTo>
                      <a:pt x="210273" y="1621"/>
                    </a:lnTo>
                    <a:cubicBezTo>
                      <a:pt x="210273" y="1621"/>
                      <a:pt x="209685" y="1550"/>
                      <a:pt x="208556" y="1550"/>
                    </a:cubicBezTo>
                    <a:cubicBezTo>
                      <a:pt x="207391" y="1550"/>
                      <a:pt x="205650" y="1626"/>
                      <a:pt x="203382" y="1936"/>
                    </a:cubicBezTo>
                    <a:cubicBezTo>
                      <a:pt x="201649" y="2171"/>
                      <a:pt x="198963" y="2243"/>
                      <a:pt x="196326" y="2243"/>
                    </a:cubicBezTo>
                    <a:cubicBezTo>
                      <a:pt x="192169" y="2243"/>
                      <a:pt x="188131" y="2064"/>
                      <a:pt x="188131" y="2064"/>
                    </a:cubicBezTo>
                    <a:cubicBezTo>
                      <a:pt x="188131" y="2064"/>
                      <a:pt x="174437" y="2201"/>
                      <a:pt x="163969" y="2201"/>
                    </a:cubicBezTo>
                    <a:cubicBezTo>
                      <a:pt x="158735" y="2201"/>
                      <a:pt x="154307" y="2167"/>
                      <a:pt x="152801" y="2064"/>
                    </a:cubicBezTo>
                    <a:cubicBezTo>
                      <a:pt x="148282" y="1756"/>
                      <a:pt x="96761" y="927"/>
                      <a:pt x="93993" y="664"/>
                    </a:cubicBezTo>
                    <a:cubicBezTo>
                      <a:pt x="91222" y="400"/>
                      <a:pt x="86459" y="118"/>
                      <a:pt x="78149" y="8"/>
                    </a:cubicBezTo>
                    <a:cubicBezTo>
                      <a:pt x="77791" y="3"/>
                      <a:pt x="77437" y="1"/>
                      <a:pt x="77087"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6"/>
              <p:cNvSpPr/>
              <p:nvPr/>
            </p:nvSpPr>
            <p:spPr>
              <a:xfrm>
                <a:off x="272675" y="2551975"/>
                <a:ext cx="7091125" cy="671250"/>
              </a:xfrm>
              <a:custGeom>
                <a:avLst/>
                <a:gdLst/>
                <a:ahLst/>
                <a:cxnLst/>
                <a:rect l="l" t="t" r="r" b="b"/>
                <a:pathLst>
                  <a:path w="283645" h="26850" extrusionOk="0">
                    <a:moveTo>
                      <a:pt x="134832" y="1"/>
                    </a:moveTo>
                    <a:cubicBezTo>
                      <a:pt x="134792" y="1"/>
                      <a:pt x="134755" y="2"/>
                      <a:pt x="134720" y="3"/>
                    </a:cubicBezTo>
                    <a:cubicBezTo>
                      <a:pt x="133388" y="67"/>
                      <a:pt x="126129" y="738"/>
                      <a:pt x="125164" y="738"/>
                    </a:cubicBezTo>
                    <a:cubicBezTo>
                      <a:pt x="125137" y="738"/>
                      <a:pt x="125116" y="737"/>
                      <a:pt x="125099" y="736"/>
                    </a:cubicBezTo>
                    <a:cubicBezTo>
                      <a:pt x="124476" y="698"/>
                      <a:pt x="118537" y="377"/>
                      <a:pt x="118537" y="377"/>
                    </a:cubicBezTo>
                    <a:cubicBezTo>
                      <a:pt x="118537" y="377"/>
                      <a:pt x="108294" y="62"/>
                      <a:pt x="107177" y="62"/>
                    </a:cubicBezTo>
                    <a:cubicBezTo>
                      <a:pt x="107164" y="62"/>
                      <a:pt x="107152" y="62"/>
                      <a:pt x="107141" y="62"/>
                    </a:cubicBezTo>
                    <a:cubicBezTo>
                      <a:pt x="106235" y="68"/>
                      <a:pt x="103414" y="101"/>
                      <a:pt x="97559" y="736"/>
                    </a:cubicBezTo>
                    <a:cubicBezTo>
                      <a:pt x="91703" y="1366"/>
                      <a:pt x="89100" y="1572"/>
                      <a:pt x="89100" y="1572"/>
                    </a:cubicBezTo>
                    <a:cubicBezTo>
                      <a:pt x="89100" y="1572"/>
                      <a:pt x="85133" y="1222"/>
                      <a:pt x="81765" y="1222"/>
                    </a:cubicBezTo>
                    <a:cubicBezTo>
                      <a:pt x="80976" y="1222"/>
                      <a:pt x="80220" y="1241"/>
                      <a:pt x="79556" y="1288"/>
                    </a:cubicBezTo>
                    <a:cubicBezTo>
                      <a:pt x="76047" y="1534"/>
                      <a:pt x="68784" y="3294"/>
                      <a:pt x="67981" y="3667"/>
                    </a:cubicBezTo>
                    <a:cubicBezTo>
                      <a:pt x="67171" y="4034"/>
                      <a:pt x="25362" y="5557"/>
                      <a:pt x="25362" y="5557"/>
                    </a:cubicBezTo>
                    <a:lnTo>
                      <a:pt x="0" y="7247"/>
                    </a:lnTo>
                    <a:lnTo>
                      <a:pt x="0" y="26849"/>
                    </a:lnTo>
                    <a:lnTo>
                      <a:pt x="283645" y="26849"/>
                    </a:lnTo>
                    <a:lnTo>
                      <a:pt x="283645" y="5628"/>
                    </a:lnTo>
                    <a:lnTo>
                      <a:pt x="283034" y="5364"/>
                    </a:lnTo>
                    <a:lnTo>
                      <a:pt x="249889" y="4805"/>
                    </a:lnTo>
                    <a:cubicBezTo>
                      <a:pt x="249889" y="4805"/>
                      <a:pt x="246822" y="4228"/>
                      <a:pt x="245827" y="4228"/>
                    </a:cubicBezTo>
                    <a:cubicBezTo>
                      <a:pt x="245777" y="4228"/>
                      <a:pt x="245731" y="4230"/>
                      <a:pt x="245692" y="4233"/>
                    </a:cubicBezTo>
                    <a:cubicBezTo>
                      <a:pt x="244889" y="4304"/>
                      <a:pt x="242171" y="4619"/>
                      <a:pt x="242171" y="4619"/>
                    </a:cubicBezTo>
                    <a:lnTo>
                      <a:pt x="233912" y="4233"/>
                    </a:lnTo>
                    <a:cubicBezTo>
                      <a:pt x="233912" y="4233"/>
                      <a:pt x="232138" y="3095"/>
                      <a:pt x="225999" y="2857"/>
                    </a:cubicBezTo>
                    <a:cubicBezTo>
                      <a:pt x="220178" y="2637"/>
                      <a:pt x="216019" y="2632"/>
                      <a:pt x="215613" y="2632"/>
                    </a:cubicBezTo>
                    <a:cubicBezTo>
                      <a:pt x="215592" y="2632"/>
                      <a:pt x="215581" y="2632"/>
                      <a:pt x="215581" y="2632"/>
                    </a:cubicBezTo>
                    <a:lnTo>
                      <a:pt x="202181" y="2053"/>
                    </a:lnTo>
                    <a:cubicBezTo>
                      <a:pt x="202181" y="2053"/>
                      <a:pt x="195990" y="2330"/>
                      <a:pt x="194300" y="2427"/>
                    </a:cubicBezTo>
                    <a:cubicBezTo>
                      <a:pt x="192611" y="2516"/>
                      <a:pt x="187263" y="3005"/>
                      <a:pt x="187263" y="3005"/>
                    </a:cubicBezTo>
                    <a:lnTo>
                      <a:pt x="172828" y="3005"/>
                    </a:lnTo>
                    <a:lnTo>
                      <a:pt x="169434" y="2857"/>
                    </a:lnTo>
                    <a:cubicBezTo>
                      <a:pt x="169434" y="2857"/>
                      <a:pt x="166638" y="2613"/>
                      <a:pt x="165249" y="2472"/>
                    </a:cubicBezTo>
                    <a:cubicBezTo>
                      <a:pt x="163855" y="2330"/>
                      <a:pt x="160358" y="2222"/>
                      <a:pt x="158643" y="2053"/>
                    </a:cubicBezTo>
                    <a:cubicBezTo>
                      <a:pt x="156926" y="1881"/>
                      <a:pt x="152440" y="1418"/>
                      <a:pt x="151933" y="1288"/>
                    </a:cubicBezTo>
                    <a:cubicBezTo>
                      <a:pt x="151766" y="1246"/>
                      <a:pt x="150510" y="1231"/>
                      <a:pt x="148911" y="1231"/>
                    </a:cubicBezTo>
                    <a:cubicBezTo>
                      <a:pt x="145711" y="1231"/>
                      <a:pt x="141135" y="1288"/>
                      <a:pt x="141135" y="1288"/>
                    </a:cubicBezTo>
                    <a:cubicBezTo>
                      <a:pt x="141135" y="1288"/>
                      <a:pt x="136344" y="1"/>
                      <a:pt x="134832" y="1"/>
                    </a:cubicBezTo>
                    <a:close/>
                  </a:path>
                </a:pathLst>
              </a:custGeom>
              <a:solidFill>
                <a:srgbClr val="5E8688"/>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6"/>
              <p:cNvSpPr/>
              <p:nvPr/>
            </p:nvSpPr>
            <p:spPr>
              <a:xfrm>
                <a:off x="3562250" y="2808825"/>
                <a:ext cx="54025" cy="61550"/>
              </a:xfrm>
              <a:custGeom>
                <a:avLst/>
                <a:gdLst/>
                <a:ahLst/>
                <a:cxnLst/>
                <a:rect l="l" t="t" r="r" b="b"/>
                <a:pathLst>
                  <a:path w="2161" h="2462" extrusionOk="0">
                    <a:moveTo>
                      <a:pt x="1036" y="501"/>
                    </a:moveTo>
                    <a:cubicBezTo>
                      <a:pt x="1312" y="637"/>
                      <a:pt x="1556" y="913"/>
                      <a:pt x="1620" y="1195"/>
                    </a:cubicBezTo>
                    <a:cubicBezTo>
                      <a:pt x="1685" y="1440"/>
                      <a:pt x="1614" y="1652"/>
                      <a:pt x="1415" y="1826"/>
                    </a:cubicBezTo>
                    <a:cubicBezTo>
                      <a:pt x="1281" y="1942"/>
                      <a:pt x="1155" y="2001"/>
                      <a:pt x="1040" y="2001"/>
                    </a:cubicBezTo>
                    <a:cubicBezTo>
                      <a:pt x="985" y="2001"/>
                      <a:pt x="932" y="1987"/>
                      <a:pt x="882" y="1960"/>
                    </a:cubicBezTo>
                    <a:cubicBezTo>
                      <a:pt x="638" y="1832"/>
                      <a:pt x="476" y="1408"/>
                      <a:pt x="535" y="1041"/>
                    </a:cubicBezTo>
                    <a:cubicBezTo>
                      <a:pt x="567" y="836"/>
                      <a:pt x="676" y="572"/>
                      <a:pt x="1030" y="501"/>
                    </a:cubicBezTo>
                    <a:close/>
                    <a:moveTo>
                      <a:pt x="930" y="0"/>
                    </a:moveTo>
                    <a:cubicBezTo>
                      <a:pt x="845" y="0"/>
                      <a:pt x="764" y="48"/>
                      <a:pt x="727" y="123"/>
                    </a:cubicBezTo>
                    <a:cubicBezTo>
                      <a:pt x="380" y="263"/>
                      <a:pt x="149" y="566"/>
                      <a:pt x="84" y="978"/>
                    </a:cubicBezTo>
                    <a:cubicBezTo>
                      <a:pt x="1" y="1524"/>
                      <a:pt x="252" y="2141"/>
                      <a:pt x="663" y="2360"/>
                    </a:cubicBezTo>
                    <a:cubicBezTo>
                      <a:pt x="754" y="2411"/>
                      <a:pt x="882" y="2461"/>
                      <a:pt x="1042" y="2461"/>
                    </a:cubicBezTo>
                    <a:cubicBezTo>
                      <a:pt x="1229" y="2461"/>
                      <a:pt x="1460" y="2390"/>
                      <a:pt x="1718" y="2167"/>
                    </a:cubicBezTo>
                    <a:cubicBezTo>
                      <a:pt x="2038" y="1877"/>
                      <a:pt x="2160" y="1497"/>
                      <a:pt x="2065" y="1093"/>
                    </a:cubicBezTo>
                    <a:cubicBezTo>
                      <a:pt x="1941" y="586"/>
                      <a:pt x="1486" y="135"/>
                      <a:pt x="985" y="7"/>
                    </a:cubicBezTo>
                    <a:cubicBezTo>
                      <a:pt x="967" y="3"/>
                      <a:pt x="948" y="0"/>
                      <a:pt x="930"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6"/>
              <p:cNvSpPr/>
              <p:nvPr/>
            </p:nvSpPr>
            <p:spPr>
              <a:xfrm>
                <a:off x="3574125" y="2821325"/>
                <a:ext cx="30275" cy="37525"/>
              </a:xfrm>
              <a:custGeom>
                <a:avLst/>
                <a:gdLst/>
                <a:ahLst/>
                <a:cxnLst/>
                <a:rect l="l" t="t" r="r" b="b"/>
                <a:pathLst>
                  <a:path w="1211" h="1501" extrusionOk="0">
                    <a:moveTo>
                      <a:pt x="555" y="1"/>
                    </a:moveTo>
                    <a:cubicBezTo>
                      <a:pt x="201" y="72"/>
                      <a:pt x="92" y="336"/>
                      <a:pt x="60" y="541"/>
                    </a:cubicBezTo>
                    <a:cubicBezTo>
                      <a:pt x="1" y="908"/>
                      <a:pt x="163" y="1332"/>
                      <a:pt x="407" y="1460"/>
                    </a:cubicBezTo>
                    <a:cubicBezTo>
                      <a:pt x="457" y="1487"/>
                      <a:pt x="510" y="1501"/>
                      <a:pt x="565" y="1501"/>
                    </a:cubicBezTo>
                    <a:cubicBezTo>
                      <a:pt x="680" y="1501"/>
                      <a:pt x="806" y="1442"/>
                      <a:pt x="940" y="1326"/>
                    </a:cubicBezTo>
                    <a:cubicBezTo>
                      <a:pt x="1139" y="1152"/>
                      <a:pt x="1210" y="940"/>
                      <a:pt x="1145" y="695"/>
                    </a:cubicBezTo>
                    <a:cubicBezTo>
                      <a:pt x="1081" y="413"/>
                      <a:pt x="837" y="137"/>
                      <a:pt x="561"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6"/>
              <p:cNvSpPr/>
              <p:nvPr/>
            </p:nvSpPr>
            <p:spPr>
              <a:xfrm>
                <a:off x="1423625" y="2714000"/>
                <a:ext cx="71675" cy="63200"/>
              </a:xfrm>
              <a:custGeom>
                <a:avLst/>
                <a:gdLst/>
                <a:ahLst/>
                <a:cxnLst/>
                <a:rect l="l" t="t" r="r" b="b"/>
                <a:pathLst>
                  <a:path w="2867" h="2528" extrusionOk="0">
                    <a:moveTo>
                      <a:pt x="1313" y="456"/>
                    </a:moveTo>
                    <a:cubicBezTo>
                      <a:pt x="1469" y="456"/>
                      <a:pt x="1626" y="505"/>
                      <a:pt x="1754" y="573"/>
                    </a:cubicBezTo>
                    <a:cubicBezTo>
                      <a:pt x="2083" y="754"/>
                      <a:pt x="2347" y="1126"/>
                      <a:pt x="2198" y="1544"/>
                    </a:cubicBezTo>
                    <a:cubicBezTo>
                      <a:pt x="2073" y="1889"/>
                      <a:pt x="1849" y="2075"/>
                      <a:pt x="1546" y="2075"/>
                    </a:cubicBezTo>
                    <a:cubicBezTo>
                      <a:pt x="1522" y="2075"/>
                      <a:pt x="1497" y="2074"/>
                      <a:pt x="1472" y="2071"/>
                    </a:cubicBezTo>
                    <a:cubicBezTo>
                      <a:pt x="1028" y="2033"/>
                      <a:pt x="559" y="1647"/>
                      <a:pt x="488" y="1255"/>
                    </a:cubicBezTo>
                    <a:cubicBezTo>
                      <a:pt x="457" y="1055"/>
                      <a:pt x="534" y="894"/>
                      <a:pt x="662" y="772"/>
                    </a:cubicBezTo>
                    <a:cubicBezTo>
                      <a:pt x="727" y="772"/>
                      <a:pt x="790" y="740"/>
                      <a:pt x="835" y="683"/>
                    </a:cubicBezTo>
                    <a:cubicBezTo>
                      <a:pt x="873" y="630"/>
                      <a:pt x="926" y="586"/>
                      <a:pt x="971" y="553"/>
                    </a:cubicBezTo>
                    <a:cubicBezTo>
                      <a:pt x="989" y="547"/>
                      <a:pt x="1015" y="535"/>
                      <a:pt x="1035" y="529"/>
                    </a:cubicBezTo>
                    <a:cubicBezTo>
                      <a:pt x="1054" y="515"/>
                      <a:pt x="1066" y="509"/>
                      <a:pt x="1080" y="496"/>
                    </a:cubicBezTo>
                    <a:cubicBezTo>
                      <a:pt x="1155" y="468"/>
                      <a:pt x="1234" y="456"/>
                      <a:pt x="1313" y="456"/>
                    </a:cubicBezTo>
                    <a:close/>
                    <a:moveTo>
                      <a:pt x="1316" y="0"/>
                    </a:moveTo>
                    <a:cubicBezTo>
                      <a:pt x="1109" y="0"/>
                      <a:pt x="913" y="54"/>
                      <a:pt x="745" y="161"/>
                    </a:cubicBezTo>
                    <a:cubicBezTo>
                      <a:pt x="0" y="547"/>
                      <a:pt x="7" y="1101"/>
                      <a:pt x="45" y="1332"/>
                    </a:cubicBezTo>
                    <a:cubicBezTo>
                      <a:pt x="148" y="1923"/>
                      <a:pt x="784" y="2469"/>
                      <a:pt x="1433" y="2528"/>
                    </a:cubicBezTo>
                    <a:lnTo>
                      <a:pt x="1543" y="2528"/>
                    </a:lnTo>
                    <a:cubicBezTo>
                      <a:pt x="2044" y="2528"/>
                      <a:pt x="2436" y="2232"/>
                      <a:pt x="2623" y="1698"/>
                    </a:cubicBezTo>
                    <a:cubicBezTo>
                      <a:pt x="2866" y="1030"/>
                      <a:pt x="2455" y="445"/>
                      <a:pt x="1973" y="175"/>
                    </a:cubicBezTo>
                    <a:cubicBezTo>
                      <a:pt x="1755" y="58"/>
                      <a:pt x="1529" y="0"/>
                      <a:pt x="1316"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6"/>
              <p:cNvSpPr/>
              <p:nvPr/>
            </p:nvSpPr>
            <p:spPr>
              <a:xfrm>
                <a:off x="1435025" y="2725400"/>
                <a:ext cx="47275" cy="40475"/>
              </a:xfrm>
              <a:custGeom>
                <a:avLst/>
                <a:gdLst/>
                <a:ahLst/>
                <a:cxnLst/>
                <a:rect l="l" t="t" r="r" b="b"/>
                <a:pathLst>
                  <a:path w="1891" h="1619" extrusionOk="0">
                    <a:moveTo>
                      <a:pt x="857" y="0"/>
                    </a:moveTo>
                    <a:cubicBezTo>
                      <a:pt x="778" y="0"/>
                      <a:pt x="699" y="12"/>
                      <a:pt x="624" y="40"/>
                    </a:cubicBezTo>
                    <a:cubicBezTo>
                      <a:pt x="610" y="53"/>
                      <a:pt x="598" y="59"/>
                      <a:pt x="579" y="73"/>
                    </a:cubicBezTo>
                    <a:cubicBezTo>
                      <a:pt x="559" y="79"/>
                      <a:pt x="533" y="91"/>
                      <a:pt x="515" y="97"/>
                    </a:cubicBezTo>
                    <a:cubicBezTo>
                      <a:pt x="470" y="130"/>
                      <a:pt x="417" y="174"/>
                      <a:pt x="379" y="227"/>
                    </a:cubicBezTo>
                    <a:cubicBezTo>
                      <a:pt x="334" y="284"/>
                      <a:pt x="271" y="316"/>
                      <a:pt x="206" y="316"/>
                    </a:cubicBezTo>
                    <a:cubicBezTo>
                      <a:pt x="78" y="438"/>
                      <a:pt x="1" y="599"/>
                      <a:pt x="32" y="799"/>
                    </a:cubicBezTo>
                    <a:cubicBezTo>
                      <a:pt x="103" y="1191"/>
                      <a:pt x="572" y="1577"/>
                      <a:pt x="1016" y="1615"/>
                    </a:cubicBezTo>
                    <a:cubicBezTo>
                      <a:pt x="1041" y="1618"/>
                      <a:pt x="1066" y="1619"/>
                      <a:pt x="1090" y="1619"/>
                    </a:cubicBezTo>
                    <a:cubicBezTo>
                      <a:pt x="1393" y="1619"/>
                      <a:pt x="1617" y="1433"/>
                      <a:pt x="1742" y="1088"/>
                    </a:cubicBezTo>
                    <a:cubicBezTo>
                      <a:pt x="1891" y="670"/>
                      <a:pt x="1627" y="298"/>
                      <a:pt x="1298" y="117"/>
                    </a:cubicBezTo>
                    <a:cubicBezTo>
                      <a:pt x="1170" y="49"/>
                      <a:pt x="1013" y="0"/>
                      <a:pt x="857"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6"/>
              <p:cNvSpPr/>
              <p:nvPr/>
            </p:nvSpPr>
            <p:spPr>
              <a:xfrm>
                <a:off x="955225" y="2876425"/>
                <a:ext cx="60775" cy="53725"/>
              </a:xfrm>
              <a:custGeom>
                <a:avLst/>
                <a:gdLst/>
                <a:ahLst/>
                <a:cxnLst/>
                <a:rect l="l" t="t" r="r" b="b"/>
                <a:pathLst>
                  <a:path w="2431" h="2149" extrusionOk="0">
                    <a:moveTo>
                      <a:pt x="1117" y="389"/>
                    </a:moveTo>
                    <a:cubicBezTo>
                      <a:pt x="1249" y="389"/>
                      <a:pt x="1379" y="431"/>
                      <a:pt x="1485" y="490"/>
                    </a:cubicBezTo>
                    <a:cubicBezTo>
                      <a:pt x="1762" y="644"/>
                      <a:pt x="1994" y="953"/>
                      <a:pt x="1864" y="1306"/>
                    </a:cubicBezTo>
                    <a:cubicBezTo>
                      <a:pt x="1757" y="1605"/>
                      <a:pt x="1567" y="1759"/>
                      <a:pt x="1309" y="1759"/>
                    </a:cubicBezTo>
                    <a:cubicBezTo>
                      <a:pt x="1289" y="1759"/>
                      <a:pt x="1268" y="1758"/>
                      <a:pt x="1247" y="1757"/>
                    </a:cubicBezTo>
                    <a:cubicBezTo>
                      <a:pt x="868" y="1724"/>
                      <a:pt x="470" y="1397"/>
                      <a:pt x="419" y="1062"/>
                    </a:cubicBezTo>
                    <a:cubicBezTo>
                      <a:pt x="386" y="896"/>
                      <a:pt x="451" y="760"/>
                      <a:pt x="559" y="658"/>
                    </a:cubicBezTo>
                    <a:cubicBezTo>
                      <a:pt x="618" y="658"/>
                      <a:pt x="675" y="626"/>
                      <a:pt x="707" y="581"/>
                    </a:cubicBezTo>
                    <a:cubicBezTo>
                      <a:pt x="746" y="535"/>
                      <a:pt x="784" y="496"/>
                      <a:pt x="823" y="472"/>
                    </a:cubicBezTo>
                    <a:cubicBezTo>
                      <a:pt x="843" y="465"/>
                      <a:pt x="855" y="452"/>
                      <a:pt x="875" y="445"/>
                    </a:cubicBezTo>
                    <a:cubicBezTo>
                      <a:pt x="894" y="439"/>
                      <a:pt x="906" y="433"/>
                      <a:pt x="914" y="427"/>
                    </a:cubicBezTo>
                    <a:cubicBezTo>
                      <a:pt x="980" y="401"/>
                      <a:pt x="1049" y="389"/>
                      <a:pt x="1117" y="389"/>
                    </a:cubicBezTo>
                    <a:close/>
                    <a:moveTo>
                      <a:pt x="1118" y="1"/>
                    </a:moveTo>
                    <a:cubicBezTo>
                      <a:pt x="941" y="1"/>
                      <a:pt x="774" y="47"/>
                      <a:pt x="630" y="137"/>
                    </a:cubicBezTo>
                    <a:cubicBezTo>
                      <a:pt x="1" y="465"/>
                      <a:pt x="1" y="934"/>
                      <a:pt x="39" y="1127"/>
                    </a:cubicBezTo>
                    <a:cubicBezTo>
                      <a:pt x="123" y="1629"/>
                      <a:pt x="663" y="2097"/>
                      <a:pt x="1215" y="2142"/>
                    </a:cubicBezTo>
                    <a:cubicBezTo>
                      <a:pt x="1247" y="2142"/>
                      <a:pt x="1280" y="2148"/>
                      <a:pt x="1312" y="2148"/>
                    </a:cubicBezTo>
                    <a:cubicBezTo>
                      <a:pt x="1730" y="2148"/>
                      <a:pt x="2063" y="1892"/>
                      <a:pt x="2225" y="1442"/>
                    </a:cubicBezTo>
                    <a:cubicBezTo>
                      <a:pt x="2430" y="876"/>
                      <a:pt x="2077" y="374"/>
                      <a:pt x="1671" y="149"/>
                    </a:cubicBezTo>
                    <a:cubicBezTo>
                      <a:pt x="1487" y="49"/>
                      <a:pt x="1298" y="1"/>
                      <a:pt x="1118"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6"/>
              <p:cNvSpPr/>
              <p:nvPr/>
            </p:nvSpPr>
            <p:spPr>
              <a:xfrm>
                <a:off x="964875" y="2886150"/>
                <a:ext cx="40200" cy="34275"/>
              </a:xfrm>
              <a:custGeom>
                <a:avLst/>
                <a:gdLst/>
                <a:ahLst/>
                <a:cxnLst/>
                <a:rect l="l" t="t" r="r" b="b"/>
                <a:pathLst>
                  <a:path w="1608" h="1371" extrusionOk="0">
                    <a:moveTo>
                      <a:pt x="731" y="0"/>
                    </a:moveTo>
                    <a:cubicBezTo>
                      <a:pt x="663" y="0"/>
                      <a:pt x="594" y="12"/>
                      <a:pt x="528" y="38"/>
                    </a:cubicBezTo>
                    <a:cubicBezTo>
                      <a:pt x="520" y="44"/>
                      <a:pt x="508" y="50"/>
                      <a:pt x="489" y="56"/>
                    </a:cubicBezTo>
                    <a:cubicBezTo>
                      <a:pt x="469" y="63"/>
                      <a:pt x="457" y="76"/>
                      <a:pt x="437" y="83"/>
                    </a:cubicBezTo>
                    <a:cubicBezTo>
                      <a:pt x="398" y="107"/>
                      <a:pt x="360" y="146"/>
                      <a:pt x="321" y="192"/>
                    </a:cubicBezTo>
                    <a:cubicBezTo>
                      <a:pt x="289" y="237"/>
                      <a:pt x="232" y="269"/>
                      <a:pt x="173" y="269"/>
                    </a:cubicBezTo>
                    <a:cubicBezTo>
                      <a:pt x="65" y="371"/>
                      <a:pt x="0" y="507"/>
                      <a:pt x="33" y="673"/>
                    </a:cubicBezTo>
                    <a:cubicBezTo>
                      <a:pt x="84" y="1008"/>
                      <a:pt x="482" y="1335"/>
                      <a:pt x="861" y="1368"/>
                    </a:cubicBezTo>
                    <a:cubicBezTo>
                      <a:pt x="882" y="1369"/>
                      <a:pt x="903" y="1370"/>
                      <a:pt x="923" y="1370"/>
                    </a:cubicBezTo>
                    <a:cubicBezTo>
                      <a:pt x="1181" y="1370"/>
                      <a:pt x="1371" y="1216"/>
                      <a:pt x="1478" y="917"/>
                    </a:cubicBezTo>
                    <a:cubicBezTo>
                      <a:pt x="1608" y="564"/>
                      <a:pt x="1376" y="255"/>
                      <a:pt x="1099" y="101"/>
                    </a:cubicBezTo>
                    <a:cubicBezTo>
                      <a:pt x="993" y="42"/>
                      <a:pt x="863" y="0"/>
                      <a:pt x="731"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6"/>
              <p:cNvSpPr/>
              <p:nvPr/>
            </p:nvSpPr>
            <p:spPr>
              <a:xfrm>
                <a:off x="6766850" y="2754775"/>
                <a:ext cx="58025" cy="46850"/>
              </a:xfrm>
              <a:custGeom>
                <a:avLst/>
                <a:gdLst/>
                <a:ahLst/>
                <a:cxnLst/>
                <a:rect l="l" t="t" r="r" b="b"/>
                <a:pathLst>
                  <a:path w="2321" h="1874" extrusionOk="0">
                    <a:moveTo>
                      <a:pt x="1106" y="451"/>
                    </a:moveTo>
                    <a:cubicBezTo>
                      <a:pt x="1327" y="451"/>
                      <a:pt x="1561" y="529"/>
                      <a:pt x="1698" y="671"/>
                    </a:cubicBezTo>
                    <a:cubicBezTo>
                      <a:pt x="1748" y="722"/>
                      <a:pt x="1903" y="883"/>
                      <a:pt x="1665" y="1197"/>
                    </a:cubicBezTo>
                    <a:cubicBezTo>
                      <a:pt x="1556" y="1347"/>
                      <a:pt x="1420" y="1421"/>
                      <a:pt x="1263" y="1421"/>
                    </a:cubicBezTo>
                    <a:cubicBezTo>
                      <a:pt x="1190" y="1421"/>
                      <a:pt x="1111" y="1405"/>
                      <a:pt x="1030" y="1372"/>
                    </a:cubicBezTo>
                    <a:cubicBezTo>
                      <a:pt x="707" y="1236"/>
                      <a:pt x="484" y="909"/>
                      <a:pt x="508" y="729"/>
                    </a:cubicBezTo>
                    <a:cubicBezTo>
                      <a:pt x="514" y="665"/>
                      <a:pt x="561" y="627"/>
                      <a:pt x="624" y="594"/>
                    </a:cubicBezTo>
                    <a:cubicBezTo>
                      <a:pt x="650" y="588"/>
                      <a:pt x="676" y="580"/>
                      <a:pt x="701" y="568"/>
                    </a:cubicBezTo>
                    <a:cubicBezTo>
                      <a:pt x="746" y="550"/>
                      <a:pt x="798" y="542"/>
                      <a:pt x="843" y="536"/>
                    </a:cubicBezTo>
                    <a:cubicBezTo>
                      <a:pt x="900" y="530"/>
                      <a:pt x="953" y="503"/>
                      <a:pt x="991" y="459"/>
                    </a:cubicBezTo>
                    <a:cubicBezTo>
                      <a:pt x="1029" y="454"/>
                      <a:pt x="1067" y="451"/>
                      <a:pt x="1106" y="451"/>
                    </a:cubicBezTo>
                    <a:close/>
                    <a:moveTo>
                      <a:pt x="1106" y="1"/>
                    </a:moveTo>
                    <a:cubicBezTo>
                      <a:pt x="890" y="1"/>
                      <a:pt x="679" y="51"/>
                      <a:pt x="508" y="156"/>
                    </a:cubicBezTo>
                    <a:cubicBezTo>
                      <a:pt x="155" y="286"/>
                      <a:pt x="78" y="542"/>
                      <a:pt x="59" y="665"/>
                    </a:cubicBezTo>
                    <a:cubicBezTo>
                      <a:pt x="1" y="1082"/>
                      <a:pt x="360" y="1583"/>
                      <a:pt x="855" y="1790"/>
                    </a:cubicBezTo>
                    <a:cubicBezTo>
                      <a:pt x="997" y="1847"/>
                      <a:pt x="1131" y="1873"/>
                      <a:pt x="1267" y="1873"/>
                    </a:cubicBezTo>
                    <a:cubicBezTo>
                      <a:pt x="1563" y="1873"/>
                      <a:pt x="1833" y="1737"/>
                      <a:pt x="2032" y="1467"/>
                    </a:cubicBezTo>
                    <a:cubicBezTo>
                      <a:pt x="2321" y="1082"/>
                      <a:pt x="2321" y="665"/>
                      <a:pt x="2018" y="357"/>
                    </a:cubicBezTo>
                    <a:cubicBezTo>
                      <a:pt x="1795" y="125"/>
                      <a:pt x="1445" y="1"/>
                      <a:pt x="110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6"/>
              <p:cNvSpPr/>
              <p:nvPr/>
            </p:nvSpPr>
            <p:spPr>
              <a:xfrm>
                <a:off x="6778925" y="2766050"/>
                <a:ext cx="35500" cy="24275"/>
              </a:xfrm>
              <a:custGeom>
                <a:avLst/>
                <a:gdLst/>
                <a:ahLst/>
                <a:cxnLst/>
                <a:rect l="l" t="t" r="r" b="b"/>
                <a:pathLst>
                  <a:path w="1420" h="971" extrusionOk="0">
                    <a:moveTo>
                      <a:pt x="623" y="0"/>
                    </a:moveTo>
                    <a:cubicBezTo>
                      <a:pt x="584" y="0"/>
                      <a:pt x="546" y="3"/>
                      <a:pt x="508" y="8"/>
                    </a:cubicBezTo>
                    <a:cubicBezTo>
                      <a:pt x="470" y="52"/>
                      <a:pt x="417" y="79"/>
                      <a:pt x="360" y="85"/>
                    </a:cubicBezTo>
                    <a:cubicBezTo>
                      <a:pt x="315" y="91"/>
                      <a:pt x="263" y="99"/>
                      <a:pt x="218" y="117"/>
                    </a:cubicBezTo>
                    <a:cubicBezTo>
                      <a:pt x="193" y="129"/>
                      <a:pt x="167" y="137"/>
                      <a:pt x="141" y="143"/>
                    </a:cubicBezTo>
                    <a:cubicBezTo>
                      <a:pt x="78" y="176"/>
                      <a:pt x="31" y="214"/>
                      <a:pt x="25" y="278"/>
                    </a:cubicBezTo>
                    <a:cubicBezTo>
                      <a:pt x="1" y="458"/>
                      <a:pt x="224" y="785"/>
                      <a:pt x="547" y="921"/>
                    </a:cubicBezTo>
                    <a:cubicBezTo>
                      <a:pt x="628" y="954"/>
                      <a:pt x="707" y="970"/>
                      <a:pt x="780" y="970"/>
                    </a:cubicBezTo>
                    <a:cubicBezTo>
                      <a:pt x="937" y="970"/>
                      <a:pt x="1073" y="896"/>
                      <a:pt x="1182" y="746"/>
                    </a:cubicBezTo>
                    <a:cubicBezTo>
                      <a:pt x="1420" y="432"/>
                      <a:pt x="1265" y="271"/>
                      <a:pt x="1215" y="220"/>
                    </a:cubicBezTo>
                    <a:cubicBezTo>
                      <a:pt x="1078" y="78"/>
                      <a:pt x="844" y="0"/>
                      <a:pt x="623"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6"/>
              <p:cNvSpPr/>
              <p:nvPr/>
            </p:nvSpPr>
            <p:spPr>
              <a:xfrm>
                <a:off x="482175" y="2771375"/>
                <a:ext cx="53050" cy="47900"/>
              </a:xfrm>
              <a:custGeom>
                <a:avLst/>
                <a:gdLst/>
                <a:ahLst/>
                <a:cxnLst/>
                <a:rect l="l" t="t" r="r" b="b"/>
                <a:pathLst>
                  <a:path w="2122" h="1916" extrusionOk="0">
                    <a:moveTo>
                      <a:pt x="1130" y="567"/>
                    </a:moveTo>
                    <a:cubicBezTo>
                      <a:pt x="1283" y="567"/>
                      <a:pt x="1412" y="649"/>
                      <a:pt x="1492" y="759"/>
                    </a:cubicBezTo>
                    <a:cubicBezTo>
                      <a:pt x="1596" y="907"/>
                      <a:pt x="1626" y="1138"/>
                      <a:pt x="1389" y="1337"/>
                    </a:cubicBezTo>
                    <a:cubicBezTo>
                      <a:pt x="1277" y="1430"/>
                      <a:pt x="1168" y="1463"/>
                      <a:pt x="1070" y="1463"/>
                    </a:cubicBezTo>
                    <a:cubicBezTo>
                      <a:pt x="977" y="1463"/>
                      <a:pt x="893" y="1433"/>
                      <a:pt x="824" y="1396"/>
                    </a:cubicBezTo>
                    <a:cubicBezTo>
                      <a:pt x="611" y="1274"/>
                      <a:pt x="470" y="1035"/>
                      <a:pt x="496" y="830"/>
                    </a:cubicBezTo>
                    <a:cubicBezTo>
                      <a:pt x="508" y="746"/>
                      <a:pt x="554" y="675"/>
                      <a:pt x="611" y="625"/>
                    </a:cubicBezTo>
                    <a:cubicBezTo>
                      <a:pt x="652" y="657"/>
                      <a:pt x="705" y="676"/>
                      <a:pt x="759" y="676"/>
                    </a:cubicBezTo>
                    <a:cubicBezTo>
                      <a:pt x="799" y="676"/>
                      <a:pt x="840" y="665"/>
                      <a:pt x="875" y="643"/>
                    </a:cubicBezTo>
                    <a:cubicBezTo>
                      <a:pt x="964" y="590"/>
                      <a:pt x="1050" y="567"/>
                      <a:pt x="1130" y="567"/>
                    </a:cubicBezTo>
                    <a:close/>
                    <a:moveTo>
                      <a:pt x="935" y="0"/>
                    </a:moveTo>
                    <a:cubicBezTo>
                      <a:pt x="915" y="0"/>
                      <a:pt x="895" y="2"/>
                      <a:pt x="875" y="7"/>
                    </a:cubicBezTo>
                    <a:cubicBezTo>
                      <a:pt x="226" y="162"/>
                      <a:pt x="78" y="554"/>
                      <a:pt x="53" y="773"/>
                    </a:cubicBezTo>
                    <a:cubicBezTo>
                      <a:pt x="1" y="1158"/>
                      <a:pt x="226" y="1582"/>
                      <a:pt x="605" y="1788"/>
                    </a:cubicBezTo>
                    <a:cubicBezTo>
                      <a:pt x="760" y="1871"/>
                      <a:pt x="914" y="1916"/>
                      <a:pt x="1068" y="1916"/>
                    </a:cubicBezTo>
                    <a:cubicBezTo>
                      <a:pt x="1287" y="1916"/>
                      <a:pt x="1498" y="1838"/>
                      <a:pt x="1679" y="1684"/>
                    </a:cubicBezTo>
                    <a:cubicBezTo>
                      <a:pt x="2122" y="1319"/>
                      <a:pt x="2083" y="811"/>
                      <a:pt x="1858" y="495"/>
                    </a:cubicBezTo>
                    <a:cubicBezTo>
                      <a:pt x="1697" y="271"/>
                      <a:pt x="1427" y="117"/>
                      <a:pt x="1125" y="109"/>
                    </a:cubicBezTo>
                    <a:cubicBezTo>
                      <a:pt x="1089" y="42"/>
                      <a:pt x="1016" y="0"/>
                      <a:pt x="935"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6"/>
              <p:cNvSpPr/>
              <p:nvPr/>
            </p:nvSpPr>
            <p:spPr>
              <a:xfrm>
                <a:off x="493900" y="2785550"/>
                <a:ext cx="28950" cy="22425"/>
              </a:xfrm>
              <a:custGeom>
                <a:avLst/>
                <a:gdLst/>
                <a:ahLst/>
                <a:cxnLst/>
                <a:rect l="l" t="t" r="r" b="b"/>
                <a:pathLst>
                  <a:path w="1158" h="897" extrusionOk="0">
                    <a:moveTo>
                      <a:pt x="661" y="0"/>
                    </a:moveTo>
                    <a:cubicBezTo>
                      <a:pt x="581" y="0"/>
                      <a:pt x="495" y="23"/>
                      <a:pt x="406" y="76"/>
                    </a:cubicBezTo>
                    <a:cubicBezTo>
                      <a:pt x="371" y="98"/>
                      <a:pt x="330" y="109"/>
                      <a:pt x="290" y="109"/>
                    </a:cubicBezTo>
                    <a:cubicBezTo>
                      <a:pt x="236" y="109"/>
                      <a:pt x="183" y="90"/>
                      <a:pt x="142" y="58"/>
                    </a:cubicBezTo>
                    <a:cubicBezTo>
                      <a:pt x="85" y="108"/>
                      <a:pt x="39" y="179"/>
                      <a:pt x="27" y="263"/>
                    </a:cubicBezTo>
                    <a:cubicBezTo>
                      <a:pt x="1" y="468"/>
                      <a:pt x="142" y="707"/>
                      <a:pt x="355" y="829"/>
                    </a:cubicBezTo>
                    <a:cubicBezTo>
                      <a:pt x="424" y="866"/>
                      <a:pt x="508" y="896"/>
                      <a:pt x="601" y="896"/>
                    </a:cubicBezTo>
                    <a:cubicBezTo>
                      <a:pt x="699" y="896"/>
                      <a:pt x="808" y="863"/>
                      <a:pt x="920" y="770"/>
                    </a:cubicBezTo>
                    <a:cubicBezTo>
                      <a:pt x="1157" y="571"/>
                      <a:pt x="1127" y="340"/>
                      <a:pt x="1023" y="192"/>
                    </a:cubicBezTo>
                    <a:cubicBezTo>
                      <a:pt x="943" y="82"/>
                      <a:pt x="814" y="0"/>
                      <a:pt x="661"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6"/>
              <p:cNvSpPr/>
              <p:nvPr/>
            </p:nvSpPr>
            <p:spPr>
              <a:xfrm>
                <a:off x="6319050" y="2710125"/>
                <a:ext cx="71525" cy="63375"/>
              </a:xfrm>
              <a:custGeom>
                <a:avLst/>
                <a:gdLst/>
                <a:ahLst/>
                <a:cxnLst/>
                <a:rect l="l" t="t" r="r" b="b"/>
                <a:pathLst>
                  <a:path w="2861" h="2535" extrusionOk="0">
                    <a:moveTo>
                      <a:pt x="1308" y="457"/>
                    </a:moveTo>
                    <a:cubicBezTo>
                      <a:pt x="1463" y="457"/>
                      <a:pt x="1620" y="505"/>
                      <a:pt x="1749" y="574"/>
                    </a:cubicBezTo>
                    <a:cubicBezTo>
                      <a:pt x="2076" y="761"/>
                      <a:pt x="2346" y="1126"/>
                      <a:pt x="2199" y="1544"/>
                    </a:cubicBezTo>
                    <a:cubicBezTo>
                      <a:pt x="2074" y="1895"/>
                      <a:pt x="1851" y="2076"/>
                      <a:pt x="1549" y="2076"/>
                    </a:cubicBezTo>
                    <a:cubicBezTo>
                      <a:pt x="1524" y="2076"/>
                      <a:pt x="1499" y="2074"/>
                      <a:pt x="1473" y="2072"/>
                    </a:cubicBezTo>
                    <a:cubicBezTo>
                      <a:pt x="1022" y="2033"/>
                      <a:pt x="553" y="1648"/>
                      <a:pt x="488" y="1256"/>
                    </a:cubicBezTo>
                    <a:cubicBezTo>
                      <a:pt x="456" y="1055"/>
                      <a:pt x="533" y="895"/>
                      <a:pt x="657" y="773"/>
                    </a:cubicBezTo>
                    <a:cubicBezTo>
                      <a:pt x="726" y="773"/>
                      <a:pt x="791" y="741"/>
                      <a:pt x="835" y="684"/>
                    </a:cubicBezTo>
                    <a:cubicBezTo>
                      <a:pt x="874" y="631"/>
                      <a:pt x="919" y="586"/>
                      <a:pt x="971" y="562"/>
                    </a:cubicBezTo>
                    <a:cubicBezTo>
                      <a:pt x="990" y="548"/>
                      <a:pt x="1010" y="536"/>
                      <a:pt x="1034" y="529"/>
                    </a:cubicBezTo>
                    <a:cubicBezTo>
                      <a:pt x="1048" y="523"/>
                      <a:pt x="1067" y="509"/>
                      <a:pt x="1081" y="497"/>
                    </a:cubicBezTo>
                    <a:cubicBezTo>
                      <a:pt x="1153" y="469"/>
                      <a:pt x="1231" y="457"/>
                      <a:pt x="1308" y="457"/>
                    </a:cubicBezTo>
                    <a:close/>
                    <a:moveTo>
                      <a:pt x="1316" y="1"/>
                    </a:moveTo>
                    <a:cubicBezTo>
                      <a:pt x="1110" y="1"/>
                      <a:pt x="914" y="55"/>
                      <a:pt x="746" y="162"/>
                    </a:cubicBezTo>
                    <a:cubicBezTo>
                      <a:pt x="1" y="548"/>
                      <a:pt x="1" y="1102"/>
                      <a:pt x="46" y="1333"/>
                    </a:cubicBezTo>
                    <a:cubicBezTo>
                      <a:pt x="141" y="1924"/>
                      <a:pt x="778" y="2470"/>
                      <a:pt x="1434" y="2528"/>
                    </a:cubicBezTo>
                    <a:cubicBezTo>
                      <a:pt x="1466" y="2528"/>
                      <a:pt x="1505" y="2535"/>
                      <a:pt x="1543" y="2535"/>
                    </a:cubicBezTo>
                    <a:cubicBezTo>
                      <a:pt x="2037" y="2535"/>
                      <a:pt x="2430" y="2232"/>
                      <a:pt x="2623" y="1699"/>
                    </a:cubicBezTo>
                    <a:cubicBezTo>
                      <a:pt x="2861" y="1031"/>
                      <a:pt x="2449" y="446"/>
                      <a:pt x="1968" y="176"/>
                    </a:cubicBezTo>
                    <a:cubicBezTo>
                      <a:pt x="1752" y="59"/>
                      <a:pt x="1529" y="1"/>
                      <a:pt x="131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6"/>
              <p:cNvSpPr/>
              <p:nvPr/>
            </p:nvSpPr>
            <p:spPr>
              <a:xfrm>
                <a:off x="6330450" y="2721525"/>
                <a:ext cx="47250" cy="40500"/>
              </a:xfrm>
              <a:custGeom>
                <a:avLst/>
                <a:gdLst/>
                <a:ahLst/>
                <a:cxnLst/>
                <a:rect l="l" t="t" r="r" b="b"/>
                <a:pathLst>
                  <a:path w="1890" h="1620" extrusionOk="0">
                    <a:moveTo>
                      <a:pt x="852" y="1"/>
                    </a:moveTo>
                    <a:cubicBezTo>
                      <a:pt x="775" y="1"/>
                      <a:pt x="697" y="13"/>
                      <a:pt x="625" y="41"/>
                    </a:cubicBezTo>
                    <a:cubicBezTo>
                      <a:pt x="611" y="53"/>
                      <a:pt x="592" y="67"/>
                      <a:pt x="578" y="73"/>
                    </a:cubicBezTo>
                    <a:cubicBezTo>
                      <a:pt x="554" y="80"/>
                      <a:pt x="534" y="92"/>
                      <a:pt x="515" y="106"/>
                    </a:cubicBezTo>
                    <a:cubicBezTo>
                      <a:pt x="463" y="130"/>
                      <a:pt x="418" y="175"/>
                      <a:pt x="379" y="228"/>
                    </a:cubicBezTo>
                    <a:cubicBezTo>
                      <a:pt x="335" y="285"/>
                      <a:pt x="270" y="317"/>
                      <a:pt x="201" y="317"/>
                    </a:cubicBezTo>
                    <a:cubicBezTo>
                      <a:pt x="77" y="439"/>
                      <a:pt x="0" y="599"/>
                      <a:pt x="32" y="800"/>
                    </a:cubicBezTo>
                    <a:cubicBezTo>
                      <a:pt x="97" y="1192"/>
                      <a:pt x="566" y="1577"/>
                      <a:pt x="1017" y="1616"/>
                    </a:cubicBezTo>
                    <a:cubicBezTo>
                      <a:pt x="1043" y="1618"/>
                      <a:pt x="1068" y="1620"/>
                      <a:pt x="1093" y="1620"/>
                    </a:cubicBezTo>
                    <a:cubicBezTo>
                      <a:pt x="1395" y="1620"/>
                      <a:pt x="1618" y="1439"/>
                      <a:pt x="1743" y="1088"/>
                    </a:cubicBezTo>
                    <a:cubicBezTo>
                      <a:pt x="1890" y="670"/>
                      <a:pt x="1620" y="305"/>
                      <a:pt x="1293" y="118"/>
                    </a:cubicBezTo>
                    <a:cubicBezTo>
                      <a:pt x="1164" y="49"/>
                      <a:pt x="1007" y="1"/>
                      <a:pt x="852"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6"/>
              <p:cNvSpPr/>
              <p:nvPr/>
            </p:nvSpPr>
            <p:spPr>
              <a:xfrm>
                <a:off x="5725350" y="2780575"/>
                <a:ext cx="60750" cy="53675"/>
              </a:xfrm>
              <a:custGeom>
                <a:avLst/>
                <a:gdLst/>
                <a:ahLst/>
                <a:cxnLst/>
                <a:rect l="l" t="t" r="r" b="b"/>
                <a:pathLst>
                  <a:path w="2430" h="2147" extrusionOk="0">
                    <a:moveTo>
                      <a:pt x="1117" y="385"/>
                    </a:moveTo>
                    <a:cubicBezTo>
                      <a:pt x="1248" y="385"/>
                      <a:pt x="1381" y="428"/>
                      <a:pt x="1490" y="488"/>
                    </a:cubicBezTo>
                    <a:cubicBezTo>
                      <a:pt x="1768" y="642"/>
                      <a:pt x="1992" y="951"/>
                      <a:pt x="1870" y="1310"/>
                    </a:cubicBezTo>
                    <a:cubicBezTo>
                      <a:pt x="1760" y="1608"/>
                      <a:pt x="1560" y="1762"/>
                      <a:pt x="1298" y="1762"/>
                    </a:cubicBezTo>
                    <a:cubicBezTo>
                      <a:pt x="1283" y="1762"/>
                      <a:pt x="1268" y="1761"/>
                      <a:pt x="1253" y="1760"/>
                    </a:cubicBezTo>
                    <a:cubicBezTo>
                      <a:pt x="873" y="1728"/>
                      <a:pt x="475" y="1393"/>
                      <a:pt x="418" y="1066"/>
                    </a:cubicBezTo>
                    <a:cubicBezTo>
                      <a:pt x="392" y="892"/>
                      <a:pt x="457" y="758"/>
                      <a:pt x="559" y="654"/>
                    </a:cubicBezTo>
                    <a:cubicBezTo>
                      <a:pt x="617" y="654"/>
                      <a:pt x="674" y="628"/>
                      <a:pt x="713" y="577"/>
                    </a:cubicBezTo>
                    <a:cubicBezTo>
                      <a:pt x="745" y="533"/>
                      <a:pt x="784" y="500"/>
                      <a:pt x="822" y="474"/>
                    </a:cubicBezTo>
                    <a:cubicBezTo>
                      <a:pt x="842" y="462"/>
                      <a:pt x="861" y="449"/>
                      <a:pt x="881" y="443"/>
                    </a:cubicBezTo>
                    <a:cubicBezTo>
                      <a:pt x="893" y="435"/>
                      <a:pt x="906" y="429"/>
                      <a:pt x="920" y="423"/>
                    </a:cubicBezTo>
                    <a:cubicBezTo>
                      <a:pt x="983" y="397"/>
                      <a:pt x="1050" y="385"/>
                      <a:pt x="1117" y="385"/>
                    </a:cubicBezTo>
                    <a:close/>
                    <a:moveTo>
                      <a:pt x="1118" y="1"/>
                    </a:moveTo>
                    <a:cubicBezTo>
                      <a:pt x="944" y="1"/>
                      <a:pt x="778" y="46"/>
                      <a:pt x="636" y="135"/>
                    </a:cubicBezTo>
                    <a:cubicBezTo>
                      <a:pt x="0" y="462"/>
                      <a:pt x="6" y="931"/>
                      <a:pt x="39" y="1130"/>
                    </a:cubicBezTo>
                    <a:cubicBezTo>
                      <a:pt x="128" y="1631"/>
                      <a:pt x="668" y="2094"/>
                      <a:pt x="1220" y="2140"/>
                    </a:cubicBezTo>
                    <a:cubicBezTo>
                      <a:pt x="1247" y="2146"/>
                      <a:pt x="1279" y="2146"/>
                      <a:pt x="1311" y="2146"/>
                    </a:cubicBezTo>
                    <a:cubicBezTo>
                      <a:pt x="1736" y="2146"/>
                      <a:pt x="2069" y="1895"/>
                      <a:pt x="2231" y="1438"/>
                    </a:cubicBezTo>
                    <a:cubicBezTo>
                      <a:pt x="2430" y="874"/>
                      <a:pt x="2083" y="372"/>
                      <a:pt x="1671" y="147"/>
                    </a:cubicBezTo>
                    <a:cubicBezTo>
                      <a:pt x="1488" y="49"/>
                      <a:pt x="1299" y="1"/>
                      <a:pt x="1118"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6"/>
              <p:cNvSpPr/>
              <p:nvPr/>
            </p:nvSpPr>
            <p:spPr>
              <a:xfrm>
                <a:off x="5735150" y="2790200"/>
                <a:ext cx="40000" cy="34425"/>
              </a:xfrm>
              <a:custGeom>
                <a:avLst/>
                <a:gdLst/>
                <a:ahLst/>
                <a:cxnLst/>
                <a:rect l="l" t="t" r="r" b="b"/>
                <a:pathLst>
                  <a:path w="1600" h="1377" extrusionOk="0">
                    <a:moveTo>
                      <a:pt x="725" y="0"/>
                    </a:moveTo>
                    <a:cubicBezTo>
                      <a:pt x="658" y="0"/>
                      <a:pt x="591" y="12"/>
                      <a:pt x="528" y="38"/>
                    </a:cubicBezTo>
                    <a:cubicBezTo>
                      <a:pt x="514" y="44"/>
                      <a:pt x="501" y="50"/>
                      <a:pt x="489" y="58"/>
                    </a:cubicBezTo>
                    <a:cubicBezTo>
                      <a:pt x="469" y="64"/>
                      <a:pt x="450" y="77"/>
                      <a:pt x="430" y="89"/>
                    </a:cubicBezTo>
                    <a:cubicBezTo>
                      <a:pt x="392" y="115"/>
                      <a:pt x="353" y="148"/>
                      <a:pt x="321" y="192"/>
                    </a:cubicBezTo>
                    <a:cubicBezTo>
                      <a:pt x="282" y="243"/>
                      <a:pt x="225" y="269"/>
                      <a:pt x="167" y="269"/>
                    </a:cubicBezTo>
                    <a:cubicBezTo>
                      <a:pt x="65" y="373"/>
                      <a:pt x="0" y="507"/>
                      <a:pt x="26" y="681"/>
                    </a:cubicBezTo>
                    <a:cubicBezTo>
                      <a:pt x="83" y="1008"/>
                      <a:pt x="481" y="1343"/>
                      <a:pt x="861" y="1375"/>
                    </a:cubicBezTo>
                    <a:cubicBezTo>
                      <a:pt x="876" y="1376"/>
                      <a:pt x="891" y="1377"/>
                      <a:pt x="906" y="1377"/>
                    </a:cubicBezTo>
                    <a:cubicBezTo>
                      <a:pt x="1168" y="1377"/>
                      <a:pt x="1368" y="1223"/>
                      <a:pt x="1478" y="925"/>
                    </a:cubicBezTo>
                    <a:cubicBezTo>
                      <a:pt x="1600" y="566"/>
                      <a:pt x="1376" y="257"/>
                      <a:pt x="1098" y="103"/>
                    </a:cubicBezTo>
                    <a:cubicBezTo>
                      <a:pt x="989" y="43"/>
                      <a:pt x="856" y="0"/>
                      <a:pt x="725"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6"/>
              <p:cNvSpPr/>
              <p:nvPr/>
            </p:nvSpPr>
            <p:spPr>
              <a:xfrm>
                <a:off x="5042425" y="2727025"/>
                <a:ext cx="53250" cy="47900"/>
              </a:xfrm>
              <a:custGeom>
                <a:avLst/>
                <a:gdLst/>
                <a:ahLst/>
                <a:cxnLst/>
                <a:rect l="l" t="t" r="r" b="b"/>
                <a:pathLst>
                  <a:path w="2130" h="1916" extrusionOk="0">
                    <a:moveTo>
                      <a:pt x="1135" y="567"/>
                    </a:moveTo>
                    <a:cubicBezTo>
                      <a:pt x="1285" y="567"/>
                      <a:pt x="1412" y="650"/>
                      <a:pt x="1492" y="759"/>
                    </a:cubicBezTo>
                    <a:cubicBezTo>
                      <a:pt x="1602" y="907"/>
                      <a:pt x="1634" y="1138"/>
                      <a:pt x="1397" y="1337"/>
                    </a:cubicBezTo>
                    <a:cubicBezTo>
                      <a:pt x="1281" y="1430"/>
                      <a:pt x="1170" y="1463"/>
                      <a:pt x="1072" y="1463"/>
                    </a:cubicBezTo>
                    <a:cubicBezTo>
                      <a:pt x="978" y="1463"/>
                      <a:pt x="896" y="1433"/>
                      <a:pt x="831" y="1396"/>
                    </a:cubicBezTo>
                    <a:cubicBezTo>
                      <a:pt x="611" y="1274"/>
                      <a:pt x="477" y="1035"/>
                      <a:pt x="502" y="830"/>
                    </a:cubicBezTo>
                    <a:cubicBezTo>
                      <a:pt x="516" y="746"/>
                      <a:pt x="554" y="676"/>
                      <a:pt x="611" y="625"/>
                    </a:cubicBezTo>
                    <a:cubicBezTo>
                      <a:pt x="656" y="657"/>
                      <a:pt x="708" y="676"/>
                      <a:pt x="762" y="676"/>
                    </a:cubicBezTo>
                    <a:cubicBezTo>
                      <a:pt x="802" y="676"/>
                      <a:pt x="843" y="666"/>
                      <a:pt x="881" y="643"/>
                    </a:cubicBezTo>
                    <a:cubicBezTo>
                      <a:pt x="970" y="590"/>
                      <a:pt x="1056" y="567"/>
                      <a:pt x="1135" y="567"/>
                    </a:cubicBezTo>
                    <a:close/>
                    <a:moveTo>
                      <a:pt x="935" y="0"/>
                    </a:moveTo>
                    <a:cubicBezTo>
                      <a:pt x="915" y="0"/>
                      <a:pt x="895" y="3"/>
                      <a:pt x="875" y="8"/>
                    </a:cubicBezTo>
                    <a:cubicBezTo>
                      <a:pt x="232" y="162"/>
                      <a:pt x="85" y="554"/>
                      <a:pt x="53" y="773"/>
                    </a:cubicBezTo>
                    <a:cubicBezTo>
                      <a:pt x="1" y="1158"/>
                      <a:pt x="232" y="1583"/>
                      <a:pt x="611" y="1788"/>
                    </a:cubicBezTo>
                    <a:cubicBezTo>
                      <a:pt x="760" y="1871"/>
                      <a:pt x="920" y="1916"/>
                      <a:pt x="1074" y="1916"/>
                    </a:cubicBezTo>
                    <a:cubicBezTo>
                      <a:pt x="1287" y="1916"/>
                      <a:pt x="1498" y="1839"/>
                      <a:pt x="1685" y="1684"/>
                    </a:cubicBezTo>
                    <a:cubicBezTo>
                      <a:pt x="2129" y="1319"/>
                      <a:pt x="2083" y="811"/>
                      <a:pt x="1866" y="495"/>
                    </a:cubicBezTo>
                    <a:cubicBezTo>
                      <a:pt x="1705" y="271"/>
                      <a:pt x="1435" y="117"/>
                      <a:pt x="1127" y="109"/>
                    </a:cubicBezTo>
                    <a:cubicBezTo>
                      <a:pt x="1089" y="42"/>
                      <a:pt x="1016" y="0"/>
                      <a:pt x="935"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6"/>
              <p:cNvSpPr/>
              <p:nvPr/>
            </p:nvSpPr>
            <p:spPr>
              <a:xfrm>
                <a:off x="5054350" y="2741200"/>
                <a:ext cx="28950" cy="22425"/>
              </a:xfrm>
              <a:custGeom>
                <a:avLst/>
                <a:gdLst/>
                <a:ahLst/>
                <a:cxnLst/>
                <a:rect l="l" t="t" r="r" b="b"/>
                <a:pathLst>
                  <a:path w="1158" h="897" extrusionOk="0">
                    <a:moveTo>
                      <a:pt x="658" y="0"/>
                    </a:moveTo>
                    <a:cubicBezTo>
                      <a:pt x="579" y="0"/>
                      <a:pt x="493" y="23"/>
                      <a:pt x="404" y="76"/>
                    </a:cubicBezTo>
                    <a:cubicBezTo>
                      <a:pt x="366" y="99"/>
                      <a:pt x="325" y="109"/>
                      <a:pt x="285" y="109"/>
                    </a:cubicBezTo>
                    <a:cubicBezTo>
                      <a:pt x="231" y="109"/>
                      <a:pt x="179" y="90"/>
                      <a:pt x="134" y="58"/>
                    </a:cubicBezTo>
                    <a:cubicBezTo>
                      <a:pt x="77" y="109"/>
                      <a:pt x="39" y="179"/>
                      <a:pt x="25" y="263"/>
                    </a:cubicBezTo>
                    <a:cubicBezTo>
                      <a:pt x="0" y="468"/>
                      <a:pt x="134" y="707"/>
                      <a:pt x="354" y="829"/>
                    </a:cubicBezTo>
                    <a:cubicBezTo>
                      <a:pt x="419" y="866"/>
                      <a:pt x="501" y="896"/>
                      <a:pt x="595" y="896"/>
                    </a:cubicBezTo>
                    <a:cubicBezTo>
                      <a:pt x="693" y="896"/>
                      <a:pt x="804" y="863"/>
                      <a:pt x="920" y="770"/>
                    </a:cubicBezTo>
                    <a:cubicBezTo>
                      <a:pt x="1157" y="571"/>
                      <a:pt x="1125" y="340"/>
                      <a:pt x="1015" y="192"/>
                    </a:cubicBezTo>
                    <a:cubicBezTo>
                      <a:pt x="935" y="83"/>
                      <a:pt x="808" y="0"/>
                      <a:pt x="658"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6"/>
              <p:cNvSpPr/>
              <p:nvPr/>
            </p:nvSpPr>
            <p:spPr>
              <a:xfrm>
                <a:off x="3075250" y="2721200"/>
                <a:ext cx="71675" cy="63225"/>
              </a:xfrm>
              <a:custGeom>
                <a:avLst/>
                <a:gdLst/>
                <a:ahLst/>
                <a:cxnLst/>
                <a:rect l="l" t="t" r="r" b="b"/>
                <a:pathLst>
                  <a:path w="2867" h="2529" extrusionOk="0">
                    <a:moveTo>
                      <a:pt x="1311" y="454"/>
                    </a:moveTo>
                    <a:cubicBezTo>
                      <a:pt x="1468" y="454"/>
                      <a:pt x="1625" y="506"/>
                      <a:pt x="1754" y="574"/>
                    </a:cubicBezTo>
                    <a:cubicBezTo>
                      <a:pt x="2083" y="754"/>
                      <a:pt x="2346" y="1128"/>
                      <a:pt x="2198" y="1546"/>
                    </a:cubicBezTo>
                    <a:cubicBezTo>
                      <a:pt x="2073" y="1890"/>
                      <a:pt x="1849" y="2075"/>
                      <a:pt x="1546" y="2075"/>
                    </a:cubicBezTo>
                    <a:cubicBezTo>
                      <a:pt x="1522" y="2075"/>
                      <a:pt x="1497" y="2074"/>
                      <a:pt x="1472" y="2072"/>
                    </a:cubicBezTo>
                    <a:cubicBezTo>
                      <a:pt x="1029" y="2033"/>
                      <a:pt x="559" y="1647"/>
                      <a:pt x="489" y="1256"/>
                    </a:cubicBezTo>
                    <a:cubicBezTo>
                      <a:pt x="457" y="1057"/>
                      <a:pt x="534" y="896"/>
                      <a:pt x="662" y="774"/>
                    </a:cubicBezTo>
                    <a:cubicBezTo>
                      <a:pt x="727" y="774"/>
                      <a:pt x="798" y="742"/>
                      <a:pt x="836" y="683"/>
                    </a:cubicBezTo>
                    <a:cubicBezTo>
                      <a:pt x="881" y="632"/>
                      <a:pt x="926" y="588"/>
                      <a:pt x="970" y="555"/>
                    </a:cubicBezTo>
                    <a:cubicBezTo>
                      <a:pt x="997" y="543"/>
                      <a:pt x="1015" y="535"/>
                      <a:pt x="1035" y="523"/>
                    </a:cubicBezTo>
                    <a:cubicBezTo>
                      <a:pt x="1054" y="517"/>
                      <a:pt x="1068" y="511"/>
                      <a:pt x="1080" y="497"/>
                    </a:cubicBezTo>
                    <a:cubicBezTo>
                      <a:pt x="1155" y="467"/>
                      <a:pt x="1233" y="454"/>
                      <a:pt x="1311" y="454"/>
                    </a:cubicBezTo>
                    <a:close/>
                    <a:moveTo>
                      <a:pt x="1317" y="1"/>
                    </a:moveTo>
                    <a:cubicBezTo>
                      <a:pt x="1110" y="1"/>
                      <a:pt x="913" y="55"/>
                      <a:pt x="745" y="163"/>
                    </a:cubicBezTo>
                    <a:cubicBezTo>
                      <a:pt x="0" y="549"/>
                      <a:pt x="6" y="1101"/>
                      <a:pt x="45" y="1333"/>
                    </a:cubicBezTo>
                    <a:cubicBezTo>
                      <a:pt x="148" y="1923"/>
                      <a:pt x="784" y="2471"/>
                      <a:pt x="1433" y="2528"/>
                    </a:cubicBezTo>
                    <a:lnTo>
                      <a:pt x="1543" y="2528"/>
                    </a:lnTo>
                    <a:cubicBezTo>
                      <a:pt x="2044" y="2528"/>
                      <a:pt x="2436" y="2232"/>
                      <a:pt x="2623" y="1700"/>
                    </a:cubicBezTo>
                    <a:cubicBezTo>
                      <a:pt x="2866" y="1030"/>
                      <a:pt x="2456" y="440"/>
                      <a:pt x="1973" y="176"/>
                    </a:cubicBezTo>
                    <a:cubicBezTo>
                      <a:pt x="1755" y="59"/>
                      <a:pt x="1530" y="1"/>
                      <a:pt x="1317"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6"/>
              <p:cNvSpPr/>
              <p:nvPr/>
            </p:nvSpPr>
            <p:spPr>
              <a:xfrm>
                <a:off x="3086650" y="2732550"/>
                <a:ext cx="47275" cy="40550"/>
              </a:xfrm>
              <a:custGeom>
                <a:avLst/>
                <a:gdLst/>
                <a:ahLst/>
                <a:cxnLst/>
                <a:rect l="l" t="t" r="r" b="b"/>
                <a:pathLst>
                  <a:path w="1891" h="1622" extrusionOk="0">
                    <a:moveTo>
                      <a:pt x="855" y="0"/>
                    </a:moveTo>
                    <a:cubicBezTo>
                      <a:pt x="777" y="0"/>
                      <a:pt x="699" y="13"/>
                      <a:pt x="624" y="43"/>
                    </a:cubicBezTo>
                    <a:cubicBezTo>
                      <a:pt x="612" y="57"/>
                      <a:pt x="598" y="63"/>
                      <a:pt x="579" y="69"/>
                    </a:cubicBezTo>
                    <a:cubicBezTo>
                      <a:pt x="559" y="81"/>
                      <a:pt x="541" y="89"/>
                      <a:pt x="514" y="101"/>
                    </a:cubicBezTo>
                    <a:cubicBezTo>
                      <a:pt x="470" y="134"/>
                      <a:pt x="425" y="178"/>
                      <a:pt x="380" y="229"/>
                    </a:cubicBezTo>
                    <a:cubicBezTo>
                      <a:pt x="342" y="288"/>
                      <a:pt x="271" y="320"/>
                      <a:pt x="206" y="320"/>
                    </a:cubicBezTo>
                    <a:cubicBezTo>
                      <a:pt x="78" y="442"/>
                      <a:pt x="1" y="603"/>
                      <a:pt x="33" y="802"/>
                    </a:cubicBezTo>
                    <a:cubicBezTo>
                      <a:pt x="103" y="1193"/>
                      <a:pt x="573" y="1579"/>
                      <a:pt x="1016" y="1618"/>
                    </a:cubicBezTo>
                    <a:cubicBezTo>
                      <a:pt x="1041" y="1620"/>
                      <a:pt x="1066" y="1621"/>
                      <a:pt x="1090" y="1621"/>
                    </a:cubicBezTo>
                    <a:cubicBezTo>
                      <a:pt x="1393" y="1621"/>
                      <a:pt x="1617" y="1436"/>
                      <a:pt x="1742" y="1092"/>
                    </a:cubicBezTo>
                    <a:cubicBezTo>
                      <a:pt x="1890" y="674"/>
                      <a:pt x="1627" y="300"/>
                      <a:pt x="1298" y="120"/>
                    </a:cubicBezTo>
                    <a:cubicBezTo>
                      <a:pt x="1169" y="52"/>
                      <a:pt x="1012" y="0"/>
                      <a:pt x="855"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6"/>
              <p:cNvSpPr/>
              <p:nvPr/>
            </p:nvSpPr>
            <p:spPr>
              <a:xfrm>
                <a:off x="2673075" y="2861575"/>
                <a:ext cx="60750" cy="53650"/>
              </a:xfrm>
              <a:custGeom>
                <a:avLst/>
                <a:gdLst/>
                <a:ahLst/>
                <a:cxnLst/>
                <a:rect l="l" t="t" r="r" b="b"/>
                <a:pathLst>
                  <a:path w="2430" h="2146" extrusionOk="0">
                    <a:moveTo>
                      <a:pt x="1117" y="385"/>
                    </a:moveTo>
                    <a:cubicBezTo>
                      <a:pt x="1248" y="385"/>
                      <a:pt x="1381" y="427"/>
                      <a:pt x="1490" y="487"/>
                    </a:cubicBezTo>
                    <a:cubicBezTo>
                      <a:pt x="1768" y="641"/>
                      <a:pt x="1992" y="956"/>
                      <a:pt x="1870" y="1309"/>
                    </a:cubicBezTo>
                    <a:cubicBezTo>
                      <a:pt x="1762" y="1603"/>
                      <a:pt x="1565" y="1762"/>
                      <a:pt x="1309" y="1762"/>
                    </a:cubicBezTo>
                    <a:cubicBezTo>
                      <a:pt x="1291" y="1762"/>
                      <a:pt x="1272" y="1761"/>
                      <a:pt x="1253" y="1760"/>
                    </a:cubicBezTo>
                    <a:cubicBezTo>
                      <a:pt x="873" y="1727"/>
                      <a:pt x="475" y="1393"/>
                      <a:pt x="418" y="1066"/>
                    </a:cubicBezTo>
                    <a:cubicBezTo>
                      <a:pt x="392" y="891"/>
                      <a:pt x="457" y="757"/>
                      <a:pt x="559" y="654"/>
                    </a:cubicBezTo>
                    <a:cubicBezTo>
                      <a:pt x="617" y="654"/>
                      <a:pt x="674" y="628"/>
                      <a:pt x="713" y="577"/>
                    </a:cubicBezTo>
                    <a:cubicBezTo>
                      <a:pt x="745" y="532"/>
                      <a:pt x="784" y="500"/>
                      <a:pt x="822" y="473"/>
                    </a:cubicBezTo>
                    <a:cubicBezTo>
                      <a:pt x="842" y="461"/>
                      <a:pt x="861" y="455"/>
                      <a:pt x="881" y="442"/>
                    </a:cubicBezTo>
                    <a:cubicBezTo>
                      <a:pt x="893" y="435"/>
                      <a:pt x="906" y="429"/>
                      <a:pt x="920" y="422"/>
                    </a:cubicBezTo>
                    <a:cubicBezTo>
                      <a:pt x="983" y="396"/>
                      <a:pt x="1050" y="385"/>
                      <a:pt x="1117" y="385"/>
                    </a:cubicBezTo>
                    <a:close/>
                    <a:moveTo>
                      <a:pt x="1118" y="0"/>
                    </a:moveTo>
                    <a:cubicBezTo>
                      <a:pt x="944" y="0"/>
                      <a:pt x="778" y="45"/>
                      <a:pt x="636" y="134"/>
                    </a:cubicBezTo>
                    <a:cubicBezTo>
                      <a:pt x="0" y="461"/>
                      <a:pt x="6" y="936"/>
                      <a:pt x="39" y="1129"/>
                    </a:cubicBezTo>
                    <a:cubicBezTo>
                      <a:pt x="128" y="1630"/>
                      <a:pt x="668" y="2093"/>
                      <a:pt x="1220" y="2145"/>
                    </a:cubicBezTo>
                    <a:lnTo>
                      <a:pt x="1311" y="2145"/>
                    </a:lnTo>
                    <a:cubicBezTo>
                      <a:pt x="1736" y="2145"/>
                      <a:pt x="2069" y="1894"/>
                      <a:pt x="2231" y="1437"/>
                    </a:cubicBezTo>
                    <a:cubicBezTo>
                      <a:pt x="2430" y="873"/>
                      <a:pt x="2083" y="371"/>
                      <a:pt x="1671" y="146"/>
                    </a:cubicBezTo>
                    <a:cubicBezTo>
                      <a:pt x="1488" y="48"/>
                      <a:pt x="1299" y="0"/>
                      <a:pt x="1118"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6"/>
              <p:cNvSpPr/>
              <p:nvPr/>
            </p:nvSpPr>
            <p:spPr>
              <a:xfrm>
                <a:off x="2682875" y="2871175"/>
                <a:ext cx="40000" cy="34475"/>
              </a:xfrm>
              <a:custGeom>
                <a:avLst/>
                <a:gdLst/>
                <a:ahLst/>
                <a:cxnLst/>
                <a:rect l="l" t="t" r="r" b="b"/>
                <a:pathLst>
                  <a:path w="1600" h="1379" extrusionOk="0">
                    <a:moveTo>
                      <a:pt x="725" y="1"/>
                    </a:moveTo>
                    <a:cubicBezTo>
                      <a:pt x="658" y="1"/>
                      <a:pt x="591" y="12"/>
                      <a:pt x="528" y="38"/>
                    </a:cubicBezTo>
                    <a:cubicBezTo>
                      <a:pt x="514" y="45"/>
                      <a:pt x="501" y="51"/>
                      <a:pt x="489" y="58"/>
                    </a:cubicBezTo>
                    <a:cubicBezTo>
                      <a:pt x="469" y="71"/>
                      <a:pt x="450" y="77"/>
                      <a:pt x="430" y="89"/>
                    </a:cubicBezTo>
                    <a:cubicBezTo>
                      <a:pt x="392" y="116"/>
                      <a:pt x="353" y="148"/>
                      <a:pt x="321" y="193"/>
                    </a:cubicBezTo>
                    <a:cubicBezTo>
                      <a:pt x="282" y="244"/>
                      <a:pt x="225" y="270"/>
                      <a:pt x="167" y="270"/>
                    </a:cubicBezTo>
                    <a:cubicBezTo>
                      <a:pt x="65" y="373"/>
                      <a:pt x="0" y="507"/>
                      <a:pt x="26" y="682"/>
                    </a:cubicBezTo>
                    <a:cubicBezTo>
                      <a:pt x="83" y="1009"/>
                      <a:pt x="481" y="1343"/>
                      <a:pt x="861" y="1376"/>
                    </a:cubicBezTo>
                    <a:cubicBezTo>
                      <a:pt x="880" y="1377"/>
                      <a:pt x="899" y="1378"/>
                      <a:pt x="917" y="1378"/>
                    </a:cubicBezTo>
                    <a:cubicBezTo>
                      <a:pt x="1173" y="1378"/>
                      <a:pt x="1370" y="1219"/>
                      <a:pt x="1478" y="925"/>
                    </a:cubicBezTo>
                    <a:cubicBezTo>
                      <a:pt x="1600" y="572"/>
                      <a:pt x="1376" y="257"/>
                      <a:pt x="1098" y="103"/>
                    </a:cubicBezTo>
                    <a:cubicBezTo>
                      <a:pt x="989" y="43"/>
                      <a:pt x="856" y="1"/>
                      <a:pt x="725"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6"/>
              <p:cNvSpPr/>
              <p:nvPr/>
            </p:nvSpPr>
            <p:spPr>
              <a:xfrm>
                <a:off x="2273600" y="2704850"/>
                <a:ext cx="53225" cy="47900"/>
              </a:xfrm>
              <a:custGeom>
                <a:avLst/>
                <a:gdLst/>
                <a:ahLst/>
                <a:cxnLst/>
                <a:rect l="l" t="t" r="r" b="b"/>
                <a:pathLst>
                  <a:path w="2129" h="1916" extrusionOk="0">
                    <a:moveTo>
                      <a:pt x="1140" y="569"/>
                    </a:moveTo>
                    <a:cubicBezTo>
                      <a:pt x="1290" y="569"/>
                      <a:pt x="1417" y="651"/>
                      <a:pt x="1492" y="759"/>
                    </a:cubicBezTo>
                    <a:cubicBezTo>
                      <a:pt x="1601" y="913"/>
                      <a:pt x="1634" y="1144"/>
                      <a:pt x="1396" y="1337"/>
                    </a:cubicBezTo>
                    <a:cubicBezTo>
                      <a:pt x="1282" y="1432"/>
                      <a:pt x="1172" y="1466"/>
                      <a:pt x="1075" y="1466"/>
                    </a:cubicBezTo>
                    <a:cubicBezTo>
                      <a:pt x="980" y="1466"/>
                      <a:pt x="896" y="1434"/>
                      <a:pt x="830" y="1396"/>
                    </a:cubicBezTo>
                    <a:cubicBezTo>
                      <a:pt x="617" y="1280"/>
                      <a:pt x="477" y="1035"/>
                      <a:pt x="502" y="836"/>
                    </a:cubicBezTo>
                    <a:cubicBezTo>
                      <a:pt x="515" y="747"/>
                      <a:pt x="560" y="682"/>
                      <a:pt x="617" y="625"/>
                    </a:cubicBezTo>
                    <a:cubicBezTo>
                      <a:pt x="659" y="661"/>
                      <a:pt x="713" y="682"/>
                      <a:pt x="768" y="682"/>
                    </a:cubicBezTo>
                    <a:cubicBezTo>
                      <a:pt x="807" y="682"/>
                      <a:pt x="846" y="671"/>
                      <a:pt x="881" y="649"/>
                    </a:cubicBezTo>
                    <a:cubicBezTo>
                      <a:pt x="971" y="593"/>
                      <a:pt x="1059" y="569"/>
                      <a:pt x="1140" y="569"/>
                    </a:cubicBezTo>
                    <a:close/>
                    <a:moveTo>
                      <a:pt x="936" y="1"/>
                    </a:moveTo>
                    <a:cubicBezTo>
                      <a:pt x="918" y="1"/>
                      <a:pt x="899" y="3"/>
                      <a:pt x="881" y="8"/>
                    </a:cubicBezTo>
                    <a:cubicBezTo>
                      <a:pt x="232" y="168"/>
                      <a:pt x="85" y="560"/>
                      <a:pt x="59" y="773"/>
                    </a:cubicBezTo>
                    <a:cubicBezTo>
                      <a:pt x="0" y="1165"/>
                      <a:pt x="232" y="1583"/>
                      <a:pt x="611" y="1794"/>
                    </a:cubicBezTo>
                    <a:cubicBezTo>
                      <a:pt x="759" y="1877"/>
                      <a:pt x="920" y="1916"/>
                      <a:pt x="1074" y="1916"/>
                    </a:cubicBezTo>
                    <a:cubicBezTo>
                      <a:pt x="1293" y="1916"/>
                      <a:pt x="1498" y="1839"/>
                      <a:pt x="1685" y="1691"/>
                    </a:cubicBezTo>
                    <a:cubicBezTo>
                      <a:pt x="2129" y="1325"/>
                      <a:pt x="2090" y="817"/>
                      <a:pt x="1865" y="503"/>
                    </a:cubicBezTo>
                    <a:cubicBezTo>
                      <a:pt x="1705" y="278"/>
                      <a:pt x="1435" y="123"/>
                      <a:pt x="1132" y="117"/>
                    </a:cubicBezTo>
                    <a:cubicBezTo>
                      <a:pt x="1089" y="48"/>
                      <a:pt x="1017" y="1"/>
                      <a:pt x="93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6"/>
              <p:cNvSpPr/>
              <p:nvPr/>
            </p:nvSpPr>
            <p:spPr>
              <a:xfrm>
                <a:off x="2285500" y="2719075"/>
                <a:ext cx="28950" cy="22425"/>
              </a:xfrm>
              <a:custGeom>
                <a:avLst/>
                <a:gdLst/>
                <a:ahLst/>
                <a:cxnLst/>
                <a:rect l="l" t="t" r="r" b="b"/>
                <a:pathLst>
                  <a:path w="1158" h="897" extrusionOk="0">
                    <a:moveTo>
                      <a:pt x="664" y="0"/>
                    </a:moveTo>
                    <a:cubicBezTo>
                      <a:pt x="583" y="0"/>
                      <a:pt x="495" y="24"/>
                      <a:pt x="405" y="80"/>
                    </a:cubicBezTo>
                    <a:cubicBezTo>
                      <a:pt x="370" y="102"/>
                      <a:pt x="331" y="113"/>
                      <a:pt x="292" y="113"/>
                    </a:cubicBezTo>
                    <a:cubicBezTo>
                      <a:pt x="237" y="113"/>
                      <a:pt x="183" y="92"/>
                      <a:pt x="141" y="56"/>
                    </a:cubicBezTo>
                    <a:cubicBezTo>
                      <a:pt x="84" y="113"/>
                      <a:pt x="39" y="178"/>
                      <a:pt x="26" y="267"/>
                    </a:cubicBezTo>
                    <a:cubicBezTo>
                      <a:pt x="1" y="466"/>
                      <a:pt x="141" y="711"/>
                      <a:pt x="354" y="827"/>
                    </a:cubicBezTo>
                    <a:cubicBezTo>
                      <a:pt x="420" y="865"/>
                      <a:pt x="504" y="897"/>
                      <a:pt x="599" y="897"/>
                    </a:cubicBezTo>
                    <a:cubicBezTo>
                      <a:pt x="696" y="897"/>
                      <a:pt x="806" y="863"/>
                      <a:pt x="920" y="768"/>
                    </a:cubicBezTo>
                    <a:cubicBezTo>
                      <a:pt x="1158" y="575"/>
                      <a:pt x="1125" y="344"/>
                      <a:pt x="1016" y="190"/>
                    </a:cubicBezTo>
                    <a:cubicBezTo>
                      <a:pt x="941" y="82"/>
                      <a:pt x="814" y="0"/>
                      <a:pt x="664"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6"/>
              <p:cNvSpPr/>
              <p:nvPr/>
            </p:nvSpPr>
            <p:spPr>
              <a:xfrm>
                <a:off x="4275525" y="2883175"/>
                <a:ext cx="71675" cy="63350"/>
              </a:xfrm>
              <a:custGeom>
                <a:avLst/>
                <a:gdLst/>
                <a:ahLst/>
                <a:cxnLst/>
                <a:rect l="l" t="t" r="r" b="b"/>
                <a:pathLst>
                  <a:path w="2867" h="2534" extrusionOk="0">
                    <a:moveTo>
                      <a:pt x="1311" y="457"/>
                    </a:moveTo>
                    <a:cubicBezTo>
                      <a:pt x="1468" y="457"/>
                      <a:pt x="1625" y="505"/>
                      <a:pt x="1754" y="573"/>
                    </a:cubicBezTo>
                    <a:cubicBezTo>
                      <a:pt x="2083" y="754"/>
                      <a:pt x="2353" y="1127"/>
                      <a:pt x="2198" y="1545"/>
                    </a:cubicBezTo>
                    <a:cubicBezTo>
                      <a:pt x="2073" y="1894"/>
                      <a:pt x="1850" y="2075"/>
                      <a:pt x="1548" y="2075"/>
                    </a:cubicBezTo>
                    <a:cubicBezTo>
                      <a:pt x="1523" y="2075"/>
                      <a:pt x="1498" y="2074"/>
                      <a:pt x="1472" y="2071"/>
                    </a:cubicBezTo>
                    <a:cubicBezTo>
                      <a:pt x="1029" y="2033"/>
                      <a:pt x="559" y="1647"/>
                      <a:pt x="489" y="1255"/>
                    </a:cubicBezTo>
                    <a:cubicBezTo>
                      <a:pt x="457" y="1056"/>
                      <a:pt x="540" y="896"/>
                      <a:pt x="662" y="774"/>
                    </a:cubicBezTo>
                    <a:cubicBezTo>
                      <a:pt x="727" y="774"/>
                      <a:pt x="798" y="742"/>
                      <a:pt x="836" y="683"/>
                    </a:cubicBezTo>
                    <a:cubicBezTo>
                      <a:pt x="881" y="632"/>
                      <a:pt x="926" y="587"/>
                      <a:pt x="971" y="555"/>
                    </a:cubicBezTo>
                    <a:cubicBezTo>
                      <a:pt x="997" y="549"/>
                      <a:pt x="1015" y="535"/>
                      <a:pt x="1035" y="529"/>
                    </a:cubicBezTo>
                    <a:cubicBezTo>
                      <a:pt x="1054" y="522"/>
                      <a:pt x="1068" y="510"/>
                      <a:pt x="1080" y="496"/>
                    </a:cubicBezTo>
                    <a:cubicBezTo>
                      <a:pt x="1155" y="469"/>
                      <a:pt x="1233" y="457"/>
                      <a:pt x="1311" y="457"/>
                    </a:cubicBezTo>
                    <a:close/>
                    <a:moveTo>
                      <a:pt x="1317" y="0"/>
                    </a:moveTo>
                    <a:cubicBezTo>
                      <a:pt x="1110" y="0"/>
                      <a:pt x="914" y="55"/>
                      <a:pt x="745" y="163"/>
                    </a:cubicBezTo>
                    <a:cubicBezTo>
                      <a:pt x="0" y="549"/>
                      <a:pt x="7" y="1101"/>
                      <a:pt x="45" y="1332"/>
                    </a:cubicBezTo>
                    <a:cubicBezTo>
                      <a:pt x="148" y="1923"/>
                      <a:pt x="784" y="2471"/>
                      <a:pt x="1433" y="2528"/>
                    </a:cubicBezTo>
                    <a:cubicBezTo>
                      <a:pt x="1472" y="2528"/>
                      <a:pt x="1511" y="2534"/>
                      <a:pt x="1549" y="2534"/>
                    </a:cubicBezTo>
                    <a:cubicBezTo>
                      <a:pt x="2044" y="2534"/>
                      <a:pt x="2436" y="2232"/>
                      <a:pt x="2629" y="1699"/>
                    </a:cubicBezTo>
                    <a:cubicBezTo>
                      <a:pt x="2866" y="1030"/>
                      <a:pt x="2456" y="445"/>
                      <a:pt x="1973" y="175"/>
                    </a:cubicBezTo>
                    <a:cubicBezTo>
                      <a:pt x="1755" y="58"/>
                      <a:pt x="1530" y="0"/>
                      <a:pt x="1317"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6"/>
              <p:cNvSpPr/>
              <p:nvPr/>
            </p:nvSpPr>
            <p:spPr>
              <a:xfrm>
                <a:off x="4286925" y="2894575"/>
                <a:ext cx="47425" cy="40475"/>
              </a:xfrm>
              <a:custGeom>
                <a:avLst/>
                <a:gdLst/>
                <a:ahLst/>
                <a:cxnLst/>
                <a:rect l="l" t="t" r="r" b="b"/>
                <a:pathLst>
                  <a:path w="1897" h="1619" extrusionOk="0">
                    <a:moveTo>
                      <a:pt x="855" y="1"/>
                    </a:moveTo>
                    <a:cubicBezTo>
                      <a:pt x="777" y="1"/>
                      <a:pt x="699" y="13"/>
                      <a:pt x="624" y="40"/>
                    </a:cubicBezTo>
                    <a:cubicBezTo>
                      <a:pt x="612" y="54"/>
                      <a:pt x="598" y="66"/>
                      <a:pt x="579" y="73"/>
                    </a:cubicBezTo>
                    <a:cubicBezTo>
                      <a:pt x="559" y="79"/>
                      <a:pt x="541" y="93"/>
                      <a:pt x="515" y="99"/>
                    </a:cubicBezTo>
                    <a:cubicBezTo>
                      <a:pt x="470" y="131"/>
                      <a:pt x="425" y="176"/>
                      <a:pt x="380" y="227"/>
                    </a:cubicBezTo>
                    <a:cubicBezTo>
                      <a:pt x="342" y="286"/>
                      <a:pt x="271" y="318"/>
                      <a:pt x="206" y="318"/>
                    </a:cubicBezTo>
                    <a:cubicBezTo>
                      <a:pt x="84" y="440"/>
                      <a:pt x="1" y="600"/>
                      <a:pt x="33" y="799"/>
                    </a:cubicBezTo>
                    <a:cubicBezTo>
                      <a:pt x="103" y="1191"/>
                      <a:pt x="573" y="1577"/>
                      <a:pt x="1016" y="1615"/>
                    </a:cubicBezTo>
                    <a:cubicBezTo>
                      <a:pt x="1042" y="1618"/>
                      <a:pt x="1067" y="1619"/>
                      <a:pt x="1092" y="1619"/>
                    </a:cubicBezTo>
                    <a:cubicBezTo>
                      <a:pt x="1394" y="1619"/>
                      <a:pt x="1617" y="1438"/>
                      <a:pt x="1742" y="1089"/>
                    </a:cubicBezTo>
                    <a:cubicBezTo>
                      <a:pt x="1897" y="671"/>
                      <a:pt x="1627" y="298"/>
                      <a:pt x="1298" y="117"/>
                    </a:cubicBezTo>
                    <a:cubicBezTo>
                      <a:pt x="1169" y="49"/>
                      <a:pt x="1012" y="1"/>
                      <a:pt x="855"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6"/>
              <p:cNvSpPr/>
              <p:nvPr/>
            </p:nvSpPr>
            <p:spPr>
              <a:xfrm>
                <a:off x="1844775" y="2879975"/>
                <a:ext cx="60750" cy="53725"/>
              </a:xfrm>
              <a:custGeom>
                <a:avLst/>
                <a:gdLst/>
                <a:ahLst/>
                <a:cxnLst/>
                <a:rect l="l" t="t" r="r" b="b"/>
                <a:pathLst>
                  <a:path w="2430" h="2149" extrusionOk="0">
                    <a:moveTo>
                      <a:pt x="1105" y="386"/>
                    </a:moveTo>
                    <a:cubicBezTo>
                      <a:pt x="1241" y="386"/>
                      <a:pt x="1376" y="430"/>
                      <a:pt x="1484" y="490"/>
                    </a:cubicBezTo>
                    <a:cubicBezTo>
                      <a:pt x="1760" y="638"/>
                      <a:pt x="1992" y="953"/>
                      <a:pt x="1864" y="1306"/>
                    </a:cubicBezTo>
                    <a:cubicBezTo>
                      <a:pt x="1756" y="1605"/>
                      <a:pt x="1564" y="1759"/>
                      <a:pt x="1305" y="1759"/>
                    </a:cubicBezTo>
                    <a:cubicBezTo>
                      <a:pt x="1286" y="1759"/>
                      <a:pt x="1267" y="1758"/>
                      <a:pt x="1247" y="1756"/>
                    </a:cubicBezTo>
                    <a:cubicBezTo>
                      <a:pt x="867" y="1724"/>
                      <a:pt x="469" y="1396"/>
                      <a:pt x="411" y="1062"/>
                    </a:cubicBezTo>
                    <a:cubicBezTo>
                      <a:pt x="386" y="894"/>
                      <a:pt x="449" y="760"/>
                      <a:pt x="559" y="657"/>
                    </a:cubicBezTo>
                    <a:cubicBezTo>
                      <a:pt x="610" y="657"/>
                      <a:pt x="668" y="624"/>
                      <a:pt x="707" y="580"/>
                    </a:cubicBezTo>
                    <a:cubicBezTo>
                      <a:pt x="739" y="535"/>
                      <a:pt x="778" y="496"/>
                      <a:pt x="822" y="470"/>
                    </a:cubicBezTo>
                    <a:cubicBezTo>
                      <a:pt x="841" y="464"/>
                      <a:pt x="855" y="451"/>
                      <a:pt x="873" y="445"/>
                    </a:cubicBezTo>
                    <a:cubicBezTo>
                      <a:pt x="887" y="439"/>
                      <a:pt x="906" y="431"/>
                      <a:pt x="912" y="419"/>
                    </a:cubicBezTo>
                    <a:cubicBezTo>
                      <a:pt x="974" y="396"/>
                      <a:pt x="1040" y="386"/>
                      <a:pt x="1105" y="386"/>
                    </a:cubicBezTo>
                    <a:close/>
                    <a:moveTo>
                      <a:pt x="1116" y="1"/>
                    </a:moveTo>
                    <a:cubicBezTo>
                      <a:pt x="940" y="1"/>
                      <a:pt x="773" y="47"/>
                      <a:pt x="630" y="137"/>
                    </a:cubicBezTo>
                    <a:cubicBezTo>
                      <a:pt x="0" y="464"/>
                      <a:pt x="0" y="933"/>
                      <a:pt x="39" y="1126"/>
                    </a:cubicBezTo>
                    <a:cubicBezTo>
                      <a:pt x="122" y="1627"/>
                      <a:pt x="662" y="2097"/>
                      <a:pt x="1214" y="2142"/>
                    </a:cubicBezTo>
                    <a:cubicBezTo>
                      <a:pt x="1247" y="2142"/>
                      <a:pt x="1279" y="2148"/>
                      <a:pt x="1311" y="2148"/>
                    </a:cubicBezTo>
                    <a:cubicBezTo>
                      <a:pt x="1728" y="2148"/>
                      <a:pt x="2063" y="1891"/>
                      <a:pt x="2223" y="1442"/>
                    </a:cubicBezTo>
                    <a:cubicBezTo>
                      <a:pt x="2430" y="876"/>
                      <a:pt x="2075" y="374"/>
                      <a:pt x="1671" y="149"/>
                    </a:cubicBezTo>
                    <a:cubicBezTo>
                      <a:pt x="1486" y="49"/>
                      <a:pt x="1296" y="1"/>
                      <a:pt x="111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6"/>
              <p:cNvSpPr/>
              <p:nvPr/>
            </p:nvSpPr>
            <p:spPr>
              <a:xfrm>
                <a:off x="1854400" y="2889625"/>
                <a:ext cx="40175" cy="34350"/>
              </a:xfrm>
              <a:custGeom>
                <a:avLst/>
                <a:gdLst/>
                <a:ahLst/>
                <a:cxnLst/>
                <a:rect l="l" t="t" r="r" b="b"/>
                <a:pathLst>
                  <a:path w="1607" h="1374" extrusionOk="0">
                    <a:moveTo>
                      <a:pt x="720" y="0"/>
                    </a:moveTo>
                    <a:cubicBezTo>
                      <a:pt x="655" y="0"/>
                      <a:pt x="589" y="10"/>
                      <a:pt x="527" y="33"/>
                    </a:cubicBezTo>
                    <a:cubicBezTo>
                      <a:pt x="521" y="45"/>
                      <a:pt x="502" y="53"/>
                      <a:pt x="488" y="59"/>
                    </a:cubicBezTo>
                    <a:cubicBezTo>
                      <a:pt x="470" y="65"/>
                      <a:pt x="456" y="78"/>
                      <a:pt x="437" y="84"/>
                    </a:cubicBezTo>
                    <a:cubicBezTo>
                      <a:pt x="393" y="110"/>
                      <a:pt x="354" y="149"/>
                      <a:pt x="322" y="194"/>
                    </a:cubicBezTo>
                    <a:cubicBezTo>
                      <a:pt x="283" y="238"/>
                      <a:pt x="225" y="271"/>
                      <a:pt x="174" y="271"/>
                    </a:cubicBezTo>
                    <a:cubicBezTo>
                      <a:pt x="64" y="374"/>
                      <a:pt x="1" y="508"/>
                      <a:pt x="26" y="676"/>
                    </a:cubicBezTo>
                    <a:cubicBezTo>
                      <a:pt x="84" y="1010"/>
                      <a:pt x="482" y="1338"/>
                      <a:pt x="862" y="1370"/>
                    </a:cubicBezTo>
                    <a:cubicBezTo>
                      <a:pt x="882" y="1372"/>
                      <a:pt x="901" y="1373"/>
                      <a:pt x="920" y="1373"/>
                    </a:cubicBezTo>
                    <a:cubicBezTo>
                      <a:pt x="1179" y="1373"/>
                      <a:pt x="1371" y="1219"/>
                      <a:pt x="1479" y="920"/>
                    </a:cubicBezTo>
                    <a:cubicBezTo>
                      <a:pt x="1607" y="567"/>
                      <a:pt x="1375" y="252"/>
                      <a:pt x="1099" y="104"/>
                    </a:cubicBezTo>
                    <a:cubicBezTo>
                      <a:pt x="991" y="44"/>
                      <a:pt x="856" y="0"/>
                      <a:pt x="720"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6"/>
              <p:cNvSpPr/>
              <p:nvPr/>
            </p:nvSpPr>
            <p:spPr>
              <a:xfrm>
                <a:off x="3945300" y="2704850"/>
                <a:ext cx="53050" cy="47900"/>
              </a:xfrm>
              <a:custGeom>
                <a:avLst/>
                <a:gdLst/>
                <a:ahLst/>
                <a:cxnLst/>
                <a:rect l="l" t="t" r="r" b="b"/>
                <a:pathLst>
                  <a:path w="2122" h="1916" extrusionOk="0">
                    <a:moveTo>
                      <a:pt x="1135" y="569"/>
                    </a:moveTo>
                    <a:cubicBezTo>
                      <a:pt x="1285" y="569"/>
                      <a:pt x="1413" y="651"/>
                      <a:pt x="1492" y="759"/>
                    </a:cubicBezTo>
                    <a:cubicBezTo>
                      <a:pt x="1596" y="913"/>
                      <a:pt x="1628" y="1144"/>
                      <a:pt x="1389" y="1337"/>
                    </a:cubicBezTo>
                    <a:cubicBezTo>
                      <a:pt x="1279" y="1432"/>
                      <a:pt x="1171" y="1466"/>
                      <a:pt x="1074" y="1466"/>
                    </a:cubicBezTo>
                    <a:cubicBezTo>
                      <a:pt x="979" y="1466"/>
                      <a:pt x="894" y="1434"/>
                      <a:pt x="824" y="1396"/>
                    </a:cubicBezTo>
                    <a:cubicBezTo>
                      <a:pt x="612" y="1280"/>
                      <a:pt x="471" y="1035"/>
                      <a:pt x="496" y="836"/>
                    </a:cubicBezTo>
                    <a:cubicBezTo>
                      <a:pt x="510" y="747"/>
                      <a:pt x="555" y="682"/>
                      <a:pt x="612" y="625"/>
                    </a:cubicBezTo>
                    <a:cubicBezTo>
                      <a:pt x="653" y="661"/>
                      <a:pt x="707" y="682"/>
                      <a:pt x="762" y="682"/>
                    </a:cubicBezTo>
                    <a:cubicBezTo>
                      <a:pt x="801" y="682"/>
                      <a:pt x="841" y="671"/>
                      <a:pt x="875" y="649"/>
                    </a:cubicBezTo>
                    <a:cubicBezTo>
                      <a:pt x="966" y="593"/>
                      <a:pt x="1054" y="569"/>
                      <a:pt x="1135" y="569"/>
                    </a:cubicBezTo>
                    <a:close/>
                    <a:moveTo>
                      <a:pt x="930" y="1"/>
                    </a:moveTo>
                    <a:cubicBezTo>
                      <a:pt x="912" y="1"/>
                      <a:pt x="894" y="3"/>
                      <a:pt x="875" y="8"/>
                    </a:cubicBezTo>
                    <a:cubicBezTo>
                      <a:pt x="226" y="168"/>
                      <a:pt x="78" y="560"/>
                      <a:pt x="53" y="773"/>
                    </a:cubicBezTo>
                    <a:cubicBezTo>
                      <a:pt x="1" y="1165"/>
                      <a:pt x="226" y="1583"/>
                      <a:pt x="605" y="1794"/>
                    </a:cubicBezTo>
                    <a:cubicBezTo>
                      <a:pt x="753" y="1877"/>
                      <a:pt x="914" y="1916"/>
                      <a:pt x="1068" y="1916"/>
                    </a:cubicBezTo>
                    <a:cubicBezTo>
                      <a:pt x="1287" y="1916"/>
                      <a:pt x="1499" y="1839"/>
                      <a:pt x="1679" y="1691"/>
                    </a:cubicBezTo>
                    <a:cubicBezTo>
                      <a:pt x="2122" y="1325"/>
                      <a:pt x="2083" y="817"/>
                      <a:pt x="1859" y="503"/>
                    </a:cubicBezTo>
                    <a:cubicBezTo>
                      <a:pt x="1698" y="278"/>
                      <a:pt x="1428" y="123"/>
                      <a:pt x="1127" y="117"/>
                    </a:cubicBezTo>
                    <a:cubicBezTo>
                      <a:pt x="1084" y="48"/>
                      <a:pt x="1012" y="1"/>
                      <a:pt x="93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6"/>
              <p:cNvSpPr/>
              <p:nvPr/>
            </p:nvSpPr>
            <p:spPr>
              <a:xfrm>
                <a:off x="3957075" y="2719075"/>
                <a:ext cx="28950" cy="22425"/>
              </a:xfrm>
              <a:custGeom>
                <a:avLst/>
                <a:gdLst/>
                <a:ahLst/>
                <a:cxnLst/>
                <a:rect l="l" t="t" r="r" b="b"/>
                <a:pathLst>
                  <a:path w="1158" h="897" extrusionOk="0">
                    <a:moveTo>
                      <a:pt x="664" y="0"/>
                    </a:moveTo>
                    <a:cubicBezTo>
                      <a:pt x="583" y="0"/>
                      <a:pt x="495" y="24"/>
                      <a:pt x="404" y="80"/>
                    </a:cubicBezTo>
                    <a:cubicBezTo>
                      <a:pt x="370" y="102"/>
                      <a:pt x="330" y="113"/>
                      <a:pt x="291" y="113"/>
                    </a:cubicBezTo>
                    <a:cubicBezTo>
                      <a:pt x="236" y="113"/>
                      <a:pt x="182" y="92"/>
                      <a:pt x="141" y="56"/>
                    </a:cubicBezTo>
                    <a:cubicBezTo>
                      <a:pt x="84" y="113"/>
                      <a:pt x="39" y="178"/>
                      <a:pt x="25" y="267"/>
                    </a:cubicBezTo>
                    <a:cubicBezTo>
                      <a:pt x="0" y="466"/>
                      <a:pt x="141" y="711"/>
                      <a:pt x="353" y="827"/>
                    </a:cubicBezTo>
                    <a:cubicBezTo>
                      <a:pt x="423" y="865"/>
                      <a:pt x="508" y="897"/>
                      <a:pt x="603" y="897"/>
                    </a:cubicBezTo>
                    <a:cubicBezTo>
                      <a:pt x="700" y="897"/>
                      <a:pt x="808" y="863"/>
                      <a:pt x="918" y="768"/>
                    </a:cubicBezTo>
                    <a:cubicBezTo>
                      <a:pt x="1157" y="575"/>
                      <a:pt x="1125" y="344"/>
                      <a:pt x="1021" y="190"/>
                    </a:cubicBezTo>
                    <a:cubicBezTo>
                      <a:pt x="942" y="82"/>
                      <a:pt x="814" y="0"/>
                      <a:pt x="664"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6"/>
              <p:cNvSpPr/>
              <p:nvPr/>
            </p:nvSpPr>
            <p:spPr>
              <a:xfrm>
                <a:off x="6057600" y="2861125"/>
                <a:ext cx="71575" cy="63225"/>
              </a:xfrm>
              <a:custGeom>
                <a:avLst/>
                <a:gdLst/>
                <a:ahLst/>
                <a:cxnLst/>
                <a:rect l="l" t="t" r="r" b="b"/>
                <a:pathLst>
                  <a:path w="2863" h="2529" extrusionOk="0">
                    <a:moveTo>
                      <a:pt x="1317" y="454"/>
                    </a:moveTo>
                    <a:cubicBezTo>
                      <a:pt x="1471" y="454"/>
                      <a:pt x="1627" y="504"/>
                      <a:pt x="1750" y="576"/>
                    </a:cubicBezTo>
                    <a:cubicBezTo>
                      <a:pt x="2083" y="755"/>
                      <a:pt x="2347" y="1122"/>
                      <a:pt x="2199" y="1546"/>
                    </a:cubicBezTo>
                    <a:cubicBezTo>
                      <a:pt x="2073" y="1894"/>
                      <a:pt x="1845" y="2075"/>
                      <a:pt x="1537" y="2075"/>
                    </a:cubicBezTo>
                    <a:cubicBezTo>
                      <a:pt x="1517" y="2075"/>
                      <a:pt x="1495" y="2074"/>
                      <a:pt x="1474" y="2072"/>
                    </a:cubicBezTo>
                    <a:cubicBezTo>
                      <a:pt x="1023" y="2034"/>
                      <a:pt x="561" y="1642"/>
                      <a:pt x="490" y="1250"/>
                    </a:cubicBezTo>
                    <a:cubicBezTo>
                      <a:pt x="457" y="1051"/>
                      <a:pt x="534" y="897"/>
                      <a:pt x="656" y="769"/>
                    </a:cubicBezTo>
                    <a:cubicBezTo>
                      <a:pt x="727" y="769"/>
                      <a:pt x="792" y="743"/>
                      <a:pt x="837" y="684"/>
                    </a:cubicBezTo>
                    <a:cubicBezTo>
                      <a:pt x="875" y="633"/>
                      <a:pt x="920" y="588"/>
                      <a:pt x="972" y="556"/>
                    </a:cubicBezTo>
                    <a:cubicBezTo>
                      <a:pt x="991" y="544"/>
                      <a:pt x="1011" y="538"/>
                      <a:pt x="1036" y="524"/>
                    </a:cubicBezTo>
                    <a:cubicBezTo>
                      <a:pt x="1050" y="518"/>
                      <a:pt x="1068" y="505"/>
                      <a:pt x="1080" y="499"/>
                    </a:cubicBezTo>
                    <a:cubicBezTo>
                      <a:pt x="1156" y="468"/>
                      <a:pt x="1236" y="454"/>
                      <a:pt x="1317" y="454"/>
                    </a:cubicBezTo>
                    <a:close/>
                    <a:moveTo>
                      <a:pt x="1313" y="1"/>
                    </a:moveTo>
                    <a:cubicBezTo>
                      <a:pt x="1108" y="1"/>
                      <a:pt x="914" y="54"/>
                      <a:pt x="747" y="158"/>
                    </a:cubicBezTo>
                    <a:cubicBezTo>
                      <a:pt x="1" y="550"/>
                      <a:pt x="1" y="1102"/>
                      <a:pt x="47" y="1327"/>
                    </a:cubicBezTo>
                    <a:cubicBezTo>
                      <a:pt x="149" y="1918"/>
                      <a:pt x="780" y="2472"/>
                      <a:pt x="1435" y="2523"/>
                    </a:cubicBezTo>
                    <a:cubicBezTo>
                      <a:pt x="1466" y="2529"/>
                      <a:pt x="1505" y="2529"/>
                      <a:pt x="1543" y="2529"/>
                    </a:cubicBezTo>
                    <a:cubicBezTo>
                      <a:pt x="2044" y="2529"/>
                      <a:pt x="2430" y="2234"/>
                      <a:pt x="2623" y="1701"/>
                    </a:cubicBezTo>
                    <a:cubicBezTo>
                      <a:pt x="2862" y="1031"/>
                      <a:pt x="2450" y="440"/>
                      <a:pt x="1967" y="177"/>
                    </a:cubicBezTo>
                    <a:cubicBezTo>
                      <a:pt x="1751" y="59"/>
                      <a:pt x="1526" y="1"/>
                      <a:pt x="1313"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6"/>
              <p:cNvSpPr/>
              <p:nvPr/>
            </p:nvSpPr>
            <p:spPr>
              <a:xfrm>
                <a:off x="6069025" y="2872475"/>
                <a:ext cx="47250" cy="40525"/>
              </a:xfrm>
              <a:custGeom>
                <a:avLst/>
                <a:gdLst/>
                <a:ahLst/>
                <a:cxnLst/>
                <a:rect l="l" t="t" r="r" b="b"/>
                <a:pathLst>
                  <a:path w="1890" h="1621" extrusionOk="0">
                    <a:moveTo>
                      <a:pt x="860" y="0"/>
                    </a:moveTo>
                    <a:cubicBezTo>
                      <a:pt x="779" y="0"/>
                      <a:pt x="699" y="14"/>
                      <a:pt x="623" y="45"/>
                    </a:cubicBezTo>
                    <a:cubicBezTo>
                      <a:pt x="611" y="51"/>
                      <a:pt x="593" y="64"/>
                      <a:pt x="579" y="70"/>
                    </a:cubicBezTo>
                    <a:cubicBezTo>
                      <a:pt x="554" y="84"/>
                      <a:pt x="534" y="90"/>
                      <a:pt x="515" y="102"/>
                    </a:cubicBezTo>
                    <a:cubicBezTo>
                      <a:pt x="463" y="134"/>
                      <a:pt x="418" y="179"/>
                      <a:pt x="380" y="230"/>
                    </a:cubicBezTo>
                    <a:cubicBezTo>
                      <a:pt x="335" y="289"/>
                      <a:pt x="270" y="315"/>
                      <a:pt x="199" y="315"/>
                    </a:cubicBezTo>
                    <a:cubicBezTo>
                      <a:pt x="77" y="443"/>
                      <a:pt x="0" y="597"/>
                      <a:pt x="33" y="796"/>
                    </a:cubicBezTo>
                    <a:cubicBezTo>
                      <a:pt x="104" y="1188"/>
                      <a:pt x="566" y="1580"/>
                      <a:pt x="1017" y="1618"/>
                    </a:cubicBezTo>
                    <a:cubicBezTo>
                      <a:pt x="1038" y="1620"/>
                      <a:pt x="1060" y="1621"/>
                      <a:pt x="1080" y="1621"/>
                    </a:cubicBezTo>
                    <a:cubicBezTo>
                      <a:pt x="1388" y="1621"/>
                      <a:pt x="1616" y="1440"/>
                      <a:pt x="1742" y="1092"/>
                    </a:cubicBezTo>
                    <a:cubicBezTo>
                      <a:pt x="1890" y="668"/>
                      <a:pt x="1626" y="301"/>
                      <a:pt x="1293" y="122"/>
                    </a:cubicBezTo>
                    <a:cubicBezTo>
                      <a:pt x="1170" y="50"/>
                      <a:pt x="1014" y="0"/>
                      <a:pt x="860"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6"/>
              <p:cNvSpPr/>
              <p:nvPr/>
            </p:nvSpPr>
            <p:spPr>
              <a:xfrm>
                <a:off x="5349825" y="2920475"/>
                <a:ext cx="60750" cy="53700"/>
              </a:xfrm>
              <a:custGeom>
                <a:avLst/>
                <a:gdLst/>
                <a:ahLst/>
                <a:cxnLst/>
                <a:rect l="l" t="t" r="r" b="b"/>
                <a:pathLst>
                  <a:path w="2430" h="2148" extrusionOk="0">
                    <a:moveTo>
                      <a:pt x="1108" y="386"/>
                    </a:moveTo>
                    <a:cubicBezTo>
                      <a:pt x="1242" y="386"/>
                      <a:pt x="1377" y="429"/>
                      <a:pt x="1486" y="490"/>
                    </a:cubicBezTo>
                    <a:cubicBezTo>
                      <a:pt x="1768" y="644"/>
                      <a:pt x="1993" y="952"/>
                      <a:pt x="1865" y="1306"/>
                    </a:cubicBezTo>
                    <a:cubicBezTo>
                      <a:pt x="1757" y="1604"/>
                      <a:pt x="1565" y="1759"/>
                      <a:pt x="1307" y="1759"/>
                    </a:cubicBezTo>
                    <a:cubicBezTo>
                      <a:pt x="1288" y="1759"/>
                      <a:pt x="1268" y="1758"/>
                      <a:pt x="1248" y="1756"/>
                    </a:cubicBezTo>
                    <a:cubicBezTo>
                      <a:pt x="875" y="1724"/>
                      <a:pt x="477" y="1395"/>
                      <a:pt x="418" y="1062"/>
                    </a:cubicBezTo>
                    <a:cubicBezTo>
                      <a:pt x="386" y="894"/>
                      <a:pt x="457" y="760"/>
                      <a:pt x="560" y="656"/>
                    </a:cubicBezTo>
                    <a:cubicBezTo>
                      <a:pt x="617" y="656"/>
                      <a:pt x="676" y="624"/>
                      <a:pt x="708" y="579"/>
                    </a:cubicBezTo>
                    <a:cubicBezTo>
                      <a:pt x="747" y="534"/>
                      <a:pt x="785" y="496"/>
                      <a:pt x="824" y="470"/>
                    </a:cubicBezTo>
                    <a:cubicBezTo>
                      <a:pt x="842" y="463"/>
                      <a:pt x="862" y="451"/>
                      <a:pt x="881" y="445"/>
                    </a:cubicBezTo>
                    <a:cubicBezTo>
                      <a:pt x="893" y="439"/>
                      <a:pt x="907" y="431"/>
                      <a:pt x="919" y="419"/>
                    </a:cubicBezTo>
                    <a:cubicBezTo>
                      <a:pt x="980" y="396"/>
                      <a:pt x="1044" y="386"/>
                      <a:pt x="1108" y="386"/>
                    </a:cubicBezTo>
                    <a:close/>
                    <a:moveTo>
                      <a:pt x="1123" y="0"/>
                    </a:moveTo>
                    <a:cubicBezTo>
                      <a:pt x="947" y="0"/>
                      <a:pt x="780" y="47"/>
                      <a:pt x="637" y="136"/>
                    </a:cubicBezTo>
                    <a:cubicBezTo>
                      <a:pt x="0" y="463"/>
                      <a:pt x="6" y="932"/>
                      <a:pt x="39" y="1125"/>
                    </a:cubicBezTo>
                    <a:cubicBezTo>
                      <a:pt x="122" y="1627"/>
                      <a:pt x="662" y="2097"/>
                      <a:pt x="1216" y="2142"/>
                    </a:cubicBezTo>
                    <a:cubicBezTo>
                      <a:pt x="1248" y="2142"/>
                      <a:pt x="1279" y="2148"/>
                      <a:pt x="1311" y="2148"/>
                    </a:cubicBezTo>
                    <a:cubicBezTo>
                      <a:pt x="1735" y="2148"/>
                      <a:pt x="2064" y="1890"/>
                      <a:pt x="2224" y="1441"/>
                    </a:cubicBezTo>
                    <a:cubicBezTo>
                      <a:pt x="2430" y="875"/>
                      <a:pt x="2083" y="374"/>
                      <a:pt x="1672" y="149"/>
                    </a:cubicBezTo>
                    <a:cubicBezTo>
                      <a:pt x="1490" y="48"/>
                      <a:pt x="1302" y="0"/>
                      <a:pt x="1123"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6"/>
              <p:cNvSpPr/>
              <p:nvPr/>
            </p:nvSpPr>
            <p:spPr>
              <a:xfrm>
                <a:off x="5359450" y="2930100"/>
                <a:ext cx="40225" cy="34350"/>
              </a:xfrm>
              <a:custGeom>
                <a:avLst/>
                <a:gdLst/>
                <a:ahLst/>
                <a:cxnLst/>
                <a:rect l="l" t="t" r="r" b="b"/>
                <a:pathLst>
                  <a:path w="1609" h="1374" extrusionOk="0">
                    <a:moveTo>
                      <a:pt x="723" y="1"/>
                    </a:moveTo>
                    <a:cubicBezTo>
                      <a:pt x="659" y="1"/>
                      <a:pt x="595" y="11"/>
                      <a:pt x="534" y="34"/>
                    </a:cubicBezTo>
                    <a:cubicBezTo>
                      <a:pt x="522" y="46"/>
                      <a:pt x="508" y="54"/>
                      <a:pt x="496" y="60"/>
                    </a:cubicBezTo>
                    <a:cubicBezTo>
                      <a:pt x="477" y="66"/>
                      <a:pt x="457" y="78"/>
                      <a:pt x="439" y="85"/>
                    </a:cubicBezTo>
                    <a:cubicBezTo>
                      <a:pt x="400" y="111"/>
                      <a:pt x="362" y="149"/>
                      <a:pt x="323" y="194"/>
                    </a:cubicBezTo>
                    <a:cubicBezTo>
                      <a:pt x="291" y="239"/>
                      <a:pt x="232" y="271"/>
                      <a:pt x="175" y="271"/>
                    </a:cubicBezTo>
                    <a:cubicBezTo>
                      <a:pt x="72" y="375"/>
                      <a:pt x="1" y="509"/>
                      <a:pt x="33" y="677"/>
                    </a:cubicBezTo>
                    <a:cubicBezTo>
                      <a:pt x="92" y="1010"/>
                      <a:pt x="490" y="1339"/>
                      <a:pt x="863" y="1371"/>
                    </a:cubicBezTo>
                    <a:cubicBezTo>
                      <a:pt x="883" y="1373"/>
                      <a:pt x="903" y="1374"/>
                      <a:pt x="922" y="1374"/>
                    </a:cubicBezTo>
                    <a:cubicBezTo>
                      <a:pt x="1180" y="1374"/>
                      <a:pt x="1372" y="1219"/>
                      <a:pt x="1480" y="921"/>
                    </a:cubicBezTo>
                    <a:cubicBezTo>
                      <a:pt x="1608" y="567"/>
                      <a:pt x="1383" y="259"/>
                      <a:pt x="1101" y="105"/>
                    </a:cubicBezTo>
                    <a:cubicBezTo>
                      <a:pt x="992" y="44"/>
                      <a:pt x="857" y="1"/>
                      <a:pt x="723"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6"/>
              <p:cNvSpPr/>
              <p:nvPr/>
            </p:nvSpPr>
            <p:spPr>
              <a:xfrm>
                <a:off x="4677850" y="2844800"/>
                <a:ext cx="53200" cy="47900"/>
              </a:xfrm>
              <a:custGeom>
                <a:avLst/>
                <a:gdLst/>
                <a:ahLst/>
                <a:cxnLst/>
                <a:rect l="l" t="t" r="r" b="b"/>
                <a:pathLst>
                  <a:path w="2128" h="1916" extrusionOk="0">
                    <a:moveTo>
                      <a:pt x="1136" y="567"/>
                    </a:moveTo>
                    <a:cubicBezTo>
                      <a:pt x="1289" y="567"/>
                      <a:pt x="1418" y="649"/>
                      <a:pt x="1498" y="759"/>
                    </a:cubicBezTo>
                    <a:cubicBezTo>
                      <a:pt x="1602" y="913"/>
                      <a:pt x="1634" y="1144"/>
                      <a:pt x="1395" y="1337"/>
                    </a:cubicBezTo>
                    <a:cubicBezTo>
                      <a:pt x="1285" y="1432"/>
                      <a:pt x="1176" y="1465"/>
                      <a:pt x="1077" y="1465"/>
                    </a:cubicBezTo>
                    <a:cubicBezTo>
                      <a:pt x="982" y="1465"/>
                      <a:pt x="897" y="1434"/>
                      <a:pt x="830" y="1396"/>
                    </a:cubicBezTo>
                    <a:cubicBezTo>
                      <a:pt x="618" y="1280"/>
                      <a:pt x="477" y="1036"/>
                      <a:pt x="502" y="836"/>
                    </a:cubicBezTo>
                    <a:cubicBezTo>
                      <a:pt x="516" y="746"/>
                      <a:pt x="561" y="675"/>
                      <a:pt x="618" y="624"/>
                    </a:cubicBezTo>
                    <a:cubicBezTo>
                      <a:pt x="659" y="658"/>
                      <a:pt x="713" y="678"/>
                      <a:pt x="768" y="678"/>
                    </a:cubicBezTo>
                    <a:cubicBezTo>
                      <a:pt x="807" y="678"/>
                      <a:pt x="846" y="668"/>
                      <a:pt x="881" y="643"/>
                    </a:cubicBezTo>
                    <a:cubicBezTo>
                      <a:pt x="970" y="590"/>
                      <a:pt x="1056" y="567"/>
                      <a:pt x="1136" y="567"/>
                    </a:cubicBezTo>
                    <a:close/>
                    <a:moveTo>
                      <a:pt x="940" y="0"/>
                    </a:moveTo>
                    <a:cubicBezTo>
                      <a:pt x="921" y="0"/>
                      <a:pt x="901" y="2"/>
                      <a:pt x="881" y="7"/>
                    </a:cubicBezTo>
                    <a:cubicBezTo>
                      <a:pt x="232" y="162"/>
                      <a:pt x="84" y="554"/>
                      <a:pt x="59" y="773"/>
                    </a:cubicBezTo>
                    <a:cubicBezTo>
                      <a:pt x="1" y="1164"/>
                      <a:pt x="232" y="1582"/>
                      <a:pt x="611" y="1794"/>
                    </a:cubicBezTo>
                    <a:cubicBezTo>
                      <a:pt x="759" y="1877"/>
                      <a:pt x="920" y="1916"/>
                      <a:pt x="1074" y="1916"/>
                    </a:cubicBezTo>
                    <a:cubicBezTo>
                      <a:pt x="1293" y="1916"/>
                      <a:pt x="1505" y="1838"/>
                      <a:pt x="1685" y="1684"/>
                    </a:cubicBezTo>
                    <a:cubicBezTo>
                      <a:pt x="2128" y="1319"/>
                      <a:pt x="2089" y="811"/>
                      <a:pt x="1865" y="503"/>
                    </a:cubicBezTo>
                    <a:cubicBezTo>
                      <a:pt x="1704" y="277"/>
                      <a:pt x="1434" y="117"/>
                      <a:pt x="1133" y="117"/>
                    </a:cubicBezTo>
                    <a:cubicBezTo>
                      <a:pt x="1090" y="43"/>
                      <a:pt x="1020" y="0"/>
                      <a:pt x="940"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6"/>
              <p:cNvSpPr/>
              <p:nvPr/>
            </p:nvSpPr>
            <p:spPr>
              <a:xfrm>
                <a:off x="4689775" y="2858975"/>
                <a:ext cx="28950" cy="22475"/>
              </a:xfrm>
              <a:custGeom>
                <a:avLst/>
                <a:gdLst/>
                <a:ahLst/>
                <a:cxnLst/>
                <a:rect l="l" t="t" r="r" b="b"/>
                <a:pathLst>
                  <a:path w="1158" h="899" extrusionOk="0">
                    <a:moveTo>
                      <a:pt x="659" y="0"/>
                    </a:moveTo>
                    <a:cubicBezTo>
                      <a:pt x="579" y="0"/>
                      <a:pt x="493" y="23"/>
                      <a:pt x="404" y="76"/>
                    </a:cubicBezTo>
                    <a:cubicBezTo>
                      <a:pt x="369" y="101"/>
                      <a:pt x="330" y="111"/>
                      <a:pt x="291" y="111"/>
                    </a:cubicBezTo>
                    <a:cubicBezTo>
                      <a:pt x="236" y="111"/>
                      <a:pt x="182" y="91"/>
                      <a:pt x="141" y="57"/>
                    </a:cubicBezTo>
                    <a:cubicBezTo>
                      <a:pt x="84" y="108"/>
                      <a:pt x="39" y="179"/>
                      <a:pt x="25" y="269"/>
                    </a:cubicBezTo>
                    <a:cubicBezTo>
                      <a:pt x="0" y="469"/>
                      <a:pt x="141" y="713"/>
                      <a:pt x="353" y="829"/>
                    </a:cubicBezTo>
                    <a:cubicBezTo>
                      <a:pt x="420" y="867"/>
                      <a:pt x="505" y="898"/>
                      <a:pt x="600" y="898"/>
                    </a:cubicBezTo>
                    <a:cubicBezTo>
                      <a:pt x="699" y="898"/>
                      <a:pt x="808" y="865"/>
                      <a:pt x="918" y="770"/>
                    </a:cubicBezTo>
                    <a:cubicBezTo>
                      <a:pt x="1157" y="577"/>
                      <a:pt x="1125" y="346"/>
                      <a:pt x="1021" y="192"/>
                    </a:cubicBezTo>
                    <a:cubicBezTo>
                      <a:pt x="941" y="82"/>
                      <a:pt x="812" y="0"/>
                      <a:pt x="659"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2" name="Google Shape;232;p6"/>
            <p:cNvSpPr/>
            <p:nvPr/>
          </p:nvSpPr>
          <p:spPr>
            <a:xfrm>
              <a:off x="3020350" y="4441675"/>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6"/>
            <p:cNvSpPr/>
            <p:nvPr/>
          </p:nvSpPr>
          <p:spPr>
            <a:xfrm flipH="1">
              <a:off x="5316450" y="4547413"/>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6"/>
            <p:cNvSpPr/>
            <p:nvPr/>
          </p:nvSpPr>
          <p:spPr>
            <a:xfrm>
              <a:off x="464575" y="4825088"/>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6"/>
            <p:cNvSpPr/>
            <p:nvPr/>
          </p:nvSpPr>
          <p:spPr>
            <a:xfrm flipH="1">
              <a:off x="7987700" y="4740838"/>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81"/>
        <p:cNvGrpSpPr/>
        <p:nvPr/>
      </p:nvGrpSpPr>
      <p:grpSpPr>
        <a:xfrm>
          <a:off x="0" y="0"/>
          <a:ext cx="0" cy="0"/>
          <a:chOff x="0" y="0"/>
          <a:chExt cx="0" cy="0"/>
        </a:xfrm>
      </p:grpSpPr>
      <p:sp>
        <p:nvSpPr>
          <p:cNvPr id="282" name="Google Shape;282;p8"/>
          <p:cNvSpPr txBox="1">
            <a:spLocks noGrp="1"/>
          </p:cNvSpPr>
          <p:nvPr>
            <p:ph type="title"/>
          </p:nvPr>
        </p:nvSpPr>
        <p:spPr>
          <a:xfrm>
            <a:off x="869500" y="861500"/>
            <a:ext cx="4003500" cy="1936500"/>
          </a:xfrm>
          <a:prstGeom prst="rect">
            <a:avLst/>
          </a:prstGeom>
        </p:spPr>
        <p:txBody>
          <a:bodyPr spcFirstLastPara="1" wrap="square" lIns="91425" tIns="91425" rIns="91425" bIns="91425" anchor="ctr" anchorCtr="0">
            <a:noAutofit/>
          </a:bodyPr>
          <a:lstStyle>
            <a:lvl1pPr lvl="0">
              <a:spcBef>
                <a:spcPts val="0"/>
              </a:spcBef>
              <a:spcAft>
                <a:spcPts val="0"/>
              </a:spcAft>
              <a:buSzPts val="6000"/>
              <a:buNone/>
              <a:defRPr sz="71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283" name="Google Shape;283;p8"/>
          <p:cNvGrpSpPr/>
          <p:nvPr/>
        </p:nvGrpSpPr>
        <p:grpSpPr>
          <a:xfrm flipH="1">
            <a:off x="-57639" y="4232675"/>
            <a:ext cx="9259279" cy="949168"/>
            <a:chOff x="-57639" y="4232675"/>
            <a:chExt cx="9259279" cy="949168"/>
          </a:xfrm>
        </p:grpSpPr>
        <p:grpSp>
          <p:nvGrpSpPr>
            <p:cNvPr id="284" name="Google Shape;284;p8"/>
            <p:cNvGrpSpPr/>
            <p:nvPr/>
          </p:nvGrpSpPr>
          <p:grpSpPr>
            <a:xfrm>
              <a:off x="-57639" y="4232675"/>
              <a:ext cx="9259279" cy="949168"/>
              <a:chOff x="238275" y="2491125"/>
              <a:chExt cx="7141750" cy="732100"/>
            </a:xfrm>
          </p:grpSpPr>
          <p:sp>
            <p:nvSpPr>
              <p:cNvPr id="285" name="Google Shape;285;p8"/>
              <p:cNvSpPr/>
              <p:nvPr/>
            </p:nvSpPr>
            <p:spPr>
              <a:xfrm>
                <a:off x="238275" y="2491125"/>
                <a:ext cx="7141750" cy="282225"/>
              </a:xfrm>
              <a:custGeom>
                <a:avLst/>
                <a:gdLst/>
                <a:ahLst/>
                <a:cxnLst/>
                <a:rect l="l" t="t" r="r" b="b"/>
                <a:pathLst>
                  <a:path w="285670" h="11289" extrusionOk="0">
                    <a:moveTo>
                      <a:pt x="77087" y="1"/>
                    </a:moveTo>
                    <a:cubicBezTo>
                      <a:pt x="69330" y="1"/>
                      <a:pt x="63721" y="1125"/>
                      <a:pt x="59452" y="1679"/>
                    </a:cubicBezTo>
                    <a:cubicBezTo>
                      <a:pt x="56652" y="2041"/>
                      <a:pt x="53084" y="2152"/>
                      <a:pt x="50569" y="2152"/>
                    </a:cubicBezTo>
                    <a:cubicBezTo>
                      <a:pt x="49072" y="2152"/>
                      <a:pt x="47948" y="2113"/>
                      <a:pt x="47581" y="2064"/>
                    </a:cubicBezTo>
                    <a:cubicBezTo>
                      <a:pt x="46591" y="1936"/>
                      <a:pt x="26970" y="1345"/>
                      <a:pt x="26970" y="1345"/>
                    </a:cubicBezTo>
                    <a:lnTo>
                      <a:pt x="0" y="2746"/>
                    </a:lnTo>
                    <a:lnTo>
                      <a:pt x="1376" y="11288"/>
                    </a:lnTo>
                    <a:lnTo>
                      <a:pt x="284771" y="9874"/>
                    </a:lnTo>
                    <a:lnTo>
                      <a:pt x="285670" y="2746"/>
                    </a:lnTo>
                    <a:lnTo>
                      <a:pt x="278382" y="2746"/>
                    </a:lnTo>
                    <a:cubicBezTo>
                      <a:pt x="278382" y="2746"/>
                      <a:pt x="276833" y="3350"/>
                      <a:pt x="269412" y="3350"/>
                    </a:cubicBezTo>
                    <a:cubicBezTo>
                      <a:pt x="268804" y="3350"/>
                      <a:pt x="268157" y="3346"/>
                      <a:pt x="267468" y="3337"/>
                    </a:cubicBezTo>
                    <a:cubicBezTo>
                      <a:pt x="258367" y="3221"/>
                      <a:pt x="258367" y="2553"/>
                      <a:pt x="248361" y="2354"/>
                    </a:cubicBezTo>
                    <a:cubicBezTo>
                      <a:pt x="243485" y="2254"/>
                      <a:pt x="239630" y="2229"/>
                      <a:pt x="236959" y="2229"/>
                    </a:cubicBezTo>
                    <a:cubicBezTo>
                      <a:pt x="234147" y="2229"/>
                      <a:pt x="232646" y="2257"/>
                      <a:pt x="232646" y="2257"/>
                    </a:cubicBezTo>
                    <a:lnTo>
                      <a:pt x="210273" y="1621"/>
                    </a:lnTo>
                    <a:cubicBezTo>
                      <a:pt x="210273" y="1621"/>
                      <a:pt x="209685" y="1550"/>
                      <a:pt x="208556" y="1550"/>
                    </a:cubicBezTo>
                    <a:cubicBezTo>
                      <a:pt x="207391" y="1550"/>
                      <a:pt x="205650" y="1626"/>
                      <a:pt x="203382" y="1936"/>
                    </a:cubicBezTo>
                    <a:cubicBezTo>
                      <a:pt x="201649" y="2171"/>
                      <a:pt x="198963" y="2243"/>
                      <a:pt x="196326" y="2243"/>
                    </a:cubicBezTo>
                    <a:cubicBezTo>
                      <a:pt x="192169" y="2243"/>
                      <a:pt x="188131" y="2064"/>
                      <a:pt x="188131" y="2064"/>
                    </a:cubicBezTo>
                    <a:cubicBezTo>
                      <a:pt x="188131" y="2064"/>
                      <a:pt x="174437" y="2201"/>
                      <a:pt x="163969" y="2201"/>
                    </a:cubicBezTo>
                    <a:cubicBezTo>
                      <a:pt x="158735" y="2201"/>
                      <a:pt x="154307" y="2167"/>
                      <a:pt x="152801" y="2064"/>
                    </a:cubicBezTo>
                    <a:cubicBezTo>
                      <a:pt x="148282" y="1756"/>
                      <a:pt x="96761" y="927"/>
                      <a:pt x="93993" y="664"/>
                    </a:cubicBezTo>
                    <a:cubicBezTo>
                      <a:pt x="91222" y="400"/>
                      <a:pt x="86459" y="118"/>
                      <a:pt x="78149" y="8"/>
                    </a:cubicBezTo>
                    <a:cubicBezTo>
                      <a:pt x="77791" y="3"/>
                      <a:pt x="77437" y="1"/>
                      <a:pt x="77087"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8"/>
              <p:cNvSpPr/>
              <p:nvPr/>
            </p:nvSpPr>
            <p:spPr>
              <a:xfrm>
                <a:off x="272675" y="2551975"/>
                <a:ext cx="7091125" cy="671250"/>
              </a:xfrm>
              <a:custGeom>
                <a:avLst/>
                <a:gdLst/>
                <a:ahLst/>
                <a:cxnLst/>
                <a:rect l="l" t="t" r="r" b="b"/>
                <a:pathLst>
                  <a:path w="283645" h="26850" extrusionOk="0">
                    <a:moveTo>
                      <a:pt x="134832" y="1"/>
                    </a:moveTo>
                    <a:cubicBezTo>
                      <a:pt x="134792" y="1"/>
                      <a:pt x="134755" y="2"/>
                      <a:pt x="134720" y="3"/>
                    </a:cubicBezTo>
                    <a:cubicBezTo>
                      <a:pt x="133388" y="67"/>
                      <a:pt x="126129" y="738"/>
                      <a:pt x="125164" y="738"/>
                    </a:cubicBezTo>
                    <a:cubicBezTo>
                      <a:pt x="125137" y="738"/>
                      <a:pt x="125116" y="737"/>
                      <a:pt x="125099" y="736"/>
                    </a:cubicBezTo>
                    <a:cubicBezTo>
                      <a:pt x="124476" y="698"/>
                      <a:pt x="118537" y="377"/>
                      <a:pt x="118537" y="377"/>
                    </a:cubicBezTo>
                    <a:cubicBezTo>
                      <a:pt x="118537" y="377"/>
                      <a:pt x="108294" y="62"/>
                      <a:pt x="107177" y="62"/>
                    </a:cubicBezTo>
                    <a:cubicBezTo>
                      <a:pt x="107164" y="62"/>
                      <a:pt x="107152" y="62"/>
                      <a:pt x="107141" y="62"/>
                    </a:cubicBezTo>
                    <a:cubicBezTo>
                      <a:pt x="106235" y="68"/>
                      <a:pt x="103414" y="101"/>
                      <a:pt x="97559" y="736"/>
                    </a:cubicBezTo>
                    <a:cubicBezTo>
                      <a:pt x="91703" y="1366"/>
                      <a:pt x="89100" y="1572"/>
                      <a:pt x="89100" y="1572"/>
                    </a:cubicBezTo>
                    <a:cubicBezTo>
                      <a:pt x="89100" y="1572"/>
                      <a:pt x="85133" y="1222"/>
                      <a:pt x="81765" y="1222"/>
                    </a:cubicBezTo>
                    <a:cubicBezTo>
                      <a:pt x="80976" y="1222"/>
                      <a:pt x="80220" y="1241"/>
                      <a:pt x="79556" y="1288"/>
                    </a:cubicBezTo>
                    <a:cubicBezTo>
                      <a:pt x="76047" y="1534"/>
                      <a:pt x="68784" y="3294"/>
                      <a:pt x="67981" y="3667"/>
                    </a:cubicBezTo>
                    <a:cubicBezTo>
                      <a:pt x="67171" y="4034"/>
                      <a:pt x="25362" y="5557"/>
                      <a:pt x="25362" y="5557"/>
                    </a:cubicBezTo>
                    <a:lnTo>
                      <a:pt x="0" y="7247"/>
                    </a:lnTo>
                    <a:lnTo>
                      <a:pt x="0" y="26849"/>
                    </a:lnTo>
                    <a:lnTo>
                      <a:pt x="283645" y="26849"/>
                    </a:lnTo>
                    <a:lnTo>
                      <a:pt x="283645" y="5628"/>
                    </a:lnTo>
                    <a:lnTo>
                      <a:pt x="283034" y="5364"/>
                    </a:lnTo>
                    <a:lnTo>
                      <a:pt x="249889" y="4805"/>
                    </a:lnTo>
                    <a:cubicBezTo>
                      <a:pt x="249889" y="4805"/>
                      <a:pt x="246822" y="4228"/>
                      <a:pt x="245827" y="4228"/>
                    </a:cubicBezTo>
                    <a:cubicBezTo>
                      <a:pt x="245777" y="4228"/>
                      <a:pt x="245731" y="4230"/>
                      <a:pt x="245692" y="4233"/>
                    </a:cubicBezTo>
                    <a:cubicBezTo>
                      <a:pt x="244889" y="4304"/>
                      <a:pt x="242171" y="4619"/>
                      <a:pt x="242171" y="4619"/>
                    </a:cubicBezTo>
                    <a:lnTo>
                      <a:pt x="233912" y="4233"/>
                    </a:lnTo>
                    <a:cubicBezTo>
                      <a:pt x="233912" y="4233"/>
                      <a:pt x="232138" y="3095"/>
                      <a:pt x="225999" y="2857"/>
                    </a:cubicBezTo>
                    <a:cubicBezTo>
                      <a:pt x="220178" y="2637"/>
                      <a:pt x="216019" y="2632"/>
                      <a:pt x="215613" y="2632"/>
                    </a:cubicBezTo>
                    <a:cubicBezTo>
                      <a:pt x="215592" y="2632"/>
                      <a:pt x="215581" y="2632"/>
                      <a:pt x="215581" y="2632"/>
                    </a:cubicBezTo>
                    <a:lnTo>
                      <a:pt x="202181" y="2053"/>
                    </a:lnTo>
                    <a:cubicBezTo>
                      <a:pt x="202181" y="2053"/>
                      <a:pt x="195990" y="2330"/>
                      <a:pt x="194300" y="2427"/>
                    </a:cubicBezTo>
                    <a:cubicBezTo>
                      <a:pt x="192611" y="2516"/>
                      <a:pt x="187263" y="3005"/>
                      <a:pt x="187263" y="3005"/>
                    </a:cubicBezTo>
                    <a:lnTo>
                      <a:pt x="172828" y="3005"/>
                    </a:lnTo>
                    <a:lnTo>
                      <a:pt x="169434" y="2857"/>
                    </a:lnTo>
                    <a:cubicBezTo>
                      <a:pt x="169434" y="2857"/>
                      <a:pt x="166638" y="2613"/>
                      <a:pt x="165249" y="2472"/>
                    </a:cubicBezTo>
                    <a:cubicBezTo>
                      <a:pt x="163855" y="2330"/>
                      <a:pt x="160358" y="2222"/>
                      <a:pt x="158643" y="2053"/>
                    </a:cubicBezTo>
                    <a:cubicBezTo>
                      <a:pt x="156926" y="1881"/>
                      <a:pt x="152440" y="1418"/>
                      <a:pt x="151933" y="1288"/>
                    </a:cubicBezTo>
                    <a:cubicBezTo>
                      <a:pt x="151766" y="1246"/>
                      <a:pt x="150510" y="1231"/>
                      <a:pt x="148911" y="1231"/>
                    </a:cubicBezTo>
                    <a:cubicBezTo>
                      <a:pt x="145711" y="1231"/>
                      <a:pt x="141135" y="1288"/>
                      <a:pt x="141135" y="1288"/>
                    </a:cubicBezTo>
                    <a:cubicBezTo>
                      <a:pt x="141135" y="1288"/>
                      <a:pt x="136344" y="1"/>
                      <a:pt x="134832" y="1"/>
                    </a:cubicBezTo>
                    <a:close/>
                  </a:path>
                </a:pathLst>
              </a:custGeom>
              <a:solidFill>
                <a:srgbClr val="5E8688"/>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8"/>
              <p:cNvSpPr/>
              <p:nvPr/>
            </p:nvSpPr>
            <p:spPr>
              <a:xfrm>
                <a:off x="3562250" y="2808825"/>
                <a:ext cx="54025" cy="61550"/>
              </a:xfrm>
              <a:custGeom>
                <a:avLst/>
                <a:gdLst/>
                <a:ahLst/>
                <a:cxnLst/>
                <a:rect l="l" t="t" r="r" b="b"/>
                <a:pathLst>
                  <a:path w="2161" h="2462" extrusionOk="0">
                    <a:moveTo>
                      <a:pt x="1036" y="501"/>
                    </a:moveTo>
                    <a:cubicBezTo>
                      <a:pt x="1312" y="637"/>
                      <a:pt x="1556" y="913"/>
                      <a:pt x="1620" y="1195"/>
                    </a:cubicBezTo>
                    <a:cubicBezTo>
                      <a:pt x="1685" y="1440"/>
                      <a:pt x="1614" y="1652"/>
                      <a:pt x="1415" y="1826"/>
                    </a:cubicBezTo>
                    <a:cubicBezTo>
                      <a:pt x="1281" y="1942"/>
                      <a:pt x="1155" y="2001"/>
                      <a:pt x="1040" y="2001"/>
                    </a:cubicBezTo>
                    <a:cubicBezTo>
                      <a:pt x="985" y="2001"/>
                      <a:pt x="932" y="1987"/>
                      <a:pt x="882" y="1960"/>
                    </a:cubicBezTo>
                    <a:cubicBezTo>
                      <a:pt x="638" y="1832"/>
                      <a:pt x="476" y="1408"/>
                      <a:pt x="535" y="1041"/>
                    </a:cubicBezTo>
                    <a:cubicBezTo>
                      <a:pt x="567" y="836"/>
                      <a:pt x="676" y="572"/>
                      <a:pt x="1030" y="501"/>
                    </a:cubicBezTo>
                    <a:close/>
                    <a:moveTo>
                      <a:pt x="930" y="0"/>
                    </a:moveTo>
                    <a:cubicBezTo>
                      <a:pt x="845" y="0"/>
                      <a:pt x="764" y="48"/>
                      <a:pt x="727" y="123"/>
                    </a:cubicBezTo>
                    <a:cubicBezTo>
                      <a:pt x="380" y="263"/>
                      <a:pt x="149" y="566"/>
                      <a:pt x="84" y="978"/>
                    </a:cubicBezTo>
                    <a:cubicBezTo>
                      <a:pt x="1" y="1524"/>
                      <a:pt x="252" y="2141"/>
                      <a:pt x="663" y="2360"/>
                    </a:cubicBezTo>
                    <a:cubicBezTo>
                      <a:pt x="754" y="2411"/>
                      <a:pt x="882" y="2461"/>
                      <a:pt x="1042" y="2461"/>
                    </a:cubicBezTo>
                    <a:cubicBezTo>
                      <a:pt x="1229" y="2461"/>
                      <a:pt x="1460" y="2390"/>
                      <a:pt x="1718" y="2167"/>
                    </a:cubicBezTo>
                    <a:cubicBezTo>
                      <a:pt x="2038" y="1877"/>
                      <a:pt x="2160" y="1497"/>
                      <a:pt x="2065" y="1093"/>
                    </a:cubicBezTo>
                    <a:cubicBezTo>
                      <a:pt x="1941" y="586"/>
                      <a:pt x="1486" y="135"/>
                      <a:pt x="985" y="7"/>
                    </a:cubicBezTo>
                    <a:cubicBezTo>
                      <a:pt x="967" y="3"/>
                      <a:pt x="948" y="0"/>
                      <a:pt x="930"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8"/>
              <p:cNvSpPr/>
              <p:nvPr/>
            </p:nvSpPr>
            <p:spPr>
              <a:xfrm>
                <a:off x="3574125" y="2821325"/>
                <a:ext cx="30275" cy="37525"/>
              </a:xfrm>
              <a:custGeom>
                <a:avLst/>
                <a:gdLst/>
                <a:ahLst/>
                <a:cxnLst/>
                <a:rect l="l" t="t" r="r" b="b"/>
                <a:pathLst>
                  <a:path w="1211" h="1501" extrusionOk="0">
                    <a:moveTo>
                      <a:pt x="555" y="1"/>
                    </a:moveTo>
                    <a:cubicBezTo>
                      <a:pt x="201" y="72"/>
                      <a:pt x="92" y="336"/>
                      <a:pt x="60" y="541"/>
                    </a:cubicBezTo>
                    <a:cubicBezTo>
                      <a:pt x="1" y="908"/>
                      <a:pt x="163" y="1332"/>
                      <a:pt x="407" y="1460"/>
                    </a:cubicBezTo>
                    <a:cubicBezTo>
                      <a:pt x="457" y="1487"/>
                      <a:pt x="510" y="1501"/>
                      <a:pt x="565" y="1501"/>
                    </a:cubicBezTo>
                    <a:cubicBezTo>
                      <a:pt x="680" y="1501"/>
                      <a:pt x="806" y="1442"/>
                      <a:pt x="940" y="1326"/>
                    </a:cubicBezTo>
                    <a:cubicBezTo>
                      <a:pt x="1139" y="1152"/>
                      <a:pt x="1210" y="940"/>
                      <a:pt x="1145" y="695"/>
                    </a:cubicBezTo>
                    <a:cubicBezTo>
                      <a:pt x="1081" y="413"/>
                      <a:pt x="837" y="137"/>
                      <a:pt x="561"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8"/>
              <p:cNvSpPr/>
              <p:nvPr/>
            </p:nvSpPr>
            <p:spPr>
              <a:xfrm>
                <a:off x="1423625" y="2714000"/>
                <a:ext cx="71675" cy="63200"/>
              </a:xfrm>
              <a:custGeom>
                <a:avLst/>
                <a:gdLst/>
                <a:ahLst/>
                <a:cxnLst/>
                <a:rect l="l" t="t" r="r" b="b"/>
                <a:pathLst>
                  <a:path w="2867" h="2528" extrusionOk="0">
                    <a:moveTo>
                      <a:pt x="1313" y="456"/>
                    </a:moveTo>
                    <a:cubicBezTo>
                      <a:pt x="1469" y="456"/>
                      <a:pt x="1626" y="505"/>
                      <a:pt x="1754" y="573"/>
                    </a:cubicBezTo>
                    <a:cubicBezTo>
                      <a:pt x="2083" y="754"/>
                      <a:pt x="2347" y="1126"/>
                      <a:pt x="2198" y="1544"/>
                    </a:cubicBezTo>
                    <a:cubicBezTo>
                      <a:pt x="2073" y="1889"/>
                      <a:pt x="1849" y="2075"/>
                      <a:pt x="1546" y="2075"/>
                    </a:cubicBezTo>
                    <a:cubicBezTo>
                      <a:pt x="1522" y="2075"/>
                      <a:pt x="1497" y="2074"/>
                      <a:pt x="1472" y="2071"/>
                    </a:cubicBezTo>
                    <a:cubicBezTo>
                      <a:pt x="1028" y="2033"/>
                      <a:pt x="559" y="1647"/>
                      <a:pt x="488" y="1255"/>
                    </a:cubicBezTo>
                    <a:cubicBezTo>
                      <a:pt x="457" y="1055"/>
                      <a:pt x="534" y="894"/>
                      <a:pt x="662" y="772"/>
                    </a:cubicBezTo>
                    <a:cubicBezTo>
                      <a:pt x="727" y="772"/>
                      <a:pt x="790" y="740"/>
                      <a:pt x="835" y="683"/>
                    </a:cubicBezTo>
                    <a:cubicBezTo>
                      <a:pt x="873" y="630"/>
                      <a:pt x="926" y="586"/>
                      <a:pt x="971" y="553"/>
                    </a:cubicBezTo>
                    <a:cubicBezTo>
                      <a:pt x="989" y="547"/>
                      <a:pt x="1015" y="535"/>
                      <a:pt x="1035" y="529"/>
                    </a:cubicBezTo>
                    <a:cubicBezTo>
                      <a:pt x="1054" y="515"/>
                      <a:pt x="1066" y="509"/>
                      <a:pt x="1080" y="496"/>
                    </a:cubicBezTo>
                    <a:cubicBezTo>
                      <a:pt x="1155" y="468"/>
                      <a:pt x="1234" y="456"/>
                      <a:pt x="1313" y="456"/>
                    </a:cubicBezTo>
                    <a:close/>
                    <a:moveTo>
                      <a:pt x="1316" y="0"/>
                    </a:moveTo>
                    <a:cubicBezTo>
                      <a:pt x="1109" y="0"/>
                      <a:pt x="913" y="54"/>
                      <a:pt x="745" y="161"/>
                    </a:cubicBezTo>
                    <a:cubicBezTo>
                      <a:pt x="0" y="547"/>
                      <a:pt x="7" y="1101"/>
                      <a:pt x="45" y="1332"/>
                    </a:cubicBezTo>
                    <a:cubicBezTo>
                      <a:pt x="148" y="1923"/>
                      <a:pt x="784" y="2469"/>
                      <a:pt x="1433" y="2528"/>
                    </a:cubicBezTo>
                    <a:lnTo>
                      <a:pt x="1543" y="2528"/>
                    </a:lnTo>
                    <a:cubicBezTo>
                      <a:pt x="2044" y="2528"/>
                      <a:pt x="2436" y="2232"/>
                      <a:pt x="2623" y="1698"/>
                    </a:cubicBezTo>
                    <a:cubicBezTo>
                      <a:pt x="2866" y="1030"/>
                      <a:pt x="2455" y="445"/>
                      <a:pt x="1973" y="175"/>
                    </a:cubicBezTo>
                    <a:cubicBezTo>
                      <a:pt x="1755" y="58"/>
                      <a:pt x="1529" y="0"/>
                      <a:pt x="1316"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8"/>
              <p:cNvSpPr/>
              <p:nvPr/>
            </p:nvSpPr>
            <p:spPr>
              <a:xfrm>
                <a:off x="1435025" y="2725400"/>
                <a:ext cx="47275" cy="40475"/>
              </a:xfrm>
              <a:custGeom>
                <a:avLst/>
                <a:gdLst/>
                <a:ahLst/>
                <a:cxnLst/>
                <a:rect l="l" t="t" r="r" b="b"/>
                <a:pathLst>
                  <a:path w="1891" h="1619" extrusionOk="0">
                    <a:moveTo>
                      <a:pt x="857" y="0"/>
                    </a:moveTo>
                    <a:cubicBezTo>
                      <a:pt x="778" y="0"/>
                      <a:pt x="699" y="12"/>
                      <a:pt x="624" y="40"/>
                    </a:cubicBezTo>
                    <a:cubicBezTo>
                      <a:pt x="610" y="53"/>
                      <a:pt x="598" y="59"/>
                      <a:pt x="579" y="73"/>
                    </a:cubicBezTo>
                    <a:cubicBezTo>
                      <a:pt x="559" y="79"/>
                      <a:pt x="533" y="91"/>
                      <a:pt x="515" y="97"/>
                    </a:cubicBezTo>
                    <a:cubicBezTo>
                      <a:pt x="470" y="130"/>
                      <a:pt x="417" y="174"/>
                      <a:pt x="379" y="227"/>
                    </a:cubicBezTo>
                    <a:cubicBezTo>
                      <a:pt x="334" y="284"/>
                      <a:pt x="271" y="316"/>
                      <a:pt x="206" y="316"/>
                    </a:cubicBezTo>
                    <a:cubicBezTo>
                      <a:pt x="78" y="438"/>
                      <a:pt x="1" y="599"/>
                      <a:pt x="32" y="799"/>
                    </a:cubicBezTo>
                    <a:cubicBezTo>
                      <a:pt x="103" y="1191"/>
                      <a:pt x="572" y="1577"/>
                      <a:pt x="1016" y="1615"/>
                    </a:cubicBezTo>
                    <a:cubicBezTo>
                      <a:pt x="1041" y="1618"/>
                      <a:pt x="1066" y="1619"/>
                      <a:pt x="1090" y="1619"/>
                    </a:cubicBezTo>
                    <a:cubicBezTo>
                      <a:pt x="1393" y="1619"/>
                      <a:pt x="1617" y="1433"/>
                      <a:pt x="1742" y="1088"/>
                    </a:cubicBezTo>
                    <a:cubicBezTo>
                      <a:pt x="1891" y="670"/>
                      <a:pt x="1627" y="298"/>
                      <a:pt x="1298" y="117"/>
                    </a:cubicBezTo>
                    <a:cubicBezTo>
                      <a:pt x="1170" y="49"/>
                      <a:pt x="1013" y="0"/>
                      <a:pt x="857"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8"/>
              <p:cNvSpPr/>
              <p:nvPr/>
            </p:nvSpPr>
            <p:spPr>
              <a:xfrm>
                <a:off x="955225" y="2876425"/>
                <a:ext cx="60775" cy="53725"/>
              </a:xfrm>
              <a:custGeom>
                <a:avLst/>
                <a:gdLst/>
                <a:ahLst/>
                <a:cxnLst/>
                <a:rect l="l" t="t" r="r" b="b"/>
                <a:pathLst>
                  <a:path w="2431" h="2149" extrusionOk="0">
                    <a:moveTo>
                      <a:pt x="1117" y="389"/>
                    </a:moveTo>
                    <a:cubicBezTo>
                      <a:pt x="1249" y="389"/>
                      <a:pt x="1379" y="431"/>
                      <a:pt x="1485" y="490"/>
                    </a:cubicBezTo>
                    <a:cubicBezTo>
                      <a:pt x="1762" y="644"/>
                      <a:pt x="1994" y="953"/>
                      <a:pt x="1864" y="1306"/>
                    </a:cubicBezTo>
                    <a:cubicBezTo>
                      <a:pt x="1757" y="1605"/>
                      <a:pt x="1567" y="1759"/>
                      <a:pt x="1309" y="1759"/>
                    </a:cubicBezTo>
                    <a:cubicBezTo>
                      <a:pt x="1289" y="1759"/>
                      <a:pt x="1268" y="1758"/>
                      <a:pt x="1247" y="1757"/>
                    </a:cubicBezTo>
                    <a:cubicBezTo>
                      <a:pt x="868" y="1724"/>
                      <a:pt x="470" y="1397"/>
                      <a:pt x="419" y="1062"/>
                    </a:cubicBezTo>
                    <a:cubicBezTo>
                      <a:pt x="386" y="896"/>
                      <a:pt x="451" y="760"/>
                      <a:pt x="559" y="658"/>
                    </a:cubicBezTo>
                    <a:cubicBezTo>
                      <a:pt x="618" y="658"/>
                      <a:pt x="675" y="626"/>
                      <a:pt x="707" y="581"/>
                    </a:cubicBezTo>
                    <a:cubicBezTo>
                      <a:pt x="746" y="535"/>
                      <a:pt x="784" y="496"/>
                      <a:pt x="823" y="472"/>
                    </a:cubicBezTo>
                    <a:cubicBezTo>
                      <a:pt x="843" y="465"/>
                      <a:pt x="855" y="452"/>
                      <a:pt x="875" y="445"/>
                    </a:cubicBezTo>
                    <a:cubicBezTo>
                      <a:pt x="894" y="439"/>
                      <a:pt x="906" y="433"/>
                      <a:pt x="914" y="427"/>
                    </a:cubicBezTo>
                    <a:cubicBezTo>
                      <a:pt x="980" y="401"/>
                      <a:pt x="1049" y="389"/>
                      <a:pt x="1117" y="389"/>
                    </a:cubicBezTo>
                    <a:close/>
                    <a:moveTo>
                      <a:pt x="1118" y="1"/>
                    </a:moveTo>
                    <a:cubicBezTo>
                      <a:pt x="941" y="1"/>
                      <a:pt x="774" y="47"/>
                      <a:pt x="630" y="137"/>
                    </a:cubicBezTo>
                    <a:cubicBezTo>
                      <a:pt x="1" y="465"/>
                      <a:pt x="1" y="934"/>
                      <a:pt x="39" y="1127"/>
                    </a:cubicBezTo>
                    <a:cubicBezTo>
                      <a:pt x="123" y="1629"/>
                      <a:pt x="663" y="2097"/>
                      <a:pt x="1215" y="2142"/>
                    </a:cubicBezTo>
                    <a:cubicBezTo>
                      <a:pt x="1247" y="2142"/>
                      <a:pt x="1280" y="2148"/>
                      <a:pt x="1312" y="2148"/>
                    </a:cubicBezTo>
                    <a:cubicBezTo>
                      <a:pt x="1730" y="2148"/>
                      <a:pt x="2063" y="1892"/>
                      <a:pt x="2225" y="1442"/>
                    </a:cubicBezTo>
                    <a:cubicBezTo>
                      <a:pt x="2430" y="876"/>
                      <a:pt x="2077" y="374"/>
                      <a:pt x="1671" y="149"/>
                    </a:cubicBezTo>
                    <a:cubicBezTo>
                      <a:pt x="1487" y="49"/>
                      <a:pt x="1298" y="1"/>
                      <a:pt x="1118"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8"/>
              <p:cNvSpPr/>
              <p:nvPr/>
            </p:nvSpPr>
            <p:spPr>
              <a:xfrm>
                <a:off x="964875" y="2886150"/>
                <a:ext cx="40200" cy="34275"/>
              </a:xfrm>
              <a:custGeom>
                <a:avLst/>
                <a:gdLst/>
                <a:ahLst/>
                <a:cxnLst/>
                <a:rect l="l" t="t" r="r" b="b"/>
                <a:pathLst>
                  <a:path w="1608" h="1371" extrusionOk="0">
                    <a:moveTo>
                      <a:pt x="731" y="0"/>
                    </a:moveTo>
                    <a:cubicBezTo>
                      <a:pt x="663" y="0"/>
                      <a:pt x="594" y="12"/>
                      <a:pt x="528" y="38"/>
                    </a:cubicBezTo>
                    <a:cubicBezTo>
                      <a:pt x="520" y="44"/>
                      <a:pt x="508" y="50"/>
                      <a:pt x="489" y="56"/>
                    </a:cubicBezTo>
                    <a:cubicBezTo>
                      <a:pt x="469" y="63"/>
                      <a:pt x="457" y="76"/>
                      <a:pt x="437" y="83"/>
                    </a:cubicBezTo>
                    <a:cubicBezTo>
                      <a:pt x="398" y="107"/>
                      <a:pt x="360" y="146"/>
                      <a:pt x="321" y="192"/>
                    </a:cubicBezTo>
                    <a:cubicBezTo>
                      <a:pt x="289" y="237"/>
                      <a:pt x="232" y="269"/>
                      <a:pt x="173" y="269"/>
                    </a:cubicBezTo>
                    <a:cubicBezTo>
                      <a:pt x="65" y="371"/>
                      <a:pt x="0" y="507"/>
                      <a:pt x="33" y="673"/>
                    </a:cubicBezTo>
                    <a:cubicBezTo>
                      <a:pt x="84" y="1008"/>
                      <a:pt x="482" y="1335"/>
                      <a:pt x="861" y="1368"/>
                    </a:cubicBezTo>
                    <a:cubicBezTo>
                      <a:pt x="882" y="1369"/>
                      <a:pt x="903" y="1370"/>
                      <a:pt x="923" y="1370"/>
                    </a:cubicBezTo>
                    <a:cubicBezTo>
                      <a:pt x="1181" y="1370"/>
                      <a:pt x="1371" y="1216"/>
                      <a:pt x="1478" y="917"/>
                    </a:cubicBezTo>
                    <a:cubicBezTo>
                      <a:pt x="1608" y="564"/>
                      <a:pt x="1376" y="255"/>
                      <a:pt x="1099" y="101"/>
                    </a:cubicBezTo>
                    <a:cubicBezTo>
                      <a:pt x="993" y="42"/>
                      <a:pt x="863" y="0"/>
                      <a:pt x="731"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8"/>
              <p:cNvSpPr/>
              <p:nvPr/>
            </p:nvSpPr>
            <p:spPr>
              <a:xfrm>
                <a:off x="6766850" y="2754775"/>
                <a:ext cx="58025" cy="46850"/>
              </a:xfrm>
              <a:custGeom>
                <a:avLst/>
                <a:gdLst/>
                <a:ahLst/>
                <a:cxnLst/>
                <a:rect l="l" t="t" r="r" b="b"/>
                <a:pathLst>
                  <a:path w="2321" h="1874" extrusionOk="0">
                    <a:moveTo>
                      <a:pt x="1106" y="451"/>
                    </a:moveTo>
                    <a:cubicBezTo>
                      <a:pt x="1327" y="451"/>
                      <a:pt x="1561" y="529"/>
                      <a:pt x="1698" y="671"/>
                    </a:cubicBezTo>
                    <a:cubicBezTo>
                      <a:pt x="1748" y="722"/>
                      <a:pt x="1903" y="883"/>
                      <a:pt x="1665" y="1197"/>
                    </a:cubicBezTo>
                    <a:cubicBezTo>
                      <a:pt x="1556" y="1347"/>
                      <a:pt x="1420" y="1421"/>
                      <a:pt x="1263" y="1421"/>
                    </a:cubicBezTo>
                    <a:cubicBezTo>
                      <a:pt x="1190" y="1421"/>
                      <a:pt x="1111" y="1405"/>
                      <a:pt x="1030" y="1372"/>
                    </a:cubicBezTo>
                    <a:cubicBezTo>
                      <a:pt x="707" y="1236"/>
                      <a:pt x="484" y="909"/>
                      <a:pt x="508" y="729"/>
                    </a:cubicBezTo>
                    <a:cubicBezTo>
                      <a:pt x="514" y="665"/>
                      <a:pt x="561" y="627"/>
                      <a:pt x="624" y="594"/>
                    </a:cubicBezTo>
                    <a:cubicBezTo>
                      <a:pt x="650" y="588"/>
                      <a:pt x="676" y="580"/>
                      <a:pt x="701" y="568"/>
                    </a:cubicBezTo>
                    <a:cubicBezTo>
                      <a:pt x="746" y="550"/>
                      <a:pt x="798" y="542"/>
                      <a:pt x="843" y="536"/>
                    </a:cubicBezTo>
                    <a:cubicBezTo>
                      <a:pt x="900" y="530"/>
                      <a:pt x="953" y="503"/>
                      <a:pt x="991" y="459"/>
                    </a:cubicBezTo>
                    <a:cubicBezTo>
                      <a:pt x="1029" y="454"/>
                      <a:pt x="1067" y="451"/>
                      <a:pt x="1106" y="451"/>
                    </a:cubicBezTo>
                    <a:close/>
                    <a:moveTo>
                      <a:pt x="1106" y="1"/>
                    </a:moveTo>
                    <a:cubicBezTo>
                      <a:pt x="890" y="1"/>
                      <a:pt x="679" y="51"/>
                      <a:pt x="508" y="156"/>
                    </a:cubicBezTo>
                    <a:cubicBezTo>
                      <a:pt x="155" y="286"/>
                      <a:pt x="78" y="542"/>
                      <a:pt x="59" y="665"/>
                    </a:cubicBezTo>
                    <a:cubicBezTo>
                      <a:pt x="1" y="1082"/>
                      <a:pt x="360" y="1583"/>
                      <a:pt x="855" y="1790"/>
                    </a:cubicBezTo>
                    <a:cubicBezTo>
                      <a:pt x="997" y="1847"/>
                      <a:pt x="1131" y="1873"/>
                      <a:pt x="1267" y="1873"/>
                    </a:cubicBezTo>
                    <a:cubicBezTo>
                      <a:pt x="1563" y="1873"/>
                      <a:pt x="1833" y="1737"/>
                      <a:pt x="2032" y="1467"/>
                    </a:cubicBezTo>
                    <a:cubicBezTo>
                      <a:pt x="2321" y="1082"/>
                      <a:pt x="2321" y="665"/>
                      <a:pt x="2018" y="357"/>
                    </a:cubicBezTo>
                    <a:cubicBezTo>
                      <a:pt x="1795" y="125"/>
                      <a:pt x="1445" y="1"/>
                      <a:pt x="110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8"/>
              <p:cNvSpPr/>
              <p:nvPr/>
            </p:nvSpPr>
            <p:spPr>
              <a:xfrm>
                <a:off x="6778925" y="2766050"/>
                <a:ext cx="35500" cy="24275"/>
              </a:xfrm>
              <a:custGeom>
                <a:avLst/>
                <a:gdLst/>
                <a:ahLst/>
                <a:cxnLst/>
                <a:rect l="l" t="t" r="r" b="b"/>
                <a:pathLst>
                  <a:path w="1420" h="971" extrusionOk="0">
                    <a:moveTo>
                      <a:pt x="623" y="0"/>
                    </a:moveTo>
                    <a:cubicBezTo>
                      <a:pt x="584" y="0"/>
                      <a:pt x="546" y="3"/>
                      <a:pt x="508" y="8"/>
                    </a:cubicBezTo>
                    <a:cubicBezTo>
                      <a:pt x="470" y="52"/>
                      <a:pt x="417" y="79"/>
                      <a:pt x="360" y="85"/>
                    </a:cubicBezTo>
                    <a:cubicBezTo>
                      <a:pt x="315" y="91"/>
                      <a:pt x="263" y="99"/>
                      <a:pt x="218" y="117"/>
                    </a:cubicBezTo>
                    <a:cubicBezTo>
                      <a:pt x="193" y="129"/>
                      <a:pt x="167" y="137"/>
                      <a:pt x="141" y="143"/>
                    </a:cubicBezTo>
                    <a:cubicBezTo>
                      <a:pt x="78" y="176"/>
                      <a:pt x="31" y="214"/>
                      <a:pt x="25" y="278"/>
                    </a:cubicBezTo>
                    <a:cubicBezTo>
                      <a:pt x="1" y="458"/>
                      <a:pt x="224" y="785"/>
                      <a:pt x="547" y="921"/>
                    </a:cubicBezTo>
                    <a:cubicBezTo>
                      <a:pt x="628" y="954"/>
                      <a:pt x="707" y="970"/>
                      <a:pt x="780" y="970"/>
                    </a:cubicBezTo>
                    <a:cubicBezTo>
                      <a:pt x="937" y="970"/>
                      <a:pt x="1073" y="896"/>
                      <a:pt x="1182" y="746"/>
                    </a:cubicBezTo>
                    <a:cubicBezTo>
                      <a:pt x="1420" y="432"/>
                      <a:pt x="1265" y="271"/>
                      <a:pt x="1215" y="220"/>
                    </a:cubicBezTo>
                    <a:cubicBezTo>
                      <a:pt x="1078" y="78"/>
                      <a:pt x="844" y="0"/>
                      <a:pt x="623"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8"/>
              <p:cNvSpPr/>
              <p:nvPr/>
            </p:nvSpPr>
            <p:spPr>
              <a:xfrm>
                <a:off x="482175" y="2771375"/>
                <a:ext cx="53050" cy="47900"/>
              </a:xfrm>
              <a:custGeom>
                <a:avLst/>
                <a:gdLst/>
                <a:ahLst/>
                <a:cxnLst/>
                <a:rect l="l" t="t" r="r" b="b"/>
                <a:pathLst>
                  <a:path w="2122" h="1916" extrusionOk="0">
                    <a:moveTo>
                      <a:pt x="1130" y="567"/>
                    </a:moveTo>
                    <a:cubicBezTo>
                      <a:pt x="1283" y="567"/>
                      <a:pt x="1412" y="649"/>
                      <a:pt x="1492" y="759"/>
                    </a:cubicBezTo>
                    <a:cubicBezTo>
                      <a:pt x="1596" y="907"/>
                      <a:pt x="1626" y="1138"/>
                      <a:pt x="1389" y="1337"/>
                    </a:cubicBezTo>
                    <a:cubicBezTo>
                      <a:pt x="1277" y="1430"/>
                      <a:pt x="1168" y="1463"/>
                      <a:pt x="1070" y="1463"/>
                    </a:cubicBezTo>
                    <a:cubicBezTo>
                      <a:pt x="977" y="1463"/>
                      <a:pt x="893" y="1433"/>
                      <a:pt x="824" y="1396"/>
                    </a:cubicBezTo>
                    <a:cubicBezTo>
                      <a:pt x="611" y="1274"/>
                      <a:pt x="470" y="1035"/>
                      <a:pt x="496" y="830"/>
                    </a:cubicBezTo>
                    <a:cubicBezTo>
                      <a:pt x="508" y="746"/>
                      <a:pt x="554" y="675"/>
                      <a:pt x="611" y="625"/>
                    </a:cubicBezTo>
                    <a:cubicBezTo>
                      <a:pt x="652" y="657"/>
                      <a:pt x="705" y="676"/>
                      <a:pt x="759" y="676"/>
                    </a:cubicBezTo>
                    <a:cubicBezTo>
                      <a:pt x="799" y="676"/>
                      <a:pt x="840" y="665"/>
                      <a:pt x="875" y="643"/>
                    </a:cubicBezTo>
                    <a:cubicBezTo>
                      <a:pt x="964" y="590"/>
                      <a:pt x="1050" y="567"/>
                      <a:pt x="1130" y="567"/>
                    </a:cubicBezTo>
                    <a:close/>
                    <a:moveTo>
                      <a:pt x="935" y="0"/>
                    </a:moveTo>
                    <a:cubicBezTo>
                      <a:pt x="915" y="0"/>
                      <a:pt x="895" y="2"/>
                      <a:pt x="875" y="7"/>
                    </a:cubicBezTo>
                    <a:cubicBezTo>
                      <a:pt x="226" y="162"/>
                      <a:pt x="78" y="554"/>
                      <a:pt x="53" y="773"/>
                    </a:cubicBezTo>
                    <a:cubicBezTo>
                      <a:pt x="1" y="1158"/>
                      <a:pt x="226" y="1582"/>
                      <a:pt x="605" y="1788"/>
                    </a:cubicBezTo>
                    <a:cubicBezTo>
                      <a:pt x="760" y="1871"/>
                      <a:pt x="914" y="1916"/>
                      <a:pt x="1068" y="1916"/>
                    </a:cubicBezTo>
                    <a:cubicBezTo>
                      <a:pt x="1287" y="1916"/>
                      <a:pt x="1498" y="1838"/>
                      <a:pt x="1679" y="1684"/>
                    </a:cubicBezTo>
                    <a:cubicBezTo>
                      <a:pt x="2122" y="1319"/>
                      <a:pt x="2083" y="811"/>
                      <a:pt x="1858" y="495"/>
                    </a:cubicBezTo>
                    <a:cubicBezTo>
                      <a:pt x="1697" y="271"/>
                      <a:pt x="1427" y="117"/>
                      <a:pt x="1125" y="109"/>
                    </a:cubicBezTo>
                    <a:cubicBezTo>
                      <a:pt x="1089" y="42"/>
                      <a:pt x="1016" y="0"/>
                      <a:pt x="935"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8"/>
              <p:cNvSpPr/>
              <p:nvPr/>
            </p:nvSpPr>
            <p:spPr>
              <a:xfrm>
                <a:off x="493900" y="2785550"/>
                <a:ext cx="28950" cy="22425"/>
              </a:xfrm>
              <a:custGeom>
                <a:avLst/>
                <a:gdLst/>
                <a:ahLst/>
                <a:cxnLst/>
                <a:rect l="l" t="t" r="r" b="b"/>
                <a:pathLst>
                  <a:path w="1158" h="897" extrusionOk="0">
                    <a:moveTo>
                      <a:pt x="661" y="0"/>
                    </a:moveTo>
                    <a:cubicBezTo>
                      <a:pt x="581" y="0"/>
                      <a:pt x="495" y="23"/>
                      <a:pt x="406" y="76"/>
                    </a:cubicBezTo>
                    <a:cubicBezTo>
                      <a:pt x="371" y="98"/>
                      <a:pt x="330" y="109"/>
                      <a:pt x="290" y="109"/>
                    </a:cubicBezTo>
                    <a:cubicBezTo>
                      <a:pt x="236" y="109"/>
                      <a:pt x="183" y="90"/>
                      <a:pt x="142" y="58"/>
                    </a:cubicBezTo>
                    <a:cubicBezTo>
                      <a:pt x="85" y="108"/>
                      <a:pt x="39" y="179"/>
                      <a:pt x="27" y="263"/>
                    </a:cubicBezTo>
                    <a:cubicBezTo>
                      <a:pt x="1" y="468"/>
                      <a:pt x="142" y="707"/>
                      <a:pt x="355" y="829"/>
                    </a:cubicBezTo>
                    <a:cubicBezTo>
                      <a:pt x="424" y="866"/>
                      <a:pt x="508" y="896"/>
                      <a:pt x="601" y="896"/>
                    </a:cubicBezTo>
                    <a:cubicBezTo>
                      <a:pt x="699" y="896"/>
                      <a:pt x="808" y="863"/>
                      <a:pt x="920" y="770"/>
                    </a:cubicBezTo>
                    <a:cubicBezTo>
                      <a:pt x="1157" y="571"/>
                      <a:pt x="1127" y="340"/>
                      <a:pt x="1023" y="192"/>
                    </a:cubicBezTo>
                    <a:cubicBezTo>
                      <a:pt x="943" y="82"/>
                      <a:pt x="814" y="0"/>
                      <a:pt x="661"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8"/>
              <p:cNvSpPr/>
              <p:nvPr/>
            </p:nvSpPr>
            <p:spPr>
              <a:xfrm>
                <a:off x="6319050" y="2710125"/>
                <a:ext cx="71525" cy="63375"/>
              </a:xfrm>
              <a:custGeom>
                <a:avLst/>
                <a:gdLst/>
                <a:ahLst/>
                <a:cxnLst/>
                <a:rect l="l" t="t" r="r" b="b"/>
                <a:pathLst>
                  <a:path w="2861" h="2535" extrusionOk="0">
                    <a:moveTo>
                      <a:pt x="1308" y="457"/>
                    </a:moveTo>
                    <a:cubicBezTo>
                      <a:pt x="1463" y="457"/>
                      <a:pt x="1620" y="505"/>
                      <a:pt x="1749" y="574"/>
                    </a:cubicBezTo>
                    <a:cubicBezTo>
                      <a:pt x="2076" y="761"/>
                      <a:pt x="2346" y="1126"/>
                      <a:pt x="2199" y="1544"/>
                    </a:cubicBezTo>
                    <a:cubicBezTo>
                      <a:pt x="2074" y="1895"/>
                      <a:pt x="1851" y="2076"/>
                      <a:pt x="1549" y="2076"/>
                    </a:cubicBezTo>
                    <a:cubicBezTo>
                      <a:pt x="1524" y="2076"/>
                      <a:pt x="1499" y="2074"/>
                      <a:pt x="1473" y="2072"/>
                    </a:cubicBezTo>
                    <a:cubicBezTo>
                      <a:pt x="1022" y="2033"/>
                      <a:pt x="553" y="1648"/>
                      <a:pt x="488" y="1256"/>
                    </a:cubicBezTo>
                    <a:cubicBezTo>
                      <a:pt x="456" y="1055"/>
                      <a:pt x="533" y="895"/>
                      <a:pt x="657" y="773"/>
                    </a:cubicBezTo>
                    <a:cubicBezTo>
                      <a:pt x="726" y="773"/>
                      <a:pt x="791" y="741"/>
                      <a:pt x="835" y="684"/>
                    </a:cubicBezTo>
                    <a:cubicBezTo>
                      <a:pt x="874" y="631"/>
                      <a:pt x="919" y="586"/>
                      <a:pt x="971" y="562"/>
                    </a:cubicBezTo>
                    <a:cubicBezTo>
                      <a:pt x="990" y="548"/>
                      <a:pt x="1010" y="536"/>
                      <a:pt x="1034" y="529"/>
                    </a:cubicBezTo>
                    <a:cubicBezTo>
                      <a:pt x="1048" y="523"/>
                      <a:pt x="1067" y="509"/>
                      <a:pt x="1081" y="497"/>
                    </a:cubicBezTo>
                    <a:cubicBezTo>
                      <a:pt x="1153" y="469"/>
                      <a:pt x="1231" y="457"/>
                      <a:pt x="1308" y="457"/>
                    </a:cubicBezTo>
                    <a:close/>
                    <a:moveTo>
                      <a:pt x="1316" y="1"/>
                    </a:moveTo>
                    <a:cubicBezTo>
                      <a:pt x="1110" y="1"/>
                      <a:pt x="914" y="55"/>
                      <a:pt x="746" y="162"/>
                    </a:cubicBezTo>
                    <a:cubicBezTo>
                      <a:pt x="1" y="548"/>
                      <a:pt x="1" y="1102"/>
                      <a:pt x="46" y="1333"/>
                    </a:cubicBezTo>
                    <a:cubicBezTo>
                      <a:pt x="141" y="1924"/>
                      <a:pt x="778" y="2470"/>
                      <a:pt x="1434" y="2528"/>
                    </a:cubicBezTo>
                    <a:cubicBezTo>
                      <a:pt x="1466" y="2528"/>
                      <a:pt x="1505" y="2535"/>
                      <a:pt x="1543" y="2535"/>
                    </a:cubicBezTo>
                    <a:cubicBezTo>
                      <a:pt x="2037" y="2535"/>
                      <a:pt x="2430" y="2232"/>
                      <a:pt x="2623" y="1699"/>
                    </a:cubicBezTo>
                    <a:cubicBezTo>
                      <a:pt x="2861" y="1031"/>
                      <a:pt x="2449" y="446"/>
                      <a:pt x="1968" y="176"/>
                    </a:cubicBezTo>
                    <a:cubicBezTo>
                      <a:pt x="1752" y="59"/>
                      <a:pt x="1529" y="1"/>
                      <a:pt x="131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8"/>
              <p:cNvSpPr/>
              <p:nvPr/>
            </p:nvSpPr>
            <p:spPr>
              <a:xfrm>
                <a:off x="6330450" y="2721525"/>
                <a:ext cx="47250" cy="40500"/>
              </a:xfrm>
              <a:custGeom>
                <a:avLst/>
                <a:gdLst/>
                <a:ahLst/>
                <a:cxnLst/>
                <a:rect l="l" t="t" r="r" b="b"/>
                <a:pathLst>
                  <a:path w="1890" h="1620" extrusionOk="0">
                    <a:moveTo>
                      <a:pt x="852" y="1"/>
                    </a:moveTo>
                    <a:cubicBezTo>
                      <a:pt x="775" y="1"/>
                      <a:pt x="697" y="13"/>
                      <a:pt x="625" y="41"/>
                    </a:cubicBezTo>
                    <a:cubicBezTo>
                      <a:pt x="611" y="53"/>
                      <a:pt x="592" y="67"/>
                      <a:pt x="578" y="73"/>
                    </a:cubicBezTo>
                    <a:cubicBezTo>
                      <a:pt x="554" y="80"/>
                      <a:pt x="534" y="92"/>
                      <a:pt x="515" y="106"/>
                    </a:cubicBezTo>
                    <a:cubicBezTo>
                      <a:pt x="463" y="130"/>
                      <a:pt x="418" y="175"/>
                      <a:pt x="379" y="228"/>
                    </a:cubicBezTo>
                    <a:cubicBezTo>
                      <a:pt x="335" y="285"/>
                      <a:pt x="270" y="317"/>
                      <a:pt x="201" y="317"/>
                    </a:cubicBezTo>
                    <a:cubicBezTo>
                      <a:pt x="77" y="439"/>
                      <a:pt x="0" y="599"/>
                      <a:pt x="32" y="800"/>
                    </a:cubicBezTo>
                    <a:cubicBezTo>
                      <a:pt x="97" y="1192"/>
                      <a:pt x="566" y="1577"/>
                      <a:pt x="1017" y="1616"/>
                    </a:cubicBezTo>
                    <a:cubicBezTo>
                      <a:pt x="1043" y="1618"/>
                      <a:pt x="1068" y="1620"/>
                      <a:pt x="1093" y="1620"/>
                    </a:cubicBezTo>
                    <a:cubicBezTo>
                      <a:pt x="1395" y="1620"/>
                      <a:pt x="1618" y="1439"/>
                      <a:pt x="1743" y="1088"/>
                    </a:cubicBezTo>
                    <a:cubicBezTo>
                      <a:pt x="1890" y="670"/>
                      <a:pt x="1620" y="305"/>
                      <a:pt x="1293" y="118"/>
                    </a:cubicBezTo>
                    <a:cubicBezTo>
                      <a:pt x="1164" y="49"/>
                      <a:pt x="1007" y="1"/>
                      <a:pt x="852"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8"/>
              <p:cNvSpPr/>
              <p:nvPr/>
            </p:nvSpPr>
            <p:spPr>
              <a:xfrm>
                <a:off x="5725350" y="2780575"/>
                <a:ext cx="60750" cy="53675"/>
              </a:xfrm>
              <a:custGeom>
                <a:avLst/>
                <a:gdLst/>
                <a:ahLst/>
                <a:cxnLst/>
                <a:rect l="l" t="t" r="r" b="b"/>
                <a:pathLst>
                  <a:path w="2430" h="2147" extrusionOk="0">
                    <a:moveTo>
                      <a:pt x="1117" y="385"/>
                    </a:moveTo>
                    <a:cubicBezTo>
                      <a:pt x="1248" y="385"/>
                      <a:pt x="1381" y="428"/>
                      <a:pt x="1490" y="488"/>
                    </a:cubicBezTo>
                    <a:cubicBezTo>
                      <a:pt x="1768" y="642"/>
                      <a:pt x="1992" y="951"/>
                      <a:pt x="1870" y="1310"/>
                    </a:cubicBezTo>
                    <a:cubicBezTo>
                      <a:pt x="1760" y="1608"/>
                      <a:pt x="1560" y="1762"/>
                      <a:pt x="1298" y="1762"/>
                    </a:cubicBezTo>
                    <a:cubicBezTo>
                      <a:pt x="1283" y="1762"/>
                      <a:pt x="1268" y="1761"/>
                      <a:pt x="1253" y="1760"/>
                    </a:cubicBezTo>
                    <a:cubicBezTo>
                      <a:pt x="873" y="1728"/>
                      <a:pt x="475" y="1393"/>
                      <a:pt x="418" y="1066"/>
                    </a:cubicBezTo>
                    <a:cubicBezTo>
                      <a:pt x="392" y="892"/>
                      <a:pt x="457" y="758"/>
                      <a:pt x="559" y="654"/>
                    </a:cubicBezTo>
                    <a:cubicBezTo>
                      <a:pt x="617" y="654"/>
                      <a:pt x="674" y="628"/>
                      <a:pt x="713" y="577"/>
                    </a:cubicBezTo>
                    <a:cubicBezTo>
                      <a:pt x="745" y="533"/>
                      <a:pt x="784" y="500"/>
                      <a:pt x="822" y="474"/>
                    </a:cubicBezTo>
                    <a:cubicBezTo>
                      <a:pt x="842" y="462"/>
                      <a:pt x="861" y="449"/>
                      <a:pt x="881" y="443"/>
                    </a:cubicBezTo>
                    <a:cubicBezTo>
                      <a:pt x="893" y="435"/>
                      <a:pt x="906" y="429"/>
                      <a:pt x="920" y="423"/>
                    </a:cubicBezTo>
                    <a:cubicBezTo>
                      <a:pt x="983" y="397"/>
                      <a:pt x="1050" y="385"/>
                      <a:pt x="1117" y="385"/>
                    </a:cubicBezTo>
                    <a:close/>
                    <a:moveTo>
                      <a:pt x="1118" y="1"/>
                    </a:moveTo>
                    <a:cubicBezTo>
                      <a:pt x="944" y="1"/>
                      <a:pt x="778" y="46"/>
                      <a:pt x="636" y="135"/>
                    </a:cubicBezTo>
                    <a:cubicBezTo>
                      <a:pt x="0" y="462"/>
                      <a:pt x="6" y="931"/>
                      <a:pt x="39" y="1130"/>
                    </a:cubicBezTo>
                    <a:cubicBezTo>
                      <a:pt x="128" y="1631"/>
                      <a:pt x="668" y="2094"/>
                      <a:pt x="1220" y="2140"/>
                    </a:cubicBezTo>
                    <a:cubicBezTo>
                      <a:pt x="1247" y="2146"/>
                      <a:pt x="1279" y="2146"/>
                      <a:pt x="1311" y="2146"/>
                    </a:cubicBezTo>
                    <a:cubicBezTo>
                      <a:pt x="1736" y="2146"/>
                      <a:pt x="2069" y="1895"/>
                      <a:pt x="2231" y="1438"/>
                    </a:cubicBezTo>
                    <a:cubicBezTo>
                      <a:pt x="2430" y="874"/>
                      <a:pt x="2083" y="372"/>
                      <a:pt x="1671" y="147"/>
                    </a:cubicBezTo>
                    <a:cubicBezTo>
                      <a:pt x="1488" y="49"/>
                      <a:pt x="1299" y="1"/>
                      <a:pt x="1118"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8"/>
              <p:cNvSpPr/>
              <p:nvPr/>
            </p:nvSpPr>
            <p:spPr>
              <a:xfrm>
                <a:off x="5735150" y="2790200"/>
                <a:ext cx="40000" cy="34425"/>
              </a:xfrm>
              <a:custGeom>
                <a:avLst/>
                <a:gdLst/>
                <a:ahLst/>
                <a:cxnLst/>
                <a:rect l="l" t="t" r="r" b="b"/>
                <a:pathLst>
                  <a:path w="1600" h="1377" extrusionOk="0">
                    <a:moveTo>
                      <a:pt x="725" y="0"/>
                    </a:moveTo>
                    <a:cubicBezTo>
                      <a:pt x="658" y="0"/>
                      <a:pt x="591" y="12"/>
                      <a:pt x="528" y="38"/>
                    </a:cubicBezTo>
                    <a:cubicBezTo>
                      <a:pt x="514" y="44"/>
                      <a:pt x="501" y="50"/>
                      <a:pt x="489" y="58"/>
                    </a:cubicBezTo>
                    <a:cubicBezTo>
                      <a:pt x="469" y="64"/>
                      <a:pt x="450" y="77"/>
                      <a:pt x="430" y="89"/>
                    </a:cubicBezTo>
                    <a:cubicBezTo>
                      <a:pt x="392" y="115"/>
                      <a:pt x="353" y="148"/>
                      <a:pt x="321" y="192"/>
                    </a:cubicBezTo>
                    <a:cubicBezTo>
                      <a:pt x="282" y="243"/>
                      <a:pt x="225" y="269"/>
                      <a:pt x="167" y="269"/>
                    </a:cubicBezTo>
                    <a:cubicBezTo>
                      <a:pt x="65" y="373"/>
                      <a:pt x="0" y="507"/>
                      <a:pt x="26" y="681"/>
                    </a:cubicBezTo>
                    <a:cubicBezTo>
                      <a:pt x="83" y="1008"/>
                      <a:pt x="481" y="1343"/>
                      <a:pt x="861" y="1375"/>
                    </a:cubicBezTo>
                    <a:cubicBezTo>
                      <a:pt x="876" y="1376"/>
                      <a:pt x="891" y="1377"/>
                      <a:pt x="906" y="1377"/>
                    </a:cubicBezTo>
                    <a:cubicBezTo>
                      <a:pt x="1168" y="1377"/>
                      <a:pt x="1368" y="1223"/>
                      <a:pt x="1478" y="925"/>
                    </a:cubicBezTo>
                    <a:cubicBezTo>
                      <a:pt x="1600" y="566"/>
                      <a:pt x="1376" y="257"/>
                      <a:pt x="1098" y="103"/>
                    </a:cubicBezTo>
                    <a:cubicBezTo>
                      <a:pt x="989" y="43"/>
                      <a:pt x="856" y="0"/>
                      <a:pt x="725"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8"/>
              <p:cNvSpPr/>
              <p:nvPr/>
            </p:nvSpPr>
            <p:spPr>
              <a:xfrm>
                <a:off x="5042425" y="2727025"/>
                <a:ext cx="53250" cy="47900"/>
              </a:xfrm>
              <a:custGeom>
                <a:avLst/>
                <a:gdLst/>
                <a:ahLst/>
                <a:cxnLst/>
                <a:rect l="l" t="t" r="r" b="b"/>
                <a:pathLst>
                  <a:path w="2130" h="1916" extrusionOk="0">
                    <a:moveTo>
                      <a:pt x="1135" y="567"/>
                    </a:moveTo>
                    <a:cubicBezTo>
                      <a:pt x="1285" y="567"/>
                      <a:pt x="1412" y="650"/>
                      <a:pt x="1492" y="759"/>
                    </a:cubicBezTo>
                    <a:cubicBezTo>
                      <a:pt x="1602" y="907"/>
                      <a:pt x="1634" y="1138"/>
                      <a:pt x="1397" y="1337"/>
                    </a:cubicBezTo>
                    <a:cubicBezTo>
                      <a:pt x="1281" y="1430"/>
                      <a:pt x="1170" y="1463"/>
                      <a:pt x="1072" y="1463"/>
                    </a:cubicBezTo>
                    <a:cubicBezTo>
                      <a:pt x="978" y="1463"/>
                      <a:pt x="896" y="1433"/>
                      <a:pt x="831" y="1396"/>
                    </a:cubicBezTo>
                    <a:cubicBezTo>
                      <a:pt x="611" y="1274"/>
                      <a:pt x="477" y="1035"/>
                      <a:pt x="502" y="830"/>
                    </a:cubicBezTo>
                    <a:cubicBezTo>
                      <a:pt x="516" y="746"/>
                      <a:pt x="554" y="676"/>
                      <a:pt x="611" y="625"/>
                    </a:cubicBezTo>
                    <a:cubicBezTo>
                      <a:pt x="656" y="657"/>
                      <a:pt x="708" y="676"/>
                      <a:pt x="762" y="676"/>
                    </a:cubicBezTo>
                    <a:cubicBezTo>
                      <a:pt x="802" y="676"/>
                      <a:pt x="843" y="666"/>
                      <a:pt x="881" y="643"/>
                    </a:cubicBezTo>
                    <a:cubicBezTo>
                      <a:pt x="970" y="590"/>
                      <a:pt x="1056" y="567"/>
                      <a:pt x="1135" y="567"/>
                    </a:cubicBezTo>
                    <a:close/>
                    <a:moveTo>
                      <a:pt x="935" y="0"/>
                    </a:moveTo>
                    <a:cubicBezTo>
                      <a:pt x="915" y="0"/>
                      <a:pt x="895" y="3"/>
                      <a:pt x="875" y="8"/>
                    </a:cubicBezTo>
                    <a:cubicBezTo>
                      <a:pt x="232" y="162"/>
                      <a:pt x="85" y="554"/>
                      <a:pt x="53" y="773"/>
                    </a:cubicBezTo>
                    <a:cubicBezTo>
                      <a:pt x="1" y="1158"/>
                      <a:pt x="232" y="1583"/>
                      <a:pt x="611" y="1788"/>
                    </a:cubicBezTo>
                    <a:cubicBezTo>
                      <a:pt x="760" y="1871"/>
                      <a:pt x="920" y="1916"/>
                      <a:pt x="1074" y="1916"/>
                    </a:cubicBezTo>
                    <a:cubicBezTo>
                      <a:pt x="1287" y="1916"/>
                      <a:pt x="1498" y="1839"/>
                      <a:pt x="1685" y="1684"/>
                    </a:cubicBezTo>
                    <a:cubicBezTo>
                      <a:pt x="2129" y="1319"/>
                      <a:pt x="2083" y="811"/>
                      <a:pt x="1866" y="495"/>
                    </a:cubicBezTo>
                    <a:cubicBezTo>
                      <a:pt x="1705" y="271"/>
                      <a:pt x="1435" y="117"/>
                      <a:pt x="1127" y="109"/>
                    </a:cubicBezTo>
                    <a:cubicBezTo>
                      <a:pt x="1089" y="42"/>
                      <a:pt x="1016" y="0"/>
                      <a:pt x="935"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8"/>
              <p:cNvSpPr/>
              <p:nvPr/>
            </p:nvSpPr>
            <p:spPr>
              <a:xfrm>
                <a:off x="5054350" y="2741200"/>
                <a:ext cx="28950" cy="22425"/>
              </a:xfrm>
              <a:custGeom>
                <a:avLst/>
                <a:gdLst/>
                <a:ahLst/>
                <a:cxnLst/>
                <a:rect l="l" t="t" r="r" b="b"/>
                <a:pathLst>
                  <a:path w="1158" h="897" extrusionOk="0">
                    <a:moveTo>
                      <a:pt x="658" y="0"/>
                    </a:moveTo>
                    <a:cubicBezTo>
                      <a:pt x="579" y="0"/>
                      <a:pt x="493" y="23"/>
                      <a:pt x="404" y="76"/>
                    </a:cubicBezTo>
                    <a:cubicBezTo>
                      <a:pt x="366" y="99"/>
                      <a:pt x="325" y="109"/>
                      <a:pt x="285" y="109"/>
                    </a:cubicBezTo>
                    <a:cubicBezTo>
                      <a:pt x="231" y="109"/>
                      <a:pt x="179" y="90"/>
                      <a:pt x="134" y="58"/>
                    </a:cubicBezTo>
                    <a:cubicBezTo>
                      <a:pt x="77" y="109"/>
                      <a:pt x="39" y="179"/>
                      <a:pt x="25" y="263"/>
                    </a:cubicBezTo>
                    <a:cubicBezTo>
                      <a:pt x="0" y="468"/>
                      <a:pt x="134" y="707"/>
                      <a:pt x="354" y="829"/>
                    </a:cubicBezTo>
                    <a:cubicBezTo>
                      <a:pt x="419" y="866"/>
                      <a:pt x="501" y="896"/>
                      <a:pt x="595" y="896"/>
                    </a:cubicBezTo>
                    <a:cubicBezTo>
                      <a:pt x="693" y="896"/>
                      <a:pt x="804" y="863"/>
                      <a:pt x="920" y="770"/>
                    </a:cubicBezTo>
                    <a:cubicBezTo>
                      <a:pt x="1157" y="571"/>
                      <a:pt x="1125" y="340"/>
                      <a:pt x="1015" y="192"/>
                    </a:cubicBezTo>
                    <a:cubicBezTo>
                      <a:pt x="935" y="83"/>
                      <a:pt x="808" y="0"/>
                      <a:pt x="658"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8"/>
              <p:cNvSpPr/>
              <p:nvPr/>
            </p:nvSpPr>
            <p:spPr>
              <a:xfrm>
                <a:off x="3075250" y="2721200"/>
                <a:ext cx="71675" cy="63225"/>
              </a:xfrm>
              <a:custGeom>
                <a:avLst/>
                <a:gdLst/>
                <a:ahLst/>
                <a:cxnLst/>
                <a:rect l="l" t="t" r="r" b="b"/>
                <a:pathLst>
                  <a:path w="2867" h="2529" extrusionOk="0">
                    <a:moveTo>
                      <a:pt x="1311" y="454"/>
                    </a:moveTo>
                    <a:cubicBezTo>
                      <a:pt x="1468" y="454"/>
                      <a:pt x="1625" y="506"/>
                      <a:pt x="1754" y="574"/>
                    </a:cubicBezTo>
                    <a:cubicBezTo>
                      <a:pt x="2083" y="754"/>
                      <a:pt x="2346" y="1128"/>
                      <a:pt x="2198" y="1546"/>
                    </a:cubicBezTo>
                    <a:cubicBezTo>
                      <a:pt x="2073" y="1890"/>
                      <a:pt x="1849" y="2075"/>
                      <a:pt x="1546" y="2075"/>
                    </a:cubicBezTo>
                    <a:cubicBezTo>
                      <a:pt x="1522" y="2075"/>
                      <a:pt x="1497" y="2074"/>
                      <a:pt x="1472" y="2072"/>
                    </a:cubicBezTo>
                    <a:cubicBezTo>
                      <a:pt x="1029" y="2033"/>
                      <a:pt x="559" y="1647"/>
                      <a:pt x="489" y="1256"/>
                    </a:cubicBezTo>
                    <a:cubicBezTo>
                      <a:pt x="457" y="1057"/>
                      <a:pt x="534" y="896"/>
                      <a:pt x="662" y="774"/>
                    </a:cubicBezTo>
                    <a:cubicBezTo>
                      <a:pt x="727" y="774"/>
                      <a:pt x="798" y="742"/>
                      <a:pt x="836" y="683"/>
                    </a:cubicBezTo>
                    <a:cubicBezTo>
                      <a:pt x="881" y="632"/>
                      <a:pt x="926" y="588"/>
                      <a:pt x="970" y="555"/>
                    </a:cubicBezTo>
                    <a:cubicBezTo>
                      <a:pt x="997" y="543"/>
                      <a:pt x="1015" y="535"/>
                      <a:pt x="1035" y="523"/>
                    </a:cubicBezTo>
                    <a:cubicBezTo>
                      <a:pt x="1054" y="517"/>
                      <a:pt x="1068" y="511"/>
                      <a:pt x="1080" y="497"/>
                    </a:cubicBezTo>
                    <a:cubicBezTo>
                      <a:pt x="1155" y="467"/>
                      <a:pt x="1233" y="454"/>
                      <a:pt x="1311" y="454"/>
                    </a:cubicBezTo>
                    <a:close/>
                    <a:moveTo>
                      <a:pt x="1317" y="1"/>
                    </a:moveTo>
                    <a:cubicBezTo>
                      <a:pt x="1110" y="1"/>
                      <a:pt x="913" y="55"/>
                      <a:pt x="745" y="163"/>
                    </a:cubicBezTo>
                    <a:cubicBezTo>
                      <a:pt x="0" y="549"/>
                      <a:pt x="6" y="1101"/>
                      <a:pt x="45" y="1333"/>
                    </a:cubicBezTo>
                    <a:cubicBezTo>
                      <a:pt x="148" y="1923"/>
                      <a:pt x="784" y="2471"/>
                      <a:pt x="1433" y="2528"/>
                    </a:cubicBezTo>
                    <a:lnTo>
                      <a:pt x="1543" y="2528"/>
                    </a:lnTo>
                    <a:cubicBezTo>
                      <a:pt x="2044" y="2528"/>
                      <a:pt x="2436" y="2232"/>
                      <a:pt x="2623" y="1700"/>
                    </a:cubicBezTo>
                    <a:cubicBezTo>
                      <a:pt x="2866" y="1030"/>
                      <a:pt x="2456" y="440"/>
                      <a:pt x="1973" y="176"/>
                    </a:cubicBezTo>
                    <a:cubicBezTo>
                      <a:pt x="1755" y="59"/>
                      <a:pt x="1530" y="1"/>
                      <a:pt x="1317"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8"/>
              <p:cNvSpPr/>
              <p:nvPr/>
            </p:nvSpPr>
            <p:spPr>
              <a:xfrm>
                <a:off x="3086650" y="2732550"/>
                <a:ext cx="47275" cy="40550"/>
              </a:xfrm>
              <a:custGeom>
                <a:avLst/>
                <a:gdLst/>
                <a:ahLst/>
                <a:cxnLst/>
                <a:rect l="l" t="t" r="r" b="b"/>
                <a:pathLst>
                  <a:path w="1891" h="1622" extrusionOk="0">
                    <a:moveTo>
                      <a:pt x="855" y="0"/>
                    </a:moveTo>
                    <a:cubicBezTo>
                      <a:pt x="777" y="0"/>
                      <a:pt x="699" y="13"/>
                      <a:pt x="624" y="43"/>
                    </a:cubicBezTo>
                    <a:cubicBezTo>
                      <a:pt x="612" y="57"/>
                      <a:pt x="598" y="63"/>
                      <a:pt x="579" y="69"/>
                    </a:cubicBezTo>
                    <a:cubicBezTo>
                      <a:pt x="559" y="81"/>
                      <a:pt x="541" y="89"/>
                      <a:pt x="514" y="101"/>
                    </a:cubicBezTo>
                    <a:cubicBezTo>
                      <a:pt x="470" y="134"/>
                      <a:pt x="425" y="178"/>
                      <a:pt x="380" y="229"/>
                    </a:cubicBezTo>
                    <a:cubicBezTo>
                      <a:pt x="342" y="288"/>
                      <a:pt x="271" y="320"/>
                      <a:pt x="206" y="320"/>
                    </a:cubicBezTo>
                    <a:cubicBezTo>
                      <a:pt x="78" y="442"/>
                      <a:pt x="1" y="603"/>
                      <a:pt x="33" y="802"/>
                    </a:cubicBezTo>
                    <a:cubicBezTo>
                      <a:pt x="103" y="1193"/>
                      <a:pt x="573" y="1579"/>
                      <a:pt x="1016" y="1618"/>
                    </a:cubicBezTo>
                    <a:cubicBezTo>
                      <a:pt x="1041" y="1620"/>
                      <a:pt x="1066" y="1621"/>
                      <a:pt x="1090" y="1621"/>
                    </a:cubicBezTo>
                    <a:cubicBezTo>
                      <a:pt x="1393" y="1621"/>
                      <a:pt x="1617" y="1436"/>
                      <a:pt x="1742" y="1092"/>
                    </a:cubicBezTo>
                    <a:cubicBezTo>
                      <a:pt x="1890" y="674"/>
                      <a:pt x="1627" y="300"/>
                      <a:pt x="1298" y="120"/>
                    </a:cubicBezTo>
                    <a:cubicBezTo>
                      <a:pt x="1169" y="52"/>
                      <a:pt x="1012" y="0"/>
                      <a:pt x="855"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8"/>
              <p:cNvSpPr/>
              <p:nvPr/>
            </p:nvSpPr>
            <p:spPr>
              <a:xfrm>
                <a:off x="2673075" y="2861575"/>
                <a:ext cx="60750" cy="53650"/>
              </a:xfrm>
              <a:custGeom>
                <a:avLst/>
                <a:gdLst/>
                <a:ahLst/>
                <a:cxnLst/>
                <a:rect l="l" t="t" r="r" b="b"/>
                <a:pathLst>
                  <a:path w="2430" h="2146" extrusionOk="0">
                    <a:moveTo>
                      <a:pt x="1117" y="385"/>
                    </a:moveTo>
                    <a:cubicBezTo>
                      <a:pt x="1248" y="385"/>
                      <a:pt x="1381" y="427"/>
                      <a:pt x="1490" y="487"/>
                    </a:cubicBezTo>
                    <a:cubicBezTo>
                      <a:pt x="1768" y="641"/>
                      <a:pt x="1992" y="956"/>
                      <a:pt x="1870" y="1309"/>
                    </a:cubicBezTo>
                    <a:cubicBezTo>
                      <a:pt x="1762" y="1603"/>
                      <a:pt x="1565" y="1762"/>
                      <a:pt x="1309" y="1762"/>
                    </a:cubicBezTo>
                    <a:cubicBezTo>
                      <a:pt x="1291" y="1762"/>
                      <a:pt x="1272" y="1761"/>
                      <a:pt x="1253" y="1760"/>
                    </a:cubicBezTo>
                    <a:cubicBezTo>
                      <a:pt x="873" y="1727"/>
                      <a:pt x="475" y="1393"/>
                      <a:pt x="418" y="1066"/>
                    </a:cubicBezTo>
                    <a:cubicBezTo>
                      <a:pt x="392" y="891"/>
                      <a:pt x="457" y="757"/>
                      <a:pt x="559" y="654"/>
                    </a:cubicBezTo>
                    <a:cubicBezTo>
                      <a:pt x="617" y="654"/>
                      <a:pt x="674" y="628"/>
                      <a:pt x="713" y="577"/>
                    </a:cubicBezTo>
                    <a:cubicBezTo>
                      <a:pt x="745" y="532"/>
                      <a:pt x="784" y="500"/>
                      <a:pt x="822" y="473"/>
                    </a:cubicBezTo>
                    <a:cubicBezTo>
                      <a:pt x="842" y="461"/>
                      <a:pt x="861" y="455"/>
                      <a:pt x="881" y="442"/>
                    </a:cubicBezTo>
                    <a:cubicBezTo>
                      <a:pt x="893" y="435"/>
                      <a:pt x="906" y="429"/>
                      <a:pt x="920" y="422"/>
                    </a:cubicBezTo>
                    <a:cubicBezTo>
                      <a:pt x="983" y="396"/>
                      <a:pt x="1050" y="385"/>
                      <a:pt x="1117" y="385"/>
                    </a:cubicBezTo>
                    <a:close/>
                    <a:moveTo>
                      <a:pt x="1118" y="0"/>
                    </a:moveTo>
                    <a:cubicBezTo>
                      <a:pt x="944" y="0"/>
                      <a:pt x="778" y="45"/>
                      <a:pt x="636" y="134"/>
                    </a:cubicBezTo>
                    <a:cubicBezTo>
                      <a:pt x="0" y="461"/>
                      <a:pt x="6" y="936"/>
                      <a:pt x="39" y="1129"/>
                    </a:cubicBezTo>
                    <a:cubicBezTo>
                      <a:pt x="128" y="1630"/>
                      <a:pt x="668" y="2093"/>
                      <a:pt x="1220" y="2145"/>
                    </a:cubicBezTo>
                    <a:lnTo>
                      <a:pt x="1311" y="2145"/>
                    </a:lnTo>
                    <a:cubicBezTo>
                      <a:pt x="1736" y="2145"/>
                      <a:pt x="2069" y="1894"/>
                      <a:pt x="2231" y="1437"/>
                    </a:cubicBezTo>
                    <a:cubicBezTo>
                      <a:pt x="2430" y="873"/>
                      <a:pt x="2083" y="371"/>
                      <a:pt x="1671" y="146"/>
                    </a:cubicBezTo>
                    <a:cubicBezTo>
                      <a:pt x="1488" y="48"/>
                      <a:pt x="1299" y="0"/>
                      <a:pt x="1118"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8"/>
              <p:cNvSpPr/>
              <p:nvPr/>
            </p:nvSpPr>
            <p:spPr>
              <a:xfrm>
                <a:off x="2682875" y="2871175"/>
                <a:ext cx="40000" cy="34475"/>
              </a:xfrm>
              <a:custGeom>
                <a:avLst/>
                <a:gdLst/>
                <a:ahLst/>
                <a:cxnLst/>
                <a:rect l="l" t="t" r="r" b="b"/>
                <a:pathLst>
                  <a:path w="1600" h="1379" extrusionOk="0">
                    <a:moveTo>
                      <a:pt x="725" y="1"/>
                    </a:moveTo>
                    <a:cubicBezTo>
                      <a:pt x="658" y="1"/>
                      <a:pt x="591" y="12"/>
                      <a:pt x="528" y="38"/>
                    </a:cubicBezTo>
                    <a:cubicBezTo>
                      <a:pt x="514" y="45"/>
                      <a:pt x="501" y="51"/>
                      <a:pt x="489" y="58"/>
                    </a:cubicBezTo>
                    <a:cubicBezTo>
                      <a:pt x="469" y="71"/>
                      <a:pt x="450" y="77"/>
                      <a:pt x="430" y="89"/>
                    </a:cubicBezTo>
                    <a:cubicBezTo>
                      <a:pt x="392" y="116"/>
                      <a:pt x="353" y="148"/>
                      <a:pt x="321" y="193"/>
                    </a:cubicBezTo>
                    <a:cubicBezTo>
                      <a:pt x="282" y="244"/>
                      <a:pt x="225" y="270"/>
                      <a:pt x="167" y="270"/>
                    </a:cubicBezTo>
                    <a:cubicBezTo>
                      <a:pt x="65" y="373"/>
                      <a:pt x="0" y="507"/>
                      <a:pt x="26" y="682"/>
                    </a:cubicBezTo>
                    <a:cubicBezTo>
                      <a:pt x="83" y="1009"/>
                      <a:pt x="481" y="1343"/>
                      <a:pt x="861" y="1376"/>
                    </a:cubicBezTo>
                    <a:cubicBezTo>
                      <a:pt x="880" y="1377"/>
                      <a:pt x="899" y="1378"/>
                      <a:pt x="917" y="1378"/>
                    </a:cubicBezTo>
                    <a:cubicBezTo>
                      <a:pt x="1173" y="1378"/>
                      <a:pt x="1370" y="1219"/>
                      <a:pt x="1478" y="925"/>
                    </a:cubicBezTo>
                    <a:cubicBezTo>
                      <a:pt x="1600" y="572"/>
                      <a:pt x="1376" y="257"/>
                      <a:pt x="1098" y="103"/>
                    </a:cubicBezTo>
                    <a:cubicBezTo>
                      <a:pt x="989" y="43"/>
                      <a:pt x="856" y="1"/>
                      <a:pt x="725"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8"/>
              <p:cNvSpPr/>
              <p:nvPr/>
            </p:nvSpPr>
            <p:spPr>
              <a:xfrm>
                <a:off x="2273600" y="2704850"/>
                <a:ext cx="53225" cy="47900"/>
              </a:xfrm>
              <a:custGeom>
                <a:avLst/>
                <a:gdLst/>
                <a:ahLst/>
                <a:cxnLst/>
                <a:rect l="l" t="t" r="r" b="b"/>
                <a:pathLst>
                  <a:path w="2129" h="1916" extrusionOk="0">
                    <a:moveTo>
                      <a:pt x="1140" y="569"/>
                    </a:moveTo>
                    <a:cubicBezTo>
                      <a:pt x="1290" y="569"/>
                      <a:pt x="1417" y="651"/>
                      <a:pt x="1492" y="759"/>
                    </a:cubicBezTo>
                    <a:cubicBezTo>
                      <a:pt x="1601" y="913"/>
                      <a:pt x="1634" y="1144"/>
                      <a:pt x="1396" y="1337"/>
                    </a:cubicBezTo>
                    <a:cubicBezTo>
                      <a:pt x="1282" y="1432"/>
                      <a:pt x="1172" y="1466"/>
                      <a:pt x="1075" y="1466"/>
                    </a:cubicBezTo>
                    <a:cubicBezTo>
                      <a:pt x="980" y="1466"/>
                      <a:pt x="896" y="1434"/>
                      <a:pt x="830" y="1396"/>
                    </a:cubicBezTo>
                    <a:cubicBezTo>
                      <a:pt x="617" y="1280"/>
                      <a:pt x="477" y="1035"/>
                      <a:pt x="502" y="836"/>
                    </a:cubicBezTo>
                    <a:cubicBezTo>
                      <a:pt x="515" y="747"/>
                      <a:pt x="560" y="682"/>
                      <a:pt x="617" y="625"/>
                    </a:cubicBezTo>
                    <a:cubicBezTo>
                      <a:pt x="659" y="661"/>
                      <a:pt x="713" y="682"/>
                      <a:pt x="768" y="682"/>
                    </a:cubicBezTo>
                    <a:cubicBezTo>
                      <a:pt x="807" y="682"/>
                      <a:pt x="846" y="671"/>
                      <a:pt x="881" y="649"/>
                    </a:cubicBezTo>
                    <a:cubicBezTo>
                      <a:pt x="971" y="593"/>
                      <a:pt x="1059" y="569"/>
                      <a:pt x="1140" y="569"/>
                    </a:cubicBezTo>
                    <a:close/>
                    <a:moveTo>
                      <a:pt x="936" y="1"/>
                    </a:moveTo>
                    <a:cubicBezTo>
                      <a:pt x="918" y="1"/>
                      <a:pt x="899" y="3"/>
                      <a:pt x="881" y="8"/>
                    </a:cubicBezTo>
                    <a:cubicBezTo>
                      <a:pt x="232" y="168"/>
                      <a:pt x="85" y="560"/>
                      <a:pt x="59" y="773"/>
                    </a:cubicBezTo>
                    <a:cubicBezTo>
                      <a:pt x="0" y="1165"/>
                      <a:pt x="232" y="1583"/>
                      <a:pt x="611" y="1794"/>
                    </a:cubicBezTo>
                    <a:cubicBezTo>
                      <a:pt x="759" y="1877"/>
                      <a:pt x="920" y="1916"/>
                      <a:pt x="1074" y="1916"/>
                    </a:cubicBezTo>
                    <a:cubicBezTo>
                      <a:pt x="1293" y="1916"/>
                      <a:pt x="1498" y="1839"/>
                      <a:pt x="1685" y="1691"/>
                    </a:cubicBezTo>
                    <a:cubicBezTo>
                      <a:pt x="2129" y="1325"/>
                      <a:pt x="2090" y="817"/>
                      <a:pt x="1865" y="503"/>
                    </a:cubicBezTo>
                    <a:cubicBezTo>
                      <a:pt x="1705" y="278"/>
                      <a:pt x="1435" y="123"/>
                      <a:pt x="1132" y="117"/>
                    </a:cubicBezTo>
                    <a:cubicBezTo>
                      <a:pt x="1089" y="48"/>
                      <a:pt x="1017" y="1"/>
                      <a:pt x="93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8"/>
              <p:cNvSpPr/>
              <p:nvPr/>
            </p:nvSpPr>
            <p:spPr>
              <a:xfrm>
                <a:off x="2285500" y="2719075"/>
                <a:ext cx="28950" cy="22425"/>
              </a:xfrm>
              <a:custGeom>
                <a:avLst/>
                <a:gdLst/>
                <a:ahLst/>
                <a:cxnLst/>
                <a:rect l="l" t="t" r="r" b="b"/>
                <a:pathLst>
                  <a:path w="1158" h="897" extrusionOk="0">
                    <a:moveTo>
                      <a:pt x="664" y="0"/>
                    </a:moveTo>
                    <a:cubicBezTo>
                      <a:pt x="583" y="0"/>
                      <a:pt x="495" y="24"/>
                      <a:pt x="405" y="80"/>
                    </a:cubicBezTo>
                    <a:cubicBezTo>
                      <a:pt x="370" y="102"/>
                      <a:pt x="331" y="113"/>
                      <a:pt x="292" y="113"/>
                    </a:cubicBezTo>
                    <a:cubicBezTo>
                      <a:pt x="237" y="113"/>
                      <a:pt x="183" y="92"/>
                      <a:pt x="141" y="56"/>
                    </a:cubicBezTo>
                    <a:cubicBezTo>
                      <a:pt x="84" y="113"/>
                      <a:pt x="39" y="178"/>
                      <a:pt x="26" y="267"/>
                    </a:cubicBezTo>
                    <a:cubicBezTo>
                      <a:pt x="1" y="466"/>
                      <a:pt x="141" y="711"/>
                      <a:pt x="354" y="827"/>
                    </a:cubicBezTo>
                    <a:cubicBezTo>
                      <a:pt x="420" y="865"/>
                      <a:pt x="504" y="897"/>
                      <a:pt x="599" y="897"/>
                    </a:cubicBezTo>
                    <a:cubicBezTo>
                      <a:pt x="696" y="897"/>
                      <a:pt x="806" y="863"/>
                      <a:pt x="920" y="768"/>
                    </a:cubicBezTo>
                    <a:cubicBezTo>
                      <a:pt x="1158" y="575"/>
                      <a:pt x="1125" y="344"/>
                      <a:pt x="1016" y="190"/>
                    </a:cubicBezTo>
                    <a:cubicBezTo>
                      <a:pt x="941" y="82"/>
                      <a:pt x="814" y="0"/>
                      <a:pt x="664"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8"/>
              <p:cNvSpPr/>
              <p:nvPr/>
            </p:nvSpPr>
            <p:spPr>
              <a:xfrm>
                <a:off x="4275525" y="2883175"/>
                <a:ext cx="71675" cy="63350"/>
              </a:xfrm>
              <a:custGeom>
                <a:avLst/>
                <a:gdLst/>
                <a:ahLst/>
                <a:cxnLst/>
                <a:rect l="l" t="t" r="r" b="b"/>
                <a:pathLst>
                  <a:path w="2867" h="2534" extrusionOk="0">
                    <a:moveTo>
                      <a:pt x="1311" y="457"/>
                    </a:moveTo>
                    <a:cubicBezTo>
                      <a:pt x="1468" y="457"/>
                      <a:pt x="1625" y="505"/>
                      <a:pt x="1754" y="573"/>
                    </a:cubicBezTo>
                    <a:cubicBezTo>
                      <a:pt x="2083" y="754"/>
                      <a:pt x="2353" y="1127"/>
                      <a:pt x="2198" y="1545"/>
                    </a:cubicBezTo>
                    <a:cubicBezTo>
                      <a:pt x="2073" y="1894"/>
                      <a:pt x="1850" y="2075"/>
                      <a:pt x="1548" y="2075"/>
                    </a:cubicBezTo>
                    <a:cubicBezTo>
                      <a:pt x="1523" y="2075"/>
                      <a:pt x="1498" y="2074"/>
                      <a:pt x="1472" y="2071"/>
                    </a:cubicBezTo>
                    <a:cubicBezTo>
                      <a:pt x="1029" y="2033"/>
                      <a:pt x="559" y="1647"/>
                      <a:pt x="489" y="1255"/>
                    </a:cubicBezTo>
                    <a:cubicBezTo>
                      <a:pt x="457" y="1056"/>
                      <a:pt x="540" y="896"/>
                      <a:pt x="662" y="774"/>
                    </a:cubicBezTo>
                    <a:cubicBezTo>
                      <a:pt x="727" y="774"/>
                      <a:pt x="798" y="742"/>
                      <a:pt x="836" y="683"/>
                    </a:cubicBezTo>
                    <a:cubicBezTo>
                      <a:pt x="881" y="632"/>
                      <a:pt x="926" y="587"/>
                      <a:pt x="971" y="555"/>
                    </a:cubicBezTo>
                    <a:cubicBezTo>
                      <a:pt x="997" y="549"/>
                      <a:pt x="1015" y="535"/>
                      <a:pt x="1035" y="529"/>
                    </a:cubicBezTo>
                    <a:cubicBezTo>
                      <a:pt x="1054" y="522"/>
                      <a:pt x="1068" y="510"/>
                      <a:pt x="1080" y="496"/>
                    </a:cubicBezTo>
                    <a:cubicBezTo>
                      <a:pt x="1155" y="469"/>
                      <a:pt x="1233" y="457"/>
                      <a:pt x="1311" y="457"/>
                    </a:cubicBezTo>
                    <a:close/>
                    <a:moveTo>
                      <a:pt x="1317" y="0"/>
                    </a:moveTo>
                    <a:cubicBezTo>
                      <a:pt x="1110" y="0"/>
                      <a:pt x="914" y="55"/>
                      <a:pt x="745" y="163"/>
                    </a:cubicBezTo>
                    <a:cubicBezTo>
                      <a:pt x="0" y="549"/>
                      <a:pt x="7" y="1101"/>
                      <a:pt x="45" y="1332"/>
                    </a:cubicBezTo>
                    <a:cubicBezTo>
                      <a:pt x="148" y="1923"/>
                      <a:pt x="784" y="2471"/>
                      <a:pt x="1433" y="2528"/>
                    </a:cubicBezTo>
                    <a:cubicBezTo>
                      <a:pt x="1472" y="2528"/>
                      <a:pt x="1511" y="2534"/>
                      <a:pt x="1549" y="2534"/>
                    </a:cubicBezTo>
                    <a:cubicBezTo>
                      <a:pt x="2044" y="2534"/>
                      <a:pt x="2436" y="2232"/>
                      <a:pt x="2629" y="1699"/>
                    </a:cubicBezTo>
                    <a:cubicBezTo>
                      <a:pt x="2866" y="1030"/>
                      <a:pt x="2456" y="445"/>
                      <a:pt x="1973" y="175"/>
                    </a:cubicBezTo>
                    <a:cubicBezTo>
                      <a:pt x="1755" y="58"/>
                      <a:pt x="1530" y="0"/>
                      <a:pt x="1317"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8"/>
              <p:cNvSpPr/>
              <p:nvPr/>
            </p:nvSpPr>
            <p:spPr>
              <a:xfrm>
                <a:off x="4286925" y="2894575"/>
                <a:ext cx="47425" cy="40475"/>
              </a:xfrm>
              <a:custGeom>
                <a:avLst/>
                <a:gdLst/>
                <a:ahLst/>
                <a:cxnLst/>
                <a:rect l="l" t="t" r="r" b="b"/>
                <a:pathLst>
                  <a:path w="1897" h="1619" extrusionOk="0">
                    <a:moveTo>
                      <a:pt x="855" y="1"/>
                    </a:moveTo>
                    <a:cubicBezTo>
                      <a:pt x="777" y="1"/>
                      <a:pt x="699" y="13"/>
                      <a:pt x="624" y="40"/>
                    </a:cubicBezTo>
                    <a:cubicBezTo>
                      <a:pt x="612" y="54"/>
                      <a:pt x="598" y="66"/>
                      <a:pt x="579" y="73"/>
                    </a:cubicBezTo>
                    <a:cubicBezTo>
                      <a:pt x="559" y="79"/>
                      <a:pt x="541" y="93"/>
                      <a:pt x="515" y="99"/>
                    </a:cubicBezTo>
                    <a:cubicBezTo>
                      <a:pt x="470" y="131"/>
                      <a:pt x="425" y="176"/>
                      <a:pt x="380" y="227"/>
                    </a:cubicBezTo>
                    <a:cubicBezTo>
                      <a:pt x="342" y="286"/>
                      <a:pt x="271" y="318"/>
                      <a:pt x="206" y="318"/>
                    </a:cubicBezTo>
                    <a:cubicBezTo>
                      <a:pt x="84" y="440"/>
                      <a:pt x="1" y="600"/>
                      <a:pt x="33" y="799"/>
                    </a:cubicBezTo>
                    <a:cubicBezTo>
                      <a:pt x="103" y="1191"/>
                      <a:pt x="573" y="1577"/>
                      <a:pt x="1016" y="1615"/>
                    </a:cubicBezTo>
                    <a:cubicBezTo>
                      <a:pt x="1042" y="1618"/>
                      <a:pt x="1067" y="1619"/>
                      <a:pt x="1092" y="1619"/>
                    </a:cubicBezTo>
                    <a:cubicBezTo>
                      <a:pt x="1394" y="1619"/>
                      <a:pt x="1617" y="1438"/>
                      <a:pt x="1742" y="1089"/>
                    </a:cubicBezTo>
                    <a:cubicBezTo>
                      <a:pt x="1897" y="671"/>
                      <a:pt x="1627" y="298"/>
                      <a:pt x="1298" y="117"/>
                    </a:cubicBezTo>
                    <a:cubicBezTo>
                      <a:pt x="1169" y="49"/>
                      <a:pt x="1012" y="1"/>
                      <a:pt x="855"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8"/>
              <p:cNvSpPr/>
              <p:nvPr/>
            </p:nvSpPr>
            <p:spPr>
              <a:xfrm>
                <a:off x="1844775" y="2879975"/>
                <a:ext cx="60750" cy="53725"/>
              </a:xfrm>
              <a:custGeom>
                <a:avLst/>
                <a:gdLst/>
                <a:ahLst/>
                <a:cxnLst/>
                <a:rect l="l" t="t" r="r" b="b"/>
                <a:pathLst>
                  <a:path w="2430" h="2149" extrusionOk="0">
                    <a:moveTo>
                      <a:pt x="1105" y="386"/>
                    </a:moveTo>
                    <a:cubicBezTo>
                      <a:pt x="1241" y="386"/>
                      <a:pt x="1376" y="430"/>
                      <a:pt x="1484" y="490"/>
                    </a:cubicBezTo>
                    <a:cubicBezTo>
                      <a:pt x="1760" y="638"/>
                      <a:pt x="1992" y="953"/>
                      <a:pt x="1864" y="1306"/>
                    </a:cubicBezTo>
                    <a:cubicBezTo>
                      <a:pt x="1756" y="1605"/>
                      <a:pt x="1564" y="1759"/>
                      <a:pt x="1305" y="1759"/>
                    </a:cubicBezTo>
                    <a:cubicBezTo>
                      <a:pt x="1286" y="1759"/>
                      <a:pt x="1267" y="1758"/>
                      <a:pt x="1247" y="1756"/>
                    </a:cubicBezTo>
                    <a:cubicBezTo>
                      <a:pt x="867" y="1724"/>
                      <a:pt x="469" y="1396"/>
                      <a:pt x="411" y="1062"/>
                    </a:cubicBezTo>
                    <a:cubicBezTo>
                      <a:pt x="386" y="894"/>
                      <a:pt x="449" y="760"/>
                      <a:pt x="559" y="657"/>
                    </a:cubicBezTo>
                    <a:cubicBezTo>
                      <a:pt x="610" y="657"/>
                      <a:pt x="668" y="624"/>
                      <a:pt x="707" y="580"/>
                    </a:cubicBezTo>
                    <a:cubicBezTo>
                      <a:pt x="739" y="535"/>
                      <a:pt x="778" y="496"/>
                      <a:pt x="822" y="470"/>
                    </a:cubicBezTo>
                    <a:cubicBezTo>
                      <a:pt x="841" y="464"/>
                      <a:pt x="855" y="451"/>
                      <a:pt x="873" y="445"/>
                    </a:cubicBezTo>
                    <a:cubicBezTo>
                      <a:pt x="887" y="439"/>
                      <a:pt x="906" y="431"/>
                      <a:pt x="912" y="419"/>
                    </a:cubicBezTo>
                    <a:cubicBezTo>
                      <a:pt x="974" y="396"/>
                      <a:pt x="1040" y="386"/>
                      <a:pt x="1105" y="386"/>
                    </a:cubicBezTo>
                    <a:close/>
                    <a:moveTo>
                      <a:pt x="1116" y="1"/>
                    </a:moveTo>
                    <a:cubicBezTo>
                      <a:pt x="940" y="1"/>
                      <a:pt x="773" y="47"/>
                      <a:pt x="630" y="137"/>
                    </a:cubicBezTo>
                    <a:cubicBezTo>
                      <a:pt x="0" y="464"/>
                      <a:pt x="0" y="933"/>
                      <a:pt x="39" y="1126"/>
                    </a:cubicBezTo>
                    <a:cubicBezTo>
                      <a:pt x="122" y="1627"/>
                      <a:pt x="662" y="2097"/>
                      <a:pt x="1214" y="2142"/>
                    </a:cubicBezTo>
                    <a:cubicBezTo>
                      <a:pt x="1247" y="2142"/>
                      <a:pt x="1279" y="2148"/>
                      <a:pt x="1311" y="2148"/>
                    </a:cubicBezTo>
                    <a:cubicBezTo>
                      <a:pt x="1728" y="2148"/>
                      <a:pt x="2063" y="1891"/>
                      <a:pt x="2223" y="1442"/>
                    </a:cubicBezTo>
                    <a:cubicBezTo>
                      <a:pt x="2430" y="876"/>
                      <a:pt x="2075" y="374"/>
                      <a:pt x="1671" y="149"/>
                    </a:cubicBezTo>
                    <a:cubicBezTo>
                      <a:pt x="1486" y="49"/>
                      <a:pt x="1296" y="1"/>
                      <a:pt x="111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8"/>
              <p:cNvSpPr/>
              <p:nvPr/>
            </p:nvSpPr>
            <p:spPr>
              <a:xfrm>
                <a:off x="1854400" y="2889625"/>
                <a:ext cx="40175" cy="34350"/>
              </a:xfrm>
              <a:custGeom>
                <a:avLst/>
                <a:gdLst/>
                <a:ahLst/>
                <a:cxnLst/>
                <a:rect l="l" t="t" r="r" b="b"/>
                <a:pathLst>
                  <a:path w="1607" h="1374" extrusionOk="0">
                    <a:moveTo>
                      <a:pt x="720" y="0"/>
                    </a:moveTo>
                    <a:cubicBezTo>
                      <a:pt x="655" y="0"/>
                      <a:pt x="589" y="10"/>
                      <a:pt x="527" y="33"/>
                    </a:cubicBezTo>
                    <a:cubicBezTo>
                      <a:pt x="521" y="45"/>
                      <a:pt x="502" y="53"/>
                      <a:pt x="488" y="59"/>
                    </a:cubicBezTo>
                    <a:cubicBezTo>
                      <a:pt x="470" y="65"/>
                      <a:pt x="456" y="78"/>
                      <a:pt x="437" y="84"/>
                    </a:cubicBezTo>
                    <a:cubicBezTo>
                      <a:pt x="393" y="110"/>
                      <a:pt x="354" y="149"/>
                      <a:pt x="322" y="194"/>
                    </a:cubicBezTo>
                    <a:cubicBezTo>
                      <a:pt x="283" y="238"/>
                      <a:pt x="225" y="271"/>
                      <a:pt x="174" y="271"/>
                    </a:cubicBezTo>
                    <a:cubicBezTo>
                      <a:pt x="64" y="374"/>
                      <a:pt x="1" y="508"/>
                      <a:pt x="26" y="676"/>
                    </a:cubicBezTo>
                    <a:cubicBezTo>
                      <a:pt x="84" y="1010"/>
                      <a:pt x="482" y="1338"/>
                      <a:pt x="862" y="1370"/>
                    </a:cubicBezTo>
                    <a:cubicBezTo>
                      <a:pt x="882" y="1372"/>
                      <a:pt x="901" y="1373"/>
                      <a:pt x="920" y="1373"/>
                    </a:cubicBezTo>
                    <a:cubicBezTo>
                      <a:pt x="1179" y="1373"/>
                      <a:pt x="1371" y="1219"/>
                      <a:pt x="1479" y="920"/>
                    </a:cubicBezTo>
                    <a:cubicBezTo>
                      <a:pt x="1607" y="567"/>
                      <a:pt x="1375" y="252"/>
                      <a:pt x="1099" y="104"/>
                    </a:cubicBezTo>
                    <a:cubicBezTo>
                      <a:pt x="991" y="44"/>
                      <a:pt x="856" y="0"/>
                      <a:pt x="720"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8"/>
              <p:cNvSpPr/>
              <p:nvPr/>
            </p:nvSpPr>
            <p:spPr>
              <a:xfrm>
                <a:off x="3945300" y="2704850"/>
                <a:ext cx="53050" cy="47900"/>
              </a:xfrm>
              <a:custGeom>
                <a:avLst/>
                <a:gdLst/>
                <a:ahLst/>
                <a:cxnLst/>
                <a:rect l="l" t="t" r="r" b="b"/>
                <a:pathLst>
                  <a:path w="2122" h="1916" extrusionOk="0">
                    <a:moveTo>
                      <a:pt x="1135" y="569"/>
                    </a:moveTo>
                    <a:cubicBezTo>
                      <a:pt x="1285" y="569"/>
                      <a:pt x="1413" y="651"/>
                      <a:pt x="1492" y="759"/>
                    </a:cubicBezTo>
                    <a:cubicBezTo>
                      <a:pt x="1596" y="913"/>
                      <a:pt x="1628" y="1144"/>
                      <a:pt x="1389" y="1337"/>
                    </a:cubicBezTo>
                    <a:cubicBezTo>
                      <a:pt x="1279" y="1432"/>
                      <a:pt x="1171" y="1466"/>
                      <a:pt x="1074" y="1466"/>
                    </a:cubicBezTo>
                    <a:cubicBezTo>
                      <a:pt x="979" y="1466"/>
                      <a:pt x="894" y="1434"/>
                      <a:pt x="824" y="1396"/>
                    </a:cubicBezTo>
                    <a:cubicBezTo>
                      <a:pt x="612" y="1280"/>
                      <a:pt x="471" y="1035"/>
                      <a:pt x="496" y="836"/>
                    </a:cubicBezTo>
                    <a:cubicBezTo>
                      <a:pt x="510" y="747"/>
                      <a:pt x="555" y="682"/>
                      <a:pt x="612" y="625"/>
                    </a:cubicBezTo>
                    <a:cubicBezTo>
                      <a:pt x="653" y="661"/>
                      <a:pt x="707" y="682"/>
                      <a:pt x="762" y="682"/>
                    </a:cubicBezTo>
                    <a:cubicBezTo>
                      <a:pt x="801" y="682"/>
                      <a:pt x="841" y="671"/>
                      <a:pt x="875" y="649"/>
                    </a:cubicBezTo>
                    <a:cubicBezTo>
                      <a:pt x="966" y="593"/>
                      <a:pt x="1054" y="569"/>
                      <a:pt x="1135" y="569"/>
                    </a:cubicBezTo>
                    <a:close/>
                    <a:moveTo>
                      <a:pt x="930" y="1"/>
                    </a:moveTo>
                    <a:cubicBezTo>
                      <a:pt x="912" y="1"/>
                      <a:pt x="894" y="3"/>
                      <a:pt x="875" y="8"/>
                    </a:cubicBezTo>
                    <a:cubicBezTo>
                      <a:pt x="226" y="168"/>
                      <a:pt x="78" y="560"/>
                      <a:pt x="53" y="773"/>
                    </a:cubicBezTo>
                    <a:cubicBezTo>
                      <a:pt x="1" y="1165"/>
                      <a:pt x="226" y="1583"/>
                      <a:pt x="605" y="1794"/>
                    </a:cubicBezTo>
                    <a:cubicBezTo>
                      <a:pt x="753" y="1877"/>
                      <a:pt x="914" y="1916"/>
                      <a:pt x="1068" y="1916"/>
                    </a:cubicBezTo>
                    <a:cubicBezTo>
                      <a:pt x="1287" y="1916"/>
                      <a:pt x="1499" y="1839"/>
                      <a:pt x="1679" y="1691"/>
                    </a:cubicBezTo>
                    <a:cubicBezTo>
                      <a:pt x="2122" y="1325"/>
                      <a:pt x="2083" y="817"/>
                      <a:pt x="1859" y="503"/>
                    </a:cubicBezTo>
                    <a:cubicBezTo>
                      <a:pt x="1698" y="278"/>
                      <a:pt x="1428" y="123"/>
                      <a:pt x="1127" y="117"/>
                    </a:cubicBezTo>
                    <a:cubicBezTo>
                      <a:pt x="1084" y="48"/>
                      <a:pt x="1012" y="1"/>
                      <a:pt x="93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8"/>
              <p:cNvSpPr/>
              <p:nvPr/>
            </p:nvSpPr>
            <p:spPr>
              <a:xfrm>
                <a:off x="3957075" y="2719075"/>
                <a:ext cx="28950" cy="22425"/>
              </a:xfrm>
              <a:custGeom>
                <a:avLst/>
                <a:gdLst/>
                <a:ahLst/>
                <a:cxnLst/>
                <a:rect l="l" t="t" r="r" b="b"/>
                <a:pathLst>
                  <a:path w="1158" h="897" extrusionOk="0">
                    <a:moveTo>
                      <a:pt x="664" y="0"/>
                    </a:moveTo>
                    <a:cubicBezTo>
                      <a:pt x="583" y="0"/>
                      <a:pt x="495" y="24"/>
                      <a:pt x="404" y="80"/>
                    </a:cubicBezTo>
                    <a:cubicBezTo>
                      <a:pt x="370" y="102"/>
                      <a:pt x="330" y="113"/>
                      <a:pt x="291" y="113"/>
                    </a:cubicBezTo>
                    <a:cubicBezTo>
                      <a:pt x="236" y="113"/>
                      <a:pt x="182" y="92"/>
                      <a:pt x="141" y="56"/>
                    </a:cubicBezTo>
                    <a:cubicBezTo>
                      <a:pt x="84" y="113"/>
                      <a:pt x="39" y="178"/>
                      <a:pt x="25" y="267"/>
                    </a:cubicBezTo>
                    <a:cubicBezTo>
                      <a:pt x="0" y="466"/>
                      <a:pt x="141" y="711"/>
                      <a:pt x="353" y="827"/>
                    </a:cubicBezTo>
                    <a:cubicBezTo>
                      <a:pt x="423" y="865"/>
                      <a:pt x="508" y="897"/>
                      <a:pt x="603" y="897"/>
                    </a:cubicBezTo>
                    <a:cubicBezTo>
                      <a:pt x="700" y="897"/>
                      <a:pt x="808" y="863"/>
                      <a:pt x="918" y="768"/>
                    </a:cubicBezTo>
                    <a:cubicBezTo>
                      <a:pt x="1157" y="575"/>
                      <a:pt x="1125" y="344"/>
                      <a:pt x="1021" y="190"/>
                    </a:cubicBezTo>
                    <a:cubicBezTo>
                      <a:pt x="942" y="82"/>
                      <a:pt x="814" y="0"/>
                      <a:pt x="664"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8"/>
              <p:cNvSpPr/>
              <p:nvPr/>
            </p:nvSpPr>
            <p:spPr>
              <a:xfrm>
                <a:off x="6057600" y="2861125"/>
                <a:ext cx="71575" cy="63225"/>
              </a:xfrm>
              <a:custGeom>
                <a:avLst/>
                <a:gdLst/>
                <a:ahLst/>
                <a:cxnLst/>
                <a:rect l="l" t="t" r="r" b="b"/>
                <a:pathLst>
                  <a:path w="2863" h="2529" extrusionOk="0">
                    <a:moveTo>
                      <a:pt x="1317" y="454"/>
                    </a:moveTo>
                    <a:cubicBezTo>
                      <a:pt x="1471" y="454"/>
                      <a:pt x="1627" y="504"/>
                      <a:pt x="1750" y="576"/>
                    </a:cubicBezTo>
                    <a:cubicBezTo>
                      <a:pt x="2083" y="755"/>
                      <a:pt x="2347" y="1122"/>
                      <a:pt x="2199" y="1546"/>
                    </a:cubicBezTo>
                    <a:cubicBezTo>
                      <a:pt x="2073" y="1894"/>
                      <a:pt x="1845" y="2075"/>
                      <a:pt x="1537" y="2075"/>
                    </a:cubicBezTo>
                    <a:cubicBezTo>
                      <a:pt x="1517" y="2075"/>
                      <a:pt x="1495" y="2074"/>
                      <a:pt x="1474" y="2072"/>
                    </a:cubicBezTo>
                    <a:cubicBezTo>
                      <a:pt x="1023" y="2034"/>
                      <a:pt x="561" y="1642"/>
                      <a:pt x="490" y="1250"/>
                    </a:cubicBezTo>
                    <a:cubicBezTo>
                      <a:pt x="457" y="1051"/>
                      <a:pt x="534" y="897"/>
                      <a:pt x="656" y="769"/>
                    </a:cubicBezTo>
                    <a:cubicBezTo>
                      <a:pt x="727" y="769"/>
                      <a:pt x="792" y="743"/>
                      <a:pt x="837" y="684"/>
                    </a:cubicBezTo>
                    <a:cubicBezTo>
                      <a:pt x="875" y="633"/>
                      <a:pt x="920" y="588"/>
                      <a:pt x="972" y="556"/>
                    </a:cubicBezTo>
                    <a:cubicBezTo>
                      <a:pt x="991" y="544"/>
                      <a:pt x="1011" y="538"/>
                      <a:pt x="1036" y="524"/>
                    </a:cubicBezTo>
                    <a:cubicBezTo>
                      <a:pt x="1050" y="518"/>
                      <a:pt x="1068" y="505"/>
                      <a:pt x="1080" y="499"/>
                    </a:cubicBezTo>
                    <a:cubicBezTo>
                      <a:pt x="1156" y="468"/>
                      <a:pt x="1236" y="454"/>
                      <a:pt x="1317" y="454"/>
                    </a:cubicBezTo>
                    <a:close/>
                    <a:moveTo>
                      <a:pt x="1313" y="1"/>
                    </a:moveTo>
                    <a:cubicBezTo>
                      <a:pt x="1108" y="1"/>
                      <a:pt x="914" y="54"/>
                      <a:pt x="747" y="158"/>
                    </a:cubicBezTo>
                    <a:cubicBezTo>
                      <a:pt x="1" y="550"/>
                      <a:pt x="1" y="1102"/>
                      <a:pt x="47" y="1327"/>
                    </a:cubicBezTo>
                    <a:cubicBezTo>
                      <a:pt x="149" y="1918"/>
                      <a:pt x="780" y="2472"/>
                      <a:pt x="1435" y="2523"/>
                    </a:cubicBezTo>
                    <a:cubicBezTo>
                      <a:pt x="1466" y="2529"/>
                      <a:pt x="1505" y="2529"/>
                      <a:pt x="1543" y="2529"/>
                    </a:cubicBezTo>
                    <a:cubicBezTo>
                      <a:pt x="2044" y="2529"/>
                      <a:pt x="2430" y="2234"/>
                      <a:pt x="2623" y="1701"/>
                    </a:cubicBezTo>
                    <a:cubicBezTo>
                      <a:pt x="2862" y="1031"/>
                      <a:pt x="2450" y="440"/>
                      <a:pt x="1967" y="177"/>
                    </a:cubicBezTo>
                    <a:cubicBezTo>
                      <a:pt x="1751" y="59"/>
                      <a:pt x="1526" y="1"/>
                      <a:pt x="1313"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8"/>
              <p:cNvSpPr/>
              <p:nvPr/>
            </p:nvSpPr>
            <p:spPr>
              <a:xfrm>
                <a:off x="6069025" y="2872475"/>
                <a:ext cx="47250" cy="40525"/>
              </a:xfrm>
              <a:custGeom>
                <a:avLst/>
                <a:gdLst/>
                <a:ahLst/>
                <a:cxnLst/>
                <a:rect l="l" t="t" r="r" b="b"/>
                <a:pathLst>
                  <a:path w="1890" h="1621" extrusionOk="0">
                    <a:moveTo>
                      <a:pt x="860" y="0"/>
                    </a:moveTo>
                    <a:cubicBezTo>
                      <a:pt x="779" y="0"/>
                      <a:pt x="699" y="14"/>
                      <a:pt x="623" y="45"/>
                    </a:cubicBezTo>
                    <a:cubicBezTo>
                      <a:pt x="611" y="51"/>
                      <a:pt x="593" y="64"/>
                      <a:pt x="579" y="70"/>
                    </a:cubicBezTo>
                    <a:cubicBezTo>
                      <a:pt x="554" y="84"/>
                      <a:pt x="534" y="90"/>
                      <a:pt x="515" y="102"/>
                    </a:cubicBezTo>
                    <a:cubicBezTo>
                      <a:pt x="463" y="134"/>
                      <a:pt x="418" y="179"/>
                      <a:pt x="380" y="230"/>
                    </a:cubicBezTo>
                    <a:cubicBezTo>
                      <a:pt x="335" y="289"/>
                      <a:pt x="270" y="315"/>
                      <a:pt x="199" y="315"/>
                    </a:cubicBezTo>
                    <a:cubicBezTo>
                      <a:pt x="77" y="443"/>
                      <a:pt x="0" y="597"/>
                      <a:pt x="33" y="796"/>
                    </a:cubicBezTo>
                    <a:cubicBezTo>
                      <a:pt x="104" y="1188"/>
                      <a:pt x="566" y="1580"/>
                      <a:pt x="1017" y="1618"/>
                    </a:cubicBezTo>
                    <a:cubicBezTo>
                      <a:pt x="1038" y="1620"/>
                      <a:pt x="1060" y="1621"/>
                      <a:pt x="1080" y="1621"/>
                    </a:cubicBezTo>
                    <a:cubicBezTo>
                      <a:pt x="1388" y="1621"/>
                      <a:pt x="1616" y="1440"/>
                      <a:pt x="1742" y="1092"/>
                    </a:cubicBezTo>
                    <a:cubicBezTo>
                      <a:pt x="1890" y="668"/>
                      <a:pt x="1626" y="301"/>
                      <a:pt x="1293" y="122"/>
                    </a:cubicBezTo>
                    <a:cubicBezTo>
                      <a:pt x="1170" y="50"/>
                      <a:pt x="1014" y="0"/>
                      <a:pt x="860"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8"/>
              <p:cNvSpPr/>
              <p:nvPr/>
            </p:nvSpPr>
            <p:spPr>
              <a:xfrm>
                <a:off x="5349825" y="2920475"/>
                <a:ext cx="60750" cy="53700"/>
              </a:xfrm>
              <a:custGeom>
                <a:avLst/>
                <a:gdLst/>
                <a:ahLst/>
                <a:cxnLst/>
                <a:rect l="l" t="t" r="r" b="b"/>
                <a:pathLst>
                  <a:path w="2430" h="2148" extrusionOk="0">
                    <a:moveTo>
                      <a:pt x="1108" y="386"/>
                    </a:moveTo>
                    <a:cubicBezTo>
                      <a:pt x="1242" y="386"/>
                      <a:pt x="1377" y="429"/>
                      <a:pt x="1486" y="490"/>
                    </a:cubicBezTo>
                    <a:cubicBezTo>
                      <a:pt x="1768" y="644"/>
                      <a:pt x="1993" y="952"/>
                      <a:pt x="1865" y="1306"/>
                    </a:cubicBezTo>
                    <a:cubicBezTo>
                      <a:pt x="1757" y="1604"/>
                      <a:pt x="1565" y="1759"/>
                      <a:pt x="1307" y="1759"/>
                    </a:cubicBezTo>
                    <a:cubicBezTo>
                      <a:pt x="1288" y="1759"/>
                      <a:pt x="1268" y="1758"/>
                      <a:pt x="1248" y="1756"/>
                    </a:cubicBezTo>
                    <a:cubicBezTo>
                      <a:pt x="875" y="1724"/>
                      <a:pt x="477" y="1395"/>
                      <a:pt x="418" y="1062"/>
                    </a:cubicBezTo>
                    <a:cubicBezTo>
                      <a:pt x="386" y="894"/>
                      <a:pt x="457" y="760"/>
                      <a:pt x="560" y="656"/>
                    </a:cubicBezTo>
                    <a:cubicBezTo>
                      <a:pt x="617" y="656"/>
                      <a:pt x="676" y="624"/>
                      <a:pt x="708" y="579"/>
                    </a:cubicBezTo>
                    <a:cubicBezTo>
                      <a:pt x="747" y="534"/>
                      <a:pt x="785" y="496"/>
                      <a:pt x="824" y="470"/>
                    </a:cubicBezTo>
                    <a:cubicBezTo>
                      <a:pt x="842" y="463"/>
                      <a:pt x="862" y="451"/>
                      <a:pt x="881" y="445"/>
                    </a:cubicBezTo>
                    <a:cubicBezTo>
                      <a:pt x="893" y="439"/>
                      <a:pt x="907" y="431"/>
                      <a:pt x="919" y="419"/>
                    </a:cubicBezTo>
                    <a:cubicBezTo>
                      <a:pt x="980" y="396"/>
                      <a:pt x="1044" y="386"/>
                      <a:pt x="1108" y="386"/>
                    </a:cubicBezTo>
                    <a:close/>
                    <a:moveTo>
                      <a:pt x="1123" y="0"/>
                    </a:moveTo>
                    <a:cubicBezTo>
                      <a:pt x="947" y="0"/>
                      <a:pt x="780" y="47"/>
                      <a:pt x="637" y="136"/>
                    </a:cubicBezTo>
                    <a:cubicBezTo>
                      <a:pt x="0" y="463"/>
                      <a:pt x="6" y="932"/>
                      <a:pt x="39" y="1125"/>
                    </a:cubicBezTo>
                    <a:cubicBezTo>
                      <a:pt x="122" y="1627"/>
                      <a:pt x="662" y="2097"/>
                      <a:pt x="1216" y="2142"/>
                    </a:cubicBezTo>
                    <a:cubicBezTo>
                      <a:pt x="1248" y="2142"/>
                      <a:pt x="1279" y="2148"/>
                      <a:pt x="1311" y="2148"/>
                    </a:cubicBezTo>
                    <a:cubicBezTo>
                      <a:pt x="1735" y="2148"/>
                      <a:pt x="2064" y="1890"/>
                      <a:pt x="2224" y="1441"/>
                    </a:cubicBezTo>
                    <a:cubicBezTo>
                      <a:pt x="2430" y="875"/>
                      <a:pt x="2083" y="374"/>
                      <a:pt x="1672" y="149"/>
                    </a:cubicBezTo>
                    <a:cubicBezTo>
                      <a:pt x="1490" y="48"/>
                      <a:pt x="1302" y="0"/>
                      <a:pt x="1123"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8"/>
              <p:cNvSpPr/>
              <p:nvPr/>
            </p:nvSpPr>
            <p:spPr>
              <a:xfrm>
                <a:off x="5359450" y="2930100"/>
                <a:ext cx="40225" cy="34350"/>
              </a:xfrm>
              <a:custGeom>
                <a:avLst/>
                <a:gdLst/>
                <a:ahLst/>
                <a:cxnLst/>
                <a:rect l="l" t="t" r="r" b="b"/>
                <a:pathLst>
                  <a:path w="1609" h="1374" extrusionOk="0">
                    <a:moveTo>
                      <a:pt x="723" y="1"/>
                    </a:moveTo>
                    <a:cubicBezTo>
                      <a:pt x="659" y="1"/>
                      <a:pt x="595" y="11"/>
                      <a:pt x="534" y="34"/>
                    </a:cubicBezTo>
                    <a:cubicBezTo>
                      <a:pt x="522" y="46"/>
                      <a:pt x="508" y="54"/>
                      <a:pt x="496" y="60"/>
                    </a:cubicBezTo>
                    <a:cubicBezTo>
                      <a:pt x="477" y="66"/>
                      <a:pt x="457" y="78"/>
                      <a:pt x="439" y="85"/>
                    </a:cubicBezTo>
                    <a:cubicBezTo>
                      <a:pt x="400" y="111"/>
                      <a:pt x="362" y="149"/>
                      <a:pt x="323" y="194"/>
                    </a:cubicBezTo>
                    <a:cubicBezTo>
                      <a:pt x="291" y="239"/>
                      <a:pt x="232" y="271"/>
                      <a:pt x="175" y="271"/>
                    </a:cubicBezTo>
                    <a:cubicBezTo>
                      <a:pt x="72" y="375"/>
                      <a:pt x="1" y="509"/>
                      <a:pt x="33" y="677"/>
                    </a:cubicBezTo>
                    <a:cubicBezTo>
                      <a:pt x="92" y="1010"/>
                      <a:pt x="490" y="1339"/>
                      <a:pt x="863" y="1371"/>
                    </a:cubicBezTo>
                    <a:cubicBezTo>
                      <a:pt x="883" y="1373"/>
                      <a:pt x="903" y="1374"/>
                      <a:pt x="922" y="1374"/>
                    </a:cubicBezTo>
                    <a:cubicBezTo>
                      <a:pt x="1180" y="1374"/>
                      <a:pt x="1372" y="1219"/>
                      <a:pt x="1480" y="921"/>
                    </a:cubicBezTo>
                    <a:cubicBezTo>
                      <a:pt x="1608" y="567"/>
                      <a:pt x="1383" y="259"/>
                      <a:pt x="1101" y="105"/>
                    </a:cubicBezTo>
                    <a:cubicBezTo>
                      <a:pt x="992" y="44"/>
                      <a:pt x="857" y="1"/>
                      <a:pt x="723"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8"/>
              <p:cNvSpPr/>
              <p:nvPr/>
            </p:nvSpPr>
            <p:spPr>
              <a:xfrm>
                <a:off x="4677850" y="2844800"/>
                <a:ext cx="53200" cy="47900"/>
              </a:xfrm>
              <a:custGeom>
                <a:avLst/>
                <a:gdLst/>
                <a:ahLst/>
                <a:cxnLst/>
                <a:rect l="l" t="t" r="r" b="b"/>
                <a:pathLst>
                  <a:path w="2128" h="1916" extrusionOk="0">
                    <a:moveTo>
                      <a:pt x="1136" y="567"/>
                    </a:moveTo>
                    <a:cubicBezTo>
                      <a:pt x="1289" y="567"/>
                      <a:pt x="1418" y="649"/>
                      <a:pt x="1498" y="759"/>
                    </a:cubicBezTo>
                    <a:cubicBezTo>
                      <a:pt x="1602" y="913"/>
                      <a:pt x="1634" y="1144"/>
                      <a:pt x="1395" y="1337"/>
                    </a:cubicBezTo>
                    <a:cubicBezTo>
                      <a:pt x="1285" y="1432"/>
                      <a:pt x="1176" y="1465"/>
                      <a:pt x="1077" y="1465"/>
                    </a:cubicBezTo>
                    <a:cubicBezTo>
                      <a:pt x="982" y="1465"/>
                      <a:pt x="897" y="1434"/>
                      <a:pt x="830" y="1396"/>
                    </a:cubicBezTo>
                    <a:cubicBezTo>
                      <a:pt x="618" y="1280"/>
                      <a:pt x="477" y="1036"/>
                      <a:pt x="502" y="836"/>
                    </a:cubicBezTo>
                    <a:cubicBezTo>
                      <a:pt x="516" y="746"/>
                      <a:pt x="561" y="675"/>
                      <a:pt x="618" y="624"/>
                    </a:cubicBezTo>
                    <a:cubicBezTo>
                      <a:pt x="659" y="658"/>
                      <a:pt x="713" y="678"/>
                      <a:pt x="768" y="678"/>
                    </a:cubicBezTo>
                    <a:cubicBezTo>
                      <a:pt x="807" y="678"/>
                      <a:pt x="846" y="668"/>
                      <a:pt x="881" y="643"/>
                    </a:cubicBezTo>
                    <a:cubicBezTo>
                      <a:pt x="970" y="590"/>
                      <a:pt x="1056" y="567"/>
                      <a:pt x="1136" y="567"/>
                    </a:cubicBezTo>
                    <a:close/>
                    <a:moveTo>
                      <a:pt x="940" y="0"/>
                    </a:moveTo>
                    <a:cubicBezTo>
                      <a:pt x="921" y="0"/>
                      <a:pt x="901" y="2"/>
                      <a:pt x="881" y="7"/>
                    </a:cubicBezTo>
                    <a:cubicBezTo>
                      <a:pt x="232" y="162"/>
                      <a:pt x="84" y="554"/>
                      <a:pt x="59" y="773"/>
                    </a:cubicBezTo>
                    <a:cubicBezTo>
                      <a:pt x="1" y="1164"/>
                      <a:pt x="232" y="1582"/>
                      <a:pt x="611" y="1794"/>
                    </a:cubicBezTo>
                    <a:cubicBezTo>
                      <a:pt x="759" y="1877"/>
                      <a:pt x="920" y="1916"/>
                      <a:pt x="1074" y="1916"/>
                    </a:cubicBezTo>
                    <a:cubicBezTo>
                      <a:pt x="1293" y="1916"/>
                      <a:pt x="1505" y="1838"/>
                      <a:pt x="1685" y="1684"/>
                    </a:cubicBezTo>
                    <a:cubicBezTo>
                      <a:pt x="2128" y="1319"/>
                      <a:pt x="2089" y="811"/>
                      <a:pt x="1865" y="503"/>
                    </a:cubicBezTo>
                    <a:cubicBezTo>
                      <a:pt x="1704" y="277"/>
                      <a:pt x="1434" y="117"/>
                      <a:pt x="1133" y="117"/>
                    </a:cubicBezTo>
                    <a:cubicBezTo>
                      <a:pt x="1090" y="43"/>
                      <a:pt x="1020" y="0"/>
                      <a:pt x="940"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8"/>
              <p:cNvSpPr/>
              <p:nvPr/>
            </p:nvSpPr>
            <p:spPr>
              <a:xfrm>
                <a:off x="4689775" y="2858975"/>
                <a:ext cx="28950" cy="22475"/>
              </a:xfrm>
              <a:custGeom>
                <a:avLst/>
                <a:gdLst/>
                <a:ahLst/>
                <a:cxnLst/>
                <a:rect l="l" t="t" r="r" b="b"/>
                <a:pathLst>
                  <a:path w="1158" h="899" extrusionOk="0">
                    <a:moveTo>
                      <a:pt x="659" y="0"/>
                    </a:moveTo>
                    <a:cubicBezTo>
                      <a:pt x="579" y="0"/>
                      <a:pt x="493" y="23"/>
                      <a:pt x="404" y="76"/>
                    </a:cubicBezTo>
                    <a:cubicBezTo>
                      <a:pt x="369" y="101"/>
                      <a:pt x="330" y="111"/>
                      <a:pt x="291" y="111"/>
                    </a:cubicBezTo>
                    <a:cubicBezTo>
                      <a:pt x="236" y="111"/>
                      <a:pt x="182" y="91"/>
                      <a:pt x="141" y="57"/>
                    </a:cubicBezTo>
                    <a:cubicBezTo>
                      <a:pt x="84" y="108"/>
                      <a:pt x="39" y="179"/>
                      <a:pt x="25" y="269"/>
                    </a:cubicBezTo>
                    <a:cubicBezTo>
                      <a:pt x="0" y="469"/>
                      <a:pt x="141" y="713"/>
                      <a:pt x="353" y="829"/>
                    </a:cubicBezTo>
                    <a:cubicBezTo>
                      <a:pt x="420" y="867"/>
                      <a:pt x="505" y="898"/>
                      <a:pt x="600" y="898"/>
                    </a:cubicBezTo>
                    <a:cubicBezTo>
                      <a:pt x="699" y="898"/>
                      <a:pt x="808" y="865"/>
                      <a:pt x="918" y="770"/>
                    </a:cubicBezTo>
                    <a:cubicBezTo>
                      <a:pt x="1157" y="577"/>
                      <a:pt x="1125" y="346"/>
                      <a:pt x="1021" y="192"/>
                    </a:cubicBezTo>
                    <a:cubicBezTo>
                      <a:pt x="941" y="82"/>
                      <a:pt x="812" y="0"/>
                      <a:pt x="659"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1" name="Google Shape;321;p8"/>
            <p:cNvSpPr/>
            <p:nvPr/>
          </p:nvSpPr>
          <p:spPr>
            <a:xfrm>
              <a:off x="3020350" y="4441675"/>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8"/>
            <p:cNvSpPr/>
            <p:nvPr/>
          </p:nvSpPr>
          <p:spPr>
            <a:xfrm flipH="1">
              <a:off x="5316450" y="4547413"/>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8"/>
            <p:cNvSpPr/>
            <p:nvPr/>
          </p:nvSpPr>
          <p:spPr>
            <a:xfrm>
              <a:off x="464575" y="4825088"/>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8"/>
            <p:cNvSpPr/>
            <p:nvPr/>
          </p:nvSpPr>
          <p:spPr>
            <a:xfrm flipH="1">
              <a:off x="7987700" y="4740838"/>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25"/>
        <p:cNvGrpSpPr/>
        <p:nvPr/>
      </p:nvGrpSpPr>
      <p:grpSpPr>
        <a:xfrm>
          <a:off x="0" y="0"/>
          <a:ext cx="0" cy="0"/>
          <a:chOff x="0" y="0"/>
          <a:chExt cx="0" cy="0"/>
        </a:xfrm>
      </p:grpSpPr>
      <p:sp>
        <p:nvSpPr>
          <p:cNvPr id="326" name="Google Shape;326;p9"/>
          <p:cNvSpPr txBox="1">
            <a:spLocks noGrp="1"/>
          </p:cNvSpPr>
          <p:nvPr>
            <p:ph type="title"/>
          </p:nvPr>
        </p:nvSpPr>
        <p:spPr>
          <a:xfrm>
            <a:off x="3409200" y="855775"/>
            <a:ext cx="4755900" cy="841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51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27" name="Google Shape;327;p9"/>
          <p:cNvSpPr txBox="1">
            <a:spLocks noGrp="1"/>
          </p:cNvSpPr>
          <p:nvPr>
            <p:ph type="subTitle" idx="1"/>
          </p:nvPr>
        </p:nvSpPr>
        <p:spPr>
          <a:xfrm>
            <a:off x="3908100" y="1809075"/>
            <a:ext cx="4257000" cy="13929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400"/>
              <a:buNone/>
              <a:defRPr sz="16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328" name="Google Shape;328;p9"/>
          <p:cNvGrpSpPr/>
          <p:nvPr/>
        </p:nvGrpSpPr>
        <p:grpSpPr>
          <a:xfrm>
            <a:off x="-57639" y="4232675"/>
            <a:ext cx="9259279" cy="949168"/>
            <a:chOff x="-57639" y="4232675"/>
            <a:chExt cx="9259279" cy="949168"/>
          </a:xfrm>
        </p:grpSpPr>
        <p:grpSp>
          <p:nvGrpSpPr>
            <p:cNvPr id="329" name="Google Shape;329;p9"/>
            <p:cNvGrpSpPr/>
            <p:nvPr/>
          </p:nvGrpSpPr>
          <p:grpSpPr>
            <a:xfrm>
              <a:off x="-57639" y="4232675"/>
              <a:ext cx="9259279" cy="949168"/>
              <a:chOff x="238275" y="2491125"/>
              <a:chExt cx="7141750" cy="732100"/>
            </a:xfrm>
          </p:grpSpPr>
          <p:sp>
            <p:nvSpPr>
              <p:cNvPr id="330" name="Google Shape;330;p9"/>
              <p:cNvSpPr/>
              <p:nvPr/>
            </p:nvSpPr>
            <p:spPr>
              <a:xfrm>
                <a:off x="238275" y="2491125"/>
                <a:ext cx="7141750" cy="282225"/>
              </a:xfrm>
              <a:custGeom>
                <a:avLst/>
                <a:gdLst/>
                <a:ahLst/>
                <a:cxnLst/>
                <a:rect l="l" t="t" r="r" b="b"/>
                <a:pathLst>
                  <a:path w="285670" h="11289" extrusionOk="0">
                    <a:moveTo>
                      <a:pt x="77087" y="1"/>
                    </a:moveTo>
                    <a:cubicBezTo>
                      <a:pt x="69330" y="1"/>
                      <a:pt x="63721" y="1125"/>
                      <a:pt x="59452" y="1679"/>
                    </a:cubicBezTo>
                    <a:cubicBezTo>
                      <a:pt x="56652" y="2041"/>
                      <a:pt x="53084" y="2152"/>
                      <a:pt x="50569" y="2152"/>
                    </a:cubicBezTo>
                    <a:cubicBezTo>
                      <a:pt x="49072" y="2152"/>
                      <a:pt x="47948" y="2113"/>
                      <a:pt x="47581" y="2064"/>
                    </a:cubicBezTo>
                    <a:cubicBezTo>
                      <a:pt x="46591" y="1936"/>
                      <a:pt x="26970" y="1345"/>
                      <a:pt x="26970" y="1345"/>
                    </a:cubicBezTo>
                    <a:lnTo>
                      <a:pt x="0" y="2746"/>
                    </a:lnTo>
                    <a:lnTo>
                      <a:pt x="1376" y="11288"/>
                    </a:lnTo>
                    <a:lnTo>
                      <a:pt x="284771" y="9874"/>
                    </a:lnTo>
                    <a:lnTo>
                      <a:pt x="285670" y="2746"/>
                    </a:lnTo>
                    <a:lnTo>
                      <a:pt x="278382" y="2746"/>
                    </a:lnTo>
                    <a:cubicBezTo>
                      <a:pt x="278382" y="2746"/>
                      <a:pt x="276833" y="3350"/>
                      <a:pt x="269412" y="3350"/>
                    </a:cubicBezTo>
                    <a:cubicBezTo>
                      <a:pt x="268804" y="3350"/>
                      <a:pt x="268157" y="3346"/>
                      <a:pt x="267468" y="3337"/>
                    </a:cubicBezTo>
                    <a:cubicBezTo>
                      <a:pt x="258367" y="3221"/>
                      <a:pt x="258367" y="2553"/>
                      <a:pt x="248361" y="2354"/>
                    </a:cubicBezTo>
                    <a:cubicBezTo>
                      <a:pt x="243485" y="2254"/>
                      <a:pt x="239630" y="2229"/>
                      <a:pt x="236959" y="2229"/>
                    </a:cubicBezTo>
                    <a:cubicBezTo>
                      <a:pt x="234147" y="2229"/>
                      <a:pt x="232646" y="2257"/>
                      <a:pt x="232646" y="2257"/>
                    </a:cubicBezTo>
                    <a:lnTo>
                      <a:pt x="210273" y="1621"/>
                    </a:lnTo>
                    <a:cubicBezTo>
                      <a:pt x="210273" y="1621"/>
                      <a:pt x="209685" y="1550"/>
                      <a:pt x="208556" y="1550"/>
                    </a:cubicBezTo>
                    <a:cubicBezTo>
                      <a:pt x="207391" y="1550"/>
                      <a:pt x="205650" y="1626"/>
                      <a:pt x="203382" y="1936"/>
                    </a:cubicBezTo>
                    <a:cubicBezTo>
                      <a:pt x="201649" y="2171"/>
                      <a:pt x="198963" y="2243"/>
                      <a:pt x="196326" y="2243"/>
                    </a:cubicBezTo>
                    <a:cubicBezTo>
                      <a:pt x="192169" y="2243"/>
                      <a:pt x="188131" y="2064"/>
                      <a:pt x="188131" y="2064"/>
                    </a:cubicBezTo>
                    <a:cubicBezTo>
                      <a:pt x="188131" y="2064"/>
                      <a:pt x="174437" y="2201"/>
                      <a:pt x="163969" y="2201"/>
                    </a:cubicBezTo>
                    <a:cubicBezTo>
                      <a:pt x="158735" y="2201"/>
                      <a:pt x="154307" y="2167"/>
                      <a:pt x="152801" y="2064"/>
                    </a:cubicBezTo>
                    <a:cubicBezTo>
                      <a:pt x="148282" y="1756"/>
                      <a:pt x="96761" y="927"/>
                      <a:pt x="93993" y="664"/>
                    </a:cubicBezTo>
                    <a:cubicBezTo>
                      <a:pt x="91222" y="400"/>
                      <a:pt x="86459" y="118"/>
                      <a:pt x="78149" y="8"/>
                    </a:cubicBezTo>
                    <a:cubicBezTo>
                      <a:pt x="77791" y="3"/>
                      <a:pt x="77437" y="1"/>
                      <a:pt x="77087"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9"/>
              <p:cNvSpPr/>
              <p:nvPr/>
            </p:nvSpPr>
            <p:spPr>
              <a:xfrm>
                <a:off x="272675" y="2551975"/>
                <a:ext cx="7091125" cy="671250"/>
              </a:xfrm>
              <a:custGeom>
                <a:avLst/>
                <a:gdLst/>
                <a:ahLst/>
                <a:cxnLst/>
                <a:rect l="l" t="t" r="r" b="b"/>
                <a:pathLst>
                  <a:path w="283645" h="26850" extrusionOk="0">
                    <a:moveTo>
                      <a:pt x="134832" y="1"/>
                    </a:moveTo>
                    <a:cubicBezTo>
                      <a:pt x="134792" y="1"/>
                      <a:pt x="134755" y="2"/>
                      <a:pt x="134720" y="3"/>
                    </a:cubicBezTo>
                    <a:cubicBezTo>
                      <a:pt x="133388" y="67"/>
                      <a:pt x="126129" y="738"/>
                      <a:pt x="125164" y="738"/>
                    </a:cubicBezTo>
                    <a:cubicBezTo>
                      <a:pt x="125137" y="738"/>
                      <a:pt x="125116" y="737"/>
                      <a:pt x="125099" y="736"/>
                    </a:cubicBezTo>
                    <a:cubicBezTo>
                      <a:pt x="124476" y="698"/>
                      <a:pt x="118537" y="377"/>
                      <a:pt x="118537" y="377"/>
                    </a:cubicBezTo>
                    <a:cubicBezTo>
                      <a:pt x="118537" y="377"/>
                      <a:pt x="108294" y="62"/>
                      <a:pt x="107177" y="62"/>
                    </a:cubicBezTo>
                    <a:cubicBezTo>
                      <a:pt x="107164" y="62"/>
                      <a:pt x="107152" y="62"/>
                      <a:pt x="107141" y="62"/>
                    </a:cubicBezTo>
                    <a:cubicBezTo>
                      <a:pt x="106235" y="68"/>
                      <a:pt x="103414" y="101"/>
                      <a:pt x="97559" y="736"/>
                    </a:cubicBezTo>
                    <a:cubicBezTo>
                      <a:pt x="91703" y="1366"/>
                      <a:pt x="89100" y="1572"/>
                      <a:pt x="89100" y="1572"/>
                    </a:cubicBezTo>
                    <a:cubicBezTo>
                      <a:pt x="89100" y="1572"/>
                      <a:pt x="85133" y="1222"/>
                      <a:pt x="81765" y="1222"/>
                    </a:cubicBezTo>
                    <a:cubicBezTo>
                      <a:pt x="80976" y="1222"/>
                      <a:pt x="80220" y="1241"/>
                      <a:pt x="79556" y="1288"/>
                    </a:cubicBezTo>
                    <a:cubicBezTo>
                      <a:pt x="76047" y="1534"/>
                      <a:pt x="68784" y="3294"/>
                      <a:pt x="67981" y="3667"/>
                    </a:cubicBezTo>
                    <a:cubicBezTo>
                      <a:pt x="67171" y="4034"/>
                      <a:pt x="25362" y="5557"/>
                      <a:pt x="25362" y="5557"/>
                    </a:cubicBezTo>
                    <a:lnTo>
                      <a:pt x="0" y="7247"/>
                    </a:lnTo>
                    <a:lnTo>
                      <a:pt x="0" y="26849"/>
                    </a:lnTo>
                    <a:lnTo>
                      <a:pt x="283645" y="26849"/>
                    </a:lnTo>
                    <a:lnTo>
                      <a:pt x="283645" y="5628"/>
                    </a:lnTo>
                    <a:lnTo>
                      <a:pt x="283034" y="5364"/>
                    </a:lnTo>
                    <a:lnTo>
                      <a:pt x="249889" y="4805"/>
                    </a:lnTo>
                    <a:cubicBezTo>
                      <a:pt x="249889" y="4805"/>
                      <a:pt x="246822" y="4228"/>
                      <a:pt x="245827" y="4228"/>
                    </a:cubicBezTo>
                    <a:cubicBezTo>
                      <a:pt x="245777" y="4228"/>
                      <a:pt x="245731" y="4230"/>
                      <a:pt x="245692" y="4233"/>
                    </a:cubicBezTo>
                    <a:cubicBezTo>
                      <a:pt x="244889" y="4304"/>
                      <a:pt x="242171" y="4619"/>
                      <a:pt x="242171" y="4619"/>
                    </a:cubicBezTo>
                    <a:lnTo>
                      <a:pt x="233912" y="4233"/>
                    </a:lnTo>
                    <a:cubicBezTo>
                      <a:pt x="233912" y="4233"/>
                      <a:pt x="232138" y="3095"/>
                      <a:pt x="225999" y="2857"/>
                    </a:cubicBezTo>
                    <a:cubicBezTo>
                      <a:pt x="220178" y="2637"/>
                      <a:pt x="216019" y="2632"/>
                      <a:pt x="215613" y="2632"/>
                    </a:cubicBezTo>
                    <a:cubicBezTo>
                      <a:pt x="215592" y="2632"/>
                      <a:pt x="215581" y="2632"/>
                      <a:pt x="215581" y="2632"/>
                    </a:cubicBezTo>
                    <a:lnTo>
                      <a:pt x="202181" y="2053"/>
                    </a:lnTo>
                    <a:cubicBezTo>
                      <a:pt x="202181" y="2053"/>
                      <a:pt x="195990" y="2330"/>
                      <a:pt x="194300" y="2427"/>
                    </a:cubicBezTo>
                    <a:cubicBezTo>
                      <a:pt x="192611" y="2516"/>
                      <a:pt x="187263" y="3005"/>
                      <a:pt x="187263" y="3005"/>
                    </a:cubicBezTo>
                    <a:lnTo>
                      <a:pt x="172828" y="3005"/>
                    </a:lnTo>
                    <a:lnTo>
                      <a:pt x="169434" y="2857"/>
                    </a:lnTo>
                    <a:cubicBezTo>
                      <a:pt x="169434" y="2857"/>
                      <a:pt x="166638" y="2613"/>
                      <a:pt x="165249" y="2472"/>
                    </a:cubicBezTo>
                    <a:cubicBezTo>
                      <a:pt x="163855" y="2330"/>
                      <a:pt x="160358" y="2222"/>
                      <a:pt x="158643" y="2053"/>
                    </a:cubicBezTo>
                    <a:cubicBezTo>
                      <a:pt x="156926" y="1881"/>
                      <a:pt x="152440" y="1418"/>
                      <a:pt x="151933" y="1288"/>
                    </a:cubicBezTo>
                    <a:cubicBezTo>
                      <a:pt x="151766" y="1246"/>
                      <a:pt x="150510" y="1231"/>
                      <a:pt x="148911" y="1231"/>
                    </a:cubicBezTo>
                    <a:cubicBezTo>
                      <a:pt x="145711" y="1231"/>
                      <a:pt x="141135" y="1288"/>
                      <a:pt x="141135" y="1288"/>
                    </a:cubicBezTo>
                    <a:cubicBezTo>
                      <a:pt x="141135" y="1288"/>
                      <a:pt x="136344" y="1"/>
                      <a:pt x="134832" y="1"/>
                    </a:cubicBezTo>
                    <a:close/>
                  </a:path>
                </a:pathLst>
              </a:custGeom>
              <a:solidFill>
                <a:srgbClr val="5E8688"/>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9"/>
              <p:cNvSpPr/>
              <p:nvPr/>
            </p:nvSpPr>
            <p:spPr>
              <a:xfrm>
                <a:off x="3562250" y="2808825"/>
                <a:ext cx="54025" cy="61550"/>
              </a:xfrm>
              <a:custGeom>
                <a:avLst/>
                <a:gdLst/>
                <a:ahLst/>
                <a:cxnLst/>
                <a:rect l="l" t="t" r="r" b="b"/>
                <a:pathLst>
                  <a:path w="2161" h="2462" extrusionOk="0">
                    <a:moveTo>
                      <a:pt x="1036" y="501"/>
                    </a:moveTo>
                    <a:cubicBezTo>
                      <a:pt x="1312" y="637"/>
                      <a:pt x="1556" y="913"/>
                      <a:pt x="1620" y="1195"/>
                    </a:cubicBezTo>
                    <a:cubicBezTo>
                      <a:pt x="1685" y="1440"/>
                      <a:pt x="1614" y="1652"/>
                      <a:pt x="1415" y="1826"/>
                    </a:cubicBezTo>
                    <a:cubicBezTo>
                      <a:pt x="1281" y="1942"/>
                      <a:pt x="1155" y="2001"/>
                      <a:pt x="1040" y="2001"/>
                    </a:cubicBezTo>
                    <a:cubicBezTo>
                      <a:pt x="985" y="2001"/>
                      <a:pt x="932" y="1987"/>
                      <a:pt x="882" y="1960"/>
                    </a:cubicBezTo>
                    <a:cubicBezTo>
                      <a:pt x="638" y="1832"/>
                      <a:pt x="476" y="1408"/>
                      <a:pt x="535" y="1041"/>
                    </a:cubicBezTo>
                    <a:cubicBezTo>
                      <a:pt x="567" y="836"/>
                      <a:pt x="676" y="572"/>
                      <a:pt x="1030" y="501"/>
                    </a:cubicBezTo>
                    <a:close/>
                    <a:moveTo>
                      <a:pt x="930" y="0"/>
                    </a:moveTo>
                    <a:cubicBezTo>
                      <a:pt x="845" y="0"/>
                      <a:pt x="764" y="48"/>
                      <a:pt x="727" y="123"/>
                    </a:cubicBezTo>
                    <a:cubicBezTo>
                      <a:pt x="380" y="263"/>
                      <a:pt x="149" y="566"/>
                      <a:pt x="84" y="978"/>
                    </a:cubicBezTo>
                    <a:cubicBezTo>
                      <a:pt x="1" y="1524"/>
                      <a:pt x="252" y="2141"/>
                      <a:pt x="663" y="2360"/>
                    </a:cubicBezTo>
                    <a:cubicBezTo>
                      <a:pt x="754" y="2411"/>
                      <a:pt x="882" y="2461"/>
                      <a:pt x="1042" y="2461"/>
                    </a:cubicBezTo>
                    <a:cubicBezTo>
                      <a:pt x="1229" y="2461"/>
                      <a:pt x="1460" y="2390"/>
                      <a:pt x="1718" y="2167"/>
                    </a:cubicBezTo>
                    <a:cubicBezTo>
                      <a:pt x="2038" y="1877"/>
                      <a:pt x="2160" y="1497"/>
                      <a:pt x="2065" y="1093"/>
                    </a:cubicBezTo>
                    <a:cubicBezTo>
                      <a:pt x="1941" y="586"/>
                      <a:pt x="1486" y="135"/>
                      <a:pt x="985" y="7"/>
                    </a:cubicBezTo>
                    <a:cubicBezTo>
                      <a:pt x="967" y="3"/>
                      <a:pt x="948" y="0"/>
                      <a:pt x="930"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9"/>
              <p:cNvSpPr/>
              <p:nvPr/>
            </p:nvSpPr>
            <p:spPr>
              <a:xfrm>
                <a:off x="3574125" y="2821325"/>
                <a:ext cx="30275" cy="37525"/>
              </a:xfrm>
              <a:custGeom>
                <a:avLst/>
                <a:gdLst/>
                <a:ahLst/>
                <a:cxnLst/>
                <a:rect l="l" t="t" r="r" b="b"/>
                <a:pathLst>
                  <a:path w="1211" h="1501" extrusionOk="0">
                    <a:moveTo>
                      <a:pt x="555" y="1"/>
                    </a:moveTo>
                    <a:cubicBezTo>
                      <a:pt x="201" y="72"/>
                      <a:pt x="92" y="336"/>
                      <a:pt x="60" y="541"/>
                    </a:cubicBezTo>
                    <a:cubicBezTo>
                      <a:pt x="1" y="908"/>
                      <a:pt x="163" y="1332"/>
                      <a:pt x="407" y="1460"/>
                    </a:cubicBezTo>
                    <a:cubicBezTo>
                      <a:pt x="457" y="1487"/>
                      <a:pt x="510" y="1501"/>
                      <a:pt x="565" y="1501"/>
                    </a:cubicBezTo>
                    <a:cubicBezTo>
                      <a:pt x="680" y="1501"/>
                      <a:pt x="806" y="1442"/>
                      <a:pt x="940" y="1326"/>
                    </a:cubicBezTo>
                    <a:cubicBezTo>
                      <a:pt x="1139" y="1152"/>
                      <a:pt x="1210" y="940"/>
                      <a:pt x="1145" y="695"/>
                    </a:cubicBezTo>
                    <a:cubicBezTo>
                      <a:pt x="1081" y="413"/>
                      <a:pt x="837" y="137"/>
                      <a:pt x="561"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9"/>
              <p:cNvSpPr/>
              <p:nvPr/>
            </p:nvSpPr>
            <p:spPr>
              <a:xfrm>
                <a:off x="1423625" y="2714000"/>
                <a:ext cx="71675" cy="63200"/>
              </a:xfrm>
              <a:custGeom>
                <a:avLst/>
                <a:gdLst/>
                <a:ahLst/>
                <a:cxnLst/>
                <a:rect l="l" t="t" r="r" b="b"/>
                <a:pathLst>
                  <a:path w="2867" h="2528" extrusionOk="0">
                    <a:moveTo>
                      <a:pt x="1313" y="456"/>
                    </a:moveTo>
                    <a:cubicBezTo>
                      <a:pt x="1469" y="456"/>
                      <a:pt x="1626" y="505"/>
                      <a:pt x="1754" y="573"/>
                    </a:cubicBezTo>
                    <a:cubicBezTo>
                      <a:pt x="2083" y="754"/>
                      <a:pt x="2347" y="1126"/>
                      <a:pt x="2198" y="1544"/>
                    </a:cubicBezTo>
                    <a:cubicBezTo>
                      <a:pt x="2073" y="1889"/>
                      <a:pt x="1849" y="2075"/>
                      <a:pt x="1546" y="2075"/>
                    </a:cubicBezTo>
                    <a:cubicBezTo>
                      <a:pt x="1522" y="2075"/>
                      <a:pt x="1497" y="2074"/>
                      <a:pt x="1472" y="2071"/>
                    </a:cubicBezTo>
                    <a:cubicBezTo>
                      <a:pt x="1028" y="2033"/>
                      <a:pt x="559" y="1647"/>
                      <a:pt x="488" y="1255"/>
                    </a:cubicBezTo>
                    <a:cubicBezTo>
                      <a:pt x="457" y="1055"/>
                      <a:pt x="534" y="894"/>
                      <a:pt x="662" y="772"/>
                    </a:cubicBezTo>
                    <a:cubicBezTo>
                      <a:pt x="727" y="772"/>
                      <a:pt x="790" y="740"/>
                      <a:pt x="835" y="683"/>
                    </a:cubicBezTo>
                    <a:cubicBezTo>
                      <a:pt x="873" y="630"/>
                      <a:pt x="926" y="586"/>
                      <a:pt x="971" y="553"/>
                    </a:cubicBezTo>
                    <a:cubicBezTo>
                      <a:pt x="989" y="547"/>
                      <a:pt x="1015" y="535"/>
                      <a:pt x="1035" y="529"/>
                    </a:cubicBezTo>
                    <a:cubicBezTo>
                      <a:pt x="1054" y="515"/>
                      <a:pt x="1066" y="509"/>
                      <a:pt x="1080" y="496"/>
                    </a:cubicBezTo>
                    <a:cubicBezTo>
                      <a:pt x="1155" y="468"/>
                      <a:pt x="1234" y="456"/>
                      <a:pt x="1313" y="456"/>
                    </a:cubicBezTo>
                    <a:close/>
                    <a:moveTo>
                      <a:pt x="1316" y="0"/>
                    </a:moveTo>
                    <a:cubicBezTo>
                      <a:pt x="1109" y="0"/>
                      <a:pt x="913" y="54"/>
                      <a:pt x="745" y="161"/>
                    </a:cubicBezTo>
                    <a:cubicBezTo>
                      <a:pt x="0" y="547"/>
                      <a:pt x="7" y="1101"/>
                      <a:pt x="45" y="1332"/>
                    </a:cubicBezTo>
                    <a:cubicBezTo>
                      <a:pt x="148" y="1923"/>
                      <a:pt x="784" y="2469"/>
                      <a:pt x="1433" y="2528"/>
                    </a:cubicBezTo>
                    <a:lnTo>
                      <a:pt x="1543" y="2528"/>
                    </a:lnTo>
                    <a:cubicBezTo>
                      <a:pt x="2044" y="2528"/>
                      <a:pt x="2436" y="2232"/>
                      <a:pt x="2623" y="1698"/>
                    </a:cubicBezTo>
                    <a:cubicBezTo>
                      <a:pt x="2866" y="1030"/>
                      <a:pt x="2455" y="445"/>
                      <a:pt x="1973" y="175"/>
                    </a:cubicBezTo>
                    <a:cubicBezTo>
                      <a:pt x="1755" y="58"/>
                      <a:pt x="1529" y="0"/>
                      <a:pt x="1316"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9"/>
              <p:cNvSpPr/>
              <p:nvPr/>
            </p:nvSpPr>
            <p:spPr>
              <a:xfrm>
                <a:off x="1435025" y="2725400"/>
                <a:ext cx="47275" cy="40475"/>
              </a:xfrm>
              <a:custGeom>
                <a:avLst/>
                <a:gdLst/>
                <a:ahLst/>
                <a:cxnLst/>
                <a:rect l="l" t="t" r="r" b="b"/>
                <a:pathLst>
                  <a:path w="1891" h="1619" extrusionOk="0">
                    <a:moveTo>
                      <a:pt x="857" y="0"/>
                    </a:moveTo>
                    <a:cubicBezTo>
                      <a:pt x="778" y="0"/>
                      <a:pt x="699" y="12"/>
                      <a:pt x="624" y="40"/>
                    </a:cubicBezTo>
                    <a:cubicBezTo>
                      <a:pt x="610" y="53"/>
                      <a:pt x="598" y="59"/>
                      <a:pt x="579" y="73"/>
                    </a:cubicBezTo>
                    <a:cubicBezTo>
                      <a:pt x="559" y="79"/>
                      <a:pt x="533" y="91"/>
                      <a:pt x="515" y="97"/>
                    </a:cubicBezTo>
                    <a:cubicBezTo>
                      <a:pt x="470" y="130"/>
                      <a:pt x="417" y="174"/>
                      <a:pt x="379" y="227"/>
                    </a:cubicBezTo>
                    <a:cubicBezTo>
                      <a:pt x="334" y="284"/>
                      <a:pt x="271" y="316"/>
                      <a:pt x="206" y="316"/>
                    </a:cubicBezTo>
                    <a:cubicBezTo>
                      <a:pt x="78" y="438"/>
                      <a:pt x="1" y="599"/>
                      <a:pt x="32" y="799"/>
                    </a:cubicBezTo>
                    <a:cubicBezTo>
                      <a:pt x="103" y="1191"/>
                      <a:pt x="572" y="1577"/>
                      <a:pt x="1016" y="1615"/>
                    </a:cubicBezTo>
                    <a:cubicBezTo>
                      <a:pt x="1041" y="1618"/>
                      <a:pt x="1066" y="1619"/>
                      <a:pt x="1090" y="1619"/>
                    </a:cubicBezTo>
                    <a:cubicBezTo>
                      <a:pt x="1393" y="1619"/>
                      <a:pt x="1617" y="1433"/>
                      <a:pt x="1742" y="1088"/>
                    </a:cubicBezTo>
                    <a:cubicBezTo>
                      <a:pt x="1891" y="670"/>
                      <a:pt x="1627" y="298"/>
                      <a:pt x="1298" y="117"/>
                    </a:cubicBezTo>
                    <a:cubicBezTo>
                      <a:pt x="1170" y="49"/>
                      <a:pt x="1013" y="0"/>
                      <a:pt x="857"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9"/>
              <p:cNvSpPr/>
              <p:nvPr/>
            </p:nvSpPr>
            <p:spPr>
              <a:xfrm>
                <a:off x="955225" y="2876425"/>
                <a:ext cx="60775" cy="53725"/>
              </a:xfrm>
              <a:custGeom>
                <a:avLst/>
                <a:gdLst/>
                <a:ahLst/>
                <a:cxnLst/>
                <a:rect l="l" t="t" r="r" b="b"/>
                <a:pathLst>
                  <a:path w="2431" h="2149" extrusionOk="0">
                    <a:moveTo>
                      <a:pt x="1117" y="389"/>
                    </a:moveTo>
                    <a:cubicBezTo>
                      <a:pt x="1249" y="389"/>
                      <a:pt x="1379" y="431"/>
                      <a:pt x="1485" y="490"/>
                    </a:cubicBezTo>
                    <a:cubicBezTo>
                      <a:pt x="1762" y="644"/>
                      <a:pt x="1994" y="953"/>
                      <a:pt x="1864" y="1306"/>
                    </a:cubicBezTo>
                    <a:cubicBezTo>
                      <a:pt x="1757" y="1605"/>
                      <a:pt x="1567" y="1759"/>
                      <a:pt x="1309" y="1759"/>
                    </a:cubicBezTo>
                    <a:cubicBezTo>
                      <a:pt x="1289" y="1759"/>
                      <a:pt x="1268" y="1758"/>
                      <a:pt x="1247" y="1757"/>
                    </a:cubicBezTo>
                    <a:cubicBezTo>
                      <a:pt x="868" y="1724"/>
                      <a:pt x="470" y="1397"/>
                      <a:pt x="419" y="1062"/>
                    </a:cubicBezTo>
                    <a:cubicBezTo>
                      <a:pt x="386" y="896"/>
                      <a:pt x="451" y="760"/>
                      <a:pt x="559" y="658"/>
                    </a:cubicBezTo>
                    <a:cubicBezTo>
                      <a:pt x="618" y="658"/>
                      <a:pt x="675" y="626"/>
                      <a:pt x="707" y="581"/>
                    </a:cubicBezTo>
                    <a:cubicBezTo>
                      <a:pt x="746" y="535"/>
                      <a:pt x="784" y="496"/>
                      <a:pt x="823" y="472"/>
                    </a:cubicBezTo>
                    <a:cubicBezTo>
                      <a:pt x="843" y="465"/>
                      <a:pt x="855" y="452"/>
                      <a:pt x="875" y="445"/>
                    </a:cubicBezTo>
                    <a:cubicBezTo>
                      <a:pt x="894" y="439"/>
                      <a:pt x="906" y="433"/>
                      <a:pt x="914" y="427"/>
                    </a:cubicBezTo>
                    <a:cubicBezTo>
                      <a:pt x="980" y="401"/>
                      <a:pt x="1049" y="389"/>
                      <a:pt x="1117" y="389"/>
                    </a:cubicBezTo>
                    <a:close/>
                    <a:moveTo>
                      <a:pt x="1118" y="1"/>
                    </a:moveTo>
                    <a:cubicBezTo>
                      <a:pt x="941" y="1"/>
                      <a:pt x="774" y="47"/>
                      <a:pt x="630" y="137"/>
                    </a:cubicBezTo>
                    <a:cubicBezTo>
                      <a:pt x="1" y="465"/>
                      <a:pt x="1" y="934"/>
                      <a:pt x="39" y="1127"/>
                    </a:cubicBezTo>
                    <a:cubicBezTo>
                      <a:pt x="123" y="1629"/>
                      <a:pt x="663" y="2097"/>
                      <a:pt x="1215" y="2142"/>
                    </a:cubicBezTo>
                    <a:cubicBezTo>
                      <a:pt x="1247" y="2142"/>
                      <a:pt x="1280" y="2148"/>
                      <a:pt x="1312" y="2148"/>
                    </a:cubicBezTo>
                    <a:cubicBezTo>
                      <a:pt x="1730" y="2148"/>
                      <a:pt x="2063" y="1892"/>
                      <a:pt x="2225" y="1442"/>
                    </a:cubicBezTo>
                    <a:cubicBezTo>
                      <a:pt x="2430" y="876"/>
                      <a:pt x="2077" y="374"/>
                      <a:pt x="1671" y="149"/>
                    </a:cubicBezTo>
                    <a:cubicBezTo>
                      <a:pt x="1487" y="49"/>
                      <a:pt x="1298" y="1"/>
                      <a:pt x="1118"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9"/>
              <p:cNvSpPr/>
              <p:nvPr/>
            </p:nvSpPr>
            <p:spPr>
              <a:xfrm>
                <a:off x="964875" y="2886150"/>
                <a:ext cx="40200" cy="34275"/>
              </a:xfrm>
              <a:custGeom>
                <a:avLst/>
                <a:gdLst/>
                <a:ahLst/>
                <a:cxnLst/>
                <a:rect l="l" t="t" r="r" b="b"/>
                <a:pathLst>
                  <a:path w="1608" h="1371" extrusionOk="0">
                    <a:moveTo>
                      <a:pt x="731" y="0"/>
                    </a:moveTo>
                    <a:cubicBezTo>
                      <a:pt x="663" y="0"/>
                      <a:pt x="594" y="12"/>
                      <a:pt x="528" y="38"/>
                    </a:cubicBezTo>
                    <a:cubicBezTo>
                      <a:pt x="520" y="44"/>
                      <a:pt x="508" y="50"/>
                      <a:pt x="489" y="56"/>
                    </a:cubicBezTo>
                    <a:cubicBezTo>
                      <a:pt x="469" y="63"/>
                      <a:pt x="457" y="76"/>
                      <a:pt x="437" y="83"/>
                    </a:cubicBezTo>
                    <a:cubicBezTo>
                      <a:pt x="398" y="107"/>
                      <a:pt x="360" y="146"/>
                      <a:pt x="321" y="192"/>
                    </a:cubicBezTo>
                    <a:cubicBezTo>
                      <a:pt x="289" y="237"/>
                      <a:pt x="232" y="269"/>
                      <a:pt x="173" y="269"/>
                    </a:cubicBezTo>
                    <a:cubicBezTo>
                      <a:pt x="65" y="371"/>
                      <a:pt x="0" y="507"/>
                      <a:pt x="33" y="673"/>
                    </a:cubicBezTo>
                    <a:cubicBezTo>
                      <a:pt x="84" y="1008"/>
                      <a:pt x="482" y="1335"/>
                      <a:pt x="861" y="1368"/>
                    </a:cubicBezTo>
                    <a:cubicBezTo>
                      <a:pt x="882" y="1369"/>
                      <a:pt x="903" y="1370"/>
                      <a:pt x="923" y="1370"/>
                    </a:cubicBezTo>
                    <a:cubicBezTo>
                      <a:pt x="1181" y="1370"/>
                      <a:pt x="1371" y="1216"/>
                      <a:pt x="1478" y="917"/>
                    </a:cubicBezTo>
                    <a:cubicBezTo>
                      <a:pt x="1608" y="564"/>
                      <a:pt x="1376" y="255"/>
                      <a:pt x="1099" y="101"/>
                    </a:cubicBezTo>
                    <a:cubicBezTo>
                      <a:pt x="993" y="42"/>
                      <a:pt x="863" y="0"/>
                      <a:pt x="731"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9"/>
              <p:cNvSpPr/>
              <p:nvPr/>
            </p:nvSpPr>
            <p:spPr>
              <a:xfrm>
                <a:off x="6766850" y="2754775"/>
                <a:ext cx="58025" cy="46850"/>
              </a:xfrm>
              <a:custGeom>
                <a:avLst/>
                <a:gdLst/>
                <a:ahLst/>
                <a:cxnLst/>
                <a:rect l="l" t="t" r="r" b="b"/>
                <a:pathLst>
                  <a:path w="2321" h="1874" extrusionOk="0">
                    <a:moveTo>
                      <a:pt x="1106" y="451"/>
                    </a:moveTo>
                    <a:cubicBezTo>
                      <a:pt x="1327" y="451"/>
                      <a:pt x="1561" y="529"/>
                      <a:pt x="1698" y="671"/>
                    </a:cubicBezTo>
                    <a:cubicBezTo>
                      <a:pt x="1748" y="722"/>
                      <a:pt x="1903" y="883"/>
                      <a:pt x="1665" y="1197"/>
                    </a:cubicBezTo>
                    <a:cubicBezTo>
                      <a:pt x="1556" y="1347"/>
                      <a:pt x="1420" y="1421"/>
                      <a:pt x="1263" y="1421"/>
                    </a:cubicBezTo>
                    <a:cubicBezTo>
                      <a:pt x="1190" y="1421"/>
                      <a:pt x="1111" y="1405"/>
                      <a:pt x="1030" y="1372"/>
                    </a:cubicBezTo>
                    <a:cubicBezTo>
                      <a:pt x="707" y="1236"/>
                      <a:pt x="484" y="909"/>
                      <a:pt x="508" y="729"/>
                    </a:cubicBezTo>
                    <a:cubicBezTo>
                      <a:pt x="514" y="665"/>
                      <a:pt x="561" y="627"/>
                      <a:pt x="624" y="594"/>
                    </a:cubicBezTo>
                    <a:cubicBezTo>
                      <a:pt x="650" y="588"/>
                      <a:pt x="676" y="580"/>
                      <a:pt x="701" y="568"/>
                    </a:cubicBezTo>
                    <a:cubicBezTo>
                      <a:pt x="746" y="550"/>
                      <a:pt x="798" y="542"/>
                      <a:pt x="843" y="536"/>
                    </a:cubicBezTo>
                    <a:cubicBezTo>
                      <a:pt x="900" y="530"/>
                      <a:pt x="953" y="503"/>
                      <a:pt x="991" y="459"/>
                    </a:cubicBezTo>
                    <a:cubicBezTo>
                      <a:pt x="1029" y="454"/>
                      <a:pt x="1067" y="451"/>
                      <a:pt x="1106" y="451"/>
                    </a:cubicBezTo>
                    <a:close/>
                    <a:moveTo>
                      <a:pt x="1106" y="1"/>
                    </a:moveTo>
                    <a:cubicBezTo>
                      <a:pt x="890" y="1"/>
                      <a:pt x="679" y="51"/>
                      <a:pt x="508" y="156"/>
                    </a:cubicBezTo>
                    <a:cubicBezTo>
                      <a:pt x="155" y="286"/>
                      <a:pt x="78" y="542"/>
                      <a:pt x="59" y="665"/>
                    </a:cubicBezTo>
                    <a:cubicBezTo>
                      <a:pt x="1" y="1082"/>
                      <a:pt x="360" y="1583"/>
                      <a:pt x="855" y="1790"/>
                    </a:cubicBezTo>
                    <a:cubicBezTo>
                      <a:pt x="997" y="1847"/>
                      <a:pt x="1131" y="1873"/>
                      <a:pt x="1267" y="1873"/>
                    </a:cubicBezTo>
                    <a:cubicBezTo>
                      <a:pt x="1563" y="1873"/>
                      <a:pt x="1833" y="1737"/>
                      <a:pt x="2032" y="1467"/>
                    </a:cubicBezTo>
                    <a:cubicBezTo>
                      <a:pt x="2321" y="1082"/>
                      <a:pt x="2321" y="665"/>
                      <a:pt x="2018" y="357"/>
                    </a:cubicBezTo>
                    <a:cubicBezTo>
                      <a:pt x="1795" y="125"/>
                      <a:pt x="1445" y="1"/>
                      <a:pt x="110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9"/>
              <p:cNvSpPr/>
              <p:nvPr/>
            </p:nvSpPr>
            <p:spPr>
              <a:xfrm>
                <a:off x="6778925" y="2766050"/>
                <a:ext cx="35500" cy="24275"/>
              </a:xfrm>
              <a:custGeom>
                <a:avLst/>
                <a:gdLst/>
                <a:ahLst/>
                <a:cxnLst/>
                <a:rect l="l" t="t" r="r" b="b"/>
                <a:pathLst>
                  <a:path w="1420" h="971" extrusionOk="0">
                    <a:moveTo>
                      <a:pt x="623" y="0"/>
                    </a:moveTo>
                    <a:cubicBezTo>
                      <a:pt x="584" y="0"/>
                      <a:pt x="546" y="3"/>
                      <a:pt x="508" y="8"/>
                    </a:cubicBezTo>
                    <a:cubicBezTo>
                      <a:pt x="470" y="52"/>
                      <a:pt x="417" y="79"/>
                      <a:pt x="360" y="85"/>
                    </a:cubicBezTo>
                    <a:cubicBezTo>
                      <a:pt x="315" y="91"/>
                      <a:pt x="263" y="99"/>
                      <a:pt x="218" y="117"/>
                    </a:cubicBezTo>
                    <a:cubicBezTo>
                      <a:pt x="193" y="129"/>
                      <a:pt x="167" y="137"/>
                      <a:pt x="141" y="143"/>
                    </a:cubicBezTo>
                    <a:cubicBezTo>
                      <a:pt x="78" y="176"/>
                      <a:pt x="31" y="214"/>
                      <a:pt x="25" y="278"/>
                    </a:cubicBezTo>
                    <a:cubicBezTo>
                      <a:pt x="1" y="458"/>
                      <a:pt x="224" y="785"/>
                      <a:pt x="547" y="921"/>
                    </a:cubicBezTo>
                    <a:cubicBezTo>
                      <a:pt x="628" y="954"/>
                      <a:pt x="707" y="970"/>
                      <a:pt x="780" y="970"/>
                    </a:cubicBezTo>
                    <a:cubicBezTo>
                      <a:pt x="937" y="970"/>
                      <a:pt x="1073" y="896"/>
                      <a:pt x="1182" y="746"/>
                    </a:cubicBezTo>
                    <a:cubicBezTo>
                      <a:pt x="1420" y="432"/>
                      <a:pt x="1265" y="271"/>
                      <a:pt x="1215" y="220"/>
                    </a:cubicBezTo>
                    <a:cubicBezTo>
                      <a:pt x="1078" y="78"/>
                      <a:pt x="844" y="0"/>
                      <a:pt x="623"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9"/>
              <p:cNvSpPr/>
              <p:nvPr/>
            </p:nvSpPr>
            <p:spPr>
              <a:xfrm>
                <a:off x="482175" y="2771375"/>
                <a:ext cx="53050" cy="47900"/>
              </a:xfrm>
              <a:custGeom>
                <a:avLst/>
                <a:gdLst/>
                <a:ahLst/>
                <a:cxnLst/>
                <a:rect l="l" t="t" r="r" b="b"/>
                <a:pathLst>
                  <a:path w="2122" h="1916" extrusionOk="0">
                    <a:moveTo>
                      <a:pt x="1130" y="567"/>
                    </a:moveTo>
                    <a:cubicBezTo>
                      <a:pt x="1283" y="567"/>
                      <a:pt x="1412" y="649"/>
                      <a:pt x="1492" y="759"/>
                    </a:cubicBezTo>
                    <a:cubicBezTo>
                      <a:pt x="1596" y="907"/>
                      <a:pt x="1626" y="1138"/>
                      <a:pt x="1389" y="1337"/>
                    </a:cubicBezTo>
                    <a:cubicBezTo>
                      <a:pt x="1277" y="1430"/>
                      <a:pt x="1168" y="1463"/>
                      <a:pt x="1070" y="1463"/>
                    </a:cubicBezTo>
                    <a:cubicBezTo>
                      <a:pt x="977" y="1463"/>
                      <a:pt x="893" y="1433"/>
                      <a:pt x="824" y="1396"/>
                    </a:cubicBezTo>
                    <a:cubicBezTo>
                      <a:pt x="611" y="1274"/>
                      <a:pt x="470" y="1035"/>
                      <a:pt x="496" y="830"/>
                    </a:cubicBezTo>
                    <a:cubicBezTo>
                      <a:pt x="508" y="746"/>
                      <a:pt x="554" y="675"/>
                      <a:pt x="611" y="625"/>
                    </a:cubicBezTo>
                    <a:cubicBezTo>
                      <a:pt x="652" y="657"/>
                      <a:pt x="705" y="676"/>
                      <a:pt x="759" y="676"/>
                    </a:cubicBezTo>
                    <a:cubicBezTo>
                      <a:pt x="799" y="676"/>
                      <a:pt x="840" y="665"/>
                      <a:pt x="875" y="643"/>
                    </a:cubicBezTo>
                    <a:cubicBezTo>
                      <a:pt x="964" y="590"/>
                      <a:pt x="1050" y="567"/>
                      <a:pt x="1130" y="567"/>
                    </a:cubicBezTo>
                    <a:close/>
                    <a:moveTo>
                      <a:pt x="935" y="0"/>
                    </a:moveTo>
                    <a:cubicBezTo>
                      <a:pt x="915" y="0"/>
                      <a:pt x="895" y="2"/>
                      <a:pt x="875" y="7"/>
                    </a:cubicBezTo>
                    <a:cubicBezTo>
                      <a:pt x="226" y="162"/>
                      <a:pt x="78" y="554"/>
                      <a:pt x="53" y="773"/>
                    </a:cubicBezTo>
                    <a:cubicBezTo>
                      <a:pt x="1" y="1158"/>
                      <a:pt x="226" y="1582"/>
                      <a:pt x="605" y="1788"/>
                    </a:cubicBezTo>
                    <a:cubicBezTo>
                      <a:pt x="760" y="1871"/>
                      <a:pt x="914" y="1916"/>
                      <a:pt x="1068" y="1916"/>
                    </a:cubicBezTo>
                    <a:cubicBezTo>
                      <a:pt x="1287" y="1916"/>
                      <a:pt x="1498" y="1838"/>
                      <a:pt x="1679" y="1684"/>
                    </a:cubicBezTo>
                    <a:cubicBezTo>
                      <a:pt x="2122" y="1319"/>
                      <a:pt x="2083" y="811"/>
                      <a:pt x="1858" y="495"/>
                    </a:cubicBezTo>
                    <a:cubicBezTo>
                      <a:pt x="1697" y="271"/>
                      <a:pt x="1427" y="117"/>
                      <a:pt x="1125" y="109"/>
                    </a:cubicBezTo>
                    <a:cubicBezTo>
                      <a:pt x="1089" y="42"/>
                      <a:pt x="1016" y="0"/>
                      <a:pt x="935"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9"/>
              <p:cNvSpPr/>
              <p:nvPr/>
            </p:nvSpPr>
            <p:spPr>
              <a:xfrm>
                <a:off x="493900" y="2785550"/>
                <a:ext cx="28950" cy="22425"/>
              </a:xfrm>
              <a:custGeom>
                <a:avLst/>
                <a:gdLst/>
                <a:ahLst/>
                <a:cxnLst/>
                <a:rect l="l" t="t" r="r" b="b"/>
                <a:pathLst>
                  <a:path w="1158" h="897" extrusionOk="0">
                    <a:moveTo>
                      <a:pt x="661" y="0"/>
                    </a:moveTo>
                    <a:cubicBezTo>
                      <a:pt x="581" y="0"/>
                      <a:pt x="495" y="23"/>
                      <a:pt x="406" y="76"/>
                    </a:cubicBezTo>
                    <a:cubicBezTo>
                      <a:pt x="371" y="98"/>
                      <a:pt x="330" y="109"/>
                      <a:pt x="290" y="109"/>
                    </a:cubicBezTo>
                    <a:cubicBezTo>
                      <a:pt x="236" y="109"/>
                      <a:pt x="183" y="90"/>
                      <a:pt x="142" y="58"/>
                    </a:cubicBezTo>
                    <a:cubicBezTo>
                      <a:pt x="85" y="108"/>
                      <a:pt x="39" y="179"/>
                      <a:pt x="27" y="263"/>
                    </a:cubicBezTo>
                    <a:cubicBezTo>
                      <a:pt x="1" y="468"/>
                      <a:pt x="142" y="707"/>
                      <a:pt x="355" y="829"/>
                    </a:cubicBezTo>
                    <a:cubicBezTo>
                      <a:pt x="424" y="866"/>
                      <a:pt x="508" y="896"/>
                      <a:pt x="601" y="896"/>
                    </a:cubicBezTo>
                    <a:cubicBezTo>
                      <a:pt x="699" y="896"/>
                      <a:pt x="808" y="863"/>
                      <a:pt x="920" y="770"/>
                    </a:cubicBezTo>
                    <a:cubicBezTo>
                      <a:pt x="1157" y="571"/>
                      <a:pt x="1127" y="340"/>
                      <a:pt x="1023" y="192"/>
                    </a:cubicBezTo>
                    <a:cubicBezTo>
                      <a:pt x="943" y="82"/>
                      <a:pt x="814" y="0"/>
                      <a:pt x="661"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9"/>
              <p:cNvSpPr/>
              <p:nvPr/>
            </p:nvSpPr>
            <p:spPr>
              <a:xfrm>
                <a:off x="6319050" y="2710125"/>
                <a:ext cx="71525" cy="63375"/>
              </a:xfrm>
              <a:custGeom>
                <a:avLst/>
                <a:gdLst/>
                <a:ahLst/>
                <a:cxnLst/>
                <a:rect l="l" t="t" r="r" b="b"/>
                <a:pathLst>
                  <a:path w="2861" h="2535" extrusionOk="0">
                    <a:moveTo>
                      <a:pt x="1308" y="457"/>
                    </a:moveTo>
                    <a:cubicBezTo>
                      <a:pt x="1463" y="457"/>
                      <a:pt x="1620" y="505"/>
                      <a:pt x="1749" y="574"/>
                    </a:cubicBezTo>
                    <a:cubicBezTo>
                      <a:pt x="2076" y="761"/>
                      <a:pt x="2346" y="1126"/>
                      <a:pt x="2199" y="1544"/>
                    </a:cubicBezTo>
                    <a:cubicBezTo>
                      <a:pt x="2074" y="1895"/>
                      <a:pt x="1851" y="2076"/>
                      <a:pt x="1549" y="2076"/>
                    </a:cubicBezTo>
                    <a:cubicBezTo>
                      <a:pt x="1524" y="2076"/>
                      <a:pt x="1499" y="2074"/>
                      <a:pt x="1473" y="2072"/>
                    </a:cubicBezTo>
                    <a:cubicBezTo>
                      <a:pt x="1022" y="2033"/>
                      <a:pt x="553" y="1648"/>
                      <a:pt x="488" y="1256"/>
                    </a:cubicBezTo>
                    <a:cubicBezTo>
                      <a:pt x="456" y="1055"/>
                      <a:pt x="533" y="895"/>
                      <a:pt x="657" y="773"/>
                    </a:cubicBezTo>
                    <a:cubicBezTo>
                      <a:pt x="726" y="773"/>
                      <a:pt x="791" y="741"/>
                      <a:pt x="835" y="684"/>
                    </a:cubicBezTo>
                    <a:cubicBezTo>
                      <a:pt x="874" y="631"/>
                      <a:pt x="919" y="586"/>
                      <a:pt x="971" y="562"/>
                    </a:cubicBezTo>
                    <a:cubicBezTo>
                      <a:pt x="990" y="548"/>
                      <a:pt x="1010" y="536"/>
                      <a:pt x="1034" y="529"/>
                    </a:cubicBezTo>
                    <a:cubicBezTo>
                      <a:pt x="1048" y="523"/>
                      <a:pt x="1067" y="509"/>
                      <a:pt x="1081" y="497"/>
                    </a:cubicBezTo>
                    <a:cubicBezTo>
                      <a:pt x="1153" y="469"/>
                      <a:pt x="1231" y="457"/>
                      <a:pt x="1308" y="457"/>
                    </a:cubicBezTo>
                    <a:close/>
                    <a:moveTo>
                      <a:pt x="1316" y="1"/>
                    </a:moveTo>
                    <a:cubicBezTo>
                      <a:pt x="1110" y="1"/>
                      <a:pt x="914" y="55"/>
                      <a:pt x="746" y="162"/>
                    </a:cubicBezTo>
                    <a:cubicBezTo>
                      <a:pt x="1" y="548"/>
                      <a:pt x="1" y="1102"/>
                      <a:pt x="46" y="1333"/>
                    </a:cubicBezTo>
                    <a:cubicBezTo>
                      <a:pt x="141" y="1924"/>
                      <a:pt x="778" y="2470"/>
                      <a:pt x="1434" y="2528"/>
                    </a:cubicBezTo>
                    <a:cubicBezTo>
                      <a:pt x="1466" y="2528"/>
                      <a:pt x="1505" y="2535"/>
                      <a:pt x="1543" y="2535"/>
                    </a:cubicBezTo>
                    <a:cubicBezTo>
                      <a:pt x="2037" y="2535"/>
                      <a:pt x="2430" y="2232"/>
                      <a:pt x="2623" y="1699"/>
                    </a:cubicBezTo>
                    <a:cubicBezTo>
                      <a:pt x="2861" y="1031"/>
                      <a:pt x="2449" y="446"/>
                      <a:pt x="1968" y="176"/>
                    </a:cubicBezTo>
                    <a:cubicBezTo>
                      <a:pt x="1752" y="59"/>
                      <a:pt x="1529" y="1"/>
                      <a:pt x="131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9"/>
              <p:cNvSpPr/>
              <p:nvPr/>
            </p:nvSpPr>
            <p:spPr>
              <a:xfrm>
                <a:off x="6330450" y="2721525"/>
                <a:ext cx="47250" cy="40500"/>
              </a:xfrm>
              <a:custGeom>
                <a:avLst/>
                <a:gdLst/>
                <a:ahLst/>
                <a:cxnLst/>
                <a:rect l="l" t="t" r="r" b="b"/>
                <a:pathLst>
                  <a:path w="1890" h="1620" extrusionOk="0">
                    <a:moveTo>
                      <a:pt x="852" y="1"/>
                    </a:moveTo>
                    <a:cubicBezTo>
                      <a:pt x="775" y="1"/>
                      <a:pt x="697" y="13"/>
                      <a:pt x="625" y="41"/>
                    </a:cubicBezTo>
                    <a:cubicBezTo>
                      <a:pt x="611" y="53"/>
                      <a:pt x="592" y="67"/>
                      <a:pt x="578" y="73"/>
                    </a:cubicBezTo>
                    <a:cubicBezTo>
                      <a:pt x="554" y="80"/>
                      <a:pt x="534" y="92"/>
                      <a:pt x="515" y="106"/>
                    </a:cubicBezTo>
                    <a:cubicBezTo>
                      <a:pt x="463" y="130"/>
                      <a:pt x="418" y="175"/>
                      <a:pt x="379" y="228"/>
                    </a:cubicBezTo>
                    <a:cubicBezTo>
                      <a:pt x="335" y="285"/>
                      <a:pt x="270" y="317"/>
                      <a:pt x="201" y="317"/>
                    </a:cubicBezTo>
                    <a:cubicBezTo>
                      <a:pt x="77" y="439"/>
                      <a:pt x="0" y="599"/>
                      <a:pt x="32" y="800"/>
                    </a:cubicBezTo>
                    <a:cubicBezTo>
                      <a:pt x="97" y="1192"/>
                      <a:pt x="566" y="1577"/>
                      <a:pt x="1017" y="1616"/>
                    </a:cubicBezTo>
                    <a:cubicBezTo>
                      <a:pt x="1043" y="1618"/>
                      <a:pt x="1068" y="1620"/>
                      <a:pt x="1093" y="1620"/>
                    </a:cubicBezTo>
                    <a:cubicBezTo>
                      <a:pt x="1395" y="1620"/>
                      <a:pt x="1618" y="1439"/>
                      <a:pt x="1743" y="1088"/>
                    </a:cubicBezTo>
                    <a:cubicBezTo>
                      <a:pt x="1890" y="670"/>
                      <a:pt x="1620" y="305"/>
                      <a:pt x="1293" y="118"/>
                    </a:cubicBezTo>
                    <a:cubicBezTo>
                      <a:pt x="1164" y="49"/>
                      <a:pt x="1007" y="1"/>
                      <a:pt x="852"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9"/>
              <p:cNvSpPr/>
              <p:nvPr/>
            </p:nvSpPr>
            <p:spPr>
              <a:xfrm>
                <a:off x="5725350" y="2780575"/>
                <a:ext cx="60750" cy="53675"/>
              </a:xfrm>
              <a:custGeom>
                <a:avLst/>
                <a:gdLst/>
                <a:ahLst/>
                <a:cxnLst/>
                <a:rect l="l" t="t" r="r" b="b"/>
                <a:pathLst>
                  <a:path w="2430" h="2147" extrusionOk="0">
                    <a:moveTo>
                      <a:pt x="1117" y="385"/>
                    </a:moveTo>
                    <a:cubicBezTo>
                      <a:pt x="1248" y="385"/>
                      <a:pt x="1381" y="428"/>
                      <a:pt x="1490" y="488"/>
                    </a:cubicBezTo>
                    <a:cubicBezTo>
                      <a:pt x="1768" y="642"/>
                      <a:pt x="1992" y="951"/>
                      <a:pt x="1870" y="1310"/>
                    </a:cubicBezTo>
                    <a:cubicBezTo>
                      <a:pt x="1760" y="1608"/>
                      <a:pt x="1560" y="1762"/>
                      <a:pt x="1298" y="1762"/>
                    </a:cubicBezTo>
                    <a:cubicBezTo>
                      <a:pt x="1283" y="1762"/>
                      <a:pt x="1268" y="1761"/>
                      <a:pt x="1253" y="1760"/>
                    </a:cubicBezTo>
                    <a:cubicBezTo>
                      <a:pt x="873" y="1728"/>
                      <a:pt x="475" y="1393"/>
                      <a:pt x="418" y="1066"/>
                    </a:cubicBezTo>
                    <a:cubicBezTo>
                      <a:pt x="392" y="892"/>
                      <a:pt x="457" y="758"/>
                      <a:pt x="559" y="654"/>
                    </a:cubicBezTo>
                    <a:cubicBezTo>
                      <a:pt x="617" y="654"/>
                      <a:pt x="674" y="628"/>
                      <a:pt x="713" y="577"/>
                    </a:cubicBezTo>
                    <a:cubicBezTo>
                      <a:pt x="745" y="533"/>
                      <a:pt x="784" y="500"/>
                      <a:pt x="822" y="474"/>
                    </a:cubicBezTo>
                    <a:cubicBezTo>
                      <a:pt x="842" y="462"/>
                      <a:pt x="861" y="449"/>
                      <a:pt x="881" y="443"/>
                    </a:cubicBezTo>
                    <a:cubicBezTo>
                      <a:pt x="893" y="435"/>
                      <a:pt x="906" y="429"/>
                      <a:pt x="920" y="423"/>
                    </a:cubicBezTo>
                    <a:cubicBezTo>
                      <a:pt x="983" y="397"/>
                      <a:pt x="1050" y="385"/>
                      <a:pt x="1117" y="385"/>
                    </a:cubicBezTo>
                    <a:close/>
                    <a:moveTo>
                      <a:pt x="1118" y="1"/>
                    </a:moveTo>
                    <a:cubicBezTo>
                      <a:pt x="944" y="1"/>
                      <a:pt x="778" y="46"/>
                      <a:pt x="636" y="135"/>
                    </a:cubicBezTo>
                    <a:cubicBezTo>
                      <a:pt x="0" y="462"/>
                      <a:pt x="6" y="931"/>
                      <a:pt x="39" y="1130"/>
                    </a:cubicBezTo>
                    <a:cubicBezTo>
                      <a:pt x="128" y="1631"/>
                      <a:pt x="668" y="2094"/>
                      <a:pt x="1220" y="2140"/>
                    </a:cubicBezTo>
                    <a:cubicBezTo>
                      <a:pt x="1247" y="2146"/>
                      <a:pt x="1279" y="2146"/>
                      <a:pt x="1311" y="2146"/>
                    </a:cubicBezTo>
                    <a:cubicBezTo>
                      <a:pt x="1736" y="2146"/>
                      <a:pt x="2069" y="1895"/>
                      <a:pt x="2231" y="1438"/>
                    </a:cubicBezTo>
                    <a:cubicBezTo>
                      <a:pt x="2430" y="874"/>
                      <a:pt x="2083" y="372"/>
                      <a:pt x="1671" y="147"/>
                    </a:cubicBezTo>
                    <a:cubicBezTo>
                      <a:pt x="1488" y="49"/>
                      <a:pt x="1299" y="1"/>
                      <a:pt x="1118"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9"/>
              <p:cNvSpPr/>
              <p:nvPr/>
            </p:nvSpPr>
            <p:spPr>
              <a:xfrm>
                <a:off x="5735150" y="2790200"/>
                <a:ext cx="40000" cy="34425"/>
              </a:xfrm>
              <a:custGeom>
                <a:avLst/>
                <a:gdLst/>
                <a:ahLst/>
                <a:cxnLst/>
                <a:rect l="l" t="t" r="r" b="b"/>
                <a:pathLst>
                  <a:path w="1600" h="1377" extrusionOk="0">
                    <a:moveTo>
                      <a:pt x="725" y="0"/>
                    </a:moveTo>
                    <a:cubicBezTo>
                      <a:pt x="658" y="0"/>
                      <a:pt x="591" y="12"/>
                      <a:pt x="528" y="38"/>
                    </a:cubicBezTo>
                    <a:cubicBezTo>
                      <a:pt x="514" y="44"/>
                      <a:pt x="501" y="50"/>
                      <a:pt x="489" y="58"/>
                    </a:cubicBezTo>
                    <a:cubicBezTo>
                      <a:pt x="469" y="64"/>
                      <a:pt x="450" y="77"/>
                      <a:pt x="430" y="89"/>
                    </a:cubicBezTo>
                    <a:cubicBezTo>
                      <a:pt x="392" y="115"/>
                      <a:pt x="353" y="148"/>
                      <a:pt x="321" y="192"/>
                    </a:cubicBezTo>
                    <a:cubicBezTo>
                      <a:pt x="282" y="243"/>
                      <a:pt x="225" y="269"/>
                      <a:pt x="167" y="269"/>
                    </a:cubicBezTo>
                    <a:cubicBezTo>
                      <a:pt x="65" y="373"/>
                      <a:pt x="0" y="507"/>
                      <a:pt x="26" y="681"/>
                    </a:cubicBezTo>
                    <a:cubicBezTo>
                      <a:pt x="83" y="1008"/>
                      <a:pt x="481" y="1343"/>
                      <a:pt x="861" y="1375"/>
                    </a:cubicBezTo>
                    <a:cubicBezTo>
                      <a:pt x="876" y="1376"/>
                      <a:pt x="891" y="1377"/>
                      <a:pt x="906" y="1377"/>
                    </a:cubicBezTo>
                    <a:cubicBezTo>
                      <a:pt x="1168" y="1377"/>
                      <a:pt x="1368" y="1223"/>
                      <a:pt x="1478" y="925"/>
                    </a:cubicBezTo>
                    <a:cubicBezTo>
                      <a:pt x="1600" y="566"/>
                      <a:pt x="1376" y="257"/>
                      <a:pt x="1098" y="103"/>
                    </a:cubicBezTo>
                    <a:cubicBezTo>
                      <a:pt x="989" y="43"/>
                      <a:pt x="856" y="0"/>
                      <a:pt x="725"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9"/>
              <p:cNvSpPr/>
              <p:nvPr/>
            </p:nvSpPr>
            <p:spPr>
              <a:xfrm>
                <a:off x="5042425" y="2727025"/>
                <a:ext cx="53250" cy="47900"/>
              </a:xfrm>
              <a:custGeom>
                <a:avLst/>
                <a:gdLst/>
                <a:ahLst/>
                <a:cxnLst/>
                <a:rect l="l" t="t" r="r" b="b"/>
                <a:pathLst>
                  <a:path w="2130" h="1916" extrusionOk="0">
                    <a:moveTo>
                      <a:pt x="1135" y="567"/>
                    </a:moveTo>
                    <a:cubicBezTo>
                      <a:pt x="1285" y="567"/>
                      <a:pt x="1412" y="650"/>
                      <a:pt x="1492" y="759"/>
                    </a:cubicBezTo>
                    <a:cubicBezTo>
                      <a:pt x="1602" y="907"/>
                      <a:pt x="1634" y="1138"/>
                      <a:pt x="1397" y="1337"/>
                    </a:cubicBezTo>
                    <a:cubicBezTo>
                      <a:pt x="1281" y="1430"/>
                      <a:pt x="1170" y="1463"/>
                      <a:pt x="1072" y="1463"/>
                    </a:cubicBezTo>
                    <a:cubicBezTo>
                      <a:pt x="978" y="1463"/>
                      <a:pt x="896" y="1433"/>
                      <a:pt x="831" y="1396"/>
                    </a:cubicBezTo>
                    <a:cubicBezTo>
                      <a:pt x="611" y="1274"/>
                      <a:pt x="477" y="1035"/>
                      <a:pt x="502" y="830"/>
                    </a:cubicBezTo>
                    <a:cubicBezTo>
                      <a:pt x="516" y="746"/>
                      <a:pt x="554" y="676"/>
                      <a:pt x="611" y="625"/>
                    </a:cubicBezTo>
                    <a:cubicBezTo>
                      <a:pt x="656" y="657"/>
                      <a:pt x="708" y="676"/>
                      <a:pt x="762" y="676"/>
                    </a:cubicBezTo>
                    <a:cubicBezTo>
                      <a:pt x="802" y="676"/>
                      <a:pt x="843" y="666"/>
                      <a:pt x="881" y="643"/>
                    </a:cubicBezTo>
                    <a:cubicBezTo>
                      <a:pt x="970" y="590"/>
                      <a:pt x="1056" y="567"/>
                      <a:pt x="1135" y="567"/>
                    </a:cubicBezTo>
                    <a:close/>
                    <a:moveTo>
                      <a:pt x="935" y="0"/>
                    </a:moveTo>
                    <a:cubicBezTo>
                      <a:pt x="915" y="0"/>
                      <a:pt x="895" y="3"/>
                      <a:pt x="875" y="8"/>
                    </a:cubicBezTo>
                    <a:cubicBezTo>
                      <a:pt x="232" y="162"/>
                      <a:pt x="85" y="554"/>
                      <a:pt x="53" y="773"/>
                    </a:cubicBezTo>
                    <a:cubicBezTo>
                      <a:pt x="1" y="1158"/>
                      <a:pt x="232" y="1583"/>
                      <a:pt x="611" y="1788"/>
                    </a:cubicBezTo>
                    <a:cubicBezTo>
                      <a:pt x="760" y="1871"/>
                      <a:pt x="920" y="1916"/>
                      <a:pt x="1074" y="1916"/>
                    </a:cubicBezTo>
                    <a:cubicBezTo>
                      <a:pt x="1287" y="1916"/>
                      <a:pt x="1498" y="1839"/>
                      <a:pt x="1685" y="1684"/>
                    </a:cubicBezTo>
                    <a:cubicBezTo>
                      <a:pt x="2129" y="1319"/>
                      <a:pt x="2083" y="811"/>
                      <a:pt x="1866" y="495"/>
                    </a:cubicBezTo>
                    <a:cubicBezTo>
                      <a:pt x="1705" y="271"/>
                      <a:pt x="1435" y="117"/>
                      <a:pt x="1127" y="109"/>
                    </a:cubicBezTo>
                    <a:cubicBezTo>
                      <a:pt x="1089" y="42"/>
                      <a:pt x="1016" y="0"/>
                      <a:pt x="935"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9"/>
              <p:cNvSpPr/>
              <p:nvPr/>
            </p:nvSpPr>
            <p:spPr>
              <a:xfrm>
                <a:off x="5054350" y="2741200"/>
                <a:ext cx="28950" cy="22425"/>
              </a:xfrm>
              <a:custGeom>
                <a:avLst/>
                <a:gdLst/>
                <a:ahLst/>
                <a:cxnLst/>
                <a:rect l="l" t="t" r="r" b="b"/>
                <a:pathLst>
                  <a:path w="1158" h="897" extrusionOk="0">
                    <a:moveTo>
                      <a:pt x="658" y="0"/>
                    </a:moveTo>
                    <a:cubicBezTo>
                      <a:pt x="579" y="0"/>
                      <a:pt x="493" y="23"/>
                      <a:pt x="404" y="76"/>
                    </a:cubicBezTo>
                    <a:cubicBezTo>
                      <a:pt x="366" y="99"/>
                      <a:pt x="325" y="109"/>
                      <a:pt x="285" y="109"/>
                    </a:cubicBezTo>
                    <a:cubicBezTo>
                      <a:pt x="231" y="109"/>
                      <a:pt x="179" y="90"/>
                      <a:pt x="134" y="58"/>
                    </a:cubicBezTo>
                    <a:cubicBezTo>
                      <a:pt x="77" y="109"/>
                      <a:pt x="39" y="179"/>
                      <a:pt x="25" y="263"/>
                    </a:cubicBezTo>
                    <a:cubicBezTo>
                      <a:pt x="0" y="468"/>
                      <a:pt x="134" y="707"/>
                      <a:pt x="354" y="829"/>
                    </a:cubicBezTo>
                    <a:cubicBezTo>
                      <a:pt x="419" y="866"/>
                      <a:pt x="501" y="896"/>
                      <a:pt x="595" y="896"/>
                    </a:cubicBezTo>
                    <a:cubicBezTo>
                      <a:pt x="693" y="896"/>
                      <a:pt x="804" y="863"/>
                      <a:pt x="920" y="770"/>
                    </a:cubicBezTo>
                    <a:cubicBezTo>
                      <a:pt x="1157" y="571"/>
                      <a:pt x="1125" y="340"/>
                      <a:pt x="1015" y="192"/>
                    </a:cubicBezTo>
                    <a:cubicBezTo>
                      <a:pt x="935" y="83"/>
                      <a:pt x="808" y="0"/>
                      <a:pt x="658"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9"/>
              <p:cNvSpPr/>
              <p:nvPr/>
            </p:nvSpPr>
            <p:spPr>
              <a:xfrm>
                <a:off x="3075250" y="2721200"/>
                <a:ext cx="71675" cy="63225"/>
              </a:xfrm>
              <a:custGeom>
                <a:avLst/>
                <a:gdLst/>
                <a:ahLst/>
                <a:cxnLst/>
                <a:rect l="l" t="t" r="r" b="b"/>
                <a:pathLst>
                  <a:path w="2867" h="2529" extrusionOk="0">
                    <a:moveTo>
                      <a:pt x="1311" y="454"/>
                    </a:moveTo>
                    <a:cubicBezTo>
                      <a:pt x="1468" y="454"/>
                      <a:pt x="1625" y="506"/>
                      <a:pt x="1754" y="574"/>
                    </a:cubicBezTo>
                    <a:cubicBezTo>
                      <a:pt x="2083" y="754"/>
                      <a:pt x="2346" y="1128"/>
                      <a:pt x="2198" y="1546"/>
                    </a:cubicBezTo>
                    <a:cubicBezTo>
                      <a:pt x="2073" y="1890"/>
                      <a:pt x="1849" y="2075"/>
                      <a:pt x="1546" y="2075"/>
                    </a:cubicBezTo>
                    <a:cubicBezTo>
                      <a:pt x="1522" y="2075"/>
                      <a:pt x="1497" y="2074"/>
                      <a:pt x="1472" y="2072"/>
                    </a:cubicBezTo>
                    <a:cubicBezTo>
                      <a:pt x="1029" y="2033"/>
                      <a:pt x="559" y="1647"/>
                      <a:pt x="489" y="1256"/>
                    </a:cubicBezTo>
                    <a:cubicBezTo>
                      <a:pt x="457" y="1057"/>
                      <a:pt x="534" y="896"/>
                      <a:pt x="662" y="774"/>
                    </a:cubicBezTo>
                    <a:cubicBezTo>
                      <a:pt x="727" y="774"/>
                      <a:pt x="798" y="742"/>
                      <a:pt x="836" y="683"/>
                    </a:cubicBezTo>
                    <a:cubicBezTo>
                      <a:pt x="881" y="632"/>
                      <a:pt x="926" y="588"/>
                      <a:pt x="970" y="555"/>
                    </a:cubicBezTo>
                    <a:cubicBezTo>
                      <a:pt x="997" y="543"/>
                      <a:pt x="1015" y="535"/>
                      <a:pt x="1035" y="523"/>
                    </a:cubicBezTo>
                    <a:cubicBezTo>
                      <a:pt x="1054" y="517"/>
                      <a:pt x="1068" y="511"/>
                      <a:pt x="1080" y="497"/>
                    </a:cubicBezTo>
                    <a:cubicBezTo>
                      <a:pt x="1155" y="467"/>
                      <a:pt x="1233" y="454"/>
                      <a:pt x="1311" y="454"/>
                    </a:cubicBezTo>
                    <a:close/>
                    <a:moveTo>
                      <a:pt x="1317" y="1"/>
                    </a:moveTo>
                    <a:cubicBezTo>
                      <a:pt x="1110" y="1"/>
                      <a:pt x="913" y="55"/>
                      <a:pt x="745" y="163"/>
                    </a:cubicBezTo>
                    <a:cubicBezTo>
                      <a:pt x="0" y="549"/>
                      <a:pt x="6" y="1101"/>
                      <a:pt x="45" y="1333"/>
                    </a:cubicBezTo>
                    <a:cubicBezTo>
                      <a:pt x="148" y="1923"/>
                      <a:pt x="784" y="2471"/>
                      <a:pt x="1433" y="2528"/>
                    </a:cubicBezTo>
                    <a:lnTo>
                      <a:pt x="1543" y="2528"/>
                    </a:lnTo>
                    <a:cubicBezTo>
                      <a:pt x="2044" y="2528"/>
                      <a:pt x="2436" y="2232"/>
                      <a:pt x="2623" y="1700"/>
                    </a:cubicBezTo>
                    <a:cubicBezTo>
                      <a:pt x="2866" y="1030"/>
                      <a:pt x="2456" y="440"/>
                      <a:pt x="1973" y="176"/>
                    </a:cubicBezTo>
                    <a:cubicBezTo>
                      <a:pt x="1755" y="59"/>
                      <a:pt x="1530" y="1"/>
                      <a:pt x="1317"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9"/>
              <p:cNvSpPr/>
              <p:nvPr/>
            </p:nvSpPr>
            <p:spPr>
              <a:xfrm>
                <a:off x="3086650" y="2732550"/>
                <a:ext cx="47275" cy="40550"/>
              </a:xfrm>
              <a:custGeom>
                <a:avLst/>
                <a:gdLst/>
                <a:ahLst/>
                <a:cxnLst/>
                <a:rect l="l" t="t" r="r" b="b"/>
                <a:pathLst>
                  <a:path w="1891" h="1622" extrusionOk="0">
                    <a:moveTo>
                      <a:pt x="855" y="0"/>
                    </a:moveTo>
                    <a:cubicBezTo>
                      <a:pt x="777" y="0"/>
                      <a:pt x="699" y="13"/>
                      <a:pt x="624" y="43"/>
                    </a:cubicBezTo>
                    <a:cubicBezTo>
                      <a:pt x="612" y="57"/>
                      <a:pt x="598" y="63"/>
                      <a:pt x="579" y="69"/>
                    </a:cubicBezTo>
                    <a:cubicBezTo>
                      <a:pt x="559" y="81"/>
                      <a:pt x="541" y="89"/>
                      <a:pt x="514" y="101"/>
                    </a:cubicBezTo>
                    <a:cubicBezTo>
                      <a:pt x="470" y="134"/>
                      <a:pt x="425" y="178"/>
                      <a:pt x="380" y="229"/>
                    </a:cubicBezTo>
                    <a:cubicBezTo>
                      <a:pt x="342" y="288"/>
                      <a:pt x="271" y="320"/>
                      <a:pt x="206" y="320"/>
                    </a:cubicBezTo>
                    <a:cubicBezTo>
                      <a:pt x="78" y="442"/>
                      <a:pt x="1" y="603"/>
                      <a:pt x="33" y="802"/>
                    </a:cubicBezTo>
                    <a:cubicBezTo>
                      <a:pt x="103" y="1193"/>
                      <a:pt x="573" y="1579"/>
                      <a:pt x="1016" y="1618"/>
                    </a:cubicBezTo>
                    <a:cubicBezTo>
                      <a:pt x="1041" y="1620"/>
                      <a:pt x="1066" y="1621"/>
                      <a:pt x="1090" y="1621"/>
                    </a:cubicBezTo>
                    <a:cubicBezTo>
                      <a:pt x="1393" y="1621"/>
                      <a:pt x="1617" y="1436"/>
                      <a:pt x="1742" y="1092"/>
                    </a:cubicBezTo>
                    <a:cubicBezTo>
                      <a:pt x="1890" y="674"/>
                      <a:pt x="1627" y="300"/>
                      <a:pt x="1298" y="120"/>
                    </a:cubicBezTo>
                    <a:cubicBezTo>
                      <a:pt x="1169" y="52"/>
                      <a:pt x="1012" y="0"/>
                      <a:pt x="855"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9"/>
              <p:cNvSpPr/>
              <p:nvPr/>
            </p:nvSpPr>
            <p:spPr>
              <a:xfrm>
                <a:off x="2673075" y="2861575"/>
                <a:ext cx="60750" cy="53650"/>
              </a:xfrm>
              <a:custGeom>
                <a:avLst/>
                <a:gdLst/>
                <a:ahLst/>
                <a:cxnLst/>
                <a:rect l="l" t="t" r="r" b="b"/>
                <a:pathLst>
                  <a:path w="2430" h="2146" extrusionOk="0">
                    <a:moveTo>
                      <a:pt x="1117" y="385"/>
                    </a:moveTo>
                    <a:cubicBezTo>
                      <a:pt x="1248" y="385"/>
                      <a:pt x="1381" y="427"/>
                      <a:pt x="1490" y="487"/>
                    </a:cubicBezTo>
                    <a:cubicBezTo>
                      <a:pt x="1768" y="641"/>
                      <a:pt x="1992" y="956"/>
                      <a:pt x="1870" y="1309"/>
                    </a:cubicBezTo>
                    <a:cubicBezTo>
                      <a:pt x="1762" y="1603"/>
                      <a:pt x="1565" y="1762"/>
                      <a:pt x="1309" y="1762"/>
                    </a:cubicBezTo>
                    <a:cubicBezTo>
                      <a:pt x="1291" y="1762"/>
                      <a:pt x="1272" y="1761"/>
                      <a:pt x="1253" y="1760"/>
                    </a:cubicBezTo>
                    <a:cubicBezTo>
                      <a:pt x="873" y="1727"/>
                      <a:pt x="475" y="1393"/>
                      <a:pt x="418" y="1066"/>
                    </a:cubicBezTo>
                    <a:cubicBezTo>
                      <a:pt x="392" y="891"/>
                      <a:pt x="457" y="757"/>
                      <a:pt x="559" y="654"/>
                    </a:cubicBezTo>
                    <a:cubicBezTo>
                      <a:pt x="617" y="654"/>
                      <a:pt x="674" y="628"/>
                      <a:pt x="713" y="577"/>
                    </a:cubicBezTo>
                    <a:cubicBezTo>
                      <a:pt x="745" y="532"/>
                      <a:pt x="784" y="500"/>
                      <a:pt x="822" y="473"/>
                    </a:cubicBezTo>
                    <a:cubicBezTo>
                      <a:pt x="842" y="461"/>
                      <a:pt x="861" y="455"/>
                      <a:pt x="881" y="442"/>
                    </a:cubicBezTo>
                    <a:cubicBezTo>
                      <a:pt x="893" y="435"/>
                      <a:pt x="906" y="429"/>
                      <a:pt x="920" y="422"/>
                    </a:cubicBezTo>
                    <a:cubicBezTo>
                      <a:pt x="983" y="396"/>
                      <a:pt x="1050" y="385"/>
                      <a:pt x="1117" y="385"/>
                    </a:cubicBezTo>
                    <a:close/>
                    <a:moveTo>
                      <a:pt x="1118" y="0"/>
                    </a:moveTo>
                    <a:cubicBezTo>
                      <a:pt x="944" y="0"/>
                      <a:pt x="778" y="45"/>
                      <a:pt x="636" y="134"/>
                    </a:cubicBezTo>
                    <a:cubicBezTo>
                      <a:pt x="0" y="461"/>
                      <a:pt x="6" y="936"/>
                      <a:pt x="39" y="1129"/>
                    </a:cubicBezTo>
                    <a:cubicBezTo>
                      <a:pt x="128" y="1630"/>
                      <a:pt x="668" y="2093"/>
                      <a:pt x="1220" y="2145"/>
                    </a:cubicBezTo>
                    <a:lnTo>
                      <a:pt x="1311" y="2145"/>
                    </a:lnTo>
                    <a:cubicBezTo>
                      <a:pt x="1736" y="2145"/>
                      <a:pt x="2069" y="1894"/>
                      <a:pt x="2231" y="1437"/>
                    </a:cubicBezTo>
                    <a:cubicBezTo>
                      <a:pt x="2430" y="873"/>
                      <a:pt x="2083" y="371"/>
                      <a:pt x="1671" y="146"/>
                    </a:cubicBezTo>
                    <a:cubicBezTo>
                      <a:pt x="1488" y="48"/>
                      <a:pt x="1299" y="0"/>
                      <a:pt x="1118"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9"/>
              <p:cNvSpPr/>
              <p:nvPr/>
            </p:nvSpPr>
            <p:spPr>
              <a:xfrm>
                <a:off x="2682875" y="2871175"/>
                <a:ext cx="40000" cy="34475"/>
              </a:xfrm>
              <a:custGeom>
                <a:avLst/>
                <a:gdLst/>
                <a:ahLst/>
                <a:cxnLst/>
                <a:rect l="l" t="t" r="r" b="b"/>
                <a:pathLst>
                  <a:path w="1600" h="1379" extrusionOk="0">
                    <a:moveTo>
                      <a:pt x="725" y="1"/>
                    </a:moveTo>
                    <a:cubicBezTo>
                      <a:pt x="658" y="1"/>
                      <a:pt x="591" y="12"/>
                      <a:pt x="528" y="38"/>
                    </a:cubicBezTo>
                    <a:cubicBezTo>
                      <a:pt x="514" y="45"/>
                      <a:pt x="501" y="51"/>
                      <a:pt x="489" y="58"/>
                    </a:cubicBezTo>
                    <a:cubicBezTo>
                      <a:pt x="469" y="71"/>
                      <a:pt x="450" y="77"/>
                      <a:pt x="430" y="89"/>
                    </a:cubicBezTo>
                    <a:cubicBezTo>
                      <a:pt x="392" y="116"/>
                      <a:pt x="353" y="148"/>
                      <a:pt x="321" y="193"/>
                    </a:cubicBezTo>
                    <a:cubicBezTo>
                      <a:pt x="282" y="244"/>
                      <a:pt x="225" y="270"/>
                      <a:pt x="167" y="270"/>
                    </a:cubicBezTo>
                    <a:cubicBezTo>
                      <a:pt x="65" y="373"/>
                      <a:pt x="0" y="507"/>
                      <a:pt x="26" y="682"/>
                    </a:cubicBezTo>
                    <a:cubicBezTo>
                      <a:pt x="83" y="1009"/>
                      <a:pt x="481" y="1343"/>
                      <a:pt x="861" y="1376"/>
                    </a:cubicBezTo>
                    <a:cubicBezTo>
                      <a:pt x="880" y="1377"/>
                      <a:pt x="899" y="1378"/>
                      <a:pt x="917" y="1378"/>
                    </a:cubicBezTo>
                    <a:cubicBezTo>
                      <a:pt x="1173" y="1378"/>
                      <a:pt x="1370" y="1219"/>
                      <a:pt x="1478" y="925"/>
                    </a:cubicBezTo>
                    <a:cubicBezTo>
                      <a:pt x="1600" y="572"/>
                      <a:pt x="1376" y="257"/>
                      <a:pt x="1098" y="103"/>
                    </a:cubicBezTo>
                    <a:cubicBezTo>
                      <a:pt x="989" y="43"/>
                      <a:pt x="856" y="1"/>
                      <a:pt x="725"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9"/>
              <p:cNvSpPr/>
              <p:nvPr/>
            </p:nvSpPr>
            <p:spPr>
              <a:xfrm>
                <a:off x="2273600" y="2704850"/>
                <a:ext cx="53225" cy="47900"/>
              </a:xfrm>
              <a:custGeom>
                <a:avLst/>
                <a:gdLst/>
                <a:ahLst/>
                <a:cxnLst/>
                <a:rect l="l" t="t" r="r" b="b"/>
                <a:pathLst>
                  <a:path w="2129" h="1916" extrusionOk="0">
                    <a:moveTo>
                      <a:pt x="1140" y="569"/>
                    </a:moveTo>
                    <a:cubicBezTo>
                      <a:pt x="1290" y="569"/>
                      <a:pt x="1417" y="651"/>
                      <a:pt x="1492" y="759"/>
                    </a:cubicBezTo>
                    <a:cubicBezTo>
                      <a:pt x="1601" y="913"/>
                      <a:pt x="1634" y="1144"/>
                      <a:pt x="1396" y="1337"/>
                    </a:cubicBezTo>
                    <a:cubicBezTo>
                      <a:pt x="1282" y="1432"/>
                      <a:pt x="1172" y="1466"/>
                      <a:pt x="1075" y="1466"/>
                    </a:cubicBezTo>
                    <a:cubicBezTo>
                      <a:pt x="980" y="1466"/>
                      <a:pt x="896" y="1434"/>
                      <a:pt x="830" y="1396"/>
                    </a:cubicBezTo>
                    <a:cubicBezTo>
                      <a:pt x="617" y="1280"/>
                      <a:pt x="477" y="1035"/>
                      <a:pt x="502" y="836"/>
                    </a:cubicBezTo>
                    <a:cubicBezTo>
                      <a:pt x="515" y="747"/>
                      <a:pt x="560" y="682"/>
                      <a:pt x="617" y="625"/>
                    </a:cubicBezTo>
                    <a:cubicBezTo>
                      <a:pt x="659" y="661"/>
                      <a:pt x="713" y="682"/>
                      <a:pt x="768" y="682"/>
                    </a:cubicBezTo>
                    <a:cubicBezTo>
                      <a:pt x="807" y="682"/>
                      <a:pt x="846" y="671"/>
                      <a:pt x="881" y="649"/>
                    </a:cubicBezTo>
                    <a:cubicBezTo>
                      <a:pt x="971" y="593"/>
                      <a:pt x="1059" y="569"/>
                      <a:pt x="1140" y="569"/>
                    </a:cubicBezTo>
                    <a:close/>
                    <a:moveTo>
                      <a:pt x="936" y="1"/>
                    </a:moveTo>
                    <a:cubicBezTo>
                      <a:pt x="918" y="1"/>
                      <a:pt x="899" y="3"/>
                      <a:pt x="881" y="8"/>
                    </a:cubicBezTo>
                    <a:cubicBezTo>
                      <a:pt x="232" y="168"/>
                      <a:pt x="85" y="560"/>
                      <a:pt x="59" y="773"/>
                    </a:cubicBezTo>
                    <a:cubicBezTo>
                      <a:pt x="0" y="1165"/>
                      <a:pt x="232" y="1583"/>
                      <a:pt x="611" y="1794"/>
                    </a:cubicBezTo>
                    <a:cubicBezTo>
                      <a:pt x="759" y="1877"/>
                      <a:pt x="920" y="1916"/>
                      <a:pt x="1074" y="1916"/>
                    </a:cubicBezTo>
                    <a:cubicBezTo>
                      <a:pt x="1293" y="1916"/>
                      <a:pt x="1498" y="1839"/>
                      <a:pt x="1685" y="1691"/>
                    </a:cubicBezTo>
                    <a:cubicBezTo>
                      <a:pt x="2129" y="1325"/>
                      <a:pt x="2090" y="817"/>
                      <a:pt x="1865" y="503"/>
                    </a:cubicBezTo>
                    <a:cubicBezTo>
                      <a:pt x="1705" y="278"/>
                      <a:pt x="1435" y="123"/>
                      <a:pt x="1132" y="117"/>
                    </a:cubicBezTo>
                    <a:cubicBezTo>
                      <a:pt x="1089" y="48"/>
                      <a:pt x="1017" y="1"/>
                      <a:pt x="93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9"/>
              <p:cNvSpPr/>
              <p:nvPr/>
            </p:nvSpPr>
            <p:spPr>
              <a:xfrm>
                <a:off x="2285500" y="2719075"/>
                <a:ext cx="28950" cy="22425"/>
              </a:xfrm>
              <a:custGeom>
                <a:avLst/>
                <a:gdLst/>
                <a:ahLst/>
                <a:cxnLst/>
                <a:rect l="l" t="t" r="r" b="b"/>
                <a:pathLst>
                  <a:path w="1158" h="897" extrusionOk="0">
                    <a:moveTo>
                      <a:pt x="664" y="0"/>
                    </a:moveTo>
                    <a:cubicBezTo>
                      <a:pt x="583" y="0"/>
                      <a:pt x="495" y="24"/>
                      <a:pt x="405" y="80"/>
                    </a:cubicBezTo>
                    <a:cubicBezTo>
                      <a:pt x="370" y="102"/>
                      <a:pt x="331" y="113"/>
                      <a:pt x="292" y="113"/>
                    </a:cubicBezTo>
                    <a:cubicBezTo>
                      <a:pt x="237" y="113"/>
                      <a:pt x="183" y="92"/>
                      <a:pt x="141" y="56"/>
                    </a:cubicBezTo>
                    <a:cubicBezTo>
                      <a:pt x="84" y="113"/>
                      <a:pt x="39" y="178"/>
                      <a:pt x="26" y="267"/>
                    </a:cubicBezTo>
                    <a:cubicBezTo>
                      <a:pt x="1" y="466"/>
                      <a:pt x="141" y="711"/>
                      <a:pt x="354" y="827"/>
                    </a:cubicBezTo>
                    <a:cubicBezTo>
                      <a:pt x="420" y="865"/>
                      <a:pt x="504" y="897"/>
                      <a:pt x="599" y="897"/>
                    </a:cubicBezTo>
                    <a:cubicBezTo>
                      <a:pt x="696" y="897"/>
                      <a:pt x="806" y="863"/>
                      <a:pt x="920" y="768"/>
                    </a:cubicBezTo>
                    <a:cubicBezTo>
                      <a:pt x="1158" y="575"/>
                      <a:pt x="1125" y="344"/>
                      <a:pt x="1016" y="190"/>
                    </a:cubicBezTo>
                    <a:cubicBezTo>
                      <a:pt x="941" y="82"/>
                      <a:pt x="814" y="0"/>
                      <a:pt x="664"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9"/>
              <p:cNvSpPr/>
              <p:nvPr/>
            </p:nvSpPr>
            <p:spPr>
              <a:xfrm>
                <a:off x="4275525" y="2883175"/>
                <a:ext cx="71675" cy="63350"/>
              </a:xfrm>
              <a:custGeom>
                <a:avLst/>
                <a:gdLst/>
                <a:ahLst/>
                <a:cxnLst/>
                <a:rect l="l" t="t" r="r" b="b"/>
                <a:pathLst>
                  <a:path w="2867" h="2534" extrusionOk="0">
                    <a:moveTo>
                      <a:pt x="1311" y="457"/>
                    </a:moveTo>
                    <a:cubicBezTo>
                      <a:pt x="1468" y="457"/>
                      <a:pt x="1625" y="505"/>
                      <a:pt x="1754" y="573"/>
                    </a:cubicBezTo>
                    <a:cubicBezTo>
                      <a:pt x="2083" y="754"/>
                      <a:pt x="2353" y="1127"/>
                      <a:pt x="2198" y="1545"/>
                    </a:cubicBezTo>
                    <a:cubicBezTo>
                      <a:pt x="2073" y="1894"/>
                      <a:pt x="1850" y="2075"/>
                      <a:pt x="1548" y="2075"/>
                    </a:cubicBezTo>
                    <a:cubicBezTo>
                      <a:pt x="1523" y="2075"/>
                      <a:pt x="1498" y="2074"/>
                      <a:pt x="1472" y="2071"/>
                    </a:cubicBezTo>
                    <a:cubicBezTo>
                      <a:pt x="1029" y="2033"/>
                      <a:pt x="559" y="1647"/>
                      <a:pt x="489" y="1255"/>
                    </a:cubicBezTo>
                    <a:cubicBezTo>
                      <a:pt x="457" y="1056"/>
                      <a:pt x="540" y="896"/>
                      <a:pt x="662" y="774"/>
                    </a:cubicBezTo>
                    <a:cubicBezTo>
                      <a:pt x="727" y="774"/>
                      <a:pt x="798" y="742"/>
                      <a:pt x="836" y="683"/>
                    </a:cubicBezTo>
                    <a:cubicBezTo>
                      <a:pt x="881" y="632"/>
                      <a:pt x="926" y="587"/>
                      <a:pt x="971" y="555"/>
                    </a:cubicBezTo>
                    <a:cubicBezTo>
                      <a:pt x="997" y="549"/>
                      <a:pt x="1015" y="535"/>
                      <a:pt x="1035" y="529"/>
                    </a:cubicBezTo>
                    <a:cubicBezTo>
                      <a:pt x="1054" y="522"/>
                      <a:pt x="1068" y="510"/>
                      <a:pt x="1080" y="496"/>
                    </a:cubicBezTo>
                    <a:cubicBezTo>
                      <a:pt x="1155" y="469"/>
                      <a:pt x="1233" y="457"/>
                      <a:pt x="1311" y="457"/>
                    </a:cubicBezTo>
                    <a:close/>
                    <a:moveTo>
                      <a:pt x="1317" y="0"/>
                    </a:moveTo>
                    <a:cubicBezTo>
                      <a:pt x="1110" y="0"/>
                      <a:pt x="914" y="55"/>
                      <a:pt x="745" y="163"/>
                    </a:cubicBezTo>
                    <a:cubicBezTo>
                      <a:pt x="0" y="549"/>
                      <a:pt x="7" y="1101"/>
                      <a:pt x="45" y="1332"/>
                    </a:cubicBezTo>
                    <a:cubicBezTo>
                      <a:pt x="148" y="1923"/>
                      <a:pt x="784" y="2471"/>
                      <a:pt x="1433" y="2528"/>
                    </a:cubicBezTo>
                    <a:cubicBezTo>
                      <a:pt x="1472" y="2528"/>
                      <a:pt x="1511" y="2534"/>
                      <a:pt x="1549" y="2534"/>
                    </a:cubicBezTo>
                    <a:cubicBezTo>
                      <a:pt x="2044" y="2534"/>
                      <a:pt x="2436" y="2232"/>
                      <a:pt x="2629" y="1699"/>
                    </a:cubicBezTo>
                    <a:cubicBezTo>
                      <a:pt x="2866" y="1030"/>
                      <a:pt x="2456" y="445"/>
                      <a:pt x="1973" y="175"/>
                    </a:cubicBezTo>
                    <a:cubicBezTo>
                      <a:pt x="1755" y="58"/>
                      <a:pt x="1530" y="0"/>
                      <a:pt x="1317"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9"/>
              <p:cNvSpPr/>
              <p:nvPr/>
            </p:nvSpPr>
            <p:spPr>
              <a:xfrm>
                <a:off x="4286925" y="2894575"/>
                <a:ext cx="47425" cy="40475"/>
              </a:xfrm>
              <a:custGeom>
                <a:avLst/>
                <a:gdLst/>
                <a:ahLst/>
                <a:cxnLst/>
                <a:rect l="l" t="t" r="r" b="b"/>
                <a:pathLst>
                  <a:path w="1897" h="1619" extrusionOk="0">
                    <a:moveTo>
                      <a:pt x="855" y="1"/>
                    </a:moveTo>
                    <a:cubicBezTo>
                      <a:pt x="777" y="1"/>
                      <a:pt x="699" y="13"/>
                      <a:pt x="624" y="40"/>
                    </a:cubicBezTo>
                    <a:cubicBezTo>
                      <a:pt x="612" y="54"/>
                      <a:pt x="598" y="66"/>
                      <a:pt x="579" y="73"/>
                    </a:cubicBezTo>
                    <a:cubicBezTo>
                      <a:pt x="559" y="79"/>
                      <a:pt x="541" y="93"/>
                      <a:pt x="515" y="99"/>
                    </a:cubicBezTo>
                    <a:cubicBezTo>
                      <a:pt x="470" y="131"/>
                      <a:pt x="425" y="176"/>
                      <a:pt x="380" y="227"/>
                    </a:cubicBezTo>
                    <a:cubicBezTo>
                      <a:pt x="342" y="286"/>
                      <a:pt x="271" y="318"/>
                      <a:pt x="206" y="318"/>
                    </a:cubicBezTo>
                    <a:cubicBezTo>
                      <a:pt x="84" y="440"/>
                      <a:pt x="1" y="600"/>
                      <a:pt x="33" y="799"/>
                    </a:cubicBezTo>
                    <a:cubicBezTo>
                      <a:pt x="103" y="1191"/>
                      <a:pt x="573" y="1577"/>
                      <a:pt x="1016" y="1615"/>
                    </a:cubicBezTo>
                    <a:cubicBezTo>
                      <a:pt x="1042" y="1618"/>
                      <a:pt x="1067" y="1619"/>
                      <a:pt x="1092" y="1619"/>
                    </a:cubicBezTo>
                    <a:cubicBezTo>
                      <a:pt x="1394" y="1619"/>
                      <a:pt x="1617" y="1438"/>
                      <a:pt x="1742" y="1089"/>
                    </a:cubicBezTo>
                    <a:cubicBezTo>
                      <a:pt x="1897" y="671"/>
                      <a:pt x="1627" y="298"/>
                      <a:pt x="1298" y="117"/>
                    </a:cubicBezTo>
                    <a:cubicBezTo>
                      <a:pt x="1169" y="49"/>
                      <a:pt x="1012" y="1"/>
                      <a:pt x="855"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9"/>
              <p:cNvSpPr/>
              <p:nvPr/>
            </p:nvSpPr>
            <p:spPr>
              <a:xfrm>
                <a:off x="1844775" y="2879975"/>
                <a:ext cx="60750" cy="53725"/>
              </a:xfrm>
              <a:custGeom>
                <a:avLst/>
                <a:gdLst/>
                <a:ahLst/>
                <a:cxnLst/>
                <a:rect l="l" t="t" r="r" b="b"/>
                <a:pathLst>
                  <a:path w="2430" h="2149" extrusionOk="0">
                    <a:moveTo>
                      <a:pt x="1105" y="386"/>
                    </a:moveTo>
                    <a:cubicBezTo>
                      <a:pt x="1241" y="386"/>
                      <a:pt x="1376" y="430"/>
                      <a:pt x="1484" y="490"/>
                    </a:cubicBezTo>
                    <a:cubicBezTo>
                      <a:pt x="1760" y="638"/>
                      <a:pt x="1992" y="953"/>
                      <a:pt x="1864" y="1306"/>
                    </a:cubicBezTo>
                    <a:cubicBezTo>
                      <a:pt x="1756" y="1605"/>
                      <a:pt x="1564" y="1759"/>
                      <a:pt x="1305" y="1759"/>
                    </a:cubicBezTo>
                    <a:cubicBezTo>
                      <a:pt x="1286" y="1759"/>
                      <a:pt x="1267" y="1758"/>
                      <a:pt x="1247" y="1756"/>
                    </a:cubicBezTo>
                    <a:cubicBezTo>
                      <a:pt x="867" y="1724"/>
                      <a:pt x="469" y="1396"/>
                      <a:pt x="411" y="1062"/>
                    </a:cubicBezTo>
                    <a:cubicBezTo>
                      <a:pt x="386" y="894"/>
                      <a:pt x="449" y="760"/>
                      <a:pt x="559" y="657"/>
                    </a:cubicBezTo>
                    <a:cubicBezTo>
                      <a:pt x="610" y="657"/>
                      <a:pt x="668" y="624"/>
                      <a:pt x="707" y="580"/>
                    </a:cubicBezTo>
                    <a:cubicBezTo>
                      <a:pt x="739" y="535"/>
                      <a:pt x="778" y="496"/>
                      <a:pt x="822" y="470"/>
                    </a:cubicBezTo>
                    <a:cubicBezTo>
                      <a:pt x="841" y="464"/>
                      <a:pt x="855" y="451"/>
                      <a:pt x="873" y="445"/>
                    </a:cubicBezTo>
                    <a:cubicBezTo>
                      <a:pt x="887" y="439"/>
                      <a:pt x="906" y="431"/>
                      <a:pt x="912" y="419"/>
                    </a:cubicBezTo>
                    <a:cubicBezTo>
                      <a:pt x="974" y="396"/>
                      <a:pt x="1040" y="386"/>
                      <a:pt x="1105" y="386"/>
                    </a:cubicBezTo>
                    <a:close/>
                    <a:moveTo>
                      <a:pt x="1116" y="1"/>
                    </a:moveTo>
                    <a:cubicBezTo>
                      <a:pt x="940" y="1"/>
                      <a:pt x="773" y="47"/>
                      <a:pt x="630" y="137"/>
                    </a:cubicBezTo>
                    <a:cubicBezTo>
                      <a:pt x="0" y="464"/>
                      <a:pt x="0" y="933"/>
                      <a:pt x="39" y="1126"/>
                    </a:cubicBezTo>
                    <a:cubicBezTo>
                      <a:pt x="122" y="1627"/>
                      <a:pt x="662" y="2097"/>
                      <a:pt x="1214" y="2142"/>
                    </a:cubicBezTo>
                    <a:cubicBezTo>
                      <a:pt x="1247" y="2142"/>
                      <a:pt x="1279" y="2148"/>
                      <a:pt x="1311" y="2148"/>
                    </a:cubicBezTo>
                    <a:cubicBezTo>
                      <a:pt x="1728" y="2148"/>
                      <a:pt x="2063" y="1891"/>
                      <a:pt x="2223" y="1442"/>
                    </a:cubicBezTo>
                    <a:cubicBezTo>
                      <a:pt x="2430" y="876"/>
                      <a:pt x="2075" y="374"/>
                      <a:pt x="1671" y="149"/>
                    </a:cubicBezTo>
                    <a:cubicBezTo>
                      <a:pt x="1486" y="49"/>
                      <a:pt x="1296" y="1"/>
                      <a:pt x="111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9"/>
              <p:cNvSpPr/>
              <p:nvPr/>
            </p:nvSpPr>
            <p:spPr>
              <a:xfrm>
                <a:off x="1854400" y="2889625"/>
                <a:ext cx="40175" cy="34350"/>
              </a:xfrm>
              <a:custGeom>
                <a:avLst/>
                <a:gdLst/>
                <a:ahLst/>
                <a:cxnLst/>
                <a:rect l="l" t="t" r="r" b="b"/>
                <a:pathLst>
                  <a:path w="1607" h="1374" extrusionOk="0">
                    <a:moveTo>
                      <a:pt x="720" y="0"/>
                    </a:moveTo>
                    <a:cubicBezTo>
                      <a:pt x="655" y="0"/>
                      <a:pt x="589" y="10"/>
                      <a:pt x="527" y="33"/>
                    </a:cubicBezTo>
                    <a:cubicBezTo>
                      <a:pt x="521" y="45"/>
                      <a:pt x="502" y="53"/>
                      <a:pt x="488" y="59"/>
                    </a:cubicBezTo>
                    <a:cubicBezTo>
                      <a:pt x="470" y="65"/>
                      <a:pt x="456" y="78"/>
                      <a:pt x="437" y="84"/>
                    </a:cubicBezTo>
                    <a:cubicBezTo>
                      <a:pt x="393" y="110"/>
                      <a:pt x="354" y="149"/>
                      <a:pt x="322" y="194"/>
                    </a:cubicBezTo>
                    <a:cubicBezTo>
                      <a:pt x="283" y="238"/>
                      <a:pt x="225" y="271"/>
                      <a:pt x="174" y="271"/>
                    </a:cubicBezTo>
                    <a:cubicBezTo>
                      <a:pt x="64" y="374"/>
                      <a:pt x="1" y="508"/>
                      <a:pt x="26" y="676"/>
                    </a:cubicBezTo>
                    <a:cubicBezTo>
                      <a:pt x="84" y="1010"/>
                      <a:pt x="482" y="1338"/>
                      <a:pt x="862" y="1370"/>
                    </a:cubicBezTo>
                    <a:cubicBezTo>
                      <a:pt x="882" y="1372"/>
                      <a:pt x="901" y="1373"/>
                      <a:pt x="920" y="1373"/>
                    </a:cubicBezTo>
                    <a:cubicBezTo>
                      <a:pt x="1179" y="1373"/>
                      <a:pt x="1371" y="1219"/>
                      <a:pt x="1479" y="920"/>
                    </a:cubicBezTo>
                    <a:cubicBezTo>
                      <a:pt x="1607" y="567"/>
                      <a:pt x="1375" y="252"/>
                      <a:pt x="1099" y="104"/>
                    </a:cubicBezTo>
                    <a:cubicBezTo>
                      <a:pt x="991" y="44"/>
                      <a:pt x="856" y="0"/>
                      <a:pt x="720"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9"/>
              <p:cNvSpPr/>
              <p:nvPr/>
            </p:nvSpPr>
            <p:spPr>
              <a:xfrm>
                <a:off x="3945300" y="2704850"/>
                <a:ext cx="53050" cy="47900"/>
              </a:xfrm>
              <a:custGeom>
                <a:avLst/>
                <a:gdLst/>
                <a:ahLst/>
                <a:cxnLst/>
                <a:rect l="l" t="t" r="r" b="b"/>
                <a:pathLst>
                  <a:path w="2122" h="1916" extrusionOk="0">
                    <a:moveTo>
                      <a:pt x="1135" y="569"/>
                    </a:moveTo>
                    <a:cubicBezTo>
                      <a:pt x="1285" y="569"/>
                      <a:pt x="1413" y="651"/>
                      <a:pt x="1492" y="759"/>
                    </a:cubicBezTo>
                    <a:cubicBezTo>
                      <a:pt x="1596" y="913"/>
                      <a:pt x="1628" y="1144"/>
                      <a:pt x="1389" y="1337"/>
                    </a:cubicBezTo>
                    <a:cubicBezTo>
                      <a:pt x="1279" y="1432"/>
                      <a:pt x="1171" y="1466"/>
                      <a:pt x="1074" y="1466"/>
                    </a:cubicBezTo>
                    <a:cubicBezTo>
                      <a:pt x="979" y="1466"/>
                      <a:pt x="894" y="1434"/>
                      <a:pt x="824" y="1396"/>
                    </a:cubicBezTo>
                    <a:cubicBezTo>
                      <a:pt x="612" y="1280"/>
                      <a:pt x="471" y="1035"/>
                      <a:pt x="496" y="836"/>
                    </a:cubicBezTo>
                    <a:cubicBezTo>
                      <a:pt x="510" y="747"/>
                      <a:pt x="555" y="682"/>
                      <a:pt x="612" y="625"/>
                    </a:cubicBezTo>
                    <a:cubicBezTo>
                      <a:pt x="653" y="661"/>
                      <a:pt x="707" y="682"/>
                      <a:pt x="762" y="682"/>
                    </a:cubicBezTo>
                    <a:cubicBezTo>
                      <a:pt x="801" y="682"/>
                      <a:pt x="841" y="671"/>
                      <a:pt x="875" y="649"/>
                    </a:cubicBezTo>
                    <a:cubicBezTo>
                      <a:pt x="966" y="593"/>
                      <a:pt x="1054" y="569"/>
                      <a:pt x="1135" y="569"/>
                    </a:cubicBezTo>
                    <a:close/>
                    <a:moveTo>
                      <a:pt x="930" y="1"/>
                    </a:moveTo>
                    <a:cubicBezTo>
                      <a:pt x="912" y="1"/>
                      <a:pt x="894" y="3"/>
                      <a:pt x="875" y="8"/>
                    </a:cubicBezTo>
                    <a:cubicBezTo>
                      <a:pt x="226" y="168"/>
                      <a:pt x="78" y="560"/>
                      <a:pt x="53" y="773"/>
                    </a:cubicBezTo>
                    <a:cubicBezTo>
                      <a:pt x="1" y="1165"/>
                      <a:pt x="226" y="1583"/>
                      <a:pt x="605" y="1794"/>
                    </a:cubicBezTo>
                    <a:cubicBezTo>
                      <a:pt x="753" y="1877"/>
                      <a:pt x="914" y="1916"/>
                      <a:pt x="1068" y="1916"/>
                    </a:cubicBezTo>
                    <a:cubicBezTo>
                      <a:pt x="1287" y="1916"/>
                      <a:pt x="1499" y="1839"/>
                      <a:pt x="1679" y="1691"/>
                    </a:cubicBezTo>
                    <a:cubicBezTo>
                      <a:pt x="2122" y="1325"/>
                      <a:pt x="2083" y="817"/>
                      <a:pt x="1859" y="503"/>
                    </a:cubicBezTo>
                    <a:cubicBezTo>
                      <a:pt x="1698" y="278"/>
                      <a:pt x="1428" y="123"/>
                      <a:pt x="1127" y="117"/>
                    </a:cubicBezTo>
                    <a:cubicBezTo>
                      <a:pt x="1084" y="48"/>
                      <a:pt x="1012" y="1"/>
                      <a:pt x="93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9"/>
              <p:cNvSpPr/>
              <p:nvPr/>
            </p:nvSpPr>
            <p:spPr>
              <a:xfrm>
                <a:off x="3957075" y="2719075"/>
                <a:ext cx="28950" cy="22425"/>
              </a:xfrm>
              <a:custGeom>
                <a:avLst/>
                <a:gdLst/>
                <a:ahLst/>
                <a:cxnLst/>
                <a:rect l="l" t="t" r="r" b="b"/>
                <a:pathLst>
                  <a:path w="1158" h="897" extrusionOk="0">
                    <a:moveTo>
                      <a:pt x="664" y="0"/>
                    </a:moveTo>
                    <a:cubicBezTo>
                      <a:pt x="583" y="0"/>
                      <a:pt x="495" y="24"/>
                      <a:pt x="404" y="80"/>
                    </a:cubicBezTo>
                    <a:cubicBezTo>
                      <a:pt x="370" y="102"/>
                      <a:pt x="330" y="113"/>
                      <a:pt x="291" y="113"/>
                    </a:cubicBezTo>
                    <a:cubicBezTo>
                      <a:pt x="236" y="113"/>
                      <a:pt x="182" y="92"/>
                      <a:pt x="141" y="56"/>
                    </a:cubicBezTo>
                    <a:cubicBezTo>
                      <a:pt x="84" y="113"/>
                      <a:pt x="39" y="178"/>
                      <a:pt x="25" y="267"/>
                    </a:cubicBezTo>
                    <a:cubicBezTo>
                      <a:pt x="0" y="466"/>
                      <a:pt x="141" y="711"/>
                      <a:pt x="353" y="827"/>
                    </a:cubicBezTo>
                    <a:cubicBezTo>
                      <a:pt x="423" y="865"/>
                      <a:pt x="508" y="897"/>
                      <a:pt x="603" y="897"/>
                    </a:cubicBezTo>
                    <a:cubicBezTo>
                      <a:pt x="700" y="897"/>
                      <a:pt x="808" y="863"/>
                      <a:pt x="918" y="768"/>
                    </a:cubicBezTo>
                    <a:cubicBezTo>
                      <a:pt x="1157" y="575"/>
                      <a:pt x="1125" y="344"/>
                      <a:pt x="1021" y="190"/>
                    </a:cubicBezTo>
                    <a:cubicBezTo>
                      <a:pt x="942" y="82"/>
                      <a:pt x="814" y="0"/>
                      <a:pt x="664"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9"/>
              <p:cNvSpPr/>
              <p:nvPr/>
            </p:nvSpPr>
            <p:spPr>
              <a:xfrm>
                <a:off x="6057600" y="2861125"/>
                <a:ext cx="71575" cy="63225"/>
              </a:xfrm>
              <a:custGeom>
                <a:avLst/>
                <a:gdLst/>
                <a:ahLst/>
                <a:cxnLst/>
                <a:rect l="l" t="t" r="r" b="b"/>
                <a:pathLst>
                  <a:path w="2863" h="2529" extrusionOk="0">
                    <a:moveTo>
                      <a:pt x="1317" y="454"/>
                    </a:moveTo>
                    <a:cubicBezTo>
                      <a:pt x="1471" y="454"/>
                      <a:pt x="1627" y="504"/>
                      <a:pt x="1750" y="576"/>
                    </a:cubicBezTo>
                    <a:cubicBezTo>
                      <a:pt x="2083" y="755"/>
                      <a:pt x="2347" y="1122"/>
                      <a:pt x="2199" y="1546"/>
                    </a:cubicBezTo>
                    <a:cubicBezTo>
                      <a:pt x="2073" y="1894"/>
                      <a:pt x="1845" y="2075"/>
                      <a:pt x="1537" y="2075"/>
                    </a:cubicBezTo>
                    <a:cubicBezTo>
                      <a:pt x="1517" y="2075"/>
                      <a:pt x="1495" y="2074"/>
                      <a:pt x="1474" y="2072"/>
                    </a:cubicBezTo>
                    <a:cubicBezTo>
                      <a:pt x="1023" y="2034"/>
                      <a:pt x="561" y="1642"/>
                      <a:pt x="490" y="1250"/>
                    </a:cubicBezTo>
                    <a:cubicBezTo>
                      <a:pt x="457" y="1051"/>
                      <a:pt x="534" y="897"/>
                      <a:pt x="656" y="769"/>
                    </a:cubicBezTo>
                    <a:cubicBezTo>
                      <a:pt x="727" y="769"/>
                      <a:pt x="792" y="743"/>
                      <a:pt x="837" y="684"/>
                    </a:cubicBezTo>
                    <a:cubicBezTo>
                      <a:pt x="875" y="633"/>
                      <a:pt x="920" y="588"/>
                      <a:pt x="972" y="556"/>
                    </a:cubicBezTo>
                    <a:cubicBezTo>
                      <a:pt x="991" y="544"/>
                      <a:pt x="1011" y="538"/>
                      <a:pt x="1036" y="524"/>
                    </a:cubicBezTo>
                    <a:cubicBezTo>
                      <a:pt x="1050" y="518"/>
                      <a:pt x="1068" y="505"/>
                      <a:pt x="1080" y="499"/>
                    </a:cubicBezTo>
                    <a:cubicBezTo>
                      <a:pt x="1156" y="468"/>
                      <a:pt x="1236" y="454"/>
                      <a:pt x="1317" y="454"/>
                    </a:cubicBezTo>
                    <a:close/>
                    <a:moveTo>
                      <a:pt x="1313" y="1"/>
                    </a:moveTo>
                    <a:cubicBezTo>
                      <a:pt x="1108" y="1"/>
                      <a:pt x="914" y="54"/>
                      <a:pt x="747" y="158"/>
                    </a:cubicBezTo>
                    <a:cubicBezTo>
                      <a:pt x="1" y="550"/>
                      <a:pt x="1" y="1102"/>
                      <a:pt x="47" y="1327"/>
                    </a:cubicBezTo>
                    <a:cubicBezTo>
                      <a:pt x="149" y="1918"/>
                      <a:pt x="780" y="2472"/>
                      <a:pt x="1435" y="2523"/>
                    </a:cubicBezTo>
                    <a:cubicBezTo>
                      <a:pt x="1466" y="2529"/>
                      <a:pt x="1505" y="2529"/>
                      <a:pt x="1543" y="2529"/>
                    </a:cubicBezTo>
                    <a:cubicBezTo>
                      <a:pt x="2044" y="2529"/>
                      <a:pt x="2430" y="2234"/>
                      <a:pt x="2623" y="1701"/>
                    </a:cubicBezTo>
                    <a:cubicBezTo>
                      <a:pt x="2862" y="1031"/>
                      <a:pt x="2450" y="440"/>
                      <a:pt x="1967" y="177"/>
                    </a:cubicBezTo>
                    <a:cubicBezTo>
                      <a:pt x="1751" y="59"/>
                      <a:pt x="1526" y="1"/>
                      <a:pt x="1313"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9"/>
              <p:cNvSpPr/>
              <p:nvPr/>
            </p:nvSpPr>
            <p:spPr>
              <a:xfrm>
                <a:off x="6069025" y="2872475"/>
                <a:ext cx="47250" cy="40525"/>
              </a:xfrm>
              <a:custGeom>
                <a:avLst/>
                <a:gdLst/>
                <a:ahLst/>
                <a:cxnLst/>
                <a:rect l="l" t="t" r="r" b="b"/>
                <a:pathLst>
                  <a:path w="1890" h="1621" extrusionOk="0">
                    <a:moveTo>
                      <a:pt x="860" y="0"/>
                    </a:moveTo>
                    <a:cubicBezTo>
                      <a:pt x="779" y="0"/>
                      <a:pt x="699" y="14"/>
                      <a:pt x="623" y="45"/>
                    </a:cubicBezTo>
                    <a:cubicBezTo>
                      <a:pt x="611" y="51"/>
                      <a:pt x="593" y="64"/>
                      <a:pt x="579" y="70"/>
                    </a:cubicBezTo>
                    <a:cubicBezTo>
                      <a:pt x="554" y="84"/>
                      <a:pt x="534" y="90"/>
                      <a:pt x="515" y="102"/>
                    </a:cubicBezTo>
                    <a:cubicBezTo>
                      <a:pt x="463" y="134"/>
                      <a:pt x="418" y="179"/>
                      <a:pt x="380" y="230"/>
                    </a:cubicBezTo>
                    <a:cubicBezTo>
                      <a:pt x="335" y="289"/>
                      <a:pt x="270" y="315"/>
                      <a:pt x="199" y="315"/>
                    </a:cubicBezTo>
                    <a:cubicBezTo>
                      <a:pt x="77" y="443"/>
                      <a:pt x="0" y="597"/>
                      <a:pt x="33" y="796"/>
                    </a:cubicBezTo>
                    <a:cubicBezTo>
                      <a:pt x="104" y="1188"/>
                      <a:pt x="566" y="1580"/>
                      <a:pt x="1017" y="1618"/>
                    </a:cubicBezTo>
                    <a:cubicBezTo>
                      <a:pt x="1038" y="1620"/>
                      <a:pt x="1060" y="1621"/>
                      <a:pt x="1080" y="1621"/>
                    </a:cubicBezTo>
                    <a:cubicBezTo>
                      <a:pt x="1388" y="1621"/>
                      <a:pt x="1616" y="1440"/>
                      <a:pt x="1742" y="1092"/>
                    </a:cubicBezTo>
                    <a:cubicBezTo>
                      <a:pt x="1890" y="668"/>
                      <a:pt x="1626" y="301"/>
                      <a:pt x="1293" y="122"/>
                    </a:cubicBezTo>
                    <a:cubicBezTo>
                      <a:pt x="1170" y="50"/>
                      <a:pt x="1014" y="0"/>
                      <a:pt x="860"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9"/>
              <p:cNvSpPr/>
              <p:nvPr/>
            </p:nvSpPr>
            <p:spPr>
              <a:xfrm>
                <a:off x="5349825" y="2920475"/>
                <a:ext cx="60750" cy="53700"/>
              </a:xfrm>
              <a:custGeom>
                <a:avLst/>
                <a:gdLst/>
                <a:ahLst/>
                <a:cxnLst/>
                <a:rect l="l" t="t" r="r" b="b"/>
                <a:pathLst>
                  <a:path w="2430" h="2148" extrusionOk="0">
                    <a:moveTo>
                      <a:pt x="1108" y="386"/>
                    </a:moveTo>
                    <a:cubicBezTo>
                      <a:pt x="1242" y="386"/>
                      <a:pt x="1377" y="429"/>
                      <a:pt x="1486" y="490"/>
                    </a:cubicBezTo>
                    <a:cubicBezTo>
                      <a:pt x="1768" y="644"/>
                      <a:pt x="1993" y="952"/>
                      <a:pt x="1865" y="1306"/>
                    </a:cubicBezTo>
                    <a:cubicBezTo>
                      <a:pt x="1757" y="1604"/>
                      <a:pt x="1565" y="1759"/>
                      <a:pt x="1307" y="1759"/>
                    </a:cubicBezTo>
                    <a:cubicBezTo>
                      <a:pt x="1288" y="1759"/>
                      <a:pt x="1268" y="1758"/>
                      <a:pt x="1248" y="1756"/>
                    </a:cubicBezTo>
                    <a:cubicBezTo>
                      <a:pt x="875" y="1724"/>
                      <a:pt x="477" y="1395"/>
                      <a:pt x="418" y="1062"/>
                    </a:cubicBezTo>
                    <a:cubicBezTo>
                      <a:pt x="386" y="894"/>
                      <a:pt x="457" y="760"/>
                      <a:pt x="560" y="656"/>
                    </a:cubicBezTo>
                    <a:cubicBezTo>
                      <a:pt x="617" y="656"/>
                      <a:pt x="676" y="624"/>
                      <a:pt x="708" y="579"/>
                    </a:cubicBezTo>
                    <a:cubicBezTo>
                      <a:pt x="747" y="534"/>
                      <a:pt x="785" y="496"/>
                      <a:pt x="824" y="470"/>
                    </a:cubicBezTo>
                    <a:cubicBezTo>
                      <a:pt x="842" y="463"/>
                      <a:pt x="862" y="451"/>
                      <a:pt x="881" y="445"/>
                    </a:cubicBezTo>
                    <a:cubicBezTo>
                      <a:pt x="893" y="439"/>
                      <a:pt x="907" y="431"/>
                      <a:pt x="919" y="419"/>
                    </a:cubicBezTo>
                    <a:cubicBezTo>
                      <a:pt x="980" y="396"/>
                      <a:pt x="1044" y="386"/>
                      <a:pt x="1108" y="386"/>
                    </a:cubicBezTo>
                    <a:close/>
                    <a:moveTo>
                      <a:pt x="1123" y="0"/>
                    </a:moveTo>
                    <a:cubicBezTo>
                      <a:pt x="947" y="0"/>
                      <a:pt x="780" y="47"/>
                      <a:pt x="637" y="136"/>
                    </a:cubicBezTo>
                    <a:cubicBezTo>
                      <a:pt x="0" y="463"/>
                      <a:pt x="6" y="932"/>
                      <a:pt x="39" y="1125"/>
                    </a:cubicBezTo>
                    <a:cubicBezTo>
                      <a:pt x="122" y="1627"/>
                      <a:pt x="662" y="2097"/>
                      <a:pt x="1216" y="2142"/>
                    </a:cubicBezTo>
                    <a:cubicBezTo>
                      <a:pt x="1248" y="2142"/>
                      <a:pt x="1279" y="2148"/>
                      <a:pt x="1311" y="2148"/>
                    </a:cubicBezTo>
                    <a:cubicBezTo>
                      <a:pt x="1735" y="2148"/>
                      <a:pt x="2064" y="1890"/>
                      <a:pt x="2224" y="1441"/>
                    </a:cubicBezTo>
                    <a:cubicBezTo>
                      <a:pt x="2430" y="875"/>
                      <a:pt x="2083" y="374"/>
                      <a:pt x="1672" y="149"/>
                    </a:cubicBezTo>
                    <a:cubicBezTo>
                      <a:pt x="1490" y="48"/>
                      <a:pt x="1302" y="0"/>
                      <a:pt x="1123"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9"/>
              <p:cNvSpPr/>
              <p:nvPr/>
            </p:nvSpPr>
            <p:spPr>
              <a:xfrm>
                <a:off x="5359450" y="2930100"/>
                <a:ext cx="40225" cy="34350"/>
              </a:xfrm>
              <a:custGeom>
                <a:avLst/>
                <a:gdLst/>
                <a:ahLst/>
                <a:cxnLst/>
                <a:rect l="l" t="t" r="r" b="b"/>
                <a:pathLst>
                  <a:path w="1609" h="1374" extrusionOk="0">
                    <a:moveTo>
                      <a:pt x="723" y="1"/>
                    </a:moveTo>
                    <a:cubicBezTo>
                      <a:pt x="659" y="1"/>
                      <a:pt x="595" y="11"/>
                      <a:pt x="534" y="34"/>
                    </a:cubicBezTo>
                    <a:cubicBezTo>
                      <a:pt x="522" y="46"/>
                      <a:pt x="508" y="54"/>
                      <a:pt x="496" y="60"/>
                    </a:cubicBezTo>
                    <a:cubicBezTo>
                      <a:pt x="477" y="66"/>
                      <a:pt x="457" y="78"/>
                      <a:pt x="439" y="85"/>
                    </a:cubicBezTo>
                    <a:cubicBezTo>
                      <a:pt x="400" y="111"/>
                      <a:pt x="362" y="149"/>
                      <a:pt x="323" y="194"/>
                    </a:cubicBezTo>
                    <a:cubicBezTo>
                      <a:pt x="291" y="239"/>
                      <a:pt x="232" y="271"/>
                      <a:pt x="175" y="271"/>
                    </a:cubicBezTo>
                    <a:cubicBezTo>
                      <a:pt x="72" y="375"/>
                      <a:pt x="1" y="509"/>
                      <a:pt x="33" y="677"/>
                    </a:cubicBezTo>
                    <a:cubicBezTo>
                      <a:pt x="92" y="1010"/>
                      <a:pt x="490" y="1339"/>
                      <a:pt x="863" y="1371"/>
                    </a:cubicBezTo>
                    <a:cubicBezTo>
                      <a:pt x="883" y="1373"/>
                      <a:pt x="903" y="1374"/>
                      <a:pt x="922" y="1374"/>
                    </a:cubicBezTo>
                    <a:cubicBezTo>
                      <a:pt x="1180" y="1374"/>
                      <a:pt x="1372" y="1219"/>
                      <a:pt x="1480" y="921"/>
                    </a:cubicBezTo>
                    <a:cubicBezTo>
                      <a:pt x="1608" y="567"/>
                      <a:pt x="1383" y="259"/>
                      <a:pt x="1101" y="105"/>
                    </a:cubicBezTo>
                    <a:cubicBezTo>
                      <a:pt x="992" y="44"/>
                      <a:pt x="857" y="1"/>
                      <a:pt x="723"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9"/>
              <p:cNvSpPr/>
              <p:nvPr/>
            </p:nvSpPr>
            <p:spPr>
              <a:xfrm>
                <a:off x="4677850" y="2844800"/>
                <a:ext cx="53200" cy="47900"/>
              </a:xfrm>
              <a:custGeom>
                <a:avLst/>
                <a:gdLst/>
                <a:ahLst/>
                <a:cxnLst/>
                <a:rect l="l" t="t" r="r" b="b"/>
                <a:pathLst>
                  <a:path w="2128" h="1916" extrusionOk="0">
                    <a:moveTo>
                      <a:pt x="1136" y="567"/>
                    </a:moveTo>
                    <a:cubicBezTo>
                      <a:pt x="1289" y="567"/>
                      <a:pt x="1418" y="649"/>
                      <a:pt x="1498" y="759"/>
                    </a:cubicBezTo>
                    <a:cubicBezTo>
                      <a:pt x="1602" y="913"/>
                      <a:pt x="1634" y="1144"/>
                      <a:pt x="1395" y="1337"/>
                    </a:cubicBezTo>
                    <a:cubicBezTo>
                      <a:pt x="1285" y="1432"/>
                      <a:pt x="1176" y="1465"/>
                      <a:pt x="1077" y="1465"/>
                    </a:cubicBezTo>
                    <a:cubicBezTo>
                      <a:pt x="982" y="1465"/>
                      <a:pt x="897" y="1434"/>
                      <a:pt x="830" y="1396"/>
                    </a:cubicBezTo>
                    <a:cubicBezTo>
                      <a:pt x="618" y="1280"/>
                      <a:pt x="477" y="1036"/>
                      <a:pt x="502" y="836"/>
                    </a:cubicBezTo>
                    <a:cubicBezTo>
                      <a:pt x="516" y="746"/>
                      <a:pt x="561" y="675"/>
                      <a:pt x="618" y="624"/>
                    </a:cubicBezTo>
                    <a:cubicBezTo>
                      <a:pt x="659" y="658"/>
                      <a:pt x="713" y="678"/>
                      <a:pt x="768" y="678"/>
                    </a:cubicBezTo>
                    <a:cubicBezTo>
                      <a:pt x="807" y="678"/>
                      <a:pt x="846" y="668"/>
                      <a:pt x="881" y="643"/>
                    </a:cubicBezTo>
                    <a:cubicBezTo>
                      <a:pt x="970" y="590"/>
                      <a:pt x="1056" y="567"/>
                      <a:pt x="1136" y="567"/>
                    </a:cubicBezTo>
                    <a:close/>
                    <a:moveTo>
                      <a:pt x="940" y="0"/>
                    </a:moveTo>
                    <a:cubicBezTo>
                      <a:pt x="921" y="0"/>
                      <a:pt x="901" y="2"/>
                      <a:pt x="881" y="7"/>
                    </a:cubicBezTo>
                    <a:cubicBezTo>
                      <a:pt x="232" y="162"/>
                      <a:pt x="84" y="554"/>
                      <a:pt x="59" y="773"/>
                    </a:cubicBezTo>
                    <a:cubicBezTo>
                      <a:pt x="1" y="1164"/>
                      <a:pt x="232" y="1582"/>
                      <a:pt x="611" y="1794"/>
                    </a:cubicBezTo>
                    <a:cubicBezTo>
                      <a:pt x="759" y="1877"/>
                      <a:pt x="920" y="1916"/>
                      <a:pt x="1074" y="1916"/>
                    </a:cubicBezTo>
                    <a:cubicBezTo>
                      <a:pt x="1293" y="1916"/>
                      <a:pt x="1505" y="1838"/>
                      <a:pt x="1685" y="1684"/>
                    </a:cubicBezTo>
                    <a:cubicBezTo>
                      <a:pt x="2128" y="1319"/>
                      <a:pt x="2089" y="811"/>
                      <a:pt x="1865" y="503"/>
                    </a:cubicBezTo>
                    <a:cubicBezTo>
                      <a:pt x="1704" y="277"/>
                      <a:pt x="1434" y="117"/>
                      <a:pt x="1133" y="117"/>
                    </a:cubicBezTo>
                    <a:cubicBezTo>
                      <a:pt x="1090" y="43"/>
                      <a:pt x="1020" y="0"/>
                      <a:pt x="940"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9"/>
              <p:cNvSpPr/>
              <p:nvPr/>
            </p:nvSpPr>
            <p:spPr>
              <a:xfrm>
                <a:off x="4689775" y="2858975"/>
                <a:ext cx="28950" cy="22475"/>
              </a:xfrm>
              <a:custGeom>
                <a:avLst/>
                <a:gdLst/>
                <a:ahLst/>
                <a:cxnLst/>
                <a:rect l="l" t="t" r="r" b="b"/>
                <a:pathLst>
                  <a:path w="1158" h="899" extrusionOk="0">
                    <a:moveTo>
                      <a:pt x="659" y="0"/>
                    </a:moveTo>
                    <a:cubicBezTo>
                      <a:pt x="579" y="0"/>
                      <a:pt x="493" y="23"/>
                      <a:pt x="404" y="76"/>
                    </a:cubicBezTo>
                    <a:cubicBezTo>
                      <a:pt x="369" y="101"/>
                      <a:pt x="330" y="111"/>
                      <a:pt x="291" y="111"/>
                    </a:cubicBezTo>
                    <a:cubicBezTo>
                      <a:pt x="236" y="111"/>
                      <a:pt x="182" y="91"/>
                      <a:pt x="141" y="57"/>
                    </a:cubicBezTo>
                    <a:cubicBezTo>
                      <a:pt x="84" y="108"/>
                      <a:pt x="39" y="179"/>
                      <a:pt x="25" y="269"/>
                    </a:cubicBezTo>
                    <a:cubicBezTo>
                      <a:pt x="0" y="469"/>
                      <a:pt x="141" y="713"/>
                      <a:pt x="353" y="829"/>
                    </a:cubicBezTo>
                    <a:cubicBezTo>
                      <a:pt x="420" y="867"/>
                      <a:pt x="505" y="898"/>
                      <a:pt x="600" y="898"/>
                    </a:cubicBezTo>
                    <a:cubicBezTo>
                      <a:pt x="699" y="898"/>
                      <a:pt x="808" y="865"/>
                      <a:pt x="918" y="770"/>
                    </a:cubicBezTo>
                    <a:cubicBezTo>
                      <a:pt x="1157" y="577"/>
                      <a:pt x="1125" y="346"/>
                      <a:pt x="1021" y="192"/>
                    </a:cubicBezTo>
                    <a:cubicBezTo>
                      <a:pt x="941" y="82"/>
                      <a:pt x="812" y="0"/>
                      <a:pt x="659"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6" name="Google Shape;366;p9"/>
            <p:cNvSpPr/>
            <p:nvPr/>
          </p:nvSpPr>
          <p:spPr>
            <a:xfrm>
              <a:off x="3020350" y="4441675"/>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9"/>
            <p:cNvSpPr/>
            <p:nvPr/>
          </p:nvSpPr>
          <p:spPr>
            <a:xfrm flipH="1">
              <a:off x="5316450" y="4547413"/>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9"/>
            <p:cNvSpPr/>
            <p:nvPr/>
          </p:nvSpPr>
          <p:spPr>
            <a:xfrm>
              <a:off x="464575" y="4825088"/>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9"/>
            <p:cNvSpPr/>
            <p:nvPr/>
          </p:nvSpPr>
          <p:spPr>
            <a:xfrm flipH="1">
              <a:off x="7987700" y="4740838"/>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59"/>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522"/>
        <p:cNvGrpSpPr/>
        <p:nvPr/>
      </p:nvGrpSpPr>
      <p:grpSpPr>
        <a:xfrm>
          <a:off x="0" y="0"/>
          <a:ext cx="0" cy="0"/>
          <a:chOff x="0" y="0"/>
          <a:chExt cx="0" cy="0"/>
        </a:xfrm>
      </p:grpSpPr>
      <p:sp>
        <p:nvSpPr>
          <p:cNvPr id="523" name="Google Shape;523;p14"/>
          <p:cNvSpPr txBox="1">
            <a:spLocks noGrp="1"/>
          </p:cNvSpPr>
          <p:nvPr>
            <p:ph type="title"/>
          </p:nvPr>
        </p:nvSpPr>
        <p:spPr>
          <a:xfrm>
            <a:off x="2661000" y="2687000"/>
            <a:ext cx="3822000" cy="531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24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524" name="Google Shape;524;p14"/>
          <p:cNvSpPr txBox="1">
            <a:spLocks noGrp="1"/>
          </p:cNvSpPr>
          <p:nvPr>
            <p:ph type="subTitle" idx="1"/>
          </p:nvPr>
        </p:nvSpPr>
        <p:spPr>
          <a:xfrm>
            <a:off x="1755300" y="719400"/>
            <a:ext cx="5633400" cy="1740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500"/>
              <a:buNone/>
              <a:defRPr sz="27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grpSp>
        <p:nvGrpSpPr>
          <p:cNvPr id="525" name="Google Shape;525;p14"/>
          <p:cNvGrpSpPr/>
          <p:nvPr/>
        </p:nvGrpSpPr>
        <p:grpSpPr>
          <a:xfrm flipH="1">
            <a:off x="-57639" y="4232675"/>
            <a:ext cx="9259279" cy="949168"/>
            <a:chOff x="-57639" y="4232675"/>
            <a:chExt cx="9259279" cy="949168"/>
          </a:xfrm>
        </p:grpSpPr>
        <p:grpSp>
          <p:nvGrpSpPr>
            <p:cNvPr id="526" name="Google Shape;526;p14"/>
            <p:cNvGrpSpPr/>
            <p:nvPr/>
          </p:nvGrpSpPr>
          <p:grpSpPr>
            <a:xfrm>
              <a:off x="-57639" y="4232675"/>
              <a:ext cx="9259279" cy="949168"/>
              <a:chOff x="238275" y="2491125"/>
              <a:chExt cx="7141750" cy="732100"/>
            </a:xfrm>
          </p:grpSpPr>
          <p:sp>
            <p:nvSpPr>
              <p:cNvPr id="527" name="Google Shape;527;p14"/>
              <p:cNvSpPr/>
              <p:nvPr/>
            </p:nvSpPr>
            <p:spPr>
              <a:xfrm>
                <a:off x="238275" y="2491125"/>
                <a:ext cx="7141750" cy="282225"/>
              </a:xfrm>
              <a:custGeom>
                <a:avLst/>
                <a:gdLst/>
                <a:ahLst/>
                <a:cxnLst/>
                <a:rect l="l" t="t" r="r" b="b"/>
                <a:pathLst>
                  <a:path w="285670" h="11289" extrusionOk="0">
                    <a:moveTo>
                      <a:pt x="77087" y="1"/>
                    </a:moveTo>
                    <a:cubicBezTo>
                      <a:pt x="69330" y="1"/>
                      <a:pt x="63721" y="1125"/>
                      <a:pt x="59452" y="1679"/>
                    </a:cubicBezTo>
                    <a:cubicBezTo>
                      <a:pt x="56652" y="2041"/>
                      <a:pt x="53084" y="2152"/>
                      <a:pt x="50569" y="2152"/>
                    </a:cubicBezTo>
                    <a:cubicBezTo>
                      <a:pt x="49072" y="2152"/>
                      <a:pt x="47948" y="2113"/>
                      <a:pt x="47581" y="2064"/>
                    </a:cubicBezTo>
                    <a:cubicBezTo>
                      <a:pt x="46591" y="1936"/>
                      <a:pt x="26970" y="1345"/>
                      <a:pt x="26970" y="1345"/>
                    </a:cubicBezTo>
                    <a:lnTo>
                      <a:pt x="0" y="2746"/>
                    </a:lnTo>
                    <a:lnTo>
                      <a:pt x="1376" y="11288"/>
                    </a:lnTo>
                    <a:lnTo>
                      <a:pt x="284771" y="9874"/>
                    </a:lnTo>
                    <a:lnTo>
                      <a:pt x="285670" y="2746"/>
                    </a:lnTo>
                    <a:lnTo>
                      <a:pt x="278382" y="2746"/>
                    </a:lnTo>
                    <a:cubicBezTo>
                      <a:pt x="278382" y="2746"/>
                      <a:pt x="276833" y="3350"/>
                      <a:pt x="269412" y="3350"/>
                    </a:cubicBezTo>
                    <a:cubicBezTo>
                      <a:pt x="268804" y="3350"/>
                      <a:pt x="268157" y="3346"/>
                      <a:pt x="267468" y="3337"/>
                    </a:cubicBezTo>
                    <a:cubicBezTo>
                      <a:pt x="258367" y="3221"/>
                      <a:pt x="258367" y="2553"/>
                      <a:pt x="248361" y="2354"/>
                    </a:cubicBezTo>
                    <a:cubicBezTo>
                      <a:pt x="243485" y="2254"/>
                      <a:pt x="239630" y="2229"/>
                      <a:pt x="236959" y="2229"/>
                    </a:cubicBezTo>
                    <a:cubicBezTo>
                      <a:pt x="234147" y="2229"/>
                      <a:pt x="232646" y="2257"/>
                      <a:pt x="232646" y="2257"/>
                    </a:cubicBezTo>
                    <a:lnTo>
                      <a:pt x="210273" y="1621"/>
                    </a:lnTo>
                    <a:cubicBezTo>
                      <a:pt x="210273" y="1621"/>
                      <a:pt x="209685" y="1550"/>
                      <a:pt x="208556" y="1550"/>
                    </a:cubicBezTo>
                    <a:cubicBezTo>
                      <a:pt x="207391" y="1550"/>
                      <a:pt x="205650" y="1626"/>
                      <a:pt x="203382" y="1936"/>
                    </a:cubicBezTo>
                    <a:cubicBezTo>
                      <a:pt x="201649" y="2171"/>
                      <a:pt x="198963" y="2243"/>
                      <a:pt x="196326" y="2243"/>
                    </a:cubicBezTo>
                    <a:cubicBezTo>
                      <a:pt x="192169" y="2243"/>
                      <a:pt x="188131" y="2064"/>
                      <a:pt x="188131" y="2064"/>
                    </a:cubicBezTo>
                    <a:cubicBezTo>
                      <a:pt x="188131" y="2064"/>
                      <a:pt x="174437" y="2201"/>
                      <a:pt x="163969" y="2201"/>
                    </a:cubicBezTo>
                    <a:cubicBezTo>
                      <a:pt x="158735" y="2201"/>
                      <a:pt x="154307" y="2167"/>
                      <a:pt x="152801" y="2064"/>
                    </a:cubicBezTo>
                    <a:cubicBezTo>
                      <a:pt x="148282" y="1756"/>
                      <a:pt x="96761" y="927"/>
                      <a:pt x="93993" y="664"/>
                    </a:cubicBezTo>
                    <a:cubicBezTo>
                      <a:pt x="91222" y="400"/>
                      <a:pt x="86459" y="118"/>
                      <a:pt x="78149" y="8"/>
                    </a:cubicBezTo>
                    <a:cubicBezTo>
                      <a:pt x="77791" y="3"/>
                      <a:pt x="77437" y="1"/>
                      <a:pt x="77087"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14"/>
              <p:cNvSpPr/>
              <p:nvPr/>
            </p:nvSpPr>
            <p:spPr>
              <a:xfrm>
                <a:off x="272675" y="2551975"/>
                <a:ext cx="7091125" cy="671250"/>
              </a:xfrm>
              <a:custGeom>
                <a:avLst/>
                <a:gdLst/>
                <a:ahLst/>
                <a:cxnLst/>
                <a:rect l="l" t="t" r="r" b="b"/>
                <a:pathLst>
                  <a:path w="283645" h="26850" extrusionOk="0">
                    <a:moveTo>
                      <a:pt x="134832" y="1"/>
                    </a:moveTo>
                    <a:cubicBezTo>
                      <a:pt x="134792" y="1"/>
                      <a:pt x="134755" y="2"/>
                      <a:pt x="134720" y="3"/>
                    </a:cubicBezTo>
                    <a:cubicBezTo>
                      <a:pt x="133388" y="67"/>
                      <a:pt x="126129" y="738"/>
                      <a:pt x="125164" y="738"/>
                    </a:cubicBezTo>
                    <a:cubicBezTo>
                      <a:pt x="125137" y="738"/>
                      <a:pt x="125116" y="737"/>
                      <a:pt x="125099" y="736"/>
                    </a:cubicBezTo>
                    <a:cubicBezTo>
                      <a:pt x="124476" y="698"/>
                      <a:pt x="118537" y="377"/>
                      <a:pt x="118537" y="377"/>
                    </a:cubicBezTo>
                    <a:cubicBezTo>
                      <a:pt x="118537" y="377"/>
                      <a:pt x="108294" y="62"/>
                      <a:pt x="107177" y="62"/>
                    </a:cubicBezTo>
                    <a:cubicBezTo>
                      <a:pt x="107164" y="62"/>
                      <a:pt x="107152" y="62"/>
                      <a:pt x="107141" y="62"/>
                    </a:cubicBezTo>
                    <a:cubicBezTo>
                      <a:pt x="106235" y="68"/>
                      <a:pt x="103414" y="101"/>
                      <a:pt x="97559" y="736"/>
                    </a:cubicBezTo>
                    <a:cubicBezTo>
                      <a:pt x="91703" y="1366"/>
                      <a:pt x="89100" y="1572"/>
                      <a:pt x="89100" y="1572"/>
                    </a:cubicBezTo>
                    <a:cubicBezTo>
                      <a:pt x="89100" y="1572"/>
                      <a:pt x="85133" y="1222"/>
                      <a:pt x="81765" y="1222"/>
                    </a:cubicBezTo>
                    <a:cubicBezTo>
                      <a:pt x="80976" y="1222"/>
                      <a:pt x="80220" y="1241"/>
                      <a:pt x="79556" y="1288"/>
                    </a:cubicBezTo>
                    <a:cubicBezTo>
                      <a:pt x="76047" y="1534"/>
                      <a:pt x="68784" y="3294"/>
                      <a:pt x="67981" y="3667"/>
                    </a:cubicBezTo>
                    <a:cubicBezTo>
                      <a:pt x="67171" y="4034"/>
                      <a:pt x="25362" y="5557"/>
                      <a:pt x="25362" y="5557"/>
                    </a:cubicBezTo>
                    <a:lnTo>
                      <a:pt x="0" y="7247"/>
                    </a:lnTo>
                    <a:lnTo>
                      <a:pt x="0" y="26849"/>
                    </a:lnTo>
                    <a:lnTo>
                      <a:pt x="283645" y="26849"/>
                    </a:lnTo>
                    <a:lnTo>
                      <a:pt x="283645" y="5628"/>
                    </a:lnTo>
                    <a:lnTo>
                      <a:pt x="283034" y="5364"/>
                    </a:lnTo>
                    <a:lnTo>
                      <a:pt x="249889" y="4805"/>
                    </a:lnTo>
                    <a:cubicBezTo>
                      <a:pt x="249889" y="4805"/>
                      <a:pt x="246822" y="4228"/>
                      <a:pt x="245827" y="4228"/>
                    </a:cubicBezTo>
                    <a:cubicBezTo>
                      <a:pt x="245777" y="4228"/>
                      <a:pt x="245731" y="4230"/>
                      <a:pt x="245692" y="4233"/>
                    </a:cubicBezTo>
                    <a:cubicBezTo>
                      <a:pt x="244889" y="4304"/>
                      <a:pt x="242171" y="4619"/>
                      <a:pt x="242171" y="4619"/>
                    </a:cubicBezTo>
                    <a:lnTo>
                      <a:pt x="233912" y="4233"/>
                    </a:lnTo>
                    <a:cubicBezTo>
                      <a:pt x="233912" y="4233"/>
                      <a:pt x="232138" y="3095"/>
                      <a:pt x="225999" y="2857"/>
                    </a:cubicBezTo>
                    <a:cubicBezTo>
                      <a:pt x="220178" y="2637"/>
                      <a:pt x="216019" y="2632"/>
                      <a:pt x="215613" y="2632"/>
                    </a:cubicBezTo>
                    <a:cubicBezTo>
                      <a:pt x="215592" y="2632"/>
                      <a:pt x="215581" y="2632"/>
                      <a:pt x="215581" y="2632"/>
                    </a:cubicBezTo>
                    <a:lnTo>
                      <a:pt x="202181" y="2053"/>
                    </a:lnTo>
                    <a:cubicBezTo>
                      <a:pt x="202181" y="2053"/>
                      <a:pt x="195990" y="2330"/>
                      <a:pt x="194300" y="2427"/>
                    </a:cubicBezTo>
                    <a:cubicBezTo>
                      <a:pt x="192611" y="2516"/>
                      <a:pt x="187263" y="3005"/>
                      <a:pt x="187263" y="3005"/>
                    </a:cubicBezTo>
                    <a:lnTo>
                      <a:pt x="172828" y="3005"/>
                    </a:lnTo>
                    <a:lnTo>
                      <a:pt x="169434" y="2857"/>
                    </a:lnTo>
                    <a:cubicBezTo>
                      <a:pt x="169434" y="2857"/>
                      <a:pt x="166638" y="2613"/>
                      <a:pt x="165249" y="2472"/>
                    </a:cubicBezTo>
                    <a:cubicBezTo>
                      <a:pt x="163855" y="2330"/>
                      <a:pt x="160358" y="2222"/>
                      <a:pt x="158643" y="2053"/>
                    </a:cubicBezTo>
                    <a:cubicBezTo>
                      <a:pt x="156926" y="1881"/>
                      <a:pt x="152440" y="1418"/>
                      <a:pt x="151933" y="1288"/>
                    </a:cubicBezTo>
                    <a:cubicBezTo>
                      <a:pt x="151766" y="1246"/>
                      <a:pt x="150510" y="1231"/>
                      <a:pt x="148911" y="1231"/>
                    </a:cubicBezTo>
                    <a:cubicBezTo>
                      <a:pt x="145711" y="1231"/>
                      <a:pt x="141135" y="1288"/>
                      <a:pt x="141135" y="1288"/>
                    </a:cubicBezTo>
                    <a:cubicBezTo>
                      <a:pt x="141135" y="1288"/>
                      <a:pt x="136344" y="1"/>
                      <a:pt x="134832" y="1"/>
                    </a:cubicBezTo>
                    <a:close/>
                  </a:path>
                </a:pathLst>
              </a:custGeom>
              <a:solidFill>
                <a:srgbClr val="5E8688"/>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14"/>
              <p:cNvSpPr/>
              <p:nvPr/>
            </p:nvSpPr>
            <p:spPr>
              <a:xfrm>
                <a:off x="3562250" y="2808825"/>
                <a:ext cx="54025" cy="61550"/>
              </a:xfrm>
              <a:custGeom>
                <a:avLst/>
                <a:gdLst/>
                <a:ahLst/>
                <a:cxnLst/>
                <a:rect l="l" t="t" r="r" b="b"/>
                <a:pathLst>
                  <a:path w="2161" h="2462" extrusionOk="0">
                    <a:moveTo>
                      <a:pt x="1036" y="501"/>
                    </a:moveTo>
                    <a:cubicBezTo>
                      <a:pt x="1312" y="637"/>
                      <a:pt x="1556" y="913"/>
                      <a:pt x="1620" y="1195"/>
                    </a:cubicBezTo>
                    <a:cubicBezTo>
                      <a:pt x="1685" y="1440"/>
                      <a:pt x="1614" y="1652"/>
                      <a:pt x="1415" y="1826"/>
                    </a:cubicBezTo>
                    <a:cubicBezTo>
                      <a:pt x="1281" y="1942"/>
                      <a:pt x="1155" y="2001"/>
                      <a:pt x="1040" y="2001"/>
                    </a:cubicBezTo>
                    <a:cubicBezTo>
                      <a:pt x="985" y="2001"/>
                      <a:pt x="932" y="1987"/>
                      <a:pt x="882" y="1960"/>
                    </a:cubicBezTo>
                    <a:cubicBezTo>
                      <a:pt x="638" y="1832"/>
                      <a:pt x="476" y="1408"/>
                      <a:pt x="535" y="1041"/>
                    </a:cubicBezTo>
                    <a:cubicBezTo>
                      <a:pt x="567" y="836"/>
                      <a:pt x="676" y="572"/>
                      <a:pt x="1030" y="501"/>
                    </a:cubicBezTo>
                    <a:close/>
                    <a:moveTo>
                      <a:pt x="930" y="0"/>
                    </a:moveTo>
                    <a:cubicBezTo>
                      <a:pt x="845" y="0"/>
                      <a:pt x="764" y="48"/>
                      <a:pt x="727" y="123"/>
                    </a:cubicBezTo>
                    <a:cubicBezTo>
                      <a:pt x="380" y="263"/>
                      <a:pt x="149" y="566"/>
                      <a:pt x="84" y="978"/>
                    </a:cubicBezTo>
                    <a:cubicBezTo>
                      <a:pt x="1" y="1524"/>
                      <a:pt x="252" y="2141"/>
                      <a:pt x="663" y="2360"/>
                    </a:cubicBezTo>
                    <a:cubicBezTo>
                      <a:pt x="754" y="2411"/>
                      <a:pt x="882" y="2461"/>
                      <a:pt x="1042" y="2461"/>
                    </a:cubicBezTo>
                    <a:cubicBezTo>
                      <a:pt x="1229" y="2461"/>
                      <a:pt x="1460" y="2390"/>
                      <a:pt x="1718" y="2167"/>
                    </a:cubicBezTo>
                    <a:cubicBezTo>
                      <a:pt x="2038" y="1877"/>
                      <a:pt x="2160" y="1497"/>
                      <a:pt x="2065" y="1093"/>
                    </a:cubicBezTo>
                    <a:cubicBezTo>
                      <a:pt x="1941" y="586"/>
                      <a:pt x="1486" y="135"/>
                      <a:pt x="985" y="7"/>
                    </a:cubicBezTo>
                    <a:cubicBezTo>
                      <a:pt x="967" y="3"/>
                      <a:pt x="948" y="0"/>
                      <a:pt x="930"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14"/>
              <p:cNvSpPr/>
              <p:nvPr/>
            </p:nvSpPr>
            <p:spPr>
              <a:xfrm>
                <a:off x="3574125" y="2821325"/>
                <a:ext cx="30275" cy="37525"/>
              </a:xfrm>
              <a:custGeom>
                <a:avLst/>
                <a:gdLst/>
                <a:ahLst/>
                <a:cxnLst/>
                <a:rect l="l" t="t" r="r" b="b"/>
                <a:pathLst>
                  <a:path w="1211" h="1501" extrusionOk="0">
                    <a:moveTo>
                      <a:pt x="555" y="1"/>
                    </a:moveTo>
                    <a:cubicBezTo>
                      <a:pt x="201" y="72"/>
                      <a:pt x="92" y="336"/>
                      <a:pt x="60" y="541"/>
                    </a:cubicBezTo>
                    <a:cubicBezTo>
                      <a:pt x="1" y="908"/>
                      <a:pt x="163" y="1332"/>
                      <a:pt x="407" y="1460"/>
                    </a:cubicBezTo>
                    <a:cubicBezTo>
                      <a:pt x="457" y="1487"/>
                      <a:pt x="510" y="1501"/>
                      <a:pt x="565" y="1501"/>
                    </a:cubicBezTo>
                    <a:cubicBezTo>
                      <a:pt x="680" y="1501"/>
                      <a:pt x="806" y="1442"/>
                      <a:pt x="940" y="1326"/>
                    </a:cubicBezTo>
                    <a:cubicBezTo>
                      <a:pt x="1139" y="1152"/>
                      <a:pt x="1210" y="940"/>
                      <a:pt x="1145" y="695"/>
                    </a:cubicBezTo>
                    <a:cubicBezTo>
                      <a:pt x="1081" y="413"/>
                      <a:pt x="837" y="137"/>
                      <a:pt x="561"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14"/>
              <p:cNvSpPr/>
              <p:nvPr/>
            </p:nvSpPr>
            <p:spPr>
              <a:xfrm>
                <a:off x="1423625" y="2714000"/>
                <a:ext cx="71675" cy="63200"/>
              </a:xfrm>
              <a:custGeom>
                <a:avLst/>
                <a:gdLst/>
                <a:ahLst/>
                <a:cxnLst/>
                <a:rect l="l" t="t" r="r" b="b"/>
                <a:pathLst>
                  <a:path w="2867" h="2528" extrusionOk="0">
                    <a:moveTo>
                      <a:pt x="1313" y="456"/>
                    </a:moveTo>
                    <a:cubicBezTo>
                      <a:pt x="1469" y="456"/>
                      <a:pt x="1626" y="505"/>
                      <a:pt x="1754" y="573"/>
                    </a:cubicBezTo>
                    <a:cubicBezTo>
                      <a:pt x="2083" y="754"/>
                      <a:pt x="2347" y="1126"/>
                      <a:pt x="2198" y="1544"/>
                    </a:cubicBezTo>
                    <a:cubicBezTo>
                      <a:pt x="2073" y="1889"/>
                      <a:pt x="1849" y="2075"/>
                      <a:pt x="1546" y="2075"/>
                    </a:cubicBezTo>
                    <a:cubicBezTo>
                      <a:pt x="1522" y="2075"/>
                      <a:pt x="1497" y="2074"/>
                      <a:pt x="1472" y="2071"/>
                    </a:cubicBezTo>
                    <a:cubicBezTo>
                      <a:pt x="1028" y="2033"/>
                      <a:pt x="559" y="1647"/>
                      <a:pt x="488" y="1255"/>
                    </a:cubicBezTo>
                    <a:cubicBezTo>
                      <a:pt x="457" y="1055"/>
                      <a:pt x="534" y="894"/>
                      <a:pt x="662" y="772"/>
                    </a:cubicBezTo>
                    <a:cubicBezTo>
                      <a:pt x="727" y="772"/>
                      <a:pt x="790" y="740"/>
                      <a:pt x="835" y="683"/>
                    </a:cubicBezTo>
                    <a:cubicBezTo>
                      <a:pt x="873" y="630"/>
                      <a:pt x="926" y="586"/>
                      <a:pt x="971" y="553"/>
                    </a:cubicBezTo>
                    <a:cubicBezTo>
                      <a:pt x="989" y="547"/>
                      <a:pt x="1015" y="535"/>
                      <a:pt x="1035" y="529"/>
                    </a:cubicBezTo>
                    <a:cubicBezTo>
                      <a:pt x="1054" y="515"/>
                      <a:pt x="1066" y="509"/>
                      <a:pt x="1080" y="496"/>
                    </a:cubicBezTo>
                    <a:cubicBezTo>
                      <a:pt x="1155" y="468"/>
                      <a:pt x="1234" y="456"/>
                      <a:pt x="1313" y="456"/>
                    </a:cubicBezTo>
                    <a:close/>
                    <a:moveTo>
                      <a:pt x="1316" y="0"/>
                    </a:moveTo>
                    <a:cubicBezTo>
                      <a:pt x="1109" y="0"/>
                      <a:pt x="913" y="54"/>
                      <a:pt x="745" y="161"/>
                    </a:cubicBezTo>
                    <a:cubicBezTo>
                      <a:pt x="0" y="547"/>
                      <a:pt x="7" y="1101"/>
                      <a:pt x="45" y="1332"/>
                    </a:cubicBezTo>
                    <a:cubicBezTo>
                      <a:pt x="148" y="1923"/>
                      <a:pt x="784" y="2469"/>
                      <a:pt x="1433" y="2528"/>
                    </a:cubicBezTo>
                    <a:lnTo>
                      <a:pt x="1543" y="2528"/>
                    </a:lnTo>
                    <a:cubicBezTo>
                      <a:pt x="2044" y="2528"/>
                      <a:pt x="2436" y="2232"/>
                      <a:pt x="2623" y="1698"/>
                    </a:cubicBezTo>
                    <a:cubicBezTo>
                      <a:pt x="2866" y="1030"/>
                      <a:pt x="2455" y="445"/>
                      <a:pt x="1973" y="175"/>
                    </a:cubicBezTo>
                    <a:cubicBezTo>
                      <a:pt x="1755" y="58"/>
                      <a:pt x="1529" y="0"/>
                      <a:pt x="1316"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14"/>
              <p:cNvSpPr/>
              <p:nvPr/>
            </p:nvSpPr>
            <p:spPr>
              <a:xfrm>
                <a:off x="1435025" y="2725400"/>
                <a:ext cx="47275" cy="40475"/>
              </a:xfrm>
              <a:custGeom>
                <a:avLst/>
                <a:gdLst/>
                <a:ahLst/>
                <a:cxnLst/>
                <a:rect l="l" t="t" r="r" b="b"/>
                <a:pathLst>
                  <a:path w="1891" h="1619" extrusionOk="0">
                    <a:moveTo>
                      <a:pt x="857" y="0"/>
                    </a:moveTo>
                    <a:cubicBezTo>
                      <a:pt x="778" y="0"/>
                      <a:pt x="699" y="12"/>
                      <a:pt x="624" y="40"/>
                    </a:cubicBezTo>
                    <a:cubicBezTo>
                      <a:pt x="610" y="53"/>
                      <a:pt x="598" y="59"/>
                      <a:pt x="579" y="73"/>
                    </a:cubicBezTo>
                    <a:cubicBezTo>
                      <a:pt x="559" y="79"/>
                      <a:pt x="533" y="91"/>
                      <a:pt x="515" y="97"/>
                    </a:cubicBezTo>
                    <a:cubicBezTo>
                      <a:pt x="470" y="130"/>
                      <a:pt x="417" y="174"/>
                      <a:pt x="379" y="227"/>
                    </a:cubicBezTo>
                    <a:cubicBezTo>
                      <a:pt x="334" y="284"/>
                      <a:pt x="271" y="316"/>
                      <a:pt x="206" y="316"/>
                    </a:cubicBezTo>
                    <a:cubicBezTo>
                      <a:pt x="78" y="438"/>
                      <a:pt x="1" y="599"/>
                      <a:pt x="32" y="799"/>
                    </a:cubicBezTo>
                    <a:cubicBezTo>
                      <a:pt x="103" y="1191"/>
                      <a:pt x="572" y="1577"/>
                      <a:pt x="1016" y="1615"/>
                    </a:cubicBezTo>
                    <a:cubicBezTo>
                      <a:pt x="1041" y="1618"/>
                      <a:pt x="1066" y="1619"/>
                      <a:pt x="1090" y="1619"/>
                    </a:cubicBezTo>
                    <a:cubicBezTo>
                      <a:pt x="1393" y="1619"/>
                      <a:pt x="1617" y="1433"/>
                      <a:pt x="1742" y="1088"/>
                    </a:cubicBezTo>
                    <a:cubicBezTo>
                      <a:pt x="1891" y="670"/>
                      <a:pt x="1627" y="298"/>
                      <a:pt x="1298" y="117"/>
                    </a:cubicBezTo>
                    <a:cubicBezTo>
                      <a:pt x="1170" y="49"/>
                      <a:pt x="1013" y="0"/>
                      <a:pt x="857"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14"/>
              <p:cNvSpPr/>
              <p:nvPr/>
            </p:nvSpPr>
            <p:spPr>
              <a:xfrm>
                <a:off x="955225" y="2876425"/>
                <a:ext cx="60775" cy="53725"/>
              </a:xfrm>
              <a:custGeom>
                <a:avLst/>
                <a:gdLst/>
                <a:ahLst/>
                <a:cxnLst/>
                <a:rect l="l" t="t" r="r" b="b"/>
                <a:pathLst>
                  <a:path w="2431" h="2149" extrusionOk="0">
                    <a:moveTo>
                      <a:pt x="1117" y="389"/>
                    </a:moveTo>
                    <a:cubicBezTo>
                      <a:pt x="1249" y="389"/>
                      <a:pt x="1379" y="431"/>
                      <a:pt x="1485" y="490"/>
                    </a:cubicBezTo>
                    <a:cubicBezTo>
                      <a:pt x="1762" y="644"/>
                      <a:pt x="1994" y="953"/>
                      <a:pt x="1864" y="1306"/>
                    </a:cubicBezTo>
                    <a:cubicBezTo>
                      <a:pt x="1757" y="1605"/>
                      <a:pt x="1567" y="1759"/>
                      <a:pt x="1309" y="1759"/>
                    </a:cubicBezTo>
                    <a:cubicBezTo>
                      <a:pt x="1289" y="1759"/>
                      <a:pt x="1268" y="1758"/>
                      <a:pt x="1247" y="1757"/>
                    </a:cubicBezTo>
                    <a:cubicBezTo>
                      <a:pt x="868" y="1724"/>
                      <a:pt x="470" y="1397"/>
                      <a:pt x="419" y="1062"/>
                    </a:cubicBezTo>
                    <a:cubicBezTo>
                      <a:pt x="386" y="896"/>
                      <a:pt x="451" y="760"/>
                      <a:pt x="559" y="658"/>
                    </a:cubicBezTo>
                    <a:cubicBezTo>
                      <a:pt x="618" y="658"/>
                      <a:pt x="675" y="626"/>
                      <a:pt x="707" y="581"/>
                    </a:cubicBezTo>
                    <a:cubicBezTo>
                      <a:pt x="746" y="535"/>
                      <a:pt x="784" y="496"/>
                      <a:pt x="823" y="472"/>
                    </a:cubicBezTo>
                    <a:cubicBezTo>
                      <a:pt x="843" y="465"/>
                      <a:pt x="855" y="452"/>
                      <a:pt x="875" y="445"/>
                    </a:cubicBezTo>
                    <a:cubicBezTo>
                      <a:pt x="894" y="439"/>
                      <a:pt x="906" y="433"/>
                      <a:pt x="914" y="427"/>
                    </a:cubicBezTo>
                    <a:cubicBezTo>
                      <a:pt x="980" y="401"/>
                      <a:pt x="1049" y="389"/>
                      <a:pt x="1117" y="389"/>
                    </a:cubicBezTo>
                    <a:close/>
                    <a:moveTo>
                      <a:pt x="1118" y="1"/>
                    </a:moveTo>
                    <a:cubicBezTo>
                      <a:pt x="941" y="1"/>
                      <a:pt x="774" y="47"/>
                      <a:pt x="630" y="137"/>
                    </a:cubicBezTo>
                    <a:cubicBezTo>
                      <a:pt x="1" y="465"/>
                      <a:pt x="1" y="934"/>
                      <a:pt x="39" y="1127"/>
                    </a:cubicBezTo>
                    <a:cubicBezTo>
                      <a:pt x="123" y="1629"/>
                      <a:pt x="663" y="2097"/>
                      <a:pt x="1215" y="2142"/>
                    </a:cubicBezTo>
                    <a:cubicBezTo>
                      <a:pt x="1247" y="2142"/>
                      <a:pt x="1280" y="2148"/>
                      <a:pt x="1312" y="2148"/>
                    </a:cubicBezTo>
                    <a:cubicBezTo>
                      <a:pt x="1730" y="2148"/>
                      <a:pt x="2063" y="1892"/>
                      <a:pt x="2225" y="1442"/>
                    </a:cubicBezTo>
                    <a:cubicBezTo>
                      <a:pt x="2430" y="876"/>
                      <a:pt x="2077" y="374"/>
                      <a:pt x="1671" y="149"/>
                    </a:cubicBezTo>
                    <a:cubicBezTo>
                      <a:pt x="1487" y="49"/>
                      <a:pt x="1298" y="1"/>
                      <a:pt x="1118"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14"/>
              <p:cNvSpPr/>
              <p:nvPr/>
            </p:nvSpPr>
            <p:spPr>
              <a:xfrm>
                <a:off x="964875" y="2886150"/>
                <a:ext cx="40200" cy="34275"/>
              </a:xfrm>
              <a:custGeom>
                <a:avLst/>
                <a:gdLst/>
                <a:ahLst/>
                <a:cxnLst/>
                <a:rect l="l" t="t" r="r" b="b"/>
                <a:pathLst>
                  <a:path w="1608" h="1371" extrusionOk="0">
                    <a:moveTo>
                      <a:pt x="731" y="0"/>
                    </a:moveTo>
                    <a:cubicBezTo>
                      <a:pt x="663" y="0"/>
                      <a:pt x="594" y="12"/>
                      <a:pt x="528" y="38"/>
                    </a:cubicBezTo>
                    <a:cubicBezTo>
                      <a:pt x="520" y="44"/>
                      <a:pt x="508" y="50"/>
                      <a:pt x="489" y="56"/>
                    </a:cubicBezTo>
                    <a:cubicBezTo>
                      <a:pt x="469" y="63"/>
                      <a:pt x="457" y="76"/>
                      <a:pt x="437" y="83"/>
                    </a:cubicBezTo>
                    <a:cubicBezTo>
                      <a:pt x="398" y="107"/>
                      <a:pt x="360" y="146"/>
                      <a:pt x="321" y="192"/>
                    </a:cubicBezTo>
                    <a:cubicBezTo>
                      <a:pt x="289" y="237"/>
                      <a:pt x="232" y="269"/>
                      <a:pt x="173" y="269"/>
                    </a:cubicBezTo>
                    <a:cubicBezTo>
                      <a:pt x="65" y="371"/>
                      <a:pt x="0" y="507"/>
                      <a:pt x="33" y="673"/>
                    </a:cubicBezTo>
                    <a:cubicBezTo>
                      <a:pt x="84" y="1008"/>
                      <a:pt x="482" y="1335"/>
                      <a:pt x="861" y="1368"/>
                    </a:cubicBezTo>
                    <a:cubicBezTo>
                      <a:pt x="882" y="1369"/>
                      <a:pt x="903" y="1370"/>
                      <a:pt x="923" y="1370"/>
                    </a:cubicBezTo>
                    <a:cubicBezTo>
                      <a:pt x="1181" y="1370"/>
                      <a:pt x="1371" y="1216"/>
                      <a:pt x="1478" y="917"/>
                    </a:cubicBezTo>
                    <a:cubicBezTo>
                      <a:pt x="1608" y="564"/>
                      <a:pt x="1376" y="255"/>
                      <a:pt x="1099" y="101"/>
                    </a:cubicBezTo>
                    <a:cubicBezTo>
                      <a:pt x="993" y="42"/>
                      <a:pt x="863" y="0"/>
                      <a:pt x="731"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14"/>
              <p:cNvSpPr/>
              <p:nvPr/>
            </p:nvSpPr>
            <p:spPr>
              <a:xfrm>
                <a:off x="6766850" y="2754775"/>
                <a:ext cx="58025" cy="46850"/>
              </a:xfrm>
              <a:custGeom>
                <a:avLst/>
                <a:gdLst/>
                <a:ahLst/>
                <a:cxnLst/>
                <a:rect l="l" t="t" r="r" b="b"/>
                <a:pathLst>
                  <a:path w="2321" h="1874" extrusionOk="0">
                    <a:moveTo>
                      <a:pt x="1106" y="451"/>
                    </a:moveTo>
                    <a:cubicBezTo>
                      <a:pt x="1327" y="451"/>
                      <a:pt x="1561" y="529"/>
                      <a:pt x="1698" y="671"/>
                    </a:cubicBezTo>
                    <a:cubicBezTo>
                      <a:pt x="1748" y="722"/>
                      <a:pt x="1903" y="883"/>
                      <a:pt x="1665" y="1197"/>
                    </a:cubicBezTo>
                    <a:cubicBezTo>
                      <a:pt x="1556" y="1347"/>
                      <a:pt x="1420" y="1421"/>
                      <a:pt x="1263" y="1421"/>
                    </a:cubicBezTo>
                    <a:cubicBezTo>
                      <a:pt x="1190" y="1421"/>
                      <a:pt x="1111" y="1405"/>
                      <a:pt x="1030" y="1372"/>
                    </a:cubicBezTo>
                    <a:cubicBezTo>
                      <a:pt x="707" y="1236"/>
                      <a:pt x="484" y="909"/>
                      <a:pt x="508" y="729"/>
                    </a:cubicBezTo>
                    <a:cubicBezTo>
                      <a:pt x="514" y="665"/>
                      <a:pt x="561" y="627"/>
                      <a:pt x="624" y="594"/>
                    </a:cubicBezTo>
                    <a:cubicBezTo>
                      <a:pt x="650" y="588"/>
                      <a:pt x="676" y="580"/>
                      <a:pt x="701" y="568"/>
                    </a:cubicBezTo>
                    <a:cubicBezTo>
                      <a:pt x="746" y="550"/>
                      <a:pt x="798" y="542"/>
                      <a:pt x="843" y="536"/>
                    </a:cubicBezTo>
                    <a:cubicBezTo>
                      <a:pt x="900" y="530"/>
                      <a:pt x="953" y="503"/>
                      <a:pt x="991" y="459"/>
                    </a:cubicBezTo>
                    <a:cubicBezTo>
                      <a:pt x="1029" y="454"/>
                      <a:pt x="1067" y="451"/>
                      <a:pt x="1106" y="451"/>
                    </a:cubicBezTo>
                    <a:close/>
                    <a:moveTo>
                      <a:pt x="1106" y="1"/>
                    </a:moveTo>
                    <a:cubicBezTo>
                      <a:pt x="890" y="1"/>
                      <a:pt x="679" y="51"/>
                      <a:pt x="508" y="156"/>
                    </a:cubicBezTo>
                    <a:cubicBezTo>
                      <a:pt x="155" y="286"/>
                      <a:pt x="78" y="542"/>
                      <a:pt x="59" y="665"/>
                    </a:cubicBezTo>
                    <a:cubicBezTo>
                      <a:pt x="1" y="1082"/>
                      <a:pt x="360" y="1583"/>
                      <a:pt x="855" y="1790"/>
                    </a:cubicBezTo>
                    <a:cubicBezTo>
                      <a:pt x="997" y="1847"/>
                      <a:pt x="1131" y="1873"/>
                      <a:pt x="1267" y="1873"/>
                    </a:cubicBezTo>
                    <a:cubicBezTo>
                      <a:pt x="1563" y="1873"/>
                      <a:pt x="1833" y="1737"/>
                      <a:pt x="2032" y="1467"/>
                    </a:cubicBezTo>
                    <a:cubicBezTo>
                      <a:pt x="2321" y="1082"/>
                      <a:pt x="2321" y="665"/>
                      <a:pt x="2018" y="357"/>
                    </a:cubicBezTo>
                    <a:cubicBezTo>
                      <a:pt x="1795" y="125"/>
                      <a:pt x="1445" y="1"/>
                      <a:pt x="110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14"/>
              <p:cNvSpPr/>
              <p:nvPr/>
            </p:nvSpPr>
            <p:spPr>
              <a:xfrm>
                <a:off x="6778925" y="2766050"/>
                <a:ext cx="35500" cy="24275"/>
              </a:xfrm>
              <a:custGeom>
                <a:avLst/>
                <a:gdLst/>
                <a:ahLst/>
                <a:cxnLst/>
                <a:rect l="l" t="t" r="r" b="b"/>
                <a:pathLst>
                  <a:path w="1420" h="971" extrusionOk="0">
                    <a:moveTo>
                      <a:pt x="623" y="0"/>
                    </a:moveTo>
                    <a:cubicBezTo>
                      <a:pt x="584" y="0"/>
                      <a:pt x="546" y="3"/>
                      <a:pt x="508" y="8"/>
                    </a:cubicBezTo>
                    <a:cubicBezTo>
                      <a:pt x="470" y="52"/>
                      <a:pt x="417" y="79"/>
                      <a:pt x="360" y="85"/>
                    </a:cubicBezTo>
                    <a:cubicBezTo>
                      <a:pt x="315" y="91"/>
                      <a:pt x="263" y="99"/>
                      <a:pt x="218" y="117"/>
                    </a:cubicBezTo>
                    <a:cubicBezTo>
                      <a:pt x="193" y="129"/>
                      <a:pt x="167" y="137"/>
                      <a:pt x="141" y="143"/>
                    </a:cubicBezTo>
                    <a:cubicBezTo>
                      <a:pt x="78" y="176"/>
                      <a:pt x="31" y="214"/>
                      <a:pt x="25" y="278"/>
                    </a:cubicBezTo>
                    <a:cubicBezTo>
                      <a:pt x="1" y="458"/>
                      <a:pt x="224" y="785"/>
                      <a:pt x="547" y="921"/>
                    </a:cubicBezTo>
                    <a:cubicBezTo>
                      <a:pt x="628" y="954"/>
                      <a:pt x="707" y="970"/>
                      <a:pt x="780" y="970"/>
                    </a:cubicBezTo>
                    <a:cubicBezTo>
                      <a:pt x="937" y="970"/>
                      <a:pt x="1073" y="896"/>
                      <a:pt x="1182" y="746"/>
                    </a:cubicBezTo>
                    <a:cubicBezTo>
                      <a:pt x="1420" y="432"/>
                      <a:pt x="1265" y="271"/>
                      <a:pt x="1215" y="220"/>
                    </a:cubicBezTo>
                    <a:cubicBezTo>
                      <a:pt x="1078" y="78"/>
                      <a:pt x="844" y="0"/>
                      <a:pt x="623"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14"/>
              <p:cNvSpPr/>
              <p:nvPr/>
            </p:nvSpPr>
            <p:spPr>
              <a:xfrm>
                <a:off x="482175" y="2771375"/>
                <a:ext cx="53050" cy="47900"/>
              </a:xfrm>
              <a:custGeom>
                <a:avLst/>
                <a:gdLst/>
                <a:ahLst/>
                <a:cxnLst/>
                <a:rect l="l" t="t" r="r" b="b"/>
                <a:pathLst>
                  <a:path w="2122" h="1916" extrusionOk="0">
                    <a:moveTo>
                      <a:pt x="1130" y="567"/>
                    </a:moveTo>
                    <a:cubicBezTo>
                      <a:pt x="1283" y="567"/>
                      <a:pt x="1412" y="649"/>
                      <a:pt x="1492" y="759"/>
                    </a:cubicBezTo>
                    <a:cubicBezTo>
                      <a:pt x="1596" y="907"/>
                      <a:pt x="1626" y="1138"/>
                      <a:pt x="1389" y="1337"/>
                    </a:cubicBezTo>
                    <a:cubicBezTo>
                      <a:pt x="1277" y="1430"/>
                      <a:pt x="1168" y="1463"/>
                      <a:pt x="1070" y="1463"/>
                    </a:cubicBezTo>
                    <a:cubicBezTo>
                      <a:pt x="977" y="1463"/>
                      <a:pt x="893" y="1433"/>
                      <a:pt x="824" y="1396"/>
                    </a:cubicBezTo>
                    <a:cubicBezTo>
                      <a:pt x="611" y="1274"/>
                      <a:pt x="470" y="1035"/>
                      <a:pt x="496" y="830"/>
                    </a:cubicBezTo>
                    <a:cubicBezTo>
                      <a:pt x="508" y="746"/>
                      <a:pt x="554" y="675"/>
                      <a:pt x="611" y="625"/>
                    </a:cubicBezTo>
                    <a:cubicBezTo>
                      <a:pt x="652" y="657"/>
                      <a:pt x="705" y="676"/>
                      <a:pt x="759" y="676"/>
                    </a:cubicBezTo>
                    <a:cubicBezTo>
                      <a:pt x="799" y="676"/>
                      <a:pt x="840" y="665"/>
                      <a:pt x="875" y="643"/>
                    </a:cubicBezTo>
                    <a:cubicBezTo>
                      <a:pt x="964" y="590"/>
                      <a:pt x="1050" y="567"/>
                      <a:pt x="1130" y="567"/>
                    </a:cubicBezTo>
                    <a:close/>
                    <a:moveTo>
                      <a:pt x="935" y="0"/>
                    </a:moveTo>
                    <a:cubicBezTo>
                      <a:pt x="915" y="0"/>
                      <a:pt x="895" y="2"/>
                      <a:pt x="875" y="7"/>
                    </a:cubicBezTo>
                    <a:cubicBezTo>
                      <a:pt x="226" y="162"/>
                      <a:pt x="78" y="554"/>
                      <a:pt x="53" y="773"/>
                    </a:cubicBezTo>
                    <a:cubicBezTo>
                      <a:pt x="1" y="1158"/>
                      <a:pt x="226" y="1582"/>
                      <a:pt x="605" y="1788"/>
                    </a:cubicBezTo>
                    <a:cubicBezTo>
                      <a:pt x="760" y="1871"/>
                      <a:pt x="914" y="1916"/>
                      <a:pt x="1068" y="1916"/>
                    </a:cubicBezTo>
                    <a:cubicBezTo>
                      <a:pt x="1287" y="1916"/>
                      <a:pt x="1498" y="1838"/>
                      <a:pt x="1679" y="1684"/>
                    </a:cubicBezTo>
                    <a:cubicBezTo>
                      <a:pt x="2122" y="1319"/>
                      <a:pt x="2083" y="811"/>
                      <a:pt x="1858" y="495"/>
                    </a:cubicBezTo>
                    <a:cubicBezTo>
                      <a:pt x="1697" y="271"/>
                      <a:pt x="1427" y="117"/>
                      <a:pt x="1125" y="109"/>
                    </a:cubicBezTo>
                    <a:cubicBezTo>
                      <a:pt x="1089" y="42"/>
                      <a:pt x="1016" y="0"/>
                      <a:pt x="935"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14"/>
              <p:cNvSpPr/>
              <p:nvPr/>
            </p:nvSpPr>
            <p:spPr>
              <a:xfrm>
                <a:off x="493900" y="2785550"/>
                <a:ext cx="28950" cy="22425"/>
              </a:xfrm>
              <a:custGeom>
                <a:avLst/>
                <a:gdLst/>
                <a:ahLst/>
                <a:cxnLst/>
                <a:rect l="l" t="t" r="r" b="b"/>
                <a:pathLst>
                  <a:path w="1158" h="897" extrusionOk="0">
                    <a:moveTo>
                      <a:pt x="661" y="0"/>
                    </a:moveTo>
                    <a:cubicBezTo>
                      <a:pt x="581" y="0"/>
                      <a:pt x="495" y="23"/>
                      <a:pt x="406" y="76"/>
                    </a:cubicBezTo>
                    <a:cubicBezTo>
                      <a:pt x="371" y="98"/>
                      <a:pt x="330" y="109"/>
                      <a:pt x="290" y="109"/>
                    </a:cubicBezTo>
                    <a:cubicBezTo>
                      <a:pt x="236" y="109"/>
                      <a:pt x="183" y="90"/>
                      <a:pt x="142" y="58"/>
                    </a:cubicBezTo>
                    <a:cubicBezTo>
                      <a:pt x="85" y="108"/>
                      <a:pt x="39" y="179"/>
                      <a:pt x="27" y="263"/>
                    </a:cubicBezTo>
                    <a:cubicBezTo>
                      <a:pt x="1" y="468"/>
                      <a:pt x="142" y="707"/>
                      <a:pt x="355" y="829"/>
                    </a:cubicBezTo>
                    <a:cubicBezTo>
                      <a:pt x="424" y="866"/>
                      <a:pt x="508" y="896"/>
                      <a:pt x="601" y="896"/>
                    </a:cubicBezTo>
                    <a:cubicBezTo>
                      <a:pt x="699" y="896"/>
                      <a:pt x="808" y="863"/>
                      <a:pt x="920" y="770"/>
                    </a:cubicBezTo>
                    <a:cubicBezTo>
                      <a:pt x="1157" y="571"/>
                      <a:pt x="1127" y="340"/>
                      <a:pt x="1023" y="192"/>
                    </a:cubicBezTo>
                    <a:cubicBezTo>
                      <a:pt x="943" y="82"/>
                      <a:pt x="814" y="0"/>
                      <a:pt x="661"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4"/>
              <p:cNvSpPr/>
              <p:nvPr/>
            </p:nvSpPr>
            <p:spPr>
              <a:xfrm>
                <a:off x="6319050" y="2710125"/>
                <a:ext cx="71525" cy="63375"/>
              </a:xfrm>
              <a:custGeom>
                <a:avLst/>
                <a:gdLst/>
                <a:ahLst/>
                <a:cxnLst/>
                <a:rect l="l" t="t" r="r" b="b"/>
                <a:pathLst>
                  <a:path w="2861" h="2535" extrusionOk="0">
                    <a:moveTo>
                      <a:pt x="1308" y="457"/>
                    </a:moveTo>
                    <a:cubicBezTo>
                      <a:pt x="1463" y="457"/>
                      <a:pt x="1620" y="505"/>
                      <a:pt x="1749" y="574"/>
                    </a:cubicBezTo>
                    <a:cubicBezTo>
                      <a:pt x="2076" y="761"/>
                      <a:pt x="2346" y="1126"/>
                      <a:pt x="2199" y="1544"/>
                    </a:cubicBezTo>
                    <a:cubicBezTo>
                      <a:pt x="2074" y="1895"/>
                      <a:pt x="1851" y="2076"/>
                      <a:pt x="1549" y="2076"/>
                    </a:cubicBezTo>
                    <a:cubicBezTo>
                      <a:pt x="1524" y="2076"/>
                      <a:pt x="1499" y="2074"/>
                      <a:pt x="1473" y="2072"/>
                    </a:cubicBezTo>
                    <a:cubicBezTo>
                      <a:pt x="1022" y="2033"/>
                      <a:pt x="553" y="1648"/>
                      <a:pt x="488" y="1256"/>
                    </a:cubicBezTo>
                    <a:cubicBezTo>
                      <a:pt x="456" y="1055"/>
                      <a:pt x="533" y="895"/>
                      <a:pt x="657" y="773"/>
                    </a:cubicBezTo>
                    <a:cubicBezTo>
                      <a:pt x="726" y="773"/>
                      <a:pt x="791" y="741"/>
                      <a:pt x="835" y="684"/>
                    </a:cubicBezTo>
                    <a:cubicBezTo>
                      <a:pt x="874" y="631"/>
                      <a:pt x="919" y="586"/>
                      <a:pt x="971" y="562"/>
                    </a:cubicBezTo>
                    <a:cubicBezTo>
                      <a:pt x="990" y="548"/>
                      <a:pt x="1010" y="536"/>
                      <a:pt x="1034" y="529"/>
                    </a:cubicBezTo>
                    <a:cubicBezTo>
                      <a:pt x="1048" y="523"/>
                      <a:pt x="1067" y="509"/>
                      <a:pt x="1081" y="497"/>
                    </a:cubicBezTo>
                    <a:cubicBezTo>
                      <a:pt x="1153" y="469"/>
                      <a:pt x="1231" y="457"/>
                      <a:pt x="1308" y="457"/>
                    </a:cubicBezTo>
                    <a:close/>
                    <a:moveTo>
                      <a:pt x="1316" y="1"/>
                    </a:moveTo>
                    <a:cubicBezTo>
                      <a:pt x="1110" y="1"/>
                      <a:pt x="914" y="55"/>
                      <a:pt x="746" y="162"/>
                    </a:cubicBezTo>
                    <a:cubicBezTo>
                      <a:pt x="1" y="548"/>
                      <a:pt x="1" y="1102"/>
                      <a:pt x="46" y="1333"/>
                    </a:cubicBezTo>
                    <a:cubicBezTo>
                      <a:pt x="141" y="1924"/>
                      <a:pt x="778" y="2470"/>
                      <a:pt x="1434" y="2528"/>
                    </a:cubicBezTo>
                    <a:cubicBezTo>
                      <a:pt x="1466" y="2528"/>
                      <a:pt x="1505" y="2535"/>
                      <a:pt x="1543" y="2535"/>
                    </a:cubicBezTo>
                    <a:cubicBezTo>
                      <a:pt x="2037" y="2535"/>
                      <a:pt x="2430" y="2232"/>
                      <a:pt x="2623" y="1699"/>
                    </a:cubicBezTo>
                    <a:cubicBezTo>
                      <a:pt x="2861" y="1031"/>
                      <a:pt x="2449" y="446"/>
                      <a:pt x="1968" y="176"/>
                    </a:cubicBezTo>
                    <a:cubicBezTo>
                      <a:pt x="1752" y="59"/>
                      <a:pt x="1529" y="1"/>
                      <a:pt x="131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14"/>
              <p:cNvSpPr/>
              <p:nvPr/>
            </p:nvSpPr>
            <p:spPr>
              <a:xfrm>
                <a:off x="6330450" y="2721525"/>
                <a:ext cx="47250" cy="40500"/>
              </a:xfrm>
              <a:custGeom>
                <a:avLst/>
                <a:gdLst/>
                <a:ahLst/>
                <a:cxnLst/>
                <a:rect l="l" t="t" r="r" b="b"/>
                <a:pathLst>
                  <a:path w="1890" h="1620" extrusionOk="0">
                    <a:moveTo>
                      <a:pt x="852" y="1"/>
                    </a:moveTo>
                    <a:cubicBezTo>
                      <a:pt x="775" y="1"/>
                      <a:pt x="697" y="13"/>
                      <a:pt x="625" y="41"/>
                    </a:cubicBezTo>
                    <a:cubicBezTo>
                      <a:pt x="611" y="53"/>
                      <a:pt x="592" y="67"/>
                      <a:pt x="578" y="73"/>
                    </a:cubicBezTo>
                    <a:cubicBezTo>
                      <a:pt x="554" y="80"/>
                      <a:pt x="534" y="92"/>
                      <a:pt x="515" y="106"/>
                    </a:cubicBezTo>
                    <a:cubicBezTo>
                      <a:pt x="463" y="130"/>
                      <a:pt x="418" y="175"/>
                      <a:pt x="379" y="228"/>
                    </a:cubicBezTo>
                    <a:cubicBezTo>
                      <a:pt x="335" y="285"/>
                      <a:pt x="270" y="317"/>
                      <a:pt x="201" y="317"/>
                    </a:cubicBezTo>
                    <a:cubicBezTo>
                      <a:pt x="77" y="439"/>
                      <a:pt x="0" y="599"/>
                      <a:pt x="32" y="800"/>
                    </a:cubicBezTo>
                    <a:cubicBezTo>
                      <a:pt x="97" y="1192"/>
                      <a:pt x="566" y="1577"/>
                      <a:pt x="1017" y="1616"/>
                    </a:cubicBezTo>
                    <a:cubicBezTo>
                      <a:pt x="1043" y="1618"/>
                      <a:pt x="1068" y="1620"/>
                      <a:pt x="1093" y="1620"/>
                    </a:cubicBezTo>
                    <a:cubicBezTo>
                      <a:pt x="1395" y="1620"/>
                      <a:pt x="1618" y="1439"/>
                      <a:pt x="1743" y="1088"/>
                    </a:cubicBezTo>
                    <a:cubicBezTo>
                      <a:pt x="1890" y="670"/>
                      <a:pt x="1620" y="305"/>
                      <a:pt x="1293" y="118"/>
                    </a:cubicBezTo>
                    <a:cubicBezTo>
                      <a:pt x="1164" y="49"/>
                      <a:pt x="1007" y="1"/>
                      <a:pt x="852"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14"/>
              <p:cNvSpPr/>
              <p:nvPr/>
            </p:nvSpPr>
            <p:spPr>
              <a:xfrm>
                <a:off x="5725350" y="2780575"/>
                <a:ext cx="60750" cy="53675"/>
              </a:xfrm>
              <a:custGeom>
                <a:avLst/>
                <a:gdLst/>
                <a:ahLst/>
                <a:cxnLst/>
                <a:rect l="l" t="t" r="r" b="b"/>
                <a:pathLst>
                  <a:path w="2430" h="2147" extrusionOk="0">
                    <a:moveTo>
                      <a:pt x="1117" y="385"/>
                    </a:moveTo>
                    <a:cubicBezTo>
                      <a:pt x="1248" y="385"/>
                      <a:pt x="1381" y="428"/>
                      <a:pt x="1490" y="488"/>
                    </a:cubicBezTo>
                    <a:cubicBezTo>
                      <a:pt x="1768" y="642"/>
                      <a:pt x="1992" y="951"/>
                      <a:pt x="1870" y="1310"/>
                    </a:cubicBezTo>
                    <a:cubicBezTo>
                      <a:pt x="1760" y="1608"/>
                      <a:pt x="1560" y="1762"/>
                      <a:pt x="1298" y="1762"/>
                    </a:cubicBezTo>
                    <a:cubicBezTo>
                      <a:pt x="1283" y="1762"/>
                      <a:pt x="1268" y="1761"/>
                      <a:pt x="1253" y="1760"/>
                    </a:cubicBezTo>
                    <a:cubicBezTo>
                      <a:pt x="873" y="1728"/>
                      <a:pt x="475" y="1393"/>
                      <a:pt x="418" y="1066"/>
                    </a:cubicBezTo>
                    <a:cubicBezTo>
                      <a:pt x="392" y="892"/>
                      <a:pt x="457" y="758"/>
                      <a:pt x="559" y="654"/>
                    </a:cubicBezTo>
                    <a:cubicBezTo>
                      <a:pt x="617" y="654"/>
                      <a:pt x="674" y="628"/>
                      <a:pt x="713" y="577"/>
                    </a:cubicBezTo>
                    <a:cubicBezTo>
                      <a:pt x="745" y="533"/>
                      <a:pt x="784" y="500"/>
                      <a:pt x="822" y="474"/>
                    </a:cubicBezTo>
                    <a:cubicBezTo>
                      <a:pt x="842" y="462"/>
                      <a:pt x="861" y="449"/>
                      <a:pt x="881" y="443"/>
                    </a:cubicBezTo>
                    <a:cubicBezTo>
                      <a:pt x="893" y="435"/>
                      <a:pt x="906" y="429"/>
                      <a:pt x="920" y="423"/>
                    </a:cubicBezTo>
                    <a:cubicBezTo>
                      <a:pt x="983" y="397"/>
                      <a:pt x="1050" y="385"/>
                      <a:pt x="1117" y="385"/>
                    </a:cubicBezTo>
                    <a:close/>
                    <a:moveTo>
                      <a:pt x="1118" y="1"/>
                    </a:moveTo>
                    <a:cubicBezTo>
                      <a:pt x="944" y="1"/>
                      <a:pt x="778" y="46"/>
                      <a:pt x="636" y="135"/>
                    </a:cubicBezTo>
                    <a:cubicBezTo>
                      <a:pt x="0" y="462"/>
                      <a:pt x="6" y="931"/>
                      <a:pt x="39" y="1130"/>
                    </a:cubicBezTo>
                    <a:cubicBezTo>
                      <a:pt x="128" y="1631"/>
                      <a:pt x="668" y="2094"/>
                      <a:pt x="1220" y="2140"/>
                    </a:cubicBezTo>
                    <a:cubicBezTo>
                      <a:pt x="1247" y="2146"/>
                      <a:pt x="1279" y="2146"/>
                      <a:pt x="1311" y="2146"/>
                    </a:cubicBezTo>
                    <a:cubicBezTo>
                      <a:pt x="1736" y="2146"/>
                      <a:pt x="2069" y="1895"/>
                      <a:pt x="2231" y="1438"/>
                    </a:cubicBezTo>
                    <a:cubicBezTo>
                      <a:pt x="2430" y="874"/>
                      <a:pt x="2083" y="372"/>
                      <a:pt x="1671" y="147"/>
                    </a:cubicBezTo>
                    <a:cubicBezTo>
                      <a:pt x="1488" y="49"/>
                      <a:pt x="1299" y="1"/>
                      <a:pt x="1118"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14"/>
              <p:cNvSpPr/>
              <p:nvPr/>
            </p:nvSpPr>
            <p:spPr>
              <a:xfrm>
                <a:off x="5735150" y="2790200"/>
                <a:ext cx="40000" cy="34425"/>
              </a:xfrm>
              <a:custGeom>
                <a:avLst/>
                <a:gdLst/>
                <a:ahLst/>
                <a:cxnLst/>
                <a:rect l="l" t="t" r="r" b="b"/>
                <a:pathLst>
                  <a:path w="1600" h="1377" extrusionOk="0">
                    <a:moveTo>
                      <a:pt x="725" y="0"/>
                    </a:moveTo>
                    <a:cubicBezTo>
                      <a:pt x="658" y="0"/>
                      <a:pt x="591" y="12"/>
                      <a:pt x="528" y="38"/>
                    </a:cubicBezTo>
                    <a:cubicBezTo>
                      <a:pt x="514" y="44"/>
                      <a:pt x="501" y="50"/>
                      <a:pt x="489" y="58"/>
                    </a:cubicBezTo>
                    <a:cubicBezTo>
                      <a:pt x="469" y="64"/>
                      <a:pt x="450" y="77"/>
                      <a:pt x="430" y="89"/>
                    </a:cubicBezTo>
                    <a:cubicBezTo>
                      <a:pt x="392" y="115"/>
                      <a:pt x="353" y="148"/>
                      <a:pt x="321" y="192"/>
                    </a:cubicBezTo>
                    <a:cubicBezTo>
                      <a:pt x="282" y="243"/>
                      <a:pt x="225" y="269"/>
                      <a:pt x="167" y="269"/>
                    </a:cubicBezTo>
                    <a:cubicBezTo>
                      <a:pt x="65" y="373"/>
                      <a:pt x="0" y="507"/>
                      <a:pt x="26" y="681"/>
                    </a:cubicBezTo>
                    <a:cubicBezTo>
                      <a:pt x="83" y="1008"/>
                      <a:pt x="481" y="1343"/>
                      <a:pt x="861" y="1375"/>
                    </a:cubicBezTo>
                    <a:cubicBezTo>
                      <a:pt x="876" y="1376"/>
                      <a:pt x="891" y="1377"/>
                      <a:pt x="906" y="1377"/>
                    </a:cubicBezTo>
                    <a:cubicBezTo>
                      <a:pt x="1168" y="1377"/>
                      <a:pt x="1368" y="1223"/>
                      <a:pt x="1478" y="925"/>
                    </a:cubicBezTo>
                    <a:cubicBezTo>
                      <a:pt x="1600" y="566"/>
                      <a:pt x="1376" y="257"/>
                      <a:pt x="1098" y="103"/>
                    </a:cubicBezTo>
                    <a:cubicBezTo>
                      <a:pt x="989" y="43"/>
                      <a:pt x="856" y="0"/>
                      <a:pt x="725"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14"/>
              <p:cNvSpPr/>
              <p:nvPr/>
            </p:nvSpPr>
            <p:spPr>
              <a:xfrm>
                <a:off x="5042425" y="2727025"/>
                <a:ext cx="53250" cy="47900"/>
              </a:xfrm>
              <a:custGeom>
                <a:avLst/>
                <a:gdLst/>
                <a:ahLst/>
                <a:cxnLst/>
                <a:rect l="l" t="t" r="r" b="b"/>
                <a:pathLst>
                  <a:path w="2130" h="1916" extrusionOk="0">
                    <a:moveTo>
                      <a:pt x="1135" y="567"/>
                    </a:moveTo>
                    <a:cubicBezTo>
                      <a:pt x="1285" y="567"/>
                      <a:pt x="1412" y="650"/>
                      <a:pt x="1492" y="759"/>
                    </a:cubicBezTo>
                    <a:cubicBezTo>
                      <a:pt x="1602" y="907"/>
                      <a:pt x="1634" y="1138"/>
                      <a:pt x="1397" y="1337"/>
                    </a:cubicBezTo>
                    <a:cubicBezTo>
                      <a:pt x="1281" y="1430"/>
                      <a:pt x="1170" y="1463"/>
                      <a:pt x="1072" y="1463"/>
                    </a:cubicBezTo>
                    <a:cubicBezTo>
                      <a:pt x="978" y="1463"/>
                      <a:pt x="896" y="1433"/>
                      <a:pt x="831" y="1396"/>
                    </a:cubicBezTo>
                    <a:cubicBezTo>
                      <a:pt x="611" y="1274"/>
                      <a:pt x="477" y="1035"/>
                      <a:pt x="502" y="830"/>
                    </a:cubicBezTo>
                    <a:cubicBezTo>
                      <a:pt x="516" y="746"/>
                      <a:pt x="554" y="676"/>
                      <a:pt x="611" y="625"/>
                    </a:cubicBezTo>
                    <a:cubicBezTo>
                      <a:pt x="656" y="657"/>
                      <a:pt x="708" y="676"/>
                      <a:pt x="762" y="676"/>
                    </a:cubicBezTo>
                    <a:cubicBezTo>
                      <a:pt x="802" y="676"/>
                      <a:pt x="843" y="666"/>
                      <a:pt x="881" y="643"/>
                    </a:cubicBezTo>
                    <a:cubicBezTo>
                      <a:pt x="970" y="590"/>
                      <a:pt x="1056" y="567"/>
                      <a:pt x="1135" y="567"/>
                    </a:cubicBezTo>
                    <a:close/>
                    <a:moveTo>
                      <a:pt x="935" y="0"/>
                    </a:moveTo>
                    <a:cubicBezTo>
                      <a:pt x="915" y="0"/>
                      <a:pt x="895" y="3"/>
                      <a:pt x="875" y="8"/>
                    </a:cubicBezTo>
                    <a:cubicBezTo>
                      <a:pt x="232" y="162"/>
                      <a:pt x="85" y="554"/>
                      <a:pt x="53" y="773"/>
                    </a:cubicBezTo>
                    <a:cubicBezTo>
                      <a:pt x="1" y="1158"/>
                      <a:pt x="232" y="1583"/>
                      <a:pt x="611" y="1788"/>
                    </a:cubicBezTo>
                    <a:cubicBezTo>
                      <a:pt x="760" y="1871"/>
                      <a:pt x="920" y="1916"/>
                      <a:pt x="1074" y="1916"/>
                    </a:cubicBezTo>
                    <a:cubicBezTo>
                      <a:pt x="1287" y="1916"/>
                      <a:pt x="1498" y="1839"/>
                      <a:pt x="1685" y="1684"/>
                    </a:cubicBezTo>
                    <a:cubicBezTo>
                      <a:pt x="2129" y="1319"/>
                      <a:pt x="2083" y="811"/>
                      <a:pt x="1866" y="495"/>
                    </a:cubicBezTo>
                    <a:cubicBezTo>
                      <a:pt x="1705" y="271"/>
                      <a:pt x="1435" y="117"/>
                      <a:pt x="1127" y="109"/>
                    </a:cubicBezTo>
                    <a:cubicBezTo>
                      <a:pt x="1089" y="42"/>
                      <a:pt x="1016" y="0"/>
                      <a:pt x="935"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14"/>
              <p:cNvSpPr/>
              <p:nvPr/>
            </p:nvSpPr>
            <p:spPr>
              <a:xfrm>
                <a:off x="5054350" y="2741200"/>
                <a:ext cx="28950" cy="22425"/>
              </a:xfrm>
              <a:custGeom>
                <a:avLst/>
                <a:gdLst/>
                <a:ahLst/>
                <a:cxnLst/>
                <a:rect l="l" t="t" r="r" b="b"/>
                <a:pathLst>
                  <a:path w="1158" h="897" extrusionOk="0">
                    <a:moveTo>
                      <a:pt x="658" y="0"/>
                    </a:moveTo>
                    <a:cubicBezTo>
                      <a:pt x="579" y="0"/>
                      <a:pt x="493" y="23"/>
                      <a:pt x="404" y="76"/>
                    </a:cubicBezTo>
                    <a:cubicBezTo>
                      <a:pt x="366" y="99"/>
                      <a:pt x="325" y="109"/>
                      <a:pt x="285" y="109"/>
                    </a:cubicBezTo>
                    <a:cubicBezTo>
                      <a:pt x="231" y="109"/>
                      <a:pt x="179" y="90"/>
                      <a:pt x="134" y="58"/>
                    </a:cubicBezTo>
                    <a:cubicBezTo>
                      <a:pt x="77" y="109"/>
                      <a:pt x="39" y="179"/>
                      <a:pt x="25" y="263"/>
                    </a:cubicBezTo>
                    <a:cubicBezTo>
                      <a:pt x="0" y="468"/>
                      <a:pt x="134" y="707"/>
                      <a:pt x="354" y="829"/>
                    </a:cubicBezTo>
                    <a:cubicBezTo>
                      <a:pt x="419" y="866"/>
                      <a:pt x="501" y="896"/>
                      <a:pt x="595" y="896"/>
                    </a:cubicBezTo>
                    <a:cubicBezTo>
                      <a:pt x="693" y="896"/>
                      <a:pt x="804" y="863"/>
                      <a:pt x="920" y="770"/>
                    </a:cubicBezTo>
                    <a:cubicBezTo>
                      <a:pt x="1157" y="571"/>
                      <a:pt x="1125" y="340"/>
                      <a:pt x="1015" y="192"/>
                    </a:cubicBezTo>
                    <a:cubicBezTo>
                      <a:pt x="935" y="83"/>
                      <a:pt x="808" y="0"/>
                      <a:pt x="658"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14"/>
              <p:cNvSpPr/>
              <p:nvPr/>
            </p:nvSpPr>
            <p:spPr>
              <a:xfrm>
                <a:off x="3075250" y="2721200"/>
                <a:ext cx="71675" cy="63225"/>
              </a:xfrm>
              <a:custGeom>
                <a:avLst/>
                <a:gdLst/>
                <a:ahLst/>
                <a:cxnLst/>
                <a:rect l="l" t="t" r="r" b="b"/>
                <a:pathLst>
                  <a:path w="2867" h="2529" extrusionOk="0">
                    <a:moveTo>
                      <a:pt x="1311" y="454"/>
                    </a:moveTo>
                    <a:cubicBezTo>
                      <a:pt x="1468" y="454"/>
                      <a:pt x="1625" y="506"/>
                      <a:pt x="1754" y="574"/>
                    </a:cubicBezTo>
                    <a:cubicBezTo>
                      <a:pt x="2083" y="754"/>
                      <a:pt x="2346" y="1128"/>
                      <a:pt x="2198" y="1546"/>
                    </a:cubicBezTo>
                    <a:cubicBezTo>
                      <a:pt x="2073" y="1890"/>
                      <a:pt x="1849" y="2075"/>
                      <a:pt x="1546" y="2075"/>
                    </a:cubicBezTo>
                    <a:cubicBezTo>
                      <a:pt x="1522" y="2075"/>
                      <a:pt x="1497" y="2074"/>
                      <a:pt x="1472" y="2072"/>
                    </a:cubicBezTo>
                    <a:cubicBezTo>
                      <a:pt x="1029" y="2033"/>
                      <a:pt x="559" y="1647"/>
                      <a:pt x="489" y="1256"/>
                    </a:cubicBezTo>
                    <a:cubicBezTo>
                      <a:pt x="457" y="1057"/>
                      <a:pt x="534" y="896"/>
                      <a:pt x="662" y="774"/>
                    </a:cubicBezTo>
                    <a:cubicBezTo>
                      <a:pt x="727" y="774"/>
                      <a:pt x="798" y="742"/>
                      <a:pt x="836" y="683"/>
                    </a:cubicBezTo>
                    <a:cubicBezTo>
                      <a:pt x="881" y="632"/>
                      <a:pt x="926" y="588"/>
                      <a:pt x="970" y="555"/>
                    </a:cubicBezTo>
                    <a:cubicBezTo>
                      <a:pt x="997" y="543"/>
                      <a:pt x="1015" y="535"/>
                      <a:pt x="1035" y="523"/>
                    </a:cubicBezTo>
                    <a:cubicBezTo>
                      <a:pt x="1054" y="517"/>
                      <a:pt x="1068" y="511"/>
                      <a:pt x="1080" y="497"/>
                    </a:cubicBezTo>
                    <a:cubicBezTo>
                      <a:pt x="1155" y="467"/>
                      <a:pt x="1233" y="454"/>
                      <a:pt x="1311" y="454"/>
                    </a:cubicBezTo>
                    <a:close/>
                    <a:moveTo>
                      <a:pt x="1317" y="1"/>
                    </a:moveTo>
                    <a:cubicBezTo>
                      <a:pt x="1110" y="1"/>
                      <a:pt x="913" y="55"/>
                      <a:pt x="745" y="163"/>
                    </a:cubicBezTo>
                    <a:cubicBezTo>
                      <a:pt x="0" y="549"/>
                      <a:pt x="6" y="1101"/>
                      <a:pt x="45" y="1333"/>
                    </a:cubicBezTo>
                    <a:cubicBezTo>
                      <a:pt x="148" y="1923"/>
                      <a:pt x="784" y="2471"/>
                      <a:pt x="1433" y="2528"/>
                    </a:cubicBezTo>
                    <a:lnTo>
                      <a:pt x="1543" y="2528"/>
                    </a:lnTo>
                    <a:cubicBezTo>
                      <a:pt x="2044" y="2528"/>
                      <a:pt x="2436" y="2232"/>
                      <a:pt x="2623" y="1700"/>
                    </a:cubicBezTo>
                    <a:cubicBezTo>
                      <a:pt x="2866" y="1030"/>
                      <a:pt x="2456" y="440"/>
                      <a:pt x="1973" y="176"/>
                    </a:cubicBezTo>
                    <a:cubicBezTo>
                      <a:pt x="1755" y="59"/>
                      <a:pt x="1530" y="1"/>
                      <a:pt x="1317"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14"/>
              <p:cNvSpPr/>
              <p:nvPr/>
            </p:nvSpPr>
            <p:spPr>
              <a:xfrm>
                <a:off x="3086650" y="2732550"/>
                <a:ext cx="47275" cy="40550"/>
              </a:xfrm>
              <a:custGeom>
                <a:avLst/>
                <a:gdLst/>
                <a:ahLst/>
                <a:cxnLst/>
                <a:rect l="l" t="t" r="r" b="b"/>
                <a:pathLst>
                  <a:path w="1891" h="1622" extrusionOk="0">
                    <a:moveTo>
                      <a:pt x="855" y="0"/>
                    </a:moveTo>
                    <a:cubicBezTo>
                      <a:pt x="777" y="0"/>
                      <a:pt x="699" y="13"/>
                      <a:pt x="624" y="43"/>
                    </a:cubicBezTo>
                    <a:cubicBezTo>
                      <a:pt x="612" y="57"/>
                      <a:pt x="598" y="63"/>
                      <a:pt x="579" y="69"/>
                    </a:cubicBezTo>
                    <a:cubicBezTo>
                      <a:pt x="559" y="81"/>
                      <a:pt x="541" y="89"/>
                      <a:pt x="514" y="101"/>
                    </a:cubicBezTo>
                    <a:cubicBezTo>
                      <a:pt x="470" y="134"/>
                      <a:pt x="425" y="178"/>
                      <a:pt x="380" y="229"/>
                    </a:cubicBezTo>
                    <a:cubicBezTo>
                      <a:pt x="342" y="288"/>
                      <a:pt x="271" y="320"/>
                      <a:pt x="206" y="320"/>
                    </a:cubicBezTo>
                    <a:cubicBezTo>
                      <a:pt x="78" y="442"/>
                      <a:pt x="1" y="603"/>
                      <a:pt x="33" y="802"/>
                    </a:cubicBezTo>
                    <a:cubicBezTo>
                      <a:pt x="103" y="1193"/>
                      <a:pt x="573" y="1579"/>
                      <a:pt x="1016" y="1618"/>
                    </a:cubicBezTo>
                    <a:cubicBezTo>
                      <a:pt x="1041" y="1620"/>
                      <a:pt x="1066" y="1621"/>
                      <a:pt x="1090" y="1621"/>
                    </a:cubicBezTo>
                    <a:cubicBezTo>
                      <a:pt x="1393" y="1621"/>
                      <a:pt x="1617" y="1436"/>
                      <a:pt x="1742" y="1092"/>
                    </a:cubicBezTo>
                    <a:cubicBezTo>
                      <a:pt x="1890" y="674"/>
                      <a:pt x="1627" y="300"/>
                      <a:pt x="1298" y="120"/>
                    </a:cubicBezTo>
                    <a:cubicBezTo>
                      <a:pt x="1169" y="52"/>
                      <a:pt x="1012" y="0"/>
                      <a:pt x="855"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14"/>
              <p:cNvSpPr/>
              <p:nvPr/>
            </p:nvSpPr>
            <p:spPr>
              <a:xfrm>
                <a:off x="2673075" y="2861575"/>
                <a:ext cx="60750" cy="53650"/>
              </a:xfrm>
              <a:custGeom>
                <a:avLst/>
                <a:gdLst/>
                <a:ahLst/>
                <a:cxnLst/>
                <a:rect l="l" t="t" r="r" b="b"/>
                <a:pathLst>
                  <a:path w="2430" h="2146" extrusionOk="0">
                    <a:moveTo>
                      <a:pt x="1117" y="385"/>
                    </a:moveTo>
                    <a:cubicBezTo>
                      <a:pt x="1248" y="385"/>
                      <a:pt x="1381" y="427"/>
                      <a:pt x="1490" y="487"/>
                    </a:cubicBezTo>
                    <a:cubicBezTo>
                      <a:pt x="1768" y="641"/>
                      <a:pt x="1992" y="956"/>
                      <a:pt x="1870" y="1309"/>
                    </a:cubicBezTo>
                    <a:cubicBezTo>
                      <a:pt x="1762" y="1603"/>
                      <a:pt x="1565" y="1762"/>
                      <a:pt x="1309" y="1762"/>
                    </a:cubicBezTo>
                    <a:cubicBezTo>
                      <a:pt x="1291" y="1762"/>
                      <a:pt x="1272" y="1761"/>
                      <a:pt x="1253" y="1760"/>
                    </a:cubicBezTo>
                    <a:cubicBezTo>
                      <a:pt x="873" y="1727"/>
                      <a:pt x="475" y="1393"/>
                      <a:pt x="418" y="1066"/>
                    </a:cubicBezTo>
                    <a:cubicBezTo>
                      <a:pt x="392" y="891"/>
                      <a:pt x="457" y="757"/>
                      <a:pt x="559" y="654"/>
                    </a:cubicBezTo>
                    <a:cubicBezTo>
                      <a:pt x="617" y="654"/>
                      <a:pt x="674" y="628"/>
                      <a:pt x="713" y="577"/>
                    </a:cubicBezTo>
                    <a:cubicBezTo>
                      <a:pt x="745" y="532"/>
                      <a:pt x="784" y="500"/>
                      <a:pt x="822" y="473"/>
                    </a:cubicBezTo>
                    <a:cubicBezTo>
                      <a:pt x="842" y="461"/>
                      <a:pt x="861" y="455"/>
                      <a:pt x="881" y="442"/>
                    </a:cubicBezTo>
                    <a:cubicBezTo>
                      <a:pt x="893" y="435"/>
                      <a:pt x="906" y="429"/>
                      <a:pt x="920" y="422"/>
                    </a:cubicBezTo>
                    <a:cubicBezTo>
                      <a:pt x="983" y="396"/>
                      <a:pt x="1050" y="385"/>
                      <a:pt x="1117" y="385"/>
                    </a:cubicBezTo>
                    <a:close/>
                    <a:moveTo>
                      <a:pt x="1118" y="0"/>
                    </a:moveTo>
                    <a:cubicBezTo>
                      <a:pt x="944" y="0"/>
                      <a:pt x="778" y="45"/>
                      <a:pt x="636" y="134"/>
                    </a:cubicBezTo>
                    <a:cubicBezTo>
                      <a:pt x="0" y="461"/>
                      <a:pt x="6" y="936"/>
                      <a:pt x="39" y="1129"/>
                    </a:cubicBezTo>
                    <a:cubicBezTo>
                      <a:pt x="128" y="1630"/>
                      <a:pt x="668" y="2093"/>
                      <a:pt x="1220" y="2145"/>
                    </a:cubicBezTo>
                    <a:lnTo>
                      <a:pt x="1311" y="2145"/>
                    </a:lnTo>
                    <a:cubicBezTo>
                      <a:pt x="1736" y="2145"/>
                      <a:pt x="2069" y="1894"/>
                      <a:pt x="2231" y="1437"/>
                    </a:cubicBezTo>
                    <a:cubicBezTo>
                      <a:pt x="2430" y="873"/>
                      <a:pt x="2083" y="371"/>
                      <a:pt x="1671" y="146"/>
                    </a:cubicBezTo>
                    <a:cubicBezTo>
                      <a:pt x="1488" y="48"/>
                      <a:pt x="1299" y="0"/>
                      <a:pt x="1118"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14"/>
              <p:cNvSpPr/>
              <p:nvPr/>
            </p:nvSpPr>
            <p:spPr>
              <a:xfrm>
                <a:off x="2682875" y="2871175"/>
                <a:ext cx="40000" cy="34475"/>
              </a:xfrm>
              <a:custGeom>
                <a:avLst/>
                <a:gdLst/>
                <a:ahLst/>
                <a:cxnLst/>
                <a:rect l="l" t="t" r="r" b="b"/>
                <a:pathLst>
                  <a:path w="1600" h="1379" extrusionOk="0">
                    <a:moveTo>
                      <a:pt x="725" y="1"/>
                    </a:moveTo>
                    <a:cubicBezTo>
                      <a:pt x="658" y="1"/>
                      <a:pt x="591" y="12"/>
                      <a:pt x="528" y="38"/>
                    </a:cubicBezTo>
                    <a:cubicBezTo>
                      <a:pt x="514" y="45"/>
                      <a:pt x="501" y="51"/>
                      <a:pt x="489" y="58"/>
                    </a:cubicBezTo>
                    <a:cubicBezTo>
                      <a:pt x="469" y="71"/>
                      <a:pt x="450" y="77"/>
                      <a:pt x="430" y="89"/>
                    </a:cubicBezTo>
                    <a:cubicBezTo>
                      <a:pt x="392" y="116"/>
                      <a:pt x="353" y="148"/>
                      <a:pt x="321" y="193"/>
                    </a:cubicBezTo>
                    <a:cubicBezTo>
                      <a:pt x="282" y="244"/>
                      <a:pt x="225" y="270"/>
                      <a:pt x="167" y="270"/>
                    </a:cubicBezTo>
                    <a:cubicBezTo>
                      <a:pt x="65" y="373"/>
                      <a:pt x="0" y="507"/>
                      <a:pt x="26" y="682"/>
                    </a:cubicBezTo>
                    <a:cubicBezTo>
                      <a:pt x="83" y="1009"/>
                      <a:pt x="481" y="1343"/>
                      <a:pt x="861" y="1376"/>
                    </a:cubicBezTo>
                    <a:cubicBezTo>
                      <a:pt x="880" y="1377"/>
                      <a:pt x="899" y="1378"/>
                      <a:pt x="917" y="1378"/>
                    </a:cubicBezTo>
                    <a:cubicBezTo>
                      <a:pt x="1173" y="1378"/>
                      <a:pt x="1370" y="1219"/>
                      <a:pt x="1478" y="925"/>
                    </a:cubicBezTo>
                    <a:cubicBezTo>
                      <a:pt x="1600" y="572"/>
                      <a:pt x="1376" y="257"/>
                      <a:pt x="1098" y="103"/>
                    </a:cubicBezTo>
                    <a:cubicBezTo>
                      <a:pt x="989" y="43"/>
                      <a:pt x="856" y="1"/>
                      <a:pt x="725"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14"/>
              <p:cNvSpPr/>
              <p:nvPr/>
            </p:nvSpPr>
            <p:spPr>
              <a:xfrm>
                <a:off x="2273600" y="2704850"/>
                <a:ext cx="53225" cy="47900"/>
              </a:xfrm>
              <a:custGeom>
                <a:avLst/>
                <a:gdLst/>
                <a:ahLst/>
                <a:cxnLst/>
                <a:rect l="l" t="t" r="r" b="b"/>
                <a:pathLst>
                  <a:path w="2129" h="1916" extrusionOk="0">
                    <a:moveTo>
                      <a:pt x="1140" y="569"/>
                    </a:moveTo>
                    <a:cubicBezTo>
                      <a:pt x="1290" y="569"/>
                      <a:pt x="1417" y="651"/>
                      <a:pt x="1492" y="759"/>
                    </a:cubicBezTo>
                    <a:cubicBezTo>
                      <a:pt x="1601" y="913"/>
                      <a:pt x="1634" y="1144"/>
                      <a:pt x="1396" y="1337"/>
                    </a:cubicBezTo>
                    <a:cubicBezTo>
                      <a:pt x="1282" y="1432"/>
                      <a:pt x="1172" y="1466"/>
                      <a:pt x="1075" y="1466"/>
                    </a:cubicBezTo>
                    <a:cubicBezTo>
                      <a:pt x="980" y="1466"/>
                      <a:pt x="896" y="1434"/>
                      <a:pt x="830" y="1396"/>
                    </a:cubicBezTo>
                    <a:cubicBezTo>
                      <a:pt x="617" y="1280"/>
                      <a:pt x="477" y="1035"/>
                      <a:pt x="502" y="836"/>
                    </a:cubicBezTo>
                    <a:cubicBezTo>
                      <a:pt x="515" y="747"/>
                      <a:pt x="560" y="682"/>
                      <a:pt x="617" y="625"/>
                    </a:cubicBezTo>
                    <a:cubicBezTo>
                      <a:pt x="659" y="661"/>
                      <a:pt x="713" y="682"/>
                      <a:pt x="768" y="682"/>
                    </a:cubicBezTo>
                    <a:cubicBezTo>
                      <a:pt x="807" y="682"/>
                      <a:pt x="846" y="671"/>
                      <a:pt x="881" y="649"/>
                    </a:cubicBezTo>
                    <a:cubicBezTo>
                      <a:pt x="971" y="593"/>
                      <a:pt x="1059" y="569"/>
                      <a:pt x="1140" y="569"/>
                    </a:cubicBezTo>
                    <a:close/>
                    <a:moveTo>
                      <a:pt x="936" y="1"/>
                    </a:moveTo>
                    <a:cubicBezTo>
                      <a:pt x="918" y="1"/>
                      <a:pt x="899" y="3"/>
                      <a:pt x="881" y="8"/>
                    </a:cubicBezTo>
                    <a:cubicBezTo>
                      <a:pt x="232" y="168"/>
                      <a:pt x="85" y="560"/>
                      <a:pt x="59" y="773"/>
                    </a:cubicBezTo>
                    <a:cubicBezTo>
                      <a:pt x="0" y="1165"/>
                      <a:pt x="232" y="1583"/>
                      <a:pt x="611" y="1794"/>
                    </a:cubicBezTo>
                    <a:cubicBezTo>
                      <a:pt x="759" y="1877"/>
                      <a:pt x="920" y="1916"/>
                      <a:pt x="1074" y="1916"/>
                    </a:cubicBezTo>
                    <a:cubicBezTo>
                      <a:pt x="1293" y="1916"/>
                      <a:pt x="1498" y="1839"/>
                      <a:pt x="1685" y="1691"/>
                    </a:cubicBezTo>
                    <a:cubicBezTo>
                      <a:pt x="2129" y="1325"/>
                      <a:pt x="2090" y="817"/>
                      <a:pt x="1865" y="503"/>
                    </a:cubicBezTo>
                    <a:cubicBezTo>
                      <a:pt x="1705" y="278"/>
                      <a:pt x="1435" y="123"/>
                      <a:pt x="1132" y="117"/>
                    </a:cubicBezTo>
                    <a:cubicBezTo>
                      <a:pt x="1089" y="48"/>
                      <a:pt x="1017" y="1"/>
                      <a:pt x="93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14"/>
              <p:cNvSpPr/>
              <p:nvPr/>
            </p:nvSpPr>
            <p:spPr>
              <a:xfrm>
                <a:off x="2285500" y="2719075"/>
                <a:ext cx="28950" cy="22425"/>
              </a:xfrm>
              <a:custGeom>
                <a:avLst/>
                <a:gdLst/>
                <a:ahLst/>
                <a:cxnLst/>
                <a:rect l="l" t="t" r="r" b="b"/>
                <a:pathLst>
                  <a:path w="1158" h="897" extrusionOk="0">
                    <a:moveTo>
                      <a:pt x="664" y="0"/>
                    </a:moveTo>
                    <a:cubicBezTo>
                      <a:pt x="583" y="0"/>
                      <a:pt x="495" y="24"/>
                      <a:pt x="405" y="80"/>
                    </a:cubicBezTo>
                    <a:cubicBezTo>
                      <a:pt x="370" y="102"/>
                      <a:pt x="331" y="113"/>
                      <a:pt x="292" y="113"/>
                    </a:cubicBezTo>
                    <a:cubicBezTo>
                      <a:pt x="237" y="113"/>
                      <a:pt x="183" y="92"/>
                      <a:pt x="141" y="56"/>
                    </a:cubicBezTo>
                    <a:cubicBezTo>
                      <a:pt x="84" y="113"/>
                      <a:pt x="39" y="178"/>
                      <a:pt x="26" y="267"/>
                    </a:cubicBezTo>
                    <a:cubicBezTo>
                      <a:pt x="1" y="466"/>
                      <a:pt x="141" y="711"/>
                      <a:pt x="354" y="827"/>
                    </a:cubicBezTo>
                    <a:cubicBezTo>
                      <a:pt x="420" y="865"/>
                      <a:pt x="504" y="897"/>
                      <a:pt x="599" y="897"/>
                    </a:cubicBezTo>
                    <a:cubicBezTo>
                      <a:pt x="696" y="897"/>
                      <a:pt x="806" y="863"/>
                      <a:pt x="920" y="768"/>
                    </a:cubicBezTo>
                    <a:cubicBezTo>
                      <a:pt x="1158" y="575"/>
                      <a:pt x="1125" y="344"/>
                      <a:pt x="1016" y="190"/>
                    </a:cubicBezTo>
                    <a:cubicBezTo>
                      <a:pt x="941" y="82"/>
                      <a:pt x="814" y="0"/>
                      <a:pt x="664"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14"/>
              <p:cNvSpPr/>
              <p:nvPr/>
            </p:nvSpPr>
            <p:spPr>
              <a:xfrm>
                <a:off x="4275525" y="2883175"/>
                <a:ext cx="71675" cy="63350"/>
              </a:xfrm>
              <a:custGeom>
                <a:avLst/>
                <a:gdLst/>
                <a:ahLst/>
                <a:cxnLst/>
                <a:rect l="l" t="t" r="r" b="b"/>
                <a:pathLst>
                  <a:path w="2867" h="2534" extrusionOk="0">
                    <a:moveTo>
                      <a:pt x="1311" y="457"/>
                    </a:moveTo>
                    <a:cubicBezTo>
                      <a:pt x="1468" y="457"/>
                      <a:pt x="1625" y="505"/>
                      <a:pt x="1754" y="573"/>
                    </a:cubicBezTo>
                    <a:cubicBezTo>
                      <a:pt x="2083" y="754"/>
                      <a:pt x="2353" y="1127"/>
                      <a:pt x="2198" y="1545"/>
                    </a:cubicBezTo>
                    <a:cubicBezTo>
                      <a:pt x="2073" y="1894"/>
                      <a:pt x="1850" y="2075"/>
                      <a:pt x="1548" y="2075"/>
                    </a:cubicBezTo>
                    <a:cubicBezTo>
                      <a:pt x="1523" y="2075"/>
                      <a:pt x="1498" y="2074"/>
                      <a:pt x="1472" y="2071"/>
                    </a:cubicBezTo>
                    <a:cubicBezTo>
                      <a:pt x="1029" y="2033"/>
                      <a:pt x="559" y="1647"/>
                      <a:pt x="489" y="1255"/>
                    </a:cubicBezTo>
                    <a:cubicBezTo>
                      <a:pt x="457" y="1056"/>
                      <a:pt x="540" y="896"/>
                      <a:pt x="662" y="774"/>
                    </a:cubicBezTo>
                    <a:cubicBezTo>
                      <a:pt x="727" y="774"/>
                      <a:pt x="798" y="742"/>
                      <a:pt x="836" y="683"/>
                    </a:cubicBezTo>
                    <a:cubicBezTo>
                      <a:pt x="881" y="632"/>
                      <a:pt x="926" y="587"/>
                      <a:pt x="971" y="555"/>
                    </a:cubicBezTo>
                    <a:cubicBezTo>
                      <a:pt x="997" y="549"/>
                      <a:pt x="1015" y="535"/>
                      <a:pt x="1035" y="529"/>
                    </a:cubicBezTo>
                    <a:cubicBezTo>
                      <a:pt x="1054" y="522"/>
                      <a:pt x="1068" y="510"/>
                      <a:pt x="1080" y="496"/>
                    </a:cubicBezTo>
                    <a:cubicBezTo>
                      <a:pt x="1155" y="469"/>
                      <a:pt x="1233" y="457"/>
                      <a:pt x="1311" y="457"/>
                    </a:cubicBezTo>
                    <a:close/>
                    <a:moveTo>
                      <a:pt x="1317" y="0"/>
                    </a:moveTo>
                    <a:cubicBezTo>
                      <a:pt x="1110" y="0"/>
                      <a:pt x="914" y="55"/>
                      <a:pt x="745" y="163"/>
                    </a:cubicBezTo>
                    <a:cubicBezTo>
                      <a:pt x="0" y="549"/>
                      <a:pt x="7" y="1101"/>
                      <a:pt x="45" y="1332"/>
                    </a:cubicBezTo>
                    <a:cubicBezTo>
                      <a:pt x="148" y="1923"/>
                      <a:pt x="784" y="2471"/>
                      <a:pt x="1433" y="2528"/>
                    </a:cubicBezTo>
                    <a:cubicBezTo>
                      <a:pt x="1472" y="2528"/>
                      <a:pt x="1511" y="2534"/>
                      <a:pt x="1549" y="2534"/>
                    </a:cubicBezTo>
                    <a:cubicBezTo>
                      <a:pt x="2044" y="2534"/>
                      <a:pt x="2436" y="2232"/>
                      <a:pt x="2629" y="1699"/>
                    </a:cubicBezTo>
                    <a:cubicBezTo>
                      <a:pt x="2866" y="1030"/>
                      <a:pt x="2456" y="445"/>
                      <a:pt x="1973" y="175"/>
                    </a:cubicBezTo>
                    <a:cubicBezTo>
                      <a:pt x="1755" y="58"/>
                      <a:pt x="1530" y="0"/>
                      <a:pt x="1317"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14"/>
              <p:cNvSpPr/>
              <p:nvPr/>
            </p:nvSpPr>
            <p:spPr>
              <a:xfrm>
                <a:off x="4286925" y="2894575"/>
                <a:ext cx="47425" cy="40475"/>
              </a:xfrm>
              <a:custGeom>
                <a:avLst/>
                <a:gdLst/>
                <a:ahLst/>
                <a:cxnLst/>
                <a:rect l="l" t="t" r="r" b="b"/>
                <a:pathLst>
                  <a:path w="1897" h="1619" extrusionOk="0">
                    <a:moveTo>
                      <a:pt x="855" y="1"/>
                    </a:moveTo>
                    <a:cubicBezTo>
                      <a:pt x="777" y="1"/>
                      <a:pt x="699" y="13"/>
                      <a:pt x="624" y="40"/>
                    </a:cubicBezTo>
                    <a:cubicBezTo>
                      <a:pt x="612" y="54"/>
                      <a:pt x="598" y="66"/>
                      <a:pt x="579" y="73"/>
                    </a:cubicBezTo>
                    <a:cubicBezTo>
                      <a:pt x="559" y="79"/>
                      <a:pt x="541" y="93"/>
                      <a:pt x="515" y="99"/>
                    </a:cubicBezTo>
                    <a:cubicBezTo>
                      <a:pt x="470" y="131"/>
                      <a:pt x="425" y="176"/>
                      <a:pt x="380" y="227"/>
                    </a:cubicBezTo>
                    <a:cubicBezTo>
                      <a:pt x="342" y="286"/>
                      <a:pt x="271" y="318"/>
                      <a:pt x="206" y="318"/>
                    </a:cubicBezTo>
                    <a:cubicBezTo>
                      <a:pt x="84" y="440"/>
                      <a:pt x="1" y="600"/>
                      <a:pt x="33" y="799"/>
                    </a:cubicBezTo>
                    <a:cubicBezTo>
                      <a:pt x="103" y="1191"/>
                      <a:pt x="573" y="1577"/>
                      <a:pt x="1016" y="1615"/>
                    </a:cubicBezTo>
                    <a:cubicBezTo>
                      <a:pt x="1042" y="1618"/>
                      <a:pt x="1067" y="1619"/>
                      <a:pt x="1092" y="1619"/>
                    </a:cubicBezTo>
                    <a:cubicBezTo>
                      <a:pt x="1394" y="1619"/>
                      <a:pt x="1617" y="1438"/>
                      <a:pt x="1742" y="1089"/>
                    </a:cubicBezTo>
                    <a:cubicBezTo>
                      <a:pt x="1897" y="671"/>
                      <a:pt x="1627" y="298"/>
                      <a:pt x="1298" y="117"/>
                    </a:cubicBezTo>
                    <a:cubicBezTo>
                      <a:pt x="1169" y="49"/>
                      <a:pt x="1012" y="1"/>
                      <a:pt x="855"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14"/>
              <p:cNvSpPr/>
              <p:nvPr/>
            </p:nvSpPr>
            <p:spPr>
              <a:xfrm>
                <a:off x="1844775" y="2879975"/>
                <a:ext cx="60750" cy="53725"/>
              </a:xfrm>
              <a:custGeom>
                <a:avLst/>
                <a:gdLst/>
                <a:ahLst/>
                <a:cxnLst/>
                <a:rect l="l" t="t" r="r" b="b"/>
                <a:pathLst>
                  <a:path w="2430" h="2149" extrusionOk="0">
                    <a:moveTo>
                      <a:pt x="1105" y="386"/>
                    </a:moveTo>
                    <a:cubicBezTo>
                      <a:pt x="1241" y="386"/>
                      <a:pt x="1376" y="430"/>
                      <a:pt x="1484" y="490"/>
                    </a:cubicBezTo>
                    <a:cubicBezTo>
                      <a:pt x="1760" y="638"/>
                      <a:pt x="1992" y="953"/>
                      <a:pt x="1864" y="1306"/>
                    </a:cubicBezTo>
                    <a:cubicBezTo>
                      <a:pt x="1756" y="1605"/>
                      <a:pt x="1564" y="1759"/>
                      <a:pt x="1305" y="1759"/>
                    </a:cubicBezTo>
                    <a:cubicBezTo>
                      <a:pt x="1286" y="1759"/>
                      <a:pt x="1267" y="1758"/>
                      <a:pt x="1247" y="1756"/>
                    </a:cubicBezTo>
                    <a:cubicBezTo>
                      <a:pt x="867" y="1724"/>
                      <a:pt x="469" y="1396"/>
                      <a:pt x="411" y="1062"/>
                    </a:cubicBezTo>
                    <a:cubicBezTo>
                      <a:pt x="386" y="894"/>
                      <a:pt x="449" y="760"/>
                      <a:pt x="559" y="657"/>
                    </a:cubicBezTo>
                    <a:cubicBezTo>
                      <a:pt x="610" y="657"/>
                      <a:pt x="668" y="624"/>
                      <a:pt x="707" y="580"/>
                    </a:cubicBezTo>
                    <a:cubicBezTo>
                      <a:pt x="739" y="535"/>
                      <a:pt x="778" y="496"/>
                      <a:pt x="822" y="470"/>
                    </a:cubicBezTo>
                    <a:cubicBezTo>
                      <a:pt x="841" y="464"/>
                      <a:pt x="855" y="451"/>
                      <a:pt x="873" y="445"/>
                    </a:cubicBezTo>
                    <a:cubicBezTo>
                      <a:pt x="887" y="439"/>
                      <a:pt x="906" y="431"/>
                      <a:pt x="912" y="419"/>
                    </a:cubicBezTo>
                    <a:cubicBezTo>
                      <a:pt x="974" y="396"/>
                      <a:pt x="1040" y="386"/>
                      <a:pt x="1105" y="386"/>
                    </a:cubicBezTo>
                    <a:close/>
                    <a:moveTo>
                      <a:pt x="1116" y="1"/>
                    </a:moveTo>
                    <a:cubicBezTo>
                      <a:pt x="940" y="1"/>
                      <a:pt x="773" y="47"/>
                      <a:pt x="630" y="137"/>
                    </a:cubicBezTo>
                    <a:cubicBezTo>
                      <a:pt x="0" y="464"/>
                      <a:pt x="0" y="933"/>
                      <a:pt x="39" y="1126"/>
                    </a:cubicBezTo>
                    <a:cubicBezTo>
                      <a:pt x="122" y="1627"/>
                      <a:pt x="662" y="2097"/>
                      <a:pt x="1214" y="2142"/>
                    </a:cubicBezTo>
                    <a:cubicBezTo>
                      <a:pt x="1247" y="2142"/>
                      <a:pt x="1279" y="2148"/>
                      <a:pt x="1311" y="2148"/>
                    </a:cubicBezTo>
                    <a:cubicBezTo>
                      <a:pt x="1728" y="2148"/>
                      <a:pt x="2063" y="1891"/>
                      <a:pt x="2223" y="1442"/>
                    </a:cubicBezTo>
                    <a:cubicBezTo>
                      <a:pt x="2430" y="876"/>
                      <a:pt x="2075" y="374"/>
                      <a:pt x="1671" y="149"/>
                    </a:cubicBezTo>
                    <a:cubicBezTo>
                      <a:pt x="1486" y="49"/>
                      <a:pt x="1296" y="1"/>
                      <a:pt x="111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14"/>
              <p:cNvSpPr/>
              <p:nvPr/>
            </p:nvSpPr>
            <p:spPr>
              <a:xfrm>
                <a:off x="1854400" y="2889625"/>
                <a:ext cx="40175" cy="34350"/>
              </a:xfrm>
              <a:custGeom>
                <a:avLst/>
                <a:gdLst/>
                <a:ahLst/>
                <a:cxnLst/>
                <a:rect l="l" t="t" r="r" b="b"/>
                <a:pathLst>
                  <a:path w="1607" h="1374" extrusionOk="0">
                    <a:moveTo>
                      <a:pt x="720" y="0"/>
                    </a:moveTo>
                    <a:cubicBezTo>
                      <a:pt x="655" y="0"/>
                      <a:pt x="589" y="10"/>
                      <a:pt x="527" y="33"/>
                    </a:cubicBezTo>
                    <a:cubicBezTo>
                      <a:pt x="521" y="45"/>
                      <a:pt x="502" y="53"/>
                      <a:pt x="488" y="59"/>
                    </a:cubicBezTo>
                    <a:cubicBezTo>
                      <a:pt x="470" y="65"/>
                      <a:pt x="456" y="78"/>
                      <a:pt x="437" y="84"/>
                    </a:cubicBezTo>
                    <a:cubicBezTo>
                      <a:pt x="393" y="110"/>
                      <a:pt x="354" y="149"/>
                      <a:pt x="322" y="194"/>
                    </a:cubicBezTo>
                    <a:cubicBezTo>
                      <a:pt x="283" y="238"/>
                      <a:pt x="225" y="271"/>
                      <a:pt x="174" y="271"/>
                    </a:cubicBezTo>
                    <a:cubicBezTo>
                      <a:pt x="64" y="374"/>
                      <a:pt x="1" y="508"/>
                      <a:pt x="26" y="676"/>
                    </a:cubicBezTo>
                    <a:cubicBezTo>
                      <a:pt x="84" y="1010"/>
                      <a:pt x="482" y="1338"/>
                      <a:pt x="862" y="1370"/>
                    </a:cubicBezTo>
                    <a:cubicBezTo>
                      <a:pt x="882" y="1372"/>
                      <a:pt x="901" y="1373"/>
                      <a:pt x="920" y="1373"/>
                    </a:cubicBezTo>
                    <a:cubicBezTo>
                      <a:pt x="1179" y="1373"/>
                      <a:pt x="1371" y="1219"/>
                      <a:pt x="1479" y="920"/>
                    </a:cubicBezTo>
                    <a:cubicBezTo>
                      <a:pt x="1607" y="567"/>
                      <a:pt x="1375" y="252"/>
                      <a:pt x="1099" y="104"/>
                    </a:cubicBezTo>
                    <a:cubicBezTo>
                      <a:pt x="991" y="44"/>
                      <a:pt x="856" y="0"/>
                      <a:pt x="720"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14"/>
              <p:cNvSpPr/>
              <p:nvPr/>
            </p:nvSpPr>
            <p:spPr>
              <a:xfrm>
                <a:off x="3945300" y="2704850"/>
                <a:ext cx="53050" cy="47900"/>
              </a:xfrm>
              <a:custGeom>
                <a:avLst/>
                <a:gdLst/>
                <a:ahLst/>
                <a:cxnLst/>
                <a:rect l="l" t="t" r="r" b="b"/>
                <a:pathLst>
                  <a:path w="2122" h="1916" extrusionOk="0">
                    <a:moveTo>
                      <a:pt x="1135" y="569"/>
                    </a:moveTo>
                    <a:cubicBezTo>
                      <a:pt x="1285" y="569"/>
                      <a:pt x="1413" y="651"/>
                      <a:pt x="1492" y="759"/>
                    </a:cubicBezTo>
                    <a:cubicBezTo>
                      <a:pt x="1596" y="913"/>
                      <a:pt x="1628" y="1144"/>
                      <a:pt x="1389" y="1337"/>
                    </a:cubicBezTo>
                    <a:cubicBezTo>
                      <a:pt x="1279" y="1432"/>
                      <a:pt x="1171" y="1466"/>
                      <a:pt x="1074" y="1466"/>
                    </a:cubicBezTo>
                    <a:cubicBezTo>
                      <a:pt x="979" y="1466"/>
                      <a:pt x="894" y="1434"/>
                      <a:pt x="824" y="1396"/>
                    </a:cubicBezTo>
                    <a:cubicBezTo>
                      <a:pt x="612" y="1280"/>
                      <a:pt x="471" y="1035"/>
                      <a:pt x="496" y="836"/>
                    </a:cubicBezTo>
                    <a:cubicBezTo>
                      <a:pt x="510" y="747"/>
                      <a:pt x="555" y="682"/>
                      <a:pt x="612" y="625"/>
                    </a:cubicBezTo>
                    <a:cubicBezTo>
                      <a:pt x="653" y="661"/>
                      <a:pt x="707" y="682"/>
                      <a:pt x="762" y="682"/>
                    </a:cubicBezTo>
                    <a:cubicBezTo>
                      <a:pt x="801" y="682"/>
                      <a:pt x="841" y="671"/>
                      <a:pt x="875" y="649"/>
                    </a:cubicBezTo>
                    <a:cubicBezTo>
                      <a:pt x="966" y="593"/>
                      <a:pt x="1054" y="569"/>
                      <a:pt x="1135" y="569"/>
                    </a:cubicBezTo>
                    <a:close/>
                    <a:moveTo>
                      <a:pt x="930" y="1"/>
                    </a:moveTo>
                    <a:cubicBezTo>
                      <a:pt x="912" y="1"/>
                      <a:pt x="894" y="3"/>
                      <a:pt x="875" y="8"/>
                    </a:cubicBezTo>
                    <a:cubicBezTo>
                      <a:pt x="226" y="168"/>
                      <a:pt x="78" y="560"/>
                      <a:pt x="53" y="773"/>
                    </a:cubicBezTo>
                    <a:cubicBezTo>
                      <a:pt x="1" y="1165"/>
                      <a:pt x="226" y="1583"/>
                      <a:pt x="605" y="1794"/>
                    </a:cubicBezTo>
                    <a:cubicBezTo>
                      <a:pt x="753" y="1877"/>
                      <a:pt x="914" y="1916"/>
                      <a:pt x="1068" y="1916"/>
                    </a:cubicBezTo>
                    <a:cubicBezTo>
                      <a:pt x="1287" y="1916"/>
                      <a:pt x="1499" y="1839"/>
                      <a:pt x="1679" y="1691"/>
                    </a:cubicBezTo>
                    <a:cubicBezTo>
                      <a:pt x="2122" y="1325"/>
                      <a:pt x="2083" y="817"/>
                      <a:pt x="1859" y="503"/>
                    </a:cubicBezTo>
                    <a:cubicBezTo>
                      <a:pt x="1698" y="278"/>
                      <a:pt x="1428" y="123"/>
                      <a:pt x="1127" y="117"/>
                    </a:cubicBezTo>
                    <a:cubicBezTo>
                      <a:pt x="1084" y="48"/>
                      <a:pt x="1012" y="1"/>
                      <a:pt x="93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14"/>
              <p:cNvSpPr/>
              <p:nvPr/>
            </p:nvSpPr>
            <p:spPr>
              <a:xfrm>
                <a:off x="3957075" y="2719075"/>
                <a:ext cx="28950" cy="22425"/>
              </a:xfrm>
              <a:custGeom>
                <a:avLst/>
                <a:gdLst/>
                <a:ahLst/>
                <a:cxnLst/>
                <a:rect l="l" t="t" r="r" b="b"/>
                <a:pathLst>
                  <a:path w="1158" h="897" extrusionOk="0">
                    <a:moveTo>
                      <a:pt x="664" y="0"/>
                    </a:moveTo>
                    <a:cubicBezTo>
                      <a:pt x="583" y="0"/>
                      <a:pt x="495" y="24"/>
                      <a:pt x="404" y="80"/>
                    </a:cubicBezTo>
                    <a:cubicBezTo>
                      <a:pt x="370" y="102"/>
                      <a:pt x="330" y="113"/>
                      <a:pt x="291" y="113"/>
                    </a:cubicBezTo>
                    <a:cubicBezTo>
                      <a:pt x="236" y="113"/>
                      <a:pt x="182" y="92"/>
                      <a:pt x="141" y="56"/>
                    </a:cubicBezTo>
                    <a:cubicBezTo>
                      <a:pt x="84" y="113"/>
                      <a:pt x="39" y="178"/>
                      <a:pt x="25" y="267"/>
                    </a:cubicBezTo>
                    <a:cubicBezTo>
                      <a:pt x="0" y="466"/>
                      <a:pt x="141" y="711"/>
                      <a:pt x="353" y="827"/>
                    </a:cubicBezTo>
                    <a:cubicBezTo>
                      <a:pt x="423" y="865"/>
                      <a:pt x="508" y="897"/>
                      <a:pt x="603" y="897"/>
                    </a:cubicBezTo>
                    <a:cubicBezTo>
                      <a:pt x="700" y="897"/>
                      <a:pt x="808" y="863"/>
                      <a:pt x="918" y="768"/>
                    </a:cubicBezTo>
                    <a:cubicBezTo>
                      <a:pt x="1157" y="575"/>
                      <a:pt x="1125" y="344"/>
                      <a:pt x="1021" y="190"/>
                    </a:cubicBezTo>
                    <a:cubicBezTo>
                      <a:pt x="942" y="82"/>
                      <a:pt x="814" y="0"/>
                      <a:pt x="664"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14"/>
              <p:cNvSpPr/>
              <p:nvPr/>
            </p:nvSpPr>
            <p:spPr>
              <a:xfrm>
                <a:off x="6057600" y="2861125"/>
                <a:ext cx="71575" cy="63225"/>
              </a:xfrm>
              <a:custGeom>
                <a:avLst/>
                <a:gdLst/>
                <a:ahLst/>
                <a:cxnLst/>
                <a:rect l="l" t="t" r="r" b="b"/>
                <a:pathLst>
                  <a:path w="2863" h="2529" extrusionOk="0">
                    <a:moveTo>
                      <a:pt x="1317" y="454"/>
                    </a:moveTo>
                    <a:cubicBezTo>
                      <a:pt x="1471" y="454"/>
                      <a:pt x="1627" y="504"/>
                      <a:pt x="1750" y="576"/>
                    </a:cubicBezTo>
                    <a:cubicBezTo>
                      <a:pt x="2083" y="755"/>
                      <a:pt x="2347" y="1122"/>
                      <a:pt x="2199" y="1546"/>
                    </a:cubicBezTo>
                    <a:cubicBezTo>
                      <a:pt x="2073" y="1894"/>
                      <a:pt x="1845" y="2075"/>
                      <a:pt x="1537" y="2075"/>
                    </a:cubicBezTo>
                    <a:cubicBezTo>
                      <a:pt x="1517" y="2075"/>
                      <a:pt x="1495" y="2074"/>
                      <a:pt x="1474" y="2072"/>
                    </a:cubicBezTo>
                    <a:cubicBezTo>
                      <a:pt x="1023" y="2034"/>
                      <a:pt x="561" y="1642"/>
                      <a:pt x="490" y="1250"/>
                    </a:cubicBezTo>
                    <a:cubicBezTo>
                      <a:pt x="457" y="1051"/>
                      <a:pt x="534" y="897"/>
                      <a:pt x="656" y="769"/>
                    </a:cubicBezTo>
                    <a:cubicBezTo>
                      <a:pt x="727" y="769"/>
                      <a:pt x="792" y="743"/>
                      <a:pt x="837" y="684"/>
                    </a:cubicBezTo>
                    <a:cubicBezTo>
                      <a:pt x="875" y="633"/>
                      <a:pt x="920" y="588"/>
                      <a:pt x="972" y="556"/>
                    </a:cubicBezTo>
                    <a:cubicBezTo>
                      <a:pt x="991" y="544"/>
                      <a:pt x="1011" y="538"/>
                      <a:pt x="1036" y="524"/>
                    </a:cubicBezTo>
                    <a:cubicBezTo>
                      <a:pt x="1050" y="518"/>
                      <a:pt x="1068" y="505"/>
                      <a:pt x="1080" y="499"/>
                    </a:cubicBezTo>
                    <a:cubicBezTo>
                      <a:pt x="1156" y="468"/>
                      <a:pt x="1236" y="454"/>
                      <a:pt x="1317" y="454"/>
                    </a:cubicBezTo>
                    <a:close/>
                    <a:moveTo>
                      <a:pt x="1313" y="1"/>
                    </a:moveTo>
                    <a:cubicBezTo>
                      <a:pt x="1108" y="1"/>
                      <a:pt x="914" y="54"/>
                      <a:pt x="747" y="158"/>
                    </a:cubicBezTo>
                    <a:cubicBezTo>
                      <a:pt x="1" y="550"/>
                      <a:pt x="1" y="1102"/>
                      <a:pt x="47" y="1327"/>
                    </a:cubicBezTo>
                    <a:cubicBezTo>
                      <a:pt x="149" y="1918"/>
                      <a:pt x="780" y="2472"/>
                      <a:pt x="1435" y="2523"/>
                    </a:cubicBezTo>
                    <a:cubicBezTo>
                      <a:pt x="1466" y="2529"/>
                      <a:pt x="1505" y="2529"/>
                      <a:pt x="1543" y="2529"/>
                    </a:cubicBezTo>
                    <a:cubicBezTo>
                      <a:pt x="2044" y="2529"/>
                      <a:pt x="2430" y="2234"/>
                      <a:pt x="2623" y="1701"/>
                    </a:cubicBezTo>
                    <a:cubicBezTo>
                      <a:pt x="2862" y="1031"/>
                      <a:pt x="2450" y="440"/>
                      <a:pt x="1967" y="177"/>
                    </a:cubicBezTo>
                    <a:cubicBezTo>
                      <a:pt x="1751" y="59"/>
                      <a:pt x="1526" y="1"/>
                      <a:pt x="1313"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14"/>
              <p:cNvSpPr/>
              <p:nvPr/>
            </p:nvSpPr>
            <p:spPr>
              <a:xfrm>
                <a:off x="6069025" y="2872475"/>
                <a:ext cx="47250" cy="40525"/>
              </a:xfrm>
              <a:custGeom>
                <a:avLst/>
                <a:gdLst/>
                <a:ahLst/>
                <a:cxnLst/>
                <a:rect l="l" t="t" r="r" b="b"/>
                <a:pathLst>
                  <a:path w="1890" h="1621" extrusionOk="0">
                    <a:moveTo>
                      <a:pt x="860" y="0"/>
                    </a:moveTo>
                    <a:cubicBezTo>
                      <a:pt x="779" y="0"/>
                      <a:pt x="699" y="14"/>
                      <a:pt x="623" y="45"/>
                    </a:cubicBezTo>
                    <a:cubicBezTo>
                      <a:pt x="611" y="51"/>
                      <a:pt x="593" y="64"/>
                      <a:pt x="579" y="70"/>
                    </a:cubicBezTo>
                    <a:cubicBezTo>
                      <a:pt x="554" y="84"/>
                      <a:pt x="534" y="90"/>
                      <a:pt x="515" y="102"/>
                    </a:cubicBezTo>
                    <a:cubicBezTo>
                      <a:pt x="463" y="134"/>
                      <a:pt x="418" y="179"/>
                      <a:pt x="380" y="230"/>
                    </a:cubicBezTo>
                    <a:cubicBezTo>
                      <a:pt x="335" y="289"/>
                      <a:pt x="270" y="315"/>
                      <a:pt x="199" y="315"/>
                    </a:cubicBezTo>
                    <a:cubicBezTo>
                      <a:pt x="77" y="443"/>
                      <a:pt x="0" y="597"/>
                      <a:pt x="33" y="796"/>
                    </a:cubicBezTo>
                    <a:cubicBezTo>
                      <a:pt x="104" y="1188"/>
                      <a:pt x="566" y="1580"/>
                      <a:pt x="1017" y="1618"/>
                    </a:cubicBezTo>
                    <a:cubicBezTo>
                      <a:pt x="1038" y="1620"/>
                      <a:pt x="1060" y="1621"/>
                      <a:pt x="1080" y="1621"/>
                    </a:cubicBezTo>
                    <a:cubicBezTo>
                      <a:pt x="1388" y="1621"/>
                      <a:pt x="1616" y="1440"/>
                      <a:pt x="1742" y="1092"/>
                    </a:cubicBezTo>
                    <a:cubicBezTo>
                      <a:pt x="1890" y="668"/>
                      <a:pt x="1626" y="301"/>
                      <a:pt x="1293" y="122"/>
                    </a:cubicBezTo>
                    <a:cubicBezTo>
                      <a:pt x="1170" y="50"/>
                      <a:pt x="1014" y="0"/>
                      <a:pt x="860"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14"/>
              <p:cNvSpPr/>
              <p:nvPr/>
            </p:nvSpPr>
            <p:spPr>
              <a:xfrm>
                <a:off x="5349825" y="2920475"/>
                <a:ext cx="60750" cy="53700"/>
              </a:xfrm>
              <a:custGeom>
                <a:avLst/>
                <a:gdLst/>
                <a:ahLst/>
                <a:cxnLst/>
                <a:rect l="l" t="t" r="r" b="b"/>
                <a:pathLst>
                  <a:path w="2430" h="2148" extrusionOk="0">
                    <a:moveTo>
                      <a:pt x="1108" y="386"/>
                    </a:moveTo>
                    <a:cubicBezTo>
                      <a:pt x="1242" y="386"/>
                      <a:pt x="1377" y="429"/>
                      <a:pt x="1486" y="490"/>
                    </a:cubicBezTo>
                    <a:cubicBezTo>
                      <a:pt x="1768" y="644"/>
                      <a:pt x="1993" y="952"/>
                      <a:pt x="1865" y="1306"/>
                    </a:cubicBezTo>
                    <a:cubicBezTo>
                      <a:pt x="1757" y="1604"/>
                      <a:pt x="1565" y="1759"/>
                      <a:pt x="1307" y="1759"/>
                    </a:cubicBezTo>
                    <a:cubicBezTo>
                      <a:pt x="1288" y="1759"/>
                      <a:pt x="1268" y="1758"/>
                      <a:pt x="1248" y="1756"/>
                    </a:cubicBezTo>
                    <a:cubicBezTo>
                      <a:pt x="875" y="1724"/>
                      <a:pt x="477" y="1395"/>
                      <a:pt x="418" y="1062"/>
                    </a:cubicBezTo>
                    <a:cubicBezTo>
                      <a:pt x="386" y="894"/>
                      <a:pt x="457" y="760"/>
                      <a:pt x="560" y="656"/>
                    </a:cubicBezTo>
                    <a:cubicBezTo>
                      <a:pt x="617" y="656"/>
                      <a:pt x="676" y="624"/>
                      <a:pt x="708" y="579"/>
                    </a:cubicBezTo>
                    <a:cubicBezTo>
                      <a:pt x="747" y="534"/>
                      <a:pt x="785" y="496"/>
                      <a:pt x="824" y="470"/>
                    </a:cubicBezTo>
                    <a:cubicBezTo>
                      <a:pt x="842" y="463"/>
                      <a:pt x="862" y="451"/>
                      <a:pt x="881" y="445"/>
                    </a:cubicBezTo>
                    <a:cubicBezTo>
                      <a:pt x="893" y="439"/>
                      <a:pt x="907" y="431"/>
                      <a:pt x="919" y="419"/>
                    </a:cubicBezTo>
                    <a:cubicBezTo>
                      <a:pt x="980" y="396"/>
                      <a:pt x="1044" y="386"/>
                      <a:pt x="1108" y="386"/>
                    </a:cubicBezTo>
                    <a:close/>
                    <a:moveTo>
                      <a:pt x="1123" y="0"/>
                    </a:moveTo>
                    <a:cubicBezTo>
                      <a:pt x="947" y="0"/>
                      <a:pt x="780" y="47"/>
                      <a:pt x="637" y="136"/>
                    </a:cubicBezTo>
                    <a:cubicBezTo>
                      <a:pt x="0" y="463"/>
                      <a:pt x="6" y="932"/>
                      <a:pt x="39" y="1125"/>
                    </a:cubicBezTo>
                    <a:cubicBezTo>
                      <a:pt x="122" y="1627"/>
                      <a:pt x="662" y="2097"/>
                      <a:pt x="1216" y="2142"/>
                    </a:cubicBezTo>
                    <a:cubicBezTo>
                      <a:pt x="1248" y="2142"/>
                      <a:pt x="1279" y="2148"/>
                      <a:pt x="1311" y="2148"/>
                    </a:cubicBezTo>
                    <a:cubicBezTo>
                      <a:pt x="1735" y="2148"/>
                      <a:pt x="2064" y="1890"/>
                      <a:pt x="2224" y="1441"/>
                    </a:cubicBezTo>
                    <a:cubicBezTo>
                      <a:pt x="2430" y="875"/>
                      <a:pt x="2083" y="374"/>
                      <a:pt x="1672" y="149"/>
                    </a:cubicBezTo>
                    <a:cubicBezTo>
                      <a:pt x="1490" y="48"/>
                      <a:pt x="1302" y="0"/>
                      <a:pt x="1123"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14"/>
              <p:cNvSpPr/>
              <p:nvPr/>
            </p:nvSpPr>
            <p:spPr>
              <a:xfrm>
                <a:off x="5359450" y="2930100"/>
                <a:ext cx="40225" cy="34350"/>
              </a:xfrm>
              <a:custGeom>
                <a:avLst/>
                <a:gdLst/>
                <a:ahLst/>
                <a:cxnLst/>
                <a:rect l="l" t="t" r="r" b="b"/>
                <a:pathLst>
                  <a:path w="1609" h="1374" extrusionOk="0">
                    <a:moveTo>
                      <a:pt x="723" y="1"/>
                    </a:moveTo>
                    <a:cubicBezTo>
                      <a:pt x="659" y="1"/>
                      <a:pt x="595" y="11"/>
                      <a:pt x="534" y="34"/>
                    </a:cubicBezTo>
                    <a:cubicBezTo>
                      <a:pt x="522" y="46"/>
                      <a:pt x="508" y="54"/>
                      <a:pt x="496" y="60"/>
                    </a:cubicBezTo>
                    <a:cubicBezTo>
                      <a:pt x="477" y="66"/>
                      <a:pt x="457" y="78"/>
                      <a:pt x="439" y="85"/>
                    </a:cubicBezTo>
                    <a:cubicBezTo>
                      <a:pt x="400" y="111"/>
                      <a:pt x="362" y="149"/>
                      <a:pt x="323" y="194"/>
                    </a:cubicBezTo>
                    <a:cubicBezTo>
                      <a:pt x="291" y="239"/>
                      <a:pt x="232" y="271"/>
                      <a:pt x="175" y="271"/>
                    </a:cubicBezTo>
                    <a:cubicBezTo>
                      <a:pt x="72" y="375"/>
                      <a:pt x="1" y="509"/>
                      <a:pt x="33" y="677"/>
                    </a:cubicBezTo>
                    <a:cubicBezTo>
                      <a:pt x="92" y="1010"/>
                      <a:pt x="490" y="1339"/>
                      <a:pt x="863" y="1371"/>
                    </a:cubicBezTo>
                    <a:cubicBezTo>
                      <a:pt x="883" y="1373"/>
                      <a:pt x="903" y="1374"/>
                      <a:pt x="922" y="1374"/>
                    </a:cubicBezTo>
                    <a:cubicBezTo>
                      <a:pt x="1180" y="1374"/>
                      <a:pt x="1372" y="1219"/>
                      <a:pt x="1480" y="921"/>
                    </a:cubicBezTo>
                    <a:cubicBezTo>
                      <a:pt x="1608" y="567"/>
                      <a:pt x="1383" y="259"/>
                      <a:pt x="1101" y="105"/>
                    </a:cubicBezTo>
                    <a:cubicBezTo>
                      <a:pt x="992" y="44"/>
                      <a:pt x="857" y="1"/>
                      <a:pt x="723"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14"/>
              <p:cNvSpPr/>
              <p:nvPr/>
            </p:nvSpPr>
            <p:spPr>
              <a:xfrm>
                <a:off x="4677850" y="2844800"/>
                <a:ext cx="53200" cy="47900"/>
              </a:xfrm>
              <a:custGeom>
                <a:avLst/>
                <a:gdLst/>
                <a:ahLst/>
                <a:cxnLst/>
                <a:rect l="l" t="t" r="r" b="b"/>
                <a:pathLst>
                  <a:path w="2128" h="1916" extrusionOk="0">
                    <a:moveTo>
                      <a:pt x="1136" y="567"/>
                    </a:moveTo>
                    <a:cubicBezTo>
                      <a:pt x="1289" y="567"/>
                      <a:pt x="1418" y="649"/>
                      <a:pt x="1498" y="759"/>
                    </a:cubicBezTo>
                    <a:cubicBezTo>
                      <a:pt x="1602" y="913"/>
                      <a:pt x="1634" y="1144"/>
                      <a:pt x="1395" y="1337"/>
                    </a:cubicBezTo>
                    <a:cubicBezTo>
                      <a:pt x="1285" y="1432"/>
                      <a:pt x="1176" y="1465"/>
                      <a:pt x="1077" y="1465"/>
                    </a:cubicBezTo>
                    <a:cubicBezTo>
                      <a:pt x="982" y="1465"/>
                      <a:pt x="897" y="1434"/>
                      <a:pt x="830" y="1396"/>
                    </a:cubicBezTo>
                    <a:cubicBezTo>
                      <a:pt x="618" y="1280"/>
                      <a:pt x="477" y="1036"/>
                      <a:pt x="502" y="836"/>
                    </a:cubicBezTo>
                    <a:cubicBezTo>
                      <a:pt x="516" y="746"/>
                      <a:pt x="561" y="675"/>
                      <a:pt x="618" y="624"/>
                    </a:cubicBezTo>
                    <a:cubicBezTo>
                      <a:pt x="659" y="658"/>
                      <a:pt x="713" y="678"/>
                      <a:pt x="768" y="678"/>
                    </a:cubicBezTo>
                    <a:cubicBezTo>
                      <a:pt x="807" y="678"/>
                      <a:pt x="846" y="668"/>
                      <a:pt x="881" y="643"/>
                    </a:cubicBezTo>
                    <a:cubicBezTo>
                      <a:pt x="970" y="590"/>
                      <a:pt x="1056" y="567"/>
                      <a:pt x="1136" y="567"/>
                    </a:cubicBezTo>
                    <a:close/>
                    <a:moveTo>
                      <a:pt x="940" y="0"/>
                    </a:moveTo>
                    <a:cubicBezTo>
                      <a:pt x="921" y="0"/>
                      <a:pt x="901" y="2"/>
                      <a:pt x="881" y="7"/>
                    </a:cubicBezTo>
                    <a:cubicBezTo>
                      <a:pt x="232" y="162"/>
                      <a:pt x="84" y="554"/>
                      <a:pt x="59" y="773"/>
                    </a:cubicBezTo>
                    <a:cubicBezTo>
                      <a:pt x="1" y="1164"/>
                      <a:pt x="232" y="1582"/>
                      <a:pt x="611" y="1794"/>
                    </a:cubicBezTo>
                    <a:cubicBezTo>
                      <a:pt x="759" y="1877"/>
                      <a:pt x="920" y="1916"/>
                      <a:pt x="1074" y="1916"/>
                    </a:cubicBezTo>
                    <a:cubicBezTo>
                      <a:pt x="1293" y="1916"/>
                      <a:pt x="1505" y="1838"/>
                      <a:pt x="1685" y="1684"/>
                    </a:cubicBezTo>
                    <a:cubicBezTo>
                      <a:pt x="2128" y="1319"/>
                      <a:pt x="2089" y="811"/>
                      <a:pt x="1865" y="503"/>
                    </a:cubicBezTo>
                    <a:cubicBezTo>
                      <a:pt x="1704" y="277"/>
                      <a:pt x="1434" y="117"/>
                      <a:pt x="1133" y="117"/>
                    </a:cubicBezTo>
                    <a:cubicBezTo>
                      <a:pt x="1090" y="43"/>
                      <a:pt x="1020" y="0"/>
                      <a:pt x="940"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14"/>
              <p:cNvSpPr/>
              <p:nvPr/>
            </p:nvSpPr>
            <p:spPr>
              <a:xfrm>
                <a:off x="4689775" y="2858975"/>
                <a:ext cx="28950" cy="22475"/>
              </a:xfrm>
              <a:custGeom>
                <a:avLst/>
                <a:gdLst/>
                <a:ahLst/>
                <a:cxnLst/>
                <a:rect l="l" t="t" r="r" b="b"/>
                <a:pathLst>
                  <a:path w="1158" h="899" extrusionOk="0">
                    <a:moveTo>
                      <a:pt x="659" y="0"/>
                    </a:moveTo>
                    <a:cubicBezTo>
                      <a:pt x="579" y="0"/>
                      <a:pt x="493" y="23"/>
                      <a:pt x="404" y="76"/>
                    </a:cubicBezTo>
                    <a:cubicBezTo>
                      <a:pt x="369" y="101"/>
                      <a:pt x="330" y="111"/>
                      <a:pt x="291" y="111"/>
                    </a:cubicBezTo>
                    <a:cubicBezTo>
                      <a:pt x="236" y="111"/>
                      <a:pt x="182" y="91"/>
                      <a:pt x="141" y="57"/>
                    </a:cubicBezTo>
                    <a:cubicBezTo>
                      <a:pt x="84" y="108"/>
                      <a:pt x="39" y="179"/>
                      <a:pt x="25" y="269"/>
                    </a:cubicBezTo>
                    <a:cubicBezTo>
                      <a:pt x="0" y="469"/>
                      <a:pt x="141" y="713"/>
                      <a:pt x="353" y="829"/>
                    </a:cubicBezTo>
                    <a:cubicBezTo>
                      <a:pt x="420" y="867"/>
                      <a:pt x="505" y="898"/>
                      <a:pt x="600" y="898"/>
                    </a:cubicBezTo>
                    <a:cubicBezTo>
                      <a:pt x="699" y="898"/>
                      <a:pt x="808" y="865"/>
                      <a:pt x="918" y="770"/>
                    </a:cubicBezTo>
                    <a:cubicBezTo>
                      <a:pt x="1157" y="577"/>
                      <a:pt x="1125" y="346"/>
                      <a:pt x="1021" y="192"/>
                    </a:cubicBezTo>
                    <a:cubicBezTo>
                      <a:pt x="941" y="82"/>
                      <a:pt x="812" y="0"/>
                      <a:pt x="659"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3" name="Google Shape;563;p14"/>
            <p:cNvSpPr/>
            <p:nvPr/>
          </p:nvSpPr>
          <p:spPr>
            <a:xfrm>
              <a:off x="3020350" y="4441675"/>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14"/>
            <p:cNvSpPr/>
            <p:nvPr/>
          </p:nvSpPr>
          <p:spPr>
            <a:xfrm flipH="1">
              <a:off x="5316450" y="4547413"/>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14"/>
            <p:cNvSpPr/>
            <p:nvPr/>
          </p:nvSpPr>
          <p:spPr>
            <a:xfrm>
              <a:off x="464575" y="4825088"/>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14"/>
            <p:cNvSpPr/>
            <p:nvPr/>
          </p:nvSpPr>
          <p:spPr>
            <a:xfrm flipH="1">
              <a:off x="7987700" y="4740838"/>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612"/>
        <p:cNvGrpSpPr/>
        <p:nvPr/>
      </p:nvGrpSpPr>
      <p:grpSpPr>
        <a:xfrm>
          <a:off x="0" y="0"/>
          <a:ext cx="0" cy="0"/>
          <a:chOff x="0" y="0"/>
          <a:chExt cx="0" cy="0"/>
        </a:xfrm>
      </p:grpSpPr>
      <p:sp>
        <p:nvSpPr>
          <p:cNvPr id="613" name="Google Shape;613;p16"/>
          <p:cNvSpPr txBox="1">
            <a:spLocks noGrp="1"/>
          </p:cNvSpPr>
          <p:nvPr>
            <p:ph type="title"/>
          </p:nvPr>
        </p:nvSpPr>
        <p:spPr>
          <a:xfrm>
            <a:off x="1809825" y="1379075"/>
            <a:ext cx="6081300" cy="2559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614" name="Google Shape;614;p16"/>
          <p:cNvSpPr txBox="1">
            <a:spLocks noGrp="1"/>
          </p:cNvSpPr>
          <p:nvPr>
            <p:ph type="subTitle" idx="1"/>
          </p:nvPr>
        </p:nvSpPr>
        <p:spPr>
          <a:xfrm>
            <a:off x="1809825" y="1706950"/>
            <a:ext cx="6081300" cy="465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15" name="Google Shape;615;p16"/>
          <p:cNvSpPr txBox="1">
            <a:spLocks noGrp="1"/>
          </p:cNvSpPr>
          <p:nvPr>
            <p:ph type="title" idx="2"/>
          </p:nvPr>
        </p:nvSpPr>
        <p:spPr>
          <a:xfrm>
            <a:off x="720000" y="445025"/>
            <a:ext cx="7704000" cy="5727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616" name="Google Shape;616;p16"/>
          <p:cNvSpPr txBox="1">
            <a:spLocks noGrp="1"/>
          </p:cNvSpPr>
          <p:nvPr>
            <p:ph type="title" idx="3"/>
          </p:nvPr>
        </p:nvSpPr>
        <p:spPr>
          <a:xfrm>
            <a:off x="1809825" y="2460100"/>
            <a:ext cx="6081300" cy="2559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617" name="Google Shape;617;p16"/>
          <p:cNvSpPr txBox="1">
            <a:spLocks noGrp="1"/>
          </p:cNvSpPr>
          <p:nvPr>
            <p:ph type="subTitle" idx="4"/>
          </p:nvPr>
        </p:nvSpPr>
        <p:spPr>
          <a:xfrm>
            <a:off x="1809825" y="2787963"/>
            <a:ext cx="6081300" cy="465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18" name="Google Shape;618;p16"/>
          <p:cNvSpPr txBox="1">
            <a:spLocks noGrp="1"/>
          </p:cNvSpPr>
          <p:nvPr>
            <p:ph type="title" idx="5"/>
          </p:nvPr>
        </p:nvSpPr>
        <p:spPr>
          <a:xfrm>
            <a:off x="1809825" y="3541125"/>
            <a:ext cx="6081300" cy="2559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619" name="Google Shape;619;p16"/>
          <p:cNvSpPr txBox="1">
            <a:spLocks noGrp="1"/>
          </p:cNvSpPr>
          <p:nvPr>
            <p:ph type="subTitle" idx="6"/>
          </p:nvPr>
        </p:nvSpPr>
        <p:spPr>
          <a:xfrm>
            <a:off x="1809825" y="3869000"/>
            <a:ext cx="6081300" cy="465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620" name="Google Shape;620;p16"/>
          <p:cNvGrpSpPr/>
          <p:nvPr/>
        </p:nvGrpSpPr>
        <p:grpSpPr>
          <a:xfrm flipH="1">
            <a:off x="-57642" y="4693217"/>
            <a:ext cx="9259279" cy="949168"/>
            <a:chOff x="-57639" y="4232675"/>
            <a:chExt cx="9259279" cy="949168"/>
          </a:xfrm>
        </p:grpSpPr>
        <p:grpSp>
          <p:nvGrpSpPr>
            <p:cNvPr id="621" name="Google Shape;621;p16"/>
            <p:cNvGrpSpPr/>
            <p:nvPr/>
          </p:nvGrpSpPr>
          <p:grpSpPr>
            <a:xfrm>
              <a:off x="-57639" y="4232675"/>
              <a:ext cx="9259279" cy="949168"/>
              <a:chOff x="238275" y="2491125"/>
              <a:chExt cx="7141750" cy="732100"/>
            </a:xfrm>
          </p:grpSpPr>
          <p:sp>
            <p:nvSpPr>
              <p:cNvPr id="622" name="Google Shape;622;p16"/>
              <p:cNvSpPr/>
              <p:nvPr/>
            </p:nvSpPr>
            <p:spPr>
              <a:xfrm>
                <a:off x="238275" y="2491125"/>
                <a:ext cx="7141750" cy="282225"/>
              </a:xfrm>
              <a:custGeom>
                <a:avLst/>
                <a:gdLst/>
                <a:ahLst/>
                <a:cxnLst/>
                <a:rect l="l" t="t" r="r" b="b"/>
                <a:pathLst>
                  <a:path w="285670" h="11289" extrusionOk="0">
                    <a:moveTo>
                      <a:pt x="77087" y="1"/>
                    </a:moveTo>
                    <a:cubicBezTo>
                      <a:pt x="69330" y="1"/>
                      <a:pt x="63721" y="1125"/>
                      <a:pt x="59452" y="1679"/>
                    </a:cubicBezTo>
                    <a:cubicBezTo>
                      <a:pt x="56652" y="2041"/>
                      <a:pt x="53084" y="2152"/>
                      <a:pt x="50569" y="2152"/>
                    </a:cubicBezTo>
                    <a:cubicBezTo>
                      <a:pt x="49072" y="2152"/>
                      <a:pt x="47948" y="2113"/>
                      <a:pt x="47581" y="2064"/>
                    </a:cubicBezTo>
                    <a:cubicBezTo>
                      <a:pt x="46591" y="1936"/>
                      <a:pt x="26970" y="1345"/>
                      <a:pt x="26970" y="1345"/>
                    </a:cubicBezTo>
                    <a:lnTo>
                      <a:pt x="0" y="2746"/>
                    </a:lnTo>
                    <a:lnTo>
                      <a:pt x="1376" y="11288"/>
                    </a:lnTo>
                    <a:lnTo>
                      <a:pt x="284771" y="9874"/>
                    </a:lnTo>
                    <a:lnTo>
                      <a:pt x="285670" y="2746"/>
                    </a:lnTo>
                    <a:lnTo>
                      <a:pt x="278382" y="2746"/>
                    </a:lnTo>
                    <a:cubicBezTo>
                      <a:pt x="278382" y="2746"/>
                      <a:pt x="276833" y="3350"/>
                      <a:pt x="269412" y="3350"/>
                    </a:cubicBezTo>
                    <a:cubicBezTo>
                      <a:pt x="268804" y="3350"/>
                      <a:pt x="268157" y="3346"/>
                      <a:pt x="267468" y="3337"/>
                    </a:cubicBezTo>
                    <a:cubicBezTo>
                      <a:pt x="258367" y="3221"/>
                      <a:pt x="258367" y="2553"/>
                      <a:pt x="248361" y="2354"/>
                    </a:cubicBezTo>
                    <a:cubicBezTo>
                      <a:pt x="243485" y="2254"/>
                      <a:pt x="239630" y="2229"/>
                      <a:pt x="236959" y="2229"/>
                    </a:cubicBezTo>
                    <a:cubicBezTo>
                      <a:pt x="234147" y="2229"/>
                      <a:pt x="232646" y="2257"/>
                      <a:pt x="232646" y="2257"/>
                    </a:cubicBezTo>
                    <a:lnTo>
                      <a:pt x="210273" y="1621"/>
                    </a:lnTo>
                    <a:cubicBezTo>
                      <a:pt x="210273" y="1621"/>
                      <a:pt x="209685" y="1550"/>
                      <a:pt x="208556" y="1550"/>
                    </a:cubicBezTo>
                    <a:cubicBezTo>
                      <a:pt x="207391" y="1550"/>
                      <a:pt x="205650" y="1626"/>
                      <a:pt x="203382" y="1936"/>
                    </a:cubicBezTo>
                    <a:cubicBezTo>
                      <a:pt x="201649" y="2171"/>
                      <a:pt x="198963" y="2243"/>
                      <a:pt x="196326" y="2243"/>
                    </a:cubicBezTo>
                    <a:cubicBezTo>
                      <a:pt x="192169" y="2243"/>
                      <a:pt x="188131" y="2064"/>
                      <a:pt x="188131" y="2064"/>
                    </a:cubicBezTo>
                    <a:cubicBezTo>
                      <a:pt x="188131" y="2064"/>
                      <a:pt x="174437" y="2201"/>
                      <a:pt x="163969" y="2201"/>
                    </a:cubicBezTo>
                    <a:cubicBezTo>
                      <a:pt x="158735" y="2201"/>
                      <a:pt x="154307" y="2167"/>
                      <a:pt x="152801" y="2064"/>
                    </a:cubicBezTo>
                    <a:cubicBezTo>
                      <a:pt x="148282" y="1756"/>
                      <a:pt x="96761" y="927"/>
                      <a:pt x="93993" y="664"/>
                    </a:cubicBezTo>
                    <a:cubicBezTo>
                      <a:pt x="91222" y="400"/>
                      <a:pt x="86459" y="118"/>
                      <a:pt x="78149" y="8"/>
                    </a:cubicBezTo>
                    <a:cubicBezTo>
                      <a:pt x="77791" y="3"/>
                      <a:pt x="77437" y="1"/>
                      <a:pt x="77087"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16"/>
              <p:cNvSpPr/>
              <p:nvPr/>
            </p:nvSpPr>
            <p:spPr>
              <a:xfrm>
                <a:off x="272675" y="2551975"/>
                <a:ext cx="7091125" cy="671250"/>
              </a:xfrm>
              <a:custGeom>
                <a:avLst/>
                <a:gdLst/>
                <a:ahLst/>
                <a:cxnLst/>
                <a:rect l="l" t="t" r="r" b="b"/>
                <a:pathLst>
                  <a:path w="283645" h="26850" extrusionOk="0">
                    <a:moveTo>
                      <a:pt x="134832" y="1"/>
                    </a:moveTo>
                    <a:cubicBezTo>
                      <a:pt x="134792" y="1"/>
                      <a:pt x="134755" y="2"/>
                      <a:pt x="134720" y="3"/>
                    </a:cubicBezTo>
                    <a:cubicBezTo>
                      <a:pt x="133388" y="67"/>
                      <a:pt x="126129" y="738"/>
                      <a:pt x="125164" y="738"/>
                    </a:cubicBezTo>
                    <a:cubicBezTo>
                      <a:pt x="125137" y="738"/>
                      <a:pt x="125116" y="737"/>
                      <a:pt x="125099" y="736"/>
                    </a:cubicBezTo>
                    <a:cubicBezTo>
                      <a:pt x="124476" y="698"/>
                      <a:pt x="118537" y="377"/>
                      <a:pt x="118537" y="377"/>
                    </a:cubicBezTo>
                    <a:cubicBezTo>
                      <a:pt x="118537" y="377"/>
                      <a:pt x="108294" y="62"/>
                      <a:pt x="107177" y="62"/>
                    </a:cubicBezTo>
                    <a:cubicBezTo>
                      <a:pt x="107164" y="62"/>
                      <a:pt x="107152" y="62"/>
                      <a:pt x="107141" y="62"/>
                    </a:cubicBezTo>
                    <a:cubicBezTo>
                      <a:pt x="106235" y="68"/>
                      <a:pt x="103414" y="101"/>
                      <a:pt x="97559" y="736"/>
                    </a:cubicBezTo>
                    <a:cubicBezTo>
                      <a:pt x="91703" y="1366"/>
                      <a:pt x="89100" y="1572"/>
                      <a:pt x="89100" y="1572"/>
                    </a:cubicBezTo>
                    <a:cubicBezTo>
                      <a:pt x="89100" y="1572"/>
                      <a:pt x="85133" y="1222"/>
                      <a:pt x="81765" y="1222"/>
                    </a:cubicBezTo>
                    <a:cubicBezTo>
                      <a:pt x="80976" y="1222"/>
                      <a:pt x="80220" y="1241"/>
                      <a:pt x="79556" y="1288"/>
                    </a:cubicBezTo>
                    <a:cubicBezTo>
                      <a:pt x="76047" y="1534"/>
                      <a:pt x="68784" y="3294"/>
                      <a:pt x="67981" y="3667"/>
                    </a:cubicBezTo>
                    <a:cubicBezTo>
                      <a:pt x="67171" y="4034"/>
                      <a:pt x="25362" y="5557"/>
                      <a:pt x="25362" y="5557"/>
                    </a:cubicBezTo>
                    <a:lnTo>
                      <a:pt x="0" y="7247"/>
                    </a:lnTo>
                    <a:lnTo>
                      <a:pt x="0" y="26849"/>
                    </a:lnTo>
                    <a:lnTo>
                      <a:pt x="283645" y="26849"/>
                    </a:lnTo>
                    <a:lnTo>
                      <a:pt x="283645" y="5628"/>
                    </a:lnTo>
                    <a:lnTo>
                      <a:pt x="283034" y="5364"/>
                    </a:lnTo>
                    <a:lnTo>
                      <a:pt x="249889" y="4805"/>
                    </a:lnTo>
                    <a:cubicBezTo>
                      <a:pt x="249889" y="4805"/>
                      <a:pt x="246822" y="4228"/>
                      <a:pt x="245827" y="4228"/>
                    </a:cubicBezTo>
                    <a:cubicBezTo>
                      <a:pt x="245777" y="4228"/>
                      <a:pt x="245731" y="4230"/>
                      <a:pt x="245692" y="4233"/>
                    </a:cubicBezTo>
                    <a:cubicBezTo>
                      <a:pt x="244889" y="4304"/>
                      <a:pt x="242171" y="4619"/>
                      <a:pt x="242171" y="4619"/>
                    </a:cubicBezTo>
                    <a:lnTo>
                      <a:pt x="233912" y="4233"/>
                    </a:lnTo>
                    <a:cubicBezTo>
                      <a:pt x="233912" y="4233"/>
                      <a:pt x="232138" y="3095"/>
                      <a:pt x="225999" y="2857"/>
                    </a:cubicBezTo>
                    <a:cubicBezTo>
                      <a:pt x="220178" y="2637"/>
                      <a:pt x="216019" y="2632"/>
                      <a:pt x="215613" y="2632"/>
                    </a:cubicBezTo>
                    <a:cubicBezTo>
                      <a:pt x="215592" y="2632"/>
                      <a:pt x="215581" y="2632"/>
                      <a:pt x="215581" y="2632"/>
                    </a:cubicBezTo>
                    <a:lnTo>
                      <a:pt x="202181" y="2053"/>
                    </a:lnTo>
                    <a:cubicBezTo>
                      <a:pt x="202181" y="2053"/>
                      <a:pt x="195990" y="2330"/>
                      <a:pt x="194300" y="2427"/>
                    </a:cubicBezTo>
                    <a:cubicBezTo>
                      <a:pt x="192611" y="2516"/>
                      <a:pt x="187263" y="3005"/>
                      <a:pt x="187263" y="3005"/>
                    </a:cubicBezTo>
                    <a:lnTo>
                      <a:pt x="172828" y="3005"/>
                    </a:lnTo>
                    <a:lnTo>
                      <a:pt x="169434" y="2857"/>
                    </a:lnTo>
                    <a:cubicBezTo>
                      <a:pt x="169434" y="2857"/>
                      <a:pt x="166638" y="2613"/>
                      <a:pt x="165249" y="2472"/>
                    </a:cubicBezTo>
                    <a:cubicBezTo>
                      <a:pt x="163855" y="2330"/>
                      <a:pt x="160358" y="2222"/>
                      <a:pt x="158643" y="2053"/>
                    </a:cubicBezTo>
                    <a:cubicBezTo>
                      <a:pt x="156926" y="1881"/>
                      <a:pt x="152440" y="1418"/>
                      <a:pt x="151933" y="1288"/>
                    </a:cubicBezTo>
                    <a:cubicBezTo>
                      <a:pt x="151766" y="1246"/>
                      <a:pt x="150510" y="1231"/>
                      <a:pt x="148911" y="1231"/>
                    </a:cubicBezTo>
                    <a:cubicBezTo>
                      <a:pt x="145711" y="1231"/>
                      <a:pt x="141135" y="1288"/>
                      <a:pt x="141135" y="1288"/>
                    </a:cubicBezTo>
                    <a:cubicBezTo>
                      <a:pt x="141135" y="1288"/>
                      <a:pt x="136344" y="1"/>
                      <a:pt x="134832" y="1"/>
                    </a:cubicBezTo>
                    <a:close/>
                  </a:path>
                </a:pathLst>
              </a:custGeom>
              <a:solidFill>
                <a:srgbClr val="5E8688"/>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16"/>
              <p:cNvSpPr/>
              <p:nvPr/>
            </p:nvSpPr>
            <p:spPr>
              <a:xfrm>
                <a:off x="3562250" y="2808825"/>
                <a:ext cx="54025" cy="61550"/>
              </a:xfrm>
              <a:custGeom>
                <a:avLst/>
                <a:gdLst/>
                <a:ahLst/>
                <a:cxnLst/>
                <a:rect l="l" t="t" r="r" b="b"/>
                <a:pathLst>
                  <a:path w="2161" h="2462" extrusionOk="0">
                    <a:moveTo>
                      <a:pt x="1036" y="501"/>
                    </a:moveTo>
                    <a:cubicBezTo>
                      <a:pt x="1312" y="637"/>
                      <a:pt x="1556" y="913"/>
                      <a:pt x="1620" y="1195"/>
                    </a:cubicBezTo>
                    <a:cubicBezTo>
                      <a:pt x="1685" y="1440"/>
                      <a:pt x="1614" y="1652"/>
                      <a:pt x="1415" y="1826"/>
                    </a:cubicBezTo>
                    <a:cubicBezTo>
                      <a:pt x="1281" y="1942"/>
                      <a:pt x="1155" y="2001"/>
                      <a:pt x="1040" y="2001"/>
                    </a:cubicBezTo>
                    <a:cubicBezTo>
                      <a:pt x="985" y="2001"/>
                      <a:pt x="932" y="1987"/>
                      <a:pt x="882" y="1960"/>
                    </a:cubicBezTo>
                    <a:cubicBezTo>
                      <a:pt x="638" y="1832"/>
                      <a:pt x="476" y="1408"/>
                      <a:pt x="535" y="1041"/>
                    </a:cubicBezTo>
                    <a:cubicBezTo>
                      <a:pt x="567" y="836"/>
                      <a:pt x="676" y="572"/>
                      <a:pt x="1030" y="501"/>
                    </a:cubicBezTo>
                    <a:close/>
                    <a:moveTo>
                      <a:pt x="930" y="0"/>
                    </a:moveTo>
                    <a:cubicBezTo>
                      <a:pt x="845" y="0"/>
                      <a:pt x="764" y="48"/>
                      <a:pt x="727" y="123"/>
                    </a:cubicBezTo>
                    <a:cubicBezTo>
                      <a:pt x="380" y="263"/>
                      <a:pt x="149" y="566"/>
                      <a:pt x="84" y="978"/>
                    </a:cubicBezTo>
                    <a:cubicBezTo>
                      <a:pt x="1" y="1524"/>
                      <a:pt x="252" y="2141"/>
                      <a:pt x="663" y="2360"/>
                    </a:cubicBezTo>
                    <a:cubicBezTo>
                      <a:pt x="754" y="2411"/>
                      <a:pt x="882" y="2461"/>
                      <a:pt x="1042" y="2461"/>
                    </a:cubicBezTo>
                    <a:cubicBezTo>
                      <a:pt x="1229" y="2461"/>
                      <a:pt x="1460" y="2390"/>
                      <a:pt x="1718" y="2167"/>
                    </a:cubicBezTo>
                    <a:cubicBezTo>
                      <a:pt x="2038" y="1877"/>
                      <a:pt x="2160" y="1497"/>
                      <a:pt x="2065" y="1093"/>
                    </a:cubicBezTo>
                    <a:cubicBezTo>
                      <a:pt x="1941" y="586"/>
                      <a:pt x="1486" y="135"/>
                      <a:pt x="985" y="7"/>
                    </a:cubicBezTo>
                    <a:cubicBezTo>
                      <a:pt x="967" y="3"/>
                      <a:pt x="948" y="0"/>
                      <a:pt x="930"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16"/>
              <p:cNvSpPr/>
              <p:nvPr/>
            </p:nvSpPr>
            <p:spPr>
              <a:xfrm>
                <a:off x="3574125" y="2821325"/>
                <a:ext cx="30275" cy="37525"/>
              </a:xfrm>
              <a:custGeom>
                <a:avLst/>
                <a:gdLst/>
                <a:ahLst/>
                <a:cxnLst/>
                <a:rect l="l" t="t" r="r" b="b"/>
                <a:pathLst>
                  <a:path w="1211" h="1501" extrusionOk="0">
                    <a:moveTo>
                      <a:pt x="555" y="1"/>
                    </a:moveTo>
                    <a:cubicBezTo>
                      <a:pt x="201" y="72"/>
                      <a:pt x="92" y="336"/>
                      <a:pt x="60" y="541"/>
                    </a:cubicBezTo>
                    <a:cubicBezTo>
                      <a:pt x="1" y="908"/>
                      <a:pt x="163" y="1332"/>
                      <a:pt x="407" y="1460"/>
                    </a:cubicBezTo>
                    <a:cubicBezTo>
                      <a:pt x="457" y="1487"/>
                      <a:pt x="510" y="1501"/>
                      <a:pt x="565" y="1501"/>
                    </a:cubicBezTo>
                    <a:cubicBezTo>
                      <a:pt x="680" y="1501"/>
                      <a:pt x="806" y="1442"/>
                      <a:pt x="940" y="1326"/>
                    </a:cubicBezTo>
                    <a:cubicBezTo>
                      <a:pt x="1139" y="1152"/>
                      <a:pt x="1210" y="940"/>
                      <a:pt x="1145" y="695"/>
                    </a:cubicBezTo>
                    <a:cubicBezTo>
                      <a:pt x="1081" y="413"/>
                      <a:pt x="837" y="137"/>
                      <a:pt x="561"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16"/>
              <p:cNvSpPr/>
              <p:nvPr/>
            </p:nvSpPr>
            <p:spPr>
              <a:xfrm>
                <a:off x="1423625" y="2714000"/>
                <a:ext cx="71675" cy="63200"/>
              </a:xfrm>
              <a:custGeom>
                <a:avLst/>
                <a:gdLst/>
                <a:ahLst/>
                <a:cxnLst/>
                <a:rect l="l" t="t" r="r" b="b"/>
                <a:pathLst>
                  <a:path w="2867" h="2528" extrusionOk="0">
                    <a:moveTo>
                      <a:pt x="1313" y="456"/>
                    </a:moveTo>
                    <a:cubicBezTo>
                      <a:pt x="1469" y="456"/>
                      <a:pt x="1626" y="505"/>
                      <a:pt x="1754" y="573"/>
                    </a:cubicBezTo>
                    <a:cubicBezTo>
                      <a:pt x="2083" y="754"/>
                      <a:pt x="2347" y="1126"/>
                      <a:pt x="2198" y="1544"/>
                    </a:cubicBezTo>
                    <a:cubicBezTo>
                      <a:pt x="2073" y="1889"/>
                      <a:pt x="1849" y="2075"/>
                      <a:pt x="1546" y="2075"/>
                    </a:cubicBezTo>
                    <a:cubicBezTo>
                      <a:pt x="1522" y="2075"/>
                      <a:pt x="1497" y="2074"/>
                      <a:pt x="1472" y="2071"/>
                    </a:cubicBezTo>
                    <a:cubicBezTo>
                      <a:pt x="1028" y="2033"/>
                      <a:pt x="559" y="1647"/>
                      <a:pt x="488" y="1255"/>
                    </a:cubicBezTo>
                    <a:cubicBezTo>
                      <a:pt x="457" y="1055"/>
                      <a:pt x="534" y="894"/>
                      <a:pt x="662" y="772"/>
                    </a:cubicBezTo>
                    <a:cubicBezTo>
                      <a:pt x="727" y="772"/>
                      <a:pt x="790" y="740"/>
                      <a:pt x="835" y="683"/>
                    </a:cubicBezTo>
                    <a:cubicBezTo>
                      <a:pt x="873" y="630"/>
                      <a:pt x="926" y="586"/>
                      <a:pt x="971" y="553"/>
                    </a:cubicBezTo>
                    <a:cubicBezTo>
                      <a:pt x="989" y="547"/>
                      <a:pt x="1015" y="535"/>
                      <a:pt x="1035" y="529"/>
                    </a:cubicBezTo>
                    <a:cubicBezTo>
                      <a:pt x="1054" y="515"/>
                      <a:pt x="1066" y="509"/>
                      <a:pt x="1080" y="496"/>
                    </a:cubicBezTo>
                    <a:cubicBezTo>
                      <a:pt x="1155" y="468"/>
                      <a:pt x="1234" y="456"/>
                      <a:pt x="1313" y="456"/>
                    </a:cubicBezTo>
                    <a:close/>
                    <a:moveTo>
                      <a:pt x="1316" y="0"/>
                    </a:moveTo>
                    <a:cubicBezTo>
                      <a:pt x="1109" y="0"/>
                      <a:pt x="913" y="54"/>
                      <a:pt x="745" y="161"/>
                    </a:cubicBezTo>
                    <a:cubicBezTo>
                      <a:pt x="0" y="547"/>
                      <a:pt x="7" y="1101"/>
                      <a:pt x="45" y="1332"/>
                    </a:cubicBezTo>
                    <a:cubicBezTo>
                      <a:pt x="148" y="1923"/>
                      <a:pt x="784" y="2469"/>
                      <a:pt x="1433" y="2528"/>
                    </a:cubicBezTo>
                    <a:lnTo>
                      <a:pt x="1543" y="2528"/>
                    </a:lnTo>
                    <a:cubicBezTo>
                      <a:pt x="2044" y="2528"/>
                      <a:pt x="2436" y="2232"/>
                      <a:pt x="2623" y="1698"/>
                    </a:cubicBezTo>
                    <a:cubicBezTo>
                      <a:pt x="2866" y="1030"/>
                      <a:pt x="2455" y="445"/>
                      <a:pt x="1973" y="175"/>
                    </a:cubicBezTo>
                    <a:cubicBezTo>
                      <a:pt x="1755" y="58"/>
                      <a:pt x="1529" y="0"/>
                      <a:pt x="1316"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16"/>
              <p:cNvSpPr/>
              <p:nvPr/>
            </p:nvSpPr>
            <p:spPr>
              <a:xfrm>
                <a:off x="1435025" y="2725400"/>
                <a:ext cx="47275" cy="40475"/>
              </a:xfrm>
              <a:custGeom>
                <a:avLst/>
                <a:gdLst/>
                <a:ahLst/>
                <a:cxnLst/>
                <a:rect l="l" t="t" r="r" b="b"/>
                <a:pathLst>
                  <a:path w="1891" h="1619" extrusionOk="0">
                    <a:moveTo>
                      <a:pt x="857" y="0"/>
                    </a:moveTo>
                    <a:cubicBezTo>
                      <a:pt x="778" y="0"/>
                      <a:pt x="699" y="12"/>
                      <a:pt x="624" y="40"/>
                    </a:cubicBezTo>
                    <a:cubicBezTo>
                      <a:pt x="610" y="53"/>
                      <a:pt x="598" y="59"/>
                      <a:pt x="579" y="73"/>
                    </a:cubicBezTo>
                    <a:cubicBezTo>
                      <a:pt x="559" y="79"/>
                      <a:pt x="533" y="91"/>
                      <a:pt x="515" y="97"/>
                    </a:cubicBezTo>
                    <a:cubicBezTo>
                      <a:pt x="470" y="130"/>
                      <a:pt x="417" y="174"/>
                      <a:pt x="379" y="227"/>
                    </a:cubicBezTo>
                    <a:cubicBezTo>
                      <a:pt x="334" y="284"/>
                      <a:pt x="271" y="316"/>
                      <a:pt x="206" y="316"/>
                    </a:cubicBezTo>
                    <a:cubicBezTo>
                      <a:pt x="78" y="438"/>
                      <a:pt x="1" y="599"/>
                      <a:pt x="32" y="799"/>
                    </a:cubicBezTo>
                    <a:cubicBezTo>
                      <a:pt x="103" y="1191"/>
                      <a:pt x="572" y="1577"/>
                      <a:pt x="1016" y="1615"/>
                    </a:cubicBezTo>
                    <a:cubicBezTo>
                      <a:pt x="1041" y="1618"/>
                      <a:pt x="1066" y="1619"/>
                      <a:pt x="1090" y="1619"/>
                    </a:cubicBezTo>
                    <a:cubicBezTo>
                      <a:pt x="1393" y="1619"/>
                      <a:pt x="1617" y="1433"/>
                      <a:pt x="1742" y="1088"/>
                    </a:cubicBezTo>
                    <a:cubicBezTo>
                      <a:pt x="1891" y="670"/>
                      <a:pt x="1627" y="298"/>
                      <a:pt x="1298" y="117"/>
                    </a:cubicBezTo>
                    <a:cubicBezTo>
                      <a:pt x="1170" y="49"/>
                      <a:pt x="1013" y="0"/>
                      <a:pt x="857"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16"/>
              <p:cNvSpPr/>
              <p:nvPr/>
            </p:nvSpPr>
            <p:spPr>
              <a:xfrm>
                <a:off x="955225" y="2876425"/>
                <a:ext cx="60775" cy="53725"/>
              </a:xfrm>
              <a:custGeom>
                <a:avLst/>
                <a:gdLst/>
                <a:ahLst/>
                <a:cxnLst/>
                <a:rect l="l" t="t" r="r" b="b"/>
                <a:pathLst>
                  <a:path w="2431" h="2149" extrusionOk="0">
                    <a:moveTo>
                      <a:pt x="1117" y="389"/>
                    </a:moveTo>
                    <a:cubicBezTo>
                      <a:pt x="1249" y="389"/>
                      <a:pt x="1379" y="431"/>
                      <a:pt x="1485" y="490"/>
                    </a:cubicBezTo>
                    <a:cubicBezTo>
                      <a:pt x="1762" y="644"/>
                      <a:pt x="1994" y="953"/>
                      <a:pt x="1864" y="1306"/>
                    </a:cubicBezTo>
                    <a:cubicBezTo>
                      <a:pt x="1757" y="1605"/>
                      <a:pt x="1567" y="1759"/>
                      <a:pt x="1309" y="1759"/>
                    </a:cubicBezTo>
                    <a:cubicBezTo>
                      <a:pt x="1289" y="1759"/>
                      <a:pt x="1268" y="1758"/>
                      <a:pt x="1247" y="1757"/>
                    </a:cubicBezTo>
                    <a:cubicBezTo>
                      <a:pt x="868" y="1724"/>
                      <a:pt x="470" y="1397"/>
                      <a:pt x="419" y="1062"/>
                    </a:cubicBezTo>
                    <a:cubicBezTo>
                      <a:pt x="386" y="896"/>
                      <a:pt x="451" y="760"/>
                      <a:pt x="559" y="658"/>
                    </a:cubicBezTo>
                    <a:cubicBezTo>
                      <a:pt x="618" y="658"/>
                      <a:pt x="675" y="626"/>
                      <a:pt x="707" y="581"/>
                    </a:cubicBezTo>
                    <a:cubicBezTo>
                      <a:pt x="746" y="535"/>
                      <a:pt x="784" y="496"/>
                      <a:pt x="823" y="472"/>
                    </a:cubicBezTo>
                    <a:cubicBezTo>
                      <a:pt x="843" y="465"/>
                      <a:pt x="855" y="452"/>
                      <a:pt x="875" y="445"/>
                    </a:cubicBezTo>
                    <a:cubicBezTo>
                      <a:pt x="894" y="439"/>
                      <a:pt x="906" y="433"/>
                      <a:pt x="914" y="427"/>
                    </a:cubicBezTo>
                    <a:cubicBezTo>
                      <a:pt x="980" y="401"/>
                      <a:pt x="1049" y="389"/>
                      <a:pt x="1117" y="389"/>
                    </a:cubicBezTo>
                    <a:close/>
                    <a:moveTo>
                      <a:pt x="1118" y="1"/>
                    </a:moveTo>
                    <a:cubicBezTo>
                      <a:pt x="941" y="1"/>
                      <a:pt x="774" y="47"/>
                      <a:pt x="630" y="137"/>
                    </a:cubicBezTo>
                    <a:cubicBezTo>
                      <a:pt x="1" y="465"/>
                      <a:pt x="1" y="934"/>
                      <a:pt x="39" y="1127"/>
                    </a:cubicBezTo>
                    <a:cubicBezTo>
                      <a:pt x="123" y="1629"/>
                      <a:pt x="663" y="2097"/>
                      <a:pt x="1215" y="2142"/>
                    </a:cubicBezTo>
                    <a:cubicBezTo>
                      <a:pt x="1247" y="2142"/>
                      <a:pt x="1280" y="2148"/>
                      <a:pt x="1312" y="2148"/>
                    </a:cubicBezTo>
                    <a:cubicBezTo>
                      <a:pt x="1730" y="2148"/>
                      <a:pt x="2063" y="1892"/>
                      <a:pt x="2225" y="1442"/>
                    </a:cubicBezTo>
                    <a:cubicBezTo>
                      <a:pt x="2430" y="876"/>
                      <a:pt x="2077" y="374"/>
                      <a:pt x="1671" y="149"/>
                    </a:cubicBezTo>
                    <a:cubicBezTo>
                      <a:pt x="1487" y="49"/>
                      <a:pt x="1298" y="1"/>
                      <a:pt x="1118"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16"/>
              <p:cNvSpPr/>
              <p:nvPr/>
            </p:nvSpPr>
            <p:spPr>
              <a:xfrm>
                <a:off x="964875" y="2886150"/>
                <a:ext cx="40200" cy="34275"/>
              </a:xfrm>
              <a:custGeom>
                <a:avLst/>
                <a:gdLst/>
                <a:ahLst/>
                <a:cxnLst/>
                <a:rect l="l" t="t" r="r" b="b"/>
                <a:pathLst>
                  <a:path w="1608" h="1371" extrusionOk="0">
                    <a:moveTo>
                      <a:pt x="731" y="0"/>
                    </a:moveTo>
                    <a:cubicBezTo>
                      <a:pt x="663" y="0"/>
                      <a:pt x="594" y="12"/>
                      <a:pt x="528" y="38"/>
                    </a:cubicBezTo>
                    <a:cubicBezTo>
                      <a:pt x="520" y="44"/>
                      <a:pt x="508" y="50"/>
                      <a:pt x="489" y="56"/>
                    </a:cubicBezTo>
                    <a:cubicBezTo>
                      <a:pt x="469" y="63"/>
                      <a:pt x="457" y="76"/>
                      <a:pt x="437" y="83"/>
                    </a:cubicBezTo>
                    <a:cubicBezTo>
                      <a:pt x="398" y="107"/>
                      <a:pt x="360" y="146"/>
                      <a:pt x="321" y="192"/>
                    </a:cubicBezTo>
                    <a:cubicBezTo>
                      <a:pt x="289" y="237"/>
                      <a:pt x="232" y="269"/>
                      <a:pt x="173" y="269"/>
                    </a:cubicBezTo>
                    <a:cubicBezTo>
                      <a:pt x="65" y="371"/>
                      <a:pt x="0" y="507"/>
                      <a:pt x="33" y="673"/>
                    </a:cubicBezTo>
                    <a:cubicBezTo>
                      <a:pt x="84" y="1008"/>
                      <a:pt x="482" y="1335"/>
                      <a:pt x="861" y="1368"/>
                    </a:cubicBezTo>
                    <a:cubicBezTo>
                      <a:pt x="882" y="1369"/>
                      <a:pt x="903" y="1370"/>
                      <a:pt x="923" y="1370"/>
                    </a:cubicBezTo>
                    <a:cubicBezTo>
                      <a:pt x="1181" y="1370"/>
                      <a:pt x="1371" y="1216"/>
                      <a:pt x="1478" y="917"/>
                    </a:cubicBezTo>
                    <a:cubicBezTo>
                      <a:pt x="1608" y="564"/>
                      <a:pt x="1376" y="255"/>
                      <a:pt x="1099" y="101"/>
                    </a:cubicBezTo>
                    <a:cubicBezTo>
                      <a:pt x="993" y="42"/>
                      <a:pt x="863" y="0"/>
                      <a:pt x="731"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16"/>
              <p:cNvSpPr/>
              <p:nvPr/>
            </p:nvSpPr>
            <p:spPr>
              <a:xfrm>
                <a:off x="6766850" y="2754775"/>
                <a:ext cx="58025" cy="46850"/>
              </a:xfrm>
              <a:custGeom>
                <a:avLst/>
                <a:gdLst/>
                <a:ahLst/>
                <a:cxnLst/>
                <a:rect l="l" t="t" r="r" b="b"/>
                <a:pathLst>
                  <a:path w="2321" h="1874" extrusionOk="0">
                    <a:moveTo>
                      <a:pt x="1106" y="451"/>
                    </a:moveTo>
                    <a:cubicBezTo>
                      <a:pt x="1327" y="451"/>
                      <a:pt x="1561" y="529"/>
                      <a:pt x="1698" y="671"/>
                    </a:cubicBezTo>
                    <a:cubicBezTo>
                      <a:pt x="1748" y="722"/>
                      <a:pt x="1903" y="883"/>
                      <a:pt x="1665" y="1197"/>
                    </a:cubicBezTo>
                    <a:cubicBezTo>
                      <a:pt x="1556" y="1347"/>
                      <a:pt x="1420" y="1421"/>
                      <a:pt x="1263" y="1421"/>
                    </a:cubicBezTo>
                    <a:cubicBezTo>
                      <a:pt x="1190" y="1421"/>
                      <a:pt x="1111" y="1405"/>
                      <a:pt x="1030" y="1372"/>
                    </a:cubicBezTo>
                    <a:cubicBezTo>
                      <a:pt x="707" y="1236"/>
                      <a:pt x="484" y="909"/>
                      <a:pt x="508" y="729"/>
                    </a:cubicBezTo>
                    <a:cubicBezTo>
                      <a:pt x="514" y="665"/>
                      <a:pt x="561" y="627"/>
                      <a:pt x="624" y="594"/>
                    </a:cubicBezTo>
                    <a:cubicBezTo>
                      <a:pt x="650" y="588"/>
                      <a:pt x="676" y="580"/>
                      <a:pt x="701" y="568"/>
                    </a:cubicBezTo>
                    <a:cubicBezTo>
                      <a:pt x="746" y="550"/>
                      <a:pt x="798" y="542"/>
                      <a:pt x="843" y="536"/>
                    </a:cubicBezTo>
                    <a:cubicBezTo>
                      <a:pt x="900" y="530"/>
                      <a:pt x="953" y="503"/>
                      <a:pt x="991" y="459"/>
                    </a:cubicBezTo>
                    <a:cubicBezTo>
                      <a:pt x="1029" y="454"/>
                      <a:pt x="1067" y="451"/>
                      <a:pt x="1106" y="451"/>
                    </a:cubicBezTo>
                    <a:close/>
                    <a:moveTo>
                      <a:pt x="1106" y="1"/>
                    </a:moveTo>
                    <a:cubicBezTo>
                      <a:pt x="890" y="1"/>
                      <a:pt x="679" y="51"/>
                      <a:pt x="508" y="156"/>
                    </a:cubicBezTo>
                    <a:cubicBezTo>
                      <a:pt x="155" y="286"/>
                      <a:pt x="78" y="542"/>
                      <a:pt x="59" y="665"/>
                    </a:cubicBezTo>
                    <a:cubicBezTo>
                      <a:pt x="1" y="1082"/>
                      <a:pt x="360" y="1583"/>
                      <a:pt x="855" y="1790"/>
                    </a:cubicBezTo>
                    <a:cubicBezTo>
                      <a:pt x="997" y="1847"/>
                      <a:pt x="1131" y="1873"/>
                      <a:pt x="1267" y="1873"/>
                    </a:cubicBezTo>
                    <a:cubicBezTo>
                      <a:pt x="1563" y="1873"/>
                      <a:pt x="1833" y="1737"/>
                      <a:pt x="2032" y="1467"/>
                    </a:cubicBezTo>
                    <a:cubicBezTo>
                      <a:pt x="2321" y="1082"/>
                      <a:pt x="2321" y="665"/>
                      <a:pt x="2018" y="357"/>
                    </a:cubicBezTo>
                    <a:cubicBezTo>
                      <a:pt x="1795" y="125"/>
                      <a:pt x="1445" y="1"/>
                      <a:pt x="110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16"/>
              <p:cNvSpPr/>
              <p:nvPr/>
            </p:nvSpPr>
            <p:spPr>
              <a:xfrm>
                <a:off x="6778925" y="2766050"/>
                <a:ext cx="35500" cy="24275"/>
              </a:xfrm>
              <a:custGeom>
                <a:avLst/>
                <a:gdLst/>
                <a:ahLst/>
                <a:cxnLst/>
                <a:rect l="l" t="t" r="r" b="b"/>
                <a:pathLst>
                  <a:path w="1420" h="971" extrusionOk="0">
                    <a:moveTo>
                      <a:pt x="623" y="0"/>
                    </a:moveTo>
                    <a:cubicBezTo>
                      <a:pt x="584" y="0"/>
                      <a:pt x="546" y="3"/>
                      <a:pt x="508" y="8"/>
                    </a:cubicBezTo>
                    <a:cubicBezTo>
                      <a:pt x="470" y="52"/>
                      <a:pt x="417" y="79"/>
                      <a:pt x="360" y="85"/>
                    </a:cubicBezTo>
                    <a:cubicBezTo>
                      <a:pt x="315" y="91"/>
                      <a:pt x="263" y="99"/>
                      <a:pt x="218" y="117"/>
                    </a:cubicBezTo>
                    <a:cubicBezTo>
                      <a:pt x="193" y="129"/>
                      <a:pt x="167" y="137"/>
                      <a:pt x="141" y="143"/>
                    </a:cubicBezTo>
                    <a:cubicBezTo>
                      <a:pt x="78" y="176"/>
                      <a:pt x="31" y="214"/>
                      <a:pt x="25" y="278"/>
                    </a:cubicBezTo>
                    <a:cubicBezTo>
                      <a:pt x="1" y="458"/>
                      <a:pt x="224" y="785"/>
                      <a:pt x="547" y="921"/>
                    </a:cubicBezTo>
                    <a:cubicBezTo>
                      <a:pt x="628" y="954"/>
                      <a:pt x="707" y="970"/>
                      <a:pt x="780" y="970"/>
                    </a:cubicBezTo>
                    <a:cubicBezTo>
                      <a:pt x="937" y="970"/>
                      <a:pt x="1073" y="896"/>
                      <a:pt x="1182" y="746"/>
                    </a:cubicBezTo>
                    <a:cubicBezTo>
                      <a:pt x="1420" y="432"/>
                      <a:pt x="1265" y="271"/>
                      <a:pt x="1215" y="220"/>
                    </a:cubicBezTo>
                    <a:cubicBezTo>
                      <a:pt x="1078" y="78"/>
                      <a:pt x="844" y="0"/>
                      <a:pt x="623"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16"/>
              <p:cNvSpPr/>
              <p:nvPr/>
            </p:nvSpPr>
            <p:spPr>
              <a:xfrm>
                <a:off x="482175" y="2771375"/>
                <a:ext cx="53050" cy="47900"/>
              </a:xfrm>
              <a:custGeom>
                <a:avLst/>
                <a:gdLst/>
                <a:ahLst/>
                <a:cxnLst/>
                <a:rect l="l" t="t" r="r" b="b"/>
                <a:pathLst>
                  <a:path w="2122" h="1916" extrusionOk="0">
                    <a:moveTo>
                      <a:pt x="1130" y="567"/>
                    </a:moveTo>
                    <a:cubicBezTo>
                      <a:pt x="1283" y="567"/>
                      <a:pt x="1412" y="649"/>
                      <a:pt x="1492" y="759"/>
                    </a:cubicBezTo>
                    <a:cubicBezTo>
                      <a:pt x="1596" y="907"/>
                      <a:pt x="1626" y="1138"/>
                      <a:pt x="1389" y="1337"/>
                    </a:cubicBezTo>
                    <a:cubicBezTo>
                      <a:pt x="1277" y="1430"/>
                      <a:pt x="1168" y="1463"/>
                      <a:pt x="1070" y="1463"/>
                    </a:cubicBezTo>
                    <a:cubicBezTo>
                      <a:pt x="977" y="1463"/>
                      <a:pt x="893" y="1433"/>
                      <a:pt x="824" y="1396"/>
                    </a:cubicBezTo>
                    <a:cubicBezTo>
                      <a:pt x="611" y="1274"/>
                      <a:pt x="470" y="1035"/>
                      <a:pt x="496" y="830"/>
                    </a:cubicBezTo>
                    <a:cubicBezTo>
                      <a:pt x="508" y="746"/>
                      <a:pt x="554" y="675"/>
                      <a:pt x="611" y="625"/>
                    </a:cubicBezTo>
                    <a:cubicBezTo>
                      <a:pt x="652" y="657"/>
                      <a:pt x="705" y="676"/>
                      <a:pt x="759" y="676"/>
                    </a:cubicBezTo>
                    <a:cubicBezTo>
                      <a:pt x="799" y="676"/>
                      <a:pt x="840" y="665"/>
                      <a:pt x="875" y="643"/>
                    </a:cubicBezTo>
                    <a:cubicBezTo>
                      <a:pt x="964" y="590"/>
                      <a:pt x="1050" y="567"/>
                      <a:pt x="1130" y="567"/>
                    </a:cubicBezTo>
                    <a:close/>
                    <a:moveTo>
                      <a:pt x="935" y="0"/>
                    </a:moveTo>
                    <a:cubicBezTo>
                      <a:pt x="915" y="0"/>
                      <a:pt x="895" y="2"/>
                      <a:pt x="875" y="7"/>
                    </a:cubicBezTo>
                    <a:cubicBezTo>
                      <a:pt x="226" y="162"/>
                      <a:pt x="78" y="554"/>
                      <a:pt x="53" y="773"/>
                    </a:cubicBezTo>
                    <a:cubicBezTo>
                      <a:pt x="1" y="1158"/>
                      <a:pt x="226" y="1582"/>
                      <a:pt x="605" y="1788"/>
                    </a:cubicBezTo>
                    <a:cubicBezTo>
                      <a:pt x="760" y="1871"/>
                      <a:pt x="914" y="1916"/>
                      <a:pt x="1068" y="1916"/>
                    </a:cubicBezTo>
                    <a:cubicBezTo>
                      <a:pt x="1287" y="1916"/>
                      <a:pt x="1498" y="1838"/>
                      <a:pt x="1679" y="1684"/>
                    </a:cubicBezTo>
                    <a:cubicBezTo>
                      <a:pt x="2122" y="1319"/>
                      <a:pt x="2083" y="811"/>
                      <a:pt x="1858" y="495"/>
                    </a:cubicBezTo>
                    <a:cubicBezTo>
                      <a:pt x="1697" y="271"/>
                      <a:pt x="1427" y="117"/>
                      <a:pt x="1125" y="109"/>
                    </a:cubicBezTo>
                    <a:cubicBezTo>
                      <a:pt x="1089" y="42"/>
                      <a:pt x="1016" y="0"/>
                      <a:pt x="935"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16"/>
              <p:cNvSpPr/>
              <p:nvPr/>
            </p:nvSpPr>
            <p:spPr>
              <a:xfrm>
                <a:off x="493900" y="2785550"/>
                <a:ext cx="28950" cy="22425"/>
              </a:xfrm>
              <a:custGeom>
                <a:avLst/>
                <a:gdLst/>
                <a:ahLst/>
                <a:cxnLst/>
                <a:rect l="l" t="t" r="r" b="b"/>
                <a:pathLst>
                  <a:path w="1158" h="897" extrusionOk="0">
                    <a:moveTo>
                      <a:pt x="661" y="0"/>
                    </a:moveTo>
                    <a:cubicBezTo>
                      <a:pt x="581" y="0"/>
                      <a:pt x="495" y="23"/>
                      <a:pt x="406" y="76"/>
                    </a:cubicBezTo>
                    <a:cubicBezTo>
                      <a:pt x="371" y="98"/>
                      <a:pt x="330" y="109"/>
                      <a:pt x="290" y="109"/>
                    </a:cubicBezTo>
                    <a:cubicBezTo>
                      <a:pt x="236" y="109"/>
                      <a:pt x="183" y="90"/>
                      <a:pt x="142" y="58"/>
                    </a:cubicBezTo>
                    <a:cubicBezTo>
                      <a:pt x="85" y="108"/>
                      <a:pt x="39" y="179"/>
                      <a:pt x="27" y="263"/>
                    </a:cubicBezTo>
                    <a:cubicBezTo>
                      <a:pt x="1" y="468"/>
                      <a:pt x="142" y="707"/>
                      <a:pt x="355" y="829"/>
                    </a:cubicBezTo>
                    <a:cubicBezTo>
                      <a:pt x="424" y="866"/>
                      <a:pt x="508" y="896"/>
                      <a:pt x="601" y="896"/>
                    </a:cubicBezTo>
                    <a:cubicBezTo>
                      <a:pt x="699" y="896"/>
                      <a:pt x="808" y="863"/>
                      <a:pt x="920" y="770"/>
                    </a:cubicBezTo>
                    <a:cubicBezTo>
                      <a:pt x="1157" y="571"/>
                      <a:pt x="1127" y="340"/>
                      <a:pt x="1023" y="192"/>
                    </a:cubicBezTo>
                    <a:cubicBezTo>
                      <a:pt x="943" y="82"/>
                      <a:pt x="814" y="0"/>
                      <a:pt x="661"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16"/>
              <p:cNvSpPr/>
              <p:nvPr/>
            </p:nvSpPr>
            <p:spPr>
              <a:xfrm>
                <a:off x="6319050" y="2710125"/>
                <a:ext cx="71525" cy="63375"/>
              </a:xfrm>
              <a:custGeom>
                <a:avLst/>
                <a:gdLst/>
                <a:ahLst/>
                <a:cxnLst/>
                <a:rect l="l" t="t" r="r" b="b"/>
                <a:pathLst>
                  <a:path w="2861" h="2535" extrusionOk="0">
                    <a:moveTo>
                      <a:pt x="1308" y="457"/>
                    </a:moveTo>
                    <a:cubicBezTo>
                      <a:pt x="1463" y="457"/>
                      <a:pt x="1620" y="505"/>
                      <a:pt x="1749" y="574"/>
                    </a:cubicBezTo>
                    <a:cubicBezTo>
                      <a:pt x="2076" y="761"/>
                      <a:pt x="2346" y="1126"/>
                      <a:pt x="2199" y="1544"/>
                    </a:cubicBezTo>
                    <a:cubicBezTo>
                      <a:pt x="2074" y="1895"/>
                      <a:pt x="1851" y="2076"/>
                      <a:pt x="1549" y="2076"/>
                    </a:cubicBezTo>
                    <a:cubicBezTo>
                      <a:pt x="1524" y="2076"/>
                      <a:pt x="1499" y="2074"/>
                      <a:pt x="1473" y="2072"/>
                    </a:cubicBezTo>
                    <a:cubicBezTo>
                      <a:pt x="1022" y="2033"/>
                      <a:pt x="553" y="1648"/>
                      <a:pt x="488" y="1256"/>
                    </a:cubicBezTo>
                    <a:cubicBezTo>
                      <a:pt x="456" y="1055"/>
                      <a:pt x="533" y="895"/>
                      <a:pt x="657" y="773"/>
                    </a:cubicBezTo>
                    <a:cubicBezTo>
                      <a:pt x="726" y="773"/>
                      <a:pt x="791" y="741"/>
                      <a:pt x="835" y="684"/>
                    </a:cubicBezTo>
                    <a:cubicBezTo>
                      <a:pt x="874" y="631"/>
                      <a:pt x="919" y="586"/>
                      <a:pt x="971" y="562"/>
                    </a:cubicBezTo>
                    <a:cubicBezTo>
                      <a:pt x="990" y="548"/>
                      <a:pt x="1010" y="536"/>
                      <a:pt x="1034" y="529"/>
                    </a:cubicBezTo>
                    <a:cubicBezTo>
                      <a:pt x="1048" y="523"/>
                      <a:pt x="1067" y="509"/>
                      <a:pt x="1081" y="497"/>
                    </a:cubicBezTo>
                    <a:cubicBezTo>
                      <a:pt x="1153" y="469"/>
                      <a:pt x="1231" y="457"/>
                      <a:pt x="1308" y="457"/>
                    </a:cubicBezTo>
                    <a:close/>
                    <a:moveTo>
                      <a:pt x="1316" y="1"/>
                    </a:moveTo>
                    <a:cubicBezTo>
                      <a:pt x="1110" y="1"/>
                      <a:pt x="914" y="55"/>
                      <a:pt x="746" y="162"/>
                    </a:cubicBezTo>
                    <a:cubicBezTo>
                      <a:pt x="1" y="548"/>
                      <a:pt x="1" y="1102"/>
                      <a:pt x="46" y="1333"/>
                    </a:cubicBezTo>
                    <a:cubicBezTo>
                      <a:pt x="141" y="1924"/>
                      <a:pt x="778" y="2470"/>
                      <a:pt x="1434" y="2528"/>
                    </a:cubicBezTo>
                    <a:cubicBezTo>
                      <a:pt x="1466" y="2528"/>
                      <a:pt x="1505" y="2535"/>
                      <a:pt x="1543" y="2535"/>
                    </a:cubicBezTo>
                    <a:cubicBezTo>
                      <a:pt x="2037" y="2535"/>
                      <a:pt x="2430" y="2232"/>
                      <a:pt x="2623" y="1699"/>
                    </a:cubicBezTo>
                    <a:cubicBezTo>
                      <a:pt x="2861" y="1031"/>
                      <a:pt x="2449" y="446"/>
                      <a:pt x="1968" y="176"/>
                    </a:cubicBezTo>
                    <a:cubicBezTo>
                      <a:pt x="1752" y="59"/>
                      <a:pt x="1529" y="1"/>
                      <a:pt x="131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16"/>
              <p:cNvSpPr/>
              <p:nvPr/>
            </p:nvSpPr>
            <p:spPr>
              <a:xfrm>
                <a:off x="6330450" y="2721525"/>
                <a:ext cx="47250" cy="40500"/>
              </a:xfrm>
              <a:custGeom>
                <a:avLst/>
                <a:gdLst/>
                <a:ahLst/>
                <a:cxnLst/>
                <a:rect l="l" t="t" r="r" b="b"/>
                <a:pathLst>
                  <a:path w="1890" h="1620" extrusionOk="0">
                    <a:moveTo>
                      <a:pt x="852" y="1"/>
                    </a:moveTo>
                    <a:cubicBezTo>
                      <a:pt x="775" y="1"/>
                      <a:pt x="697" y="13"/>
                      <a:pt x="625" y="41"/>
                    </a:cubicBezTo>
                    <a:cubicBezTo>
                      <a:pt x="611" y="53"/>
                      <a:pt x="592" y="67"/>
                      <a:pt x="578" y="73"/>
                    </a:cubicBezTo>
                    <a:cubicBezTo>
                      <a:pt x="554" y="80"/>
                      <a:pt x="534" y="92"/>
                      <a:pt x="515" y="106"/>
                    </a:cubicBezTo>
                    <a:cubicBezTo>
                      <a:pt x="463" y="130"/>
                      <a:pt x="418" y="175"/>
                      <a:pt x="379" y="228"/>
                    </a:cubicBezTo>
                    <a:cubicBezTo>
                      <a:pt x="335" y="285"/>
                      <a:pt x="270" y="317"/>
                      <a:pt x="201" y="317"/>
                    </a:cubicBezTo>
                    <a:cubicBezTo>
                      <a:pt x="77" y="439"/>
                      <a:pt x="0" y="599"/>
                      <a:pt x="32" y="800"/>
                    </a:cubicBezTo>
                    <a:cubicBezTo>
                      <a:pt x="97" y="1192"/>
                      <a:pt x="566" y="1577"/>
                      <a:pt x="1017" y="1616"/>
                    </a:cubicBezTo>
                    <a:cubicBezTo>
                      <a:pt x="1043" y="1618"/>
                      <a:pt x="1068" y="1620"/>
                      <a:pt x="1093" y="1620"/>
                    </a:cubicBezTo>
                    <a:cubicBezTo>
                      <a:pt x="1395" y="1620"/>
                      <a:pt x="1618" y="1439"/>
                      <a:pt x="1743" y="1088"/>
                    </a:cubicBezTo>
                    <a:cubicBezTo>
                      <a:pt x="1890" y="670"/>
                      <a:pt x="1620" y="305"/>
                      <a:pt x="1293" y="118"/>
                    </a:cubicBezTo>
                    <a:cubicBezTo>
                      <a:pt x="1164" y="49"/>
                      <a:pt x="1007" y="1"/>
                      <a:pt x="852"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16"/>
              <p:cNvSpPr/>
              <p:nvPr/>
            </p:nvSpPr>
            <p:spPr>
              <a:xfrm>
                <a:off x="5725350" y="2780575"/>
                <a:ext cx="60750" cy="53675"/>
              </a:xfrm>
              <a:custGeom>
                <a:avLst/>
                <a:gdLst/>
                <a:ahLst/>
                <a:cxnLst/>
                <a:rect l="l" t="t" r="r" b="b"/>
                <a:pathLst>
                  <a:path w="2430" h="2147" extrusionOk="0">
                    <a:moveTo>
                      <a:pt x="1117" y="385"/>
                    </a:moveTo>
                    <a:cubicBezTo>
                      <a:pt x="1248" y="385"/>
                      <a:pt x="1381" y="428"/>
                      <a:pt x="1490" y="488"/>
                    </a:cubicBezTo>
                    <a:cubicBezTo>
                      <a:pt x="1768" y="642"/>
                      <a:pt x="1992" y="951"/>
                      <a:pt x="1870" y="1310"/>
                    </a:cubicBezTo>
                    <a:cubicBezTo>
                      <a:pt x="1760" y="1608"/>
                      <a:pt x="1560" y="1762"/>
                      <a:pt x="1298" y="1762"/>
                    </a:cubicBezTo>
                    <a:cubicBezTo>
                      <a:pt x="1283" y="1762"/>
                      <a:pt x="1268" y="1761"/>
                      <a:pt x="1253" y="1760"/>
                    </a:cubicBezTo>
                    <a:cubicBezTo>
                      <a:pt x="873" y="1728"/>
                      <a:pt x="475" y="1393"/>
                      <a:pt x="418" y="1066"/>
                    </a:cubicBezTo>
                    <a:cubicBezTo>
                      <a:pt x="392" y="892"/>
                      <a:pt x="457" y="758"/>
                      <a:pt x="559" y="654"/>
                    </a:cubicBezTo>
                    <a:cubicBezTo>
                      <a:pt x="617" y="654"/>
                      <a:pt x="674" y="628"/>
                      <a:pt x="713" y="577"/>
                    </a:cubicBezTo>
                    <a:cubicBezTo>
                      <a:pt x="745" y="533"/>
                      <a:pt x="784" y="500"/>
                      <a:pt x="822" y="474"/>
                    </a:cubicBezTo>
                    <a:cubicBezTo>
                      <a:pt x="842" y="462"/>
                      <a:pt x="861" y="449"/>
                      <a:pt x="881" y="443"/>
                    </a:cubicBezTo>
                    <a:cubicBezTo>
                      <a:pt x="893" y="435"/>
                      <a:pt x="906" y="429"/>
                      <a:pt x="920" y="423"/>
                    </a:cubicBezTo>
                    <a:cubicBezTo>
                      <a:pt x="983" y="397"/>
                      <a:pt x="1050" y="385"/>
                      <a:pt x="1117" y="385"/>
                    </a:cubicBezTo>
                    <a:close/>
                    <a:moveTo>
                      <a:pt x="1118" y="1"/>
                    </a:moveTo>
                    <a:cubicBezTo>
                      <a:pt x="944" y="1"/>
                      <a:pt x="778" y="46"/>
                      <a:pt x="636" y="135"/>
                    </a:cubicBezTo>
                    <a:cubicBezTo>
                      <a:pt x="0" y="462"/>
                      <a:pt x="6" y="931"/>
                      <a:pt x="39" y="1130"/>
                    </a:cubicBezTo>
                    <a:cubicBezTo>
                      <a:pt x="128" y="1631"/>
                      <a:pt x="668" y="2094"/>
                      <a:pt x="1220" y="2140"/>
                    </a:cubicBezTo>
                    <a:cubicBezTo>
                      <a:pt x="1247" y="2146"/>
                      <a:pt x="1279" y="2146"/>
                      <a:pt x="1311" y="2146"/>
                    </a:cubicBezTo>
                    <a:cubicBezTo>
                      <a:pt x="1736" y="2146"/>
                      <a:pt x="2069" y="1895"/>
                      <a:pt x="2231" y="1438"/>
                    </a:cubicBezTo>
                    <a:cubicBezTo>
                      <a:pt x="2430" y="874"/>
                      <a:pt x="2083" y="372"/>
                      <a:pt x="1671" y="147"/>
                    </a:cubicBezTo>
                    <a:cubicBezTo>
                      <a:pt x="1488" y="49"/>
                      <a:pt x="1299" y="1"/>
                      <a:pt x="1118"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16"/>
              <p:cNvSpPr/>
              <p:nvPr/>
            </p:nvSpPr>
            <p:spPr>
              <a:xfrm>
                <a:off x="5735150" y="2790200"/>
                <a:ext cx="40000" cy="34425"/>
              </a:xfrm>
              <a:custGeom>
                <a:avLst/>
                <a:gdLst/>
                <a:ahLst/>
                <a:cxnLst/>
                <a:rect l="l" t="t" r="r" b="b"/>
                <a:pathLst>
                  <a:path w="1600" h="1377" extrusionOk="0">
                    <a:moveTo>
                      <a:pt x="725" y="0"/>
                    </a:moveTo>
                    <a:cubicBezTo>
                      <a:pt x="658" y="0"/>
                      <a:pt x="591" y="12"/>
                      <a:pt x="528" y="38"/>
                    </a:cubicBezTo>
                    <a:cubicBezTo>
                      <a:pt x="514" y="44"/>
                      <a:pt x="501" y="50"/>
                      <a:pt x="489" y="58"/>
                    </a:cubicBezTo>
                    <a:cubicBezTo>
                      <a:pt x="469" y="64"/>
                      <a:pt x="450" y="77"/>
                      <a:pt x="430" y="89"/>
                    </a:cubicBezTo>
                    <a:cubicBezTo>
                      <a:pt x="392" y="115"/>
                      <a:pt x="353" y="148"/>
                      <a:pt x="321" y="192"/>
                    </a:cubicBezTo>
                    <a:cubicBezTo>
                      <a:pt x="282" y="243"/>
                      <a:pt x="225" y="269"/>
                      <a:pt x="167" y="269"/>
                    </a:cubicBezTo>
                    <a:cubicBezTo>
                      <a:pt x="65" y="373"/>
                      <a:pt x="0" y="507"/>
                      <a:pt x="26" y="681"/>
                    </a:cubicBezTo>
                    <a:cubicBezTo>
                      <a:pt x="83" y="1008"/>
                      <a:pt x="481" y="1343"/>
                      <a:pt x="861" y="1375"/>
                    </a:cubicBezTo>
                    <a:cubicBezTo>
                      <a:pt x="876" y="1376"/>
                      <a:pt x="891" y="1377"/>
                      <a:pt x="906" y="1377"/>
                    </a:cubicBezTo>
                    <a:cubicBezTo>
                      <a:pt x="1168" y="1377"/>
                      <a:pt x="1368" y="1223"/>
                      <a:pt x="1478" y="925"/>
                    </a:cubicBezTo>
                    <a:cubicBezTo>
                      <a:pt x="1600" y="566"/>
                      <a:pt x="1376" y="257"/>
                      <a:pt x="1098" y="103"/>
                    </a:cubicBezTo>
                    <a:cubicBezTo>
                      <a:pt x="989" y="43"/>
                      <a:pt x="856" y="0"/>
                      <a:pt x="725"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16"/>
              <p:cNvSpPr/>
              <p:nvPr/>
            </p:nvSpPr>
            <p:spPr>
              <a:xfrm>
                <a:off x="5042425" y="2727025"/>
                <a:ext cx="53250" cy="47900"/>
              </a:xfrm>
              <a:custGeom>
                <a:avLst/>
                <a:gdLst/>
                <a:ahLst/>
                <a:cxnLst/>
                <a:rect l="l" t="t" r="r" b="b"/>
                <a:pathLst>
                  <a:path w="2130" h="1916" extrusionOk="0">
                    <a:moveTo>
                      <a:pt x="1135" y="567"/>
                    </a:moveTo>
                    <a:cubicBezTo>
                      <a:pt x="1285" y="567"/>
                      <a:pt x="1412" y="650"/>
                      <a:pt x="1492" y="759"/>
                    </a:cubicBezTo>
                    <a:cubicBezTo>
                      <a:pt x="1602" y="907"/>
                      <a:pt x="1634" y="1138"/>
                      <a:pt x="1397" y="1337"/>
                    </a:cubicBezTo>
                    <a:cubicBezTo>
                      <a:pt x="1281" y="1430"/>
                      <a:pt x="1170" y="1463"/>
                      <a:pt x="1072" y="1463"/>
                    </a:cubicBezTo>
                    <a:cubicBezTo>
                      <a:pt x="978" y="1463"/>
                      <a:pt x="896" y="1433"/>
                      <a:pt x="831" y="1396"/>
                    </a:cubicBezTo>
                    <a:cubicBezTo>
                      <a:pt x="611" y="1274"/>
                      <a:pt x="477" y="1035"/>
                      <a:pt x="502" y="830"/>
                    </a:cubicBezTo>
                    <a:cubicBezTo>
                      <a:pt x="516" y="746"/>
                      <a:pt x="554" y="676"/>
                      <a:pt x="611" y="625"/>
                    </a:cubicBezTo>
                    <a:cubicBezTo>
                      <a:pt x="656" y="657"/>
                      <a:pt x="708" y="676"/>
                      <a:pt x="762" y="676"/>
                    </a:cubicBezTo>
                    <a:cubicBezTo>
                      <a:pt x="802" y="676"/>
                      <a:pt x="843" y="666"/>
                      <a:pt x="881" y="643"/>
                    </a:cubicBezTo>
                    <a:cubicBezTo>
                      <a:pt x="970" y="590"/>
                      <a:pt x="1056" y="567"/>
                      <a:pt x="1135" y="567"/>
                    </a:cubicBezTo>
                    <a:close/>
                    <a:moveTo>
                      <a:pt x="935" y="0"/>
                    </a:moveTo>
                    <a:cubicBezTo>
                      <a:pt x="915" y="0"/>
                      <a:pt x="895" y="3"/>
                      <a:pt x="875" y="8"/>
                    </a:cubicBezTo>
                    <a:cubicBezTo>
                      <a:pt x="232" y="162"/>
                      <a:pt x="85" y="554"/>
                      <a:pt x="53" y="773"/>
                    </a:cubicBezTo>
                    <a:cubicBezTo>
                      <a:pt x="1" y="1158"/>
                      <a:pt x="232" y="1583"/>
                      <a:pt x="611" y="1788"/>
                    </a:cubicBezTo>
                    <a:cubicBezTo>
                      <a:pt x="760" y="1871"/>
                      <a:pt x="920" y="1916"/>
                      <a:pt x="1074" y="1916"/>
                    </a:cubicBezTo>
                    <a:cubicBezTo>
                      <a:pt x="1287" y="1916"/>
                      <a:pt x="1498" y="1839"/>
                      <a:pt x="1685" y="1684"/>
                    </a:cubicBezTo>
                    <a:cubicBezTo>
                      <a:pt x="2129" y="1319"/>
                      <a:pt x="2083" y="811"/>
                      <a:pt x="1866" y="495"/>
                    </a:cubicBezTo>
                    <a:cubicBezTo>
                      <a:pt x="1705" y="271"/>
                      <a:pt x="1435" y="117"/>
                      <a:pt x="1127" y="109"/>
                    </a:cubicBezTo>
                    <a:cubicBezTo>
                      <a:pt x="1089" y="42"/>
                      <a:pt x="1016" y="0"/>
                      <a:pt x="935"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16"/>
              <p:cNvSpPr/>
              <p:nvPr/>
            </p:nvSpPr>
            <p:spPr>
              <a:xfrm>
                <a:off x="5054350" y="2741200"/>
                <a:ext cx="28950" cy="22425"/>
              </a:xfrm>
              <a:custGeom>
                <a:avLst/>
                <a:gdLst/>
                <a:ahLst/>
                <a:cxnLst/>
                <a:rect l="l" t="t" r="r" b="b"/>
                <a:pathLst>
                  <a:path w="1158" h="897" extrusionOk="0">
                    <a:moveTo>
                      <a:pt x="658" y="0"/>
                    </a:moveTo>
                    <a:cubicBezTo>
                      <a:pt x="579" y="0"/>
                      <a:pt x="493" y="23"/>
                      <a:pt x="404" y="76"/>
                    </a:cubicBezTo>
                    <a:cubicBezTo>
                      <a:pt x="366" y="99"/>
                      <a:pt x="325" y="109"/>
                      <a:pt x="285" y="109"/>
                    </a:cubicBezTo>
                    <a:cubicBezTo>
                      <a:pt x="231" y="109"/>
                      <a:pt x="179" y="90"/>
                      <a:pt x="134" y="58"/>
                    </a:cubicBezTo>
                    <a:cubicBezTo>
                      <a:pt x="77" y="109"/>
                      <a:pt x="39" y="179"/>
                      <a:pt x="25" y="263"/>
                    </a:cubicBezTo>
                    <a:cubicBezTo>
                      <a:pt x="0" y="468"/>
                      <a:pt x="134" y="707"/>
                      <a:pt x="354" y="829"/>
                    </a:cubicBezTo>
                    <a:cubicBezTo>
                      <a:pt x="419" y="866"/>
                      <a:pt x="501" y="896"/>
                      <a:pt x="595" y="896"/>
                    </a:cubicBezTo>
                    <a:cubicBezTo>
                      <a:pt x="693" y="896"/>
                      <a:pt x="804" y="863"/>
                      <a:pt x="920" y="770"/>
                    </a:cubicBezTo>
                    <a:cubicBezTo>
                      <a:pt x="1157" y="571"/>
                      <a:pt x="1125" y="340"/>
                      <a:pt x="1015" y="192"/>
                    </a:cubicBezTo>
                    <a:cubicBezTo>
                      <a:pt x="935" y="83"/>
                      <a:pt x="808" y="0"/>
                      <a:pt x="658"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16"/>
              <p:cNvSpPr/>
              <p:nvPr/>
            </p:nvSpPr>
            <p:spPr>
              <a:xfrm>
                <a:off x="3075250" y="2721200"/>
                <a:ext cx="71675" cy="63225"/>
              </a:xfrm>
              <a:custGeom>
                <a:avLst/>
                <a:gdLst/>
                <a:ahLst/>
                <a:cxnLst/>
                <a:rect l="l" t="t" r="r" b="b"/>
                <a:pathLst>
                  <a:path w="2867" h="2529" extrusionOk="0">
                    <a:moveTo>
                      <a:pt x="1311" y="454"/>
                    </a:moveTo>
                    <a:cubicBezTo>
                      <a:pt x="1468" y="454"/>
                      <a:pt x="1625" y="506"/>
                      <a:pt x="1754" y="574"/>
                    </a:cubicBezTo>
                    <a:cubicBezTo>
                      <a:pt x="2083" y="754"/>
                      <a:pt x="2346" y="1128"/>
                      <a:pt x="2198" y="1546"/>
                    </a:cubicBezTo>
                    <a:cubicBezTo>
                      <a:pt x="2073" y="1890"/>
                      <a:pt x="1849" y="2075"/>
                      <a:pt x="1546" y="2075"/>
                    </a:cubicBezTo>
                    <a:cubicBezTo>
                      <a:pt x="1522" y="2075"/>
                      <a:pt x="1497" y="2074"/>
                      <a:pt x="1472" y="2072"/>
                    </a:cubicBezTo>
                    <a:cubicBezTo>
                      <a:pt x="1029" y="2033"/>
                      <a:pt x="559" y="1647"/>
                      <a:pt x="489" y="1256"/>
                    </a:cubicBezTo>
                    <a:cubicBezTo>
                      <a:pt x="457" y="1057"/>
                      <a:pt x="534" y="896"/>
                      <a:pt x="662" y="774"/>
                    </a:cubicBezTo>
                    <a:cubicBezTo>
                      <a:pt x="727" y="774"/>
                      <a:pt x="798" y="742"/>
                      <a:pt x="836" y="683"/>
                    </a:cubicBezTo>
                    <a:cubicBezTo>
                      <a:pt x="881" y="632"/>
                      <a:pt x="926" y="588"/>
                      <a:pt x="970" y="555"/>
                    </a:cubicBezTo>
                    <a:cubicBezTo>
                      <a:pt x="997" y="543"/>
                      <a:pt x="1015" y="535"/>
                      <a:pt x="1035" y="523"/>
                    </a:cubicBezTo>
                    <a:cubicBezTo>
                      <a:pt x="1054" y="517"/>
                      <a:pt x="1068" y="511"/>
                      <a:pt x="1080" y="497"/>
                    </a:cubicBezTo>
                    <a:cubicBezTo>
                      <a:pt x="1155" y="467"/>
                      <a:pt x="1233" y="454"/>
                      <a:pt x="1311" y="454"/>
                    </a:cubicBezTo>
                    <a:close/>
                    <a:moveTo>
                      <a:pt x="1317" y="1"/>
                    </a:moveTo>
                    <a:cubicBezTo>
                      <a:pt x="1110" y="1"/>
                      <a:pt x="913" y="55"/>
                      <a:pt x="745" y="163"/>
                    </a:cubicBezTo>
                    <a:cubicBezTo>
                      <a:pt x="0" y="549"/>
                      <a:pt x="6" y="1101"/>
                      <a:pt x="45" y="1333"/>
                    </a:cubicBezTo>
                    <a:cubicBezTo>
                      <a:pt x="148" y="1923"/>
                      <a:pt x="784" y="2471"/>
                      <a:pt x="1433" y="2528"/>
                    </a:cubicBezTo>
                    <a:lnTo>
                      <a:pt x="1543" y="2528"/>
                    </a:lnTo>
                    <a:cubicBezTo>
                      <a:pt x="2044" y="2528"/>
                      <a:pt x="2436" y="2232"/>
                      <a:pt x="2623" y="1700"/>
                    </a:cubicBezTo>
                    <a:cubicBezTo>
                      <a:pt x="2866" y="1030"/>
                      <a:pt x="2456" y="440"/>
                      <a:pt x="1973" y="176"/>
                    </a:cubicBezTo>
                    <a:cubicBezTo>
                      <a:pt x="1755" y="59"/>
                      <a:pt x="1530" y="1"/>
                      <a:pt x="1317"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16"/>
              <p:cNvSpPr/>
              <p:nvPr/>
            </p:nvSpPr>
            <p:spPr>
              <a:xfrm>
                <a:off x="3086650" y="2732550"/>
                <a:ext cx="47275" cy="40550"/>
              </a:xfrm>
              <a:custGeom>
                <a:avLst/>
                <a:gdLst/>
                <a:ahLst/>
                <a:cxnLst/>
                <a:rect l="l" t="t" r="r" b="b"/>
                <a:pathLst>
                  <a:path w="1891" h="1622" extrusionOk="0">
                    <a:moveTo>
                      <a:pt x="855" y="0"/>
                    </a:moveTo>
                    <a:cubicBezTo>
                      <a:pt x="777" y="0"/>
                      <a:pt x="699" y="13"/>
                      <a:pt x="624" y="43"/>
                    </a:cubicBezTo>
                    <a:cubicBezTo>
                      <a:pt x="612" y="57"/>
                      <a:pt x="598" y="63"/>
                      <a:pt x="579" y="69"/>
                    </a:cubicBezTo>
                    <a:cubicBezTo>
                      <a:pt x="559" y="81"/>
                      <a:pt x="541" y="89"/>
                      <a:pt x="514" y="101"/>
                    </a:cubicBezTo>
                    <a:cubicBezTo>
                      <a:pt x="470" y="134"/>
                      <a:pt x="425" y="178"/>
                      <a:pt x="380" y="229"/>
                    </a:cubicBezTo>
                    <a:cubicBezTo>
                      <a:pt x="342" y="288"/>
                      <a:pt x="271" y="320"/>
                      <a:pt x="206" y="320"/>
                    </a:cubicBezTo>
                    <a:cubicBezTo>
                      <a:pt x="78" y="442"/>
                      <a:pt x="1" y="603"/>
                      <a:pt x="33" y="802"/>
                    </a:cubicBezTo>
                    <a:cubicBezTo>
                      <a:pt x="103" y="1193"/>
                      <a:pt x="573" y="1579"/>
                      <a:pt x="1016" y="1618"/>
                    </a:cubicBezTo>
                    <a:cubicBezTo>
                      <a:pt x="1041" y="1620"/>
                      <a:pt x="1066" y="1621"/>
                      <a:pt x="1090" y="1621"/>
                    </a:cubicBezTo>
                    <a:cubicBezTo>
                      <a:pt x="1393" y="1621"/>
                      <a:pt x="1617" y="1436"/>
                      <a:pt x="1742" y="1092"/>
                    </a:cubicBezTo>
                    <a:cubicBezTo>
                      <a:pt x="1890" y="674"/>
                      <a:pt x="1627" y="300"/>
                      <a:pt x="1298" y="120"/>
                    </a:cubicBezTo>
                    <a:cubicBezTo>
                      <a:pt x="1169" y="52"/>
                      <a:pt x="1012" y="0"/>
                      <a:pt x="855"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16"/>
              <p:cNvSpPr/>
              <p:nvPr/>
            </p:nvSpPr>
            <p:spPr>
              <a:xfrm>
                <a:off x="2673075" y="2861575"/>
                <a:ext cx="60750" cy="53650"/>
              </a:xfrm>
              <a:custGeom>
                <a:avLst/>
                <a:gdLst/>
                <a:ahLst/>
                <a:cxnLst/>
                <a:rect l="l" t="t" r="r" b="b"/>
                <a:pathLst>
                  <a:path w="2430" h="2146" extrusionOk="0">
                    <a:moveTo>
                      <a:pt x="1117" y="385"/>
                    </a:moveTo>
                    <a:cubicBezTo>
                      <a:pt x="1248" y="385"/>
                      <a:pt x="1381" y="427"/>
                      <a:pt x="1490" y="487"/>
                    </a:cubicBezTo>
                    <a:cubicBezTo>
                      <a:pt x="1768" y="641"/>
                      <a:pt x="1992" y="956"/>
                      <a:pt x="1870" y="1309"/>
                    </a:cubicBezTo>
                    <a:cubicBezTo>
                      <a:pt x="1762" y="1603"/>
                      <a:pt x="1565" y="1762"/>
                      <a:pt x="1309" y="1762"/>
                    </a:cubicBezTo>
                    <a:cubicBezTo>
                      <a:pt x="1291" y="1762"/>
                      <a:pt x="1272" y="1761"/>
                      <a:pt x="1253" y="1760"/>
                    </a:cubicBezTo>
                    <a:cubicBezTo>
                      <a:pt x="873" y="1727"/>
                      <a:pt x="475" y="1393"/>
                      <a:pt x="418" y="1066"/>
                    </a:cubicBezTo>
                    <a:cubicBezTo>
                      <a:pt x="392" y="891"/>
                      <a:pt x="457" y="757"/>
                      <a:pt x="559" y="654"/>
                    </a:cubicBezTo>
                    <a:cubicBezTo>
                      <a:pt x="617" y="654"/>
                      <a:pt x="674" y="628"/>
                      <a:pt x="713" y="577"/>
                    </a:cubicBezTo>
                    <a:cubicBezTo>
                      <a:pt x="745" y="532"/>
                      <a:pt x="784" y="500"/>
                      <a:pt x="822" y="473"/>
                    </a:cubicBezTo>
                    <a:cubicBezTo>
                      <a:pt x="842" y="461"/>
                      <a:pt x="861" y="455"/>
                      <a:pt x="881" y="442"/>
                    </a:cubicBezTo>
                    <a:cubicBezTo>
                      <a:pt x="893" y="435"/>
                      <a:pt x="906" y="429"/>
                      <a:pt x="920" y="422"/>
                    </a:cubicBezTo>
                    <a:cubicBezTo>
                      <a:pt x="983" y="396"/>
                      <a:pt x="1050" y="385"/>
                      <a:pt x="1117" y="385"/>
                    </a:cubicBezTo>
                    <a:close/>
                    <a:moveTo>
                      <a:pt x="1118" y="0"/>
                    </a:moveTo>
                    <a:cubicBezTo>
                      <a:pt x="944" y="0"/>
                      <a:pt x="778" y="45"/>
                      <a:pt x="636" y="134"/>
                    </a:cubicBezTo>
                    <a:cubicBezTo>
                      <a:pt x="0" y="461"/>
                      <a:pt x="6" y="936"/>
                      <a:pt x="39" y="1129"/>
                    </a:cubicBezTo>
                    <a:cubicBezTo>
                      <a:pt x="128" y="1630"/>
                      <a:pt x="668" y="2093"/>
                      <a:pt x="1220" y="2145"/>
                    </a:cubicBezTo>
                    <a:lnTo>
                      <a:pt x="1311" y="2145"/>
                    </a:lnTo>
                    <a:cubicBezTo>
                      <a:pt x="1736" y="2145"/>
                      <a:pt x="2069" y="1894"/>
                      <a:pt x="2231" y="1437"/>
                    </a:cubicBezTo>
                    <a:cubicBezTo>
                      <a:pt x="2430" y="873"/>
                      <a:pt x="2083" y="371"/>
                      <a:pt x="1671" y="146"/>
                    </a:cubicBezTo>
                    <a:cubicBezTo>
                      <a:pt x="1488" y="48"/>
                      <a:pt x="1299" y="0"/>
                      <a:pt x="1118"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16"/>
              <p:cNvSpPr/>
              <p:nvPr/>
            </p:nvSpPr>
            <p:spPr>
              <a:xfrm>
                <a:off x="2682875" y="2871175"/>
                <a:ext cx="40000" cy="34475"/>
              </a:xfrm>
              <a:custGeom>
                <a:avLst/>
                <a:gdLst/>
                <a:ahLst/>
                <a:cxnLst/>
                <a:rect l="l" t="t" r="r" b="b"/>
                <a:pathLst>
                  <a:path w="1600" h="1379" extrusionOk="0">
                    <a:moveTo>
                      <a:pt x="725" y="1"/>
                    </a:moveTo>
                    <a:cubicBezTo>
                      <a:pt x="658" y="1"/>
                      <a:pt x="591" y="12"/>
                      <a:pt x="528" y="38"/>
                    </a:cubicBezTo>
                    <a:cubicBezTo>
                      <a:pt x="514" y="45"/>
                      <a:pt x="501" y="51"/>
                      <a:pt x="489" y="58"/>
                    </a:cubicBezTo>
                    <a:cubicBezTo>
                      <a:pt x="469" y="71"/>
                      <a:pt x="450" y="77"/>
                      <a:pt x="430" y="89"/>
                    </a:cubicBezTo>
                    <a:cubicBezTo>
                      <a:pt x="392" y="116"/>
                      <a:pt x="353" y="148"/>
                      <a:pt x="321" y="193"/>
                    </a:cubicBezTo>
                    <a:cubicBezTo>
                      <a:pt x="282" y="244"/>
                      <a:pt x="225" y="270"/>
                      <a:pt x="167" y="270"/>
                    </a:cubicBezTo>
                    <a:cubicBezTo>
                      <a:pt x="65" y="373"/>
                      <a:pt x="0" y="507"/>
                      <a:pt x="26" y="682"/>
                    </a:cubicBezTo>
                    <a:cubicBezTo>
                      <a:pt x="83" y="1009"/>
                      <a:pt x="481" y="1343"/>
                      <a:pt x="861" y="1376"/>
                    </a:cubicBezTo>
                    <a:cubicBezTo>
                      <a:pt x="880" y="1377"/>
                      <a:pt x="899" y="1378"/>
                      <a:pt x="917" y="1378"/>
                    </a:cubicBezTo>
                    <a:cubicBezTo>
                      <a:pt x="1173" y="1378"/>
                      <a:pt x="1370" y="1219"/>
                      <a:pt x="1478" y="925"/>
                    </a:cubicBezTo>
                    <a:cubicBezTo>
                      <a:pt x="1600" y="572"/>
                      <a:pt x="1376" y="257"/>
                      <a:pt x="1098" y="103"/>
                    </a:cubicBezTo>
                    <a:cubicBezTo>
                      <a:pt x="989" y="43"/>
                      <a:pt x="856" y="1"/>
                      <a:pt x="725"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16"/>
              <p:cNvSpPr/>
              <p:nvPr/>
            </p:nvSpPr>
            <p:spPr>
              <a:xfrm>
                <a:off x="2273600" y="2704850"/>
                <a:ext cx="53225" cy="47900"/>
              </a:xfrm>
              <a:custGeom>
                <a:avLst/>
                <a:gdLst/>
                <a:ahLst/>
                <a:cxnLst/>
                <a:rect l="l" t="t" r="r" b="b"/>
                <a:pathLst>
                  <a:path w="2129" h="1916" extrusionOk="0">
                    <a:moveTo>
                      <a:pt x="1140" y="569"/>
                    </a:moveTo>
                    <a:cubicBezTo>
                      <a:pt x="1290" y="569"/>
                      <a:pt x="1417" y="651"/>
                      <a:pt x="1492" y="759"/>
                    </a:cubicBezTo>
                    <a:cubicBezTo>
                      <a:pt x="1601" y="913"/>
                      <a:pt x="1634" y="1144"/>
                      <a:pt x="1396" y="1337"/>
                    </a:cubicBezTo>
                    <a:cubicBezTo>
                      <a:pt x="1282" y="1432"/>
                      <a:pt x="1172" y="1466"/>
                      <a:pt x="1075" y="1466"/>
                    </a:cubicBezTo>
                    <a:cubicBezTo>
                      <a:pt x="980" y="1466"/>
                      <a:pt x="896" y="1434"/>
                      <a:pt x="830" y="1396"/>
                    </a:cubicBezTo>
                    <a:cubicBezTo>
                      <a:pt x="617" y="1280"/>
                      <a:pt x="477" y="1035"/>
                      <a:pt x="502" y="836"/>
                    </a:cubicBezTo>
                    <a:cubicBezTo>
                      <a:pt x="515" y="747"/>
                      <a:pt x="560" y="682"/>
                      <a:pt x="617" y="625"/>
                    </a:cubicBezTo>
                    <a:cubicBezTo>
                      <a:pt x="659" y="661"/>
                      <a:pt x="713" y="682"/>
                      <a:pt x="768" y="682"/>
                    </a:cubicBezTo>
                    <a:cubicBezTo>
                      <a:pt x="807" y="682"/>
                      <a:pt x="846" y="671"/>
                      <a:pt x="881" y="649"/>
                    </a:cubicBezTo>
                    <a:cubicBezTo>
                      <a:pt x="971" y="593"/>
                      <a:pt x="1059" y="569"/>
                      <a:pt x="1140" y="569"/>
                    </a:cubicBezTo>
                    <a:close/>
                    <a:moveTo>
                      <a:pt x="936" y="1"/>
                    </a:moveTo>
                    <a:cubicBezTo>
                      <a:pt x="918" y="1"/>
                      <a:pt x="899" y="3"/>
                      <a:pt x="881" y="8"/>
                    </a:cubicBezTo>
                    <a:cubicBezTo>
                      <a:pt x="232" y="168"/>
                      <a:pt x="85" y="560"/>
                      <a:pt x="59" y="773"/>
                    </a:cubicBezTo>
                    <a:cubicBezTo>
                      <a:pt x="0" y="1165"/>
                      <a:pt x="232" y="1583"/>
                      <a:pt x="611" y="1794"/>
                    </a:cubicBezTo>
                    <a:cubicBezTo>
                      <a:pt x="759" y="1877"/>
                      <a:pt x="920" y="1916"/>
                      <a:pt x="1074" y="1916"/>
                    </a:cubicBezTo>
                    <a:cubicBezTo>
                      <a:pt x="1293" y="1916"/>
                      <a:pt x="1498" y="1839"/>
                      <a:pt x="1685" y="1691"/>
                    </a:cubicBezTo>
                    <a:cubicBezTo>
                      <a:pt x="2129" y="1325"/>
                      <a:pt x="2090" y="817"/>
                      <a:pt x="1865" y="503"/>
                    </a:cubicBezTo>
                    <a:cubicBezTo>
                      <a:pt x="1705" y="278"/>
                      <a:pt x="1435" y="123"/>
                      <a:pt x="1132" y="117"/>
                    </a:cubicBezTo>
                    <a:cubicBezTo>
                      <a:pt x="1089" y="48"/>
                      <a:pt x="1017" y="1"/>
                      <a:pt x="93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16"/>
              <p:cNvSpPr/>
              <p:nvPr/>
            </p:nvSpPr>
            <p:spPr>
              <a:xfrm>
                <a:off x="2285500" y="2719075"/>
                <a:ext cx="28950" cy="22425"/>
              </a:xfrm>
              <a:custGeom>
                <a:avLst/>
                <a:gdLst/>
                <a:ahLst/>
                <a:cxnLst/>
                <a:rect l="l" t="t" r="r" b="b"/>
                <a:pathLst>
                  <a:path w="1158" h="897" extrusionOk="0">
                    <a:moveTo>
                      <a:pt x="664" y="0"/>
                    </a:moveTo>
                    <a:cubicBezTo>
                      <a:pt x="583" y="0"/>
                      <a:pt x="495" y="24"/>
                      <a:pt x="405" y="80"/>
                    </a:cubicBezTo>
                    <a:cubicBezTo>
                      <a:pt x="370" y="102"/>
                      <a:pt x="331" y="113"/>
                      <a:pt x="292" y="113"/>
                    </a:cubicBezTo>
                    <a:cubicBezTo>
                      <a:pt x="237" y="113"/>
                      <a:pt x="183" y="92"/>
                      <a:pt x="141" y="56"/>
                    </a:cubicBezTo>
                    <a:cubicBezTo>
                      <a:pt x="84" y="113"/>
                      <a:pt x="39" y="178"/>
                      <a:pt x="26" y="267"/>
                    </a:cubicBezTo>
                    <a:cubicBezTo>
                      <a:pt x="1" y="466"/>
                      <a:pt x="141" y="711"/>
                      <a:pt x="354" y="827"/>
                    </a:cubicBezTo>
                    <a:cubicBezTo>
                      <a:pt x="420" y="865"/>
                      <a:pt x="504" y="897"/>
                      <a:pt x="599" y="897"/>
                    </a:cubicBezTo>
                    <a:cubicBezTo>
                      <a:pt x="696" y="897"/>
                      <a:pt x="806" y="863"/>
                      <a:pt x="920" y="768"/>
                    </a:cubicBezTo>
                    <a:cubicBezTo>
                      <a:pt x="1158" y="575"/>
                      <a:pt x="1125" y="344"/>
                      <a:pt x="1016" y="190"/>
                    </a:cubicBezTo>
                    <a:cubicBezTo>
                      <a:pt x="941" y="82"/>
                      <a:pt x="814" y="0"/>
                      <a:pt x="664"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16"/>
              <p:cNvSpPr/>
              <p:nvPr/>
            </p:nvSpPr>
            <p:spPr>
              <a:xfrm>
                <a:off x="4275525" y="2883175"/>
                <a:ext cx="71675" cy="63350"/>
              </a:xfrm>
              <a:custGeom>
                <a:avLst/>
                <a:gdLst/>
                <a:ahLst/>
                <a:cxnLst/>
                <a:rect l="l" t="t" r="r" b="b"/>
                <a:pathLst>
                  <a:path w="2867" h="2534" extrusionOk="0">
                    <a:moveTo>
                      <a:pt x="1311" y="457"/>
                    </a:moveTo>
                    <a:cubicBezTo>
                      <a:pt x="1468" y="457"/>
                      <a:pt x="1625" y="505"/>
                      <a:pt x="1754" y="573"/>
                    </a:cubicBezTo>
                    <a:cubicBezTo>
                      <a:pt x="2083" y="754"/>
                      <a:pt x="2353" y="1127"/>
                      <a:pt x="2198" y="1545"/>
                    </a:cubicBezTo>
                    <a:cubicBezTo>
                      <a:pt x="2073" y="1894"/>
                      <a:pt x="1850" y="2075"/>
                      <a:pt x="1548" y="2075"/>
                    </a:cubicBezTo>
                    <a:cubicBezTo>
                      <a:pt x="1523" y="2075"/>
                      <a:pt x="1498" y="2074"/>
                      <a:pt x="1472" y="2071"/>
                    </a:cubicBezTo>
                    <a:cubicBezTo>
                      <a:pt x="1029" y="2033"/>
                      <a:pt x="559" y="1647"/>
                      <a:pt x="489" y="1255"/>
                    </a:cubicBezTo>
                    <a:cubicBezTo>
                      <a:pt x="457" y="1056"/>
                      <a:pt x="540" y="896"/>
                      <a:pt x="662" y="774"/>
                    </a:cubicBezTo>
                    <a:cubicBezTo>
                      <a:pt x="727" y="774"/>
                      <a:pt x="798" y="742"/>
                      <a:pt x="836" y="683"/>
                    </a:cubicBezTo>
                    <a:cubicBezTo>
                      <a:pt x="881" y="632"/>
                      <a:pt x="926" y="587"/>
                      <a:pt x="971" y="555"/>
                    </a:cubicBezTo>
                    <a:cubicBezTo>
                      <a:pt x="997" y="549"/>
                      <a:pt x="1015" y="535"/>
                      <a:pt x="1035" y="529"/>
                    </a:cubicBezTo>
                    <a:cubicBezTo>
                      <a:pt x="1054" y="522"/>
                      <a:pt x="1068" y="510"/>
                      <a:pt x="1080" y="496"/>
                    </a:cubicBezTo>
                    <a:cubicBezTo>
                      <a:pt x="1155" y="469"/>
                      <a:pt x="1233" y="457"/>
                      <a:pt x="1311" y="457"/>
                    </a:cubicBezTo>
                    <a:close/>
                    <a:moveTo>
                      <a:pt x="1317" y="0"/>
                    </a:moveTo>
                    <a:cubicBezTo>
                      <a:pt x="1110" y="0"/>
                      <a:pt x="914" y="55"/>
                      <a:pt x="745" y="163"/>
                    </a:cubicBezTo>
                    <a:cubicBezTo>
                      <a:pt x="0" y="549"/>
                      <a:pt x="7" y="1101"/>
                      <a:pt x="45" y="1332"/>
                    </a:cubicBezTo>
                    <a:cubicBezTo>
                      <a:pt x="148" y="1923"/>
                      <a:pt x="784" y="2471"/>
                      <a:pt x="1433" y="2528"/>
                    </a:cubicBezTo>
                    <a:cubicBezTo>
                      <a:pt x="1472" y="2528"/>
                      <a:pt x="1511" y="2534"/>
                      <a:pt x="1549" y="2534"/>
                    </a:cubicBezTo>
                    <a:cubicBezTo>
                      <a:pt x="2044" y="2534"/>
                      <a:pt x="2436" y="2232"/>
                      <a:pt x="2629" y="1699"/>
                    </a:cubicBezTo>
                    <a:cubicBezTo>
                      <a:pt x="2866" y="1030"/>
                      <a:pt x="2456" y="445"/>
                      <a:pt x="1973" y="175"/>
                    </a:cubicBezTo>
                    <a:cubicBezTo>
                      <a:pt x="1755" y="58"/>
                      <a:pt x="1530" y="0"/>
                      <a:pt x="1317"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16"/>
              <p:cNvSpPr/>
              <p:nvPr/>
            </p:nvSpPr>
            <p:spPr>
              <a:xfrm>
                <a:off x="4286925" y="2894575"/>
                <a:ext cx="47425" cy="40475"/>
              </a:xfrm>
              <a:custGeom>
                <a:avLst/>
                <a:gdLst/>
                <a:ahLst/>
                <a:cxnLst/>
                <a:rect l="l" t="t" r="r" b="b"/>
                <a:pathLst>
                  <a:path w="1897" h="1619" extrusionOk="0">
                    <a:moveTo>
                      <a:pt x="855" y="1"/>
                    </a:moveTo>
                    <a:cubicBezTo>
                      <a:pt x="777" y="1"/>
                      <a:pt x="699" y="13"/>
                      <a:pt x="624" y="40"/>
                    </a:cubicBezTo>
                    <a:cubicBezTo>
                      <a:pt x="612" y="54"/>
                      <a:pt x="598" y="66"/>
                      <a:pt x="579" y="73"/>
                    </a:cubicBezTo>
                    <a:cubicBezTo>
                      <a:pt x="559" y="79"/>
                      <a:pt x="541" y="93"/>
                      <a:pt x="515" y="99"/>
                    </a:cubicBezTo>
                    <a:cubicBezTo>
                      <a:pt x="470" y="131"/>
                      <a:pt x="425" y="176"/>
                      <a:pt x="380" y="227"/>
                    </a:cubicBezTo>
                    <a:cubicBezTo>
                      <a:pt x="342" y="286"/>
                      <a:pt x="271" y="318"/>
                      <a:pt x="206" y="318"/>
                    </a:cubicBezTo>
                    <a:cubicBezTo>
                      <a:pt x="84" y="440"/>
                      <a:pt x="1" y="600"/>
                      <a:pt x="33" y="799"/>
                    </a:cubicBezTo>
                    <a:cubicBezTo>
                      <a:pt x="103" y="1191"/>
                      <a:pt x="573" y="1577"/>
                      <a:pt x="1016" y="1615"/>
                    </a:cubicBezTo>
                    <a:cubicBezTo>
                      <a:pt x="1042" y="1618"/>
                      <a:pt x="1067" y="1619"/>
                      <a:pt x="1092" y="1619"/>
                    </a:cubicBezTo>
                    <a:cubicBezTo>
                      <a:pt x="1394" y="1619"/>
                      <a:pt x="1617" y="1438"/>
                      <a:pt x="1742" y="1089"/>
                    </a:cubicBezTo>
                    <a:cubicBezTo>
                      <a:pt x="1897" y="671"/>
                      <a:pt x="1627" y="298"/>
                      <a:pt x="1298" y="117"/>
                    </a:cubicBezTo>
                    <a:cubicBezTo>
                      <a:pt x="1169" y="49"/>
                      <a:pt x="1012" y="1"/>
                      <a:pt x="855"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16"/>
              <p:cNvSpPr/>
              <p:nvPr/>
            </p:nvSpPr>
            <p:spPr>
              <a:xfrm>
                <a:off x="1844775" y="2879975"/>
                <a:ext cx="60750" cy="53725"/>
              </a:xfrm>
              <a:custGeom>
                <a:avLst/>
                <a:gdLst/>
                <a:ahLst/>
                <a:cxnLst/>
                <a:rect l="l" t="t" r="r" b="b"/>
                <a:pathLst>
                  <a:path w="2430" h="2149" extrusionOk="0">
                    <a:moveTo>
                      <a:pt x="1105" y="386"/>
                    </a:moveTo>
                    <a:cubicBezTo>
                      <a:pt x="1241" y="386"/>
                      <a:pt x="1376" y="430"/>
                      <a:pt x="1484" y="490"/>
                    </a:cubicBezTo>
                    <a:cubicBezTo>
                      <a:pt x="1760" y="638"/>
                      <a:pt x="1992" y="953"/>
                      <a:pt x="1864" y="1306"/>
                    </a:cubicBezTo>
                    <a:cubicBezTo>
                      <a:pt x="1756" y="1605"/>
                      <a:pt x="1564" y="1759"/>
                      <a:pt x="1305" y="1759"/>
                    </a:cubicBezTo>
                    <a:cubicBezTo>
                      <a:pt x="1286" y="1759"/>
                      <a:pt x="1267" y="1758"/>
                      <a:pt x="1247" y="1756"/>
                    </a:cubicBezTo>
                    <a:cubicBezTo>
                      <a:pt x="867" y="1724"/>
                      <a:pt x="469" y="1396"/>
                      <a:pt x="411" y="1062"/>
                    </a:cubicBezTo>
                    <a:cubicBezTo>
                      <a:pt x="386" y="894"/>
                      <a:pt x="449" y="760"/>
                      <a:pt x="559" y="657"/>
                    </a:cubicBezTo>
                    <a:cubicBezTo>
                      <a:pt x="610" y="657"/>
                      <a:pt x="668" y="624"/>
                      <a:pt x="707" y="580"/>
                    </a:cubicBezTo>
                    <a:cubicBezTo>
                      <a:pt x="739" y="535"/>
                      <a:pt x="778" y="496"/>
                      <a:pt x="822" y="470"/>
                    </a:cubicBezTo>
                    <a:cubicBezTo>
                      <a:pt x="841" y="464"/>
                      <a:pt x="855" y="451"/>
                      <a:pt x="873" y="445"/>
                    </a:cubicBezTo>
                    <a:cubicBezTo>
                      <a:pt x="887" y="439"/>
                      <a:pt x="906" y="431"/>
                      <a:pt x="912" y="419"/>
                    </a:cubicBezTo>
                    <a:cubicBezTo>
                      <a:pt x="974" y="396"/>
                      <a:pt x="1040" y="386"/>
                      <a:pt x="1105" y="386"/>
                    </a:cubicBezTo>
                    <a:close/>
                    <a:moveTo>
                      <a:pt x="1116" y="1"/>
                    </a:moveTo>
                    <a:cubicBezTo>
                      <a:pt x="940" y="1"/>
                      <a:pt x="773" y="47"/>
                      <a:pt x="630" y="137"/>
                    </a:cubicBezTo>
                    <a:cubicBezTo>
                      <a:pt x="0" y="464"/>
                      <a:pt x="0" y="933"/>
                      <a:pt x="39" y="1126"/>
                    </a:cubicBezTo>
                    <a:cubicBezTo>
                      <a:pt x="122" y="1627"/>
                      <a:pt x="662" y="2097"/>
                      <a:pt x="1214" y="2142"/>
                    </a:cubicBezTo>
                    <a:cubicBezTo>
                      <a:pt x="1247" y="2142"/>
                      <a:pt x="1279" y="2148"/>
                      <a:pt x="1311" y="2148"/>
                    </a:cubicBezTo>
                    <a:cubicBezTo>
                      <a:pt x="1728" y="2148"/>
                      <a:pt x="2063" y="1891"/>
                      <a:pt x="2223" y="1442"/>
                    </a:cubicBezTo>
                    <a:cubicBezTo>
                      <a:pt x="2430" y="876"/>
                      <a:pt x="2075" y="374"/>
                      <a:pt x="1671" y="149"/>
                    </a:cubicBezTo>
                    <a:cubicBezTo>
                      <a:pt x="1486" y="49"/>
                      <a:pt x="1296" y="1"/>
                      <a:pt x="111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16"/>
              <p:cNvSpPr/>
              <p:nvPr/>
            </p:nvSpPr>
            <p:spPr>
              <a:xfrm>
                <a:off x="1854400" y="2889625"/>
                <a:ext cx="40175" cy="34350"/>
              </a:xfrm>
              <a:custGeom>
                <a:avLst/>
                <a:gdLst/>
                <a:ahLst/>
                <a:cxnLst/>
                <a:rect l="l" t="t" r="r" b="b"/>
                <a:pathLst>
                  <a:path w="1607" h="1374" extrusionOk="0">
                    <a:moveTo>
                      <a:pt x="720" y="0"/>
                    </a:moveTo>
                    <a:cubicBezTo>
                      <a:pt x="655" y="0"/>
                      <a:pt x="589" y="10"/>
                      <a:pt x="527" y="33"/>
                    </a:cubicBezTo>
                    <a:cubicBezTo>
                      <a:pt x="521" y="45"/>
                      <a:pt x="502" y="53"/>
                      <a:pt x="488" y="59"/>
                    </a:cubicBezTo>
                    <a:cubicBezTo>
                      <a:pt x="470" y="65"/>
                      <a:pt x="456" y="78"/>
                      <a:pt x="437" y="84"/>
                    </a:cubicBezTo>
                    <a:cubicBezTo>
                      <a:pt x="393" y="110"/>
                      <a:pt x="354" y="149"/>
                      <a:pt x="322" y="194"/>
                    </a:cubicBezTo>
                    <a:cubicBezTo>
                      <a:pt x="283" y="238"/>
                      <a:pt x="225" y="271"/>
                      <a:pt x="174" y="271"/>
                    </a:cubicBezTo>
                    <a:cubicBezTo>
                      <a:pt x="64" y="374"/>
                      <a:pt x="1" y="508"/>
                      <a:pt x="26" y="676"/>
                    </a:cubicBezTo>
                    <a:cubicBezTo>
                      <a:pt x="84" y="1010"/>
                      <a:pt x="482" y="1338"/>
                      <a:pt x="862" y="1370"/>
                    </a:cubicBezTo>
                    <a:cubicBezTo>
                      <a:pt x="882" y="1372"/>
                      <a:pt x="901" y="1373"/>
                      <a:pt x="920" y="1373"/>
                    </a:cubicBezTo>
                    <a:cubicBezTo>
                      <a:pt x="1179" y="1373"/>
                      <a:pt x="1371" y="1219"/>
                      <a:pt x="1479" y="920"/>
                    </a:cubicBezTo>
                    <a:cubicBezTo>
                      <a:pt x="1607" y="567"/>
                      <a:pt x="1375" y="252"/>
                      <a:pt x="1099" y="104"/>
                    </a:cubicBezTo>
                    <a:cubicBezTo>
                      <a:pt x="991" y="44"/>
                      <a:pt x="856" y="0"/>
                      <a:pt x="720"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16"/>
              <p:cNvSpPr/>
              <p:nvPr/>
            </p:nvSpPr>
            <p:spPr>
              <a:xfrm>
                <a:off x="3945300" y="2704850"/>
                <a:ext cx="53050" cy="47900"/>
              </a:xfrm>
              <a:custGeom>
                <a:avLst/>
                <a:gdLst/>
                <a:ahLst/>
                <a:cxnLst/>
                <a:rect l="l" t="t" r="r" b="b"/>
                <a:pathLst>
                  <a:path w="2122" h="1916" extrusionOk="0">
                    <a:moveTo>
                      <a:pt x="1135" y="569"/>
                    </a:moveTo>
                    <a:cubicBezTo>
                      <a:pt x="1285" y="569"/>
                      <a:pt x="1413" y="651"/>
                      <a:pt x="1492" y="759"/>
                    </a:cubicBezTo>
                    <a:cubicBezTo>
                      <a:pt x="1596" y="913"/>
                      <a:pt x="1628" y="1144"/>
                      <a:pt x="1389" y="1337"/>
                    </a:cubicBezTo>
                    <a:cubicBezTo>
                      <a:pt x="1279" y="1432"/>
                      <a:pt x="1171" y="1466"/>
                      <a:pt x="1074" y="1466"/>
                    </a:cubicBezTo>
                    <a:cubicBezTo>
                      <a:pt x="979" y="1466"/>
                      <a:pt x="894" y="1434"/>
                      <a:pt x="824" y="1396"/>
                    </a:cubicBezTo>
                    <a:cubicBezTo>
                      <a:pt x="612" y="1280"/>
                      <a:pt x="471" y="1035"/>
                      <a:pt x="496" y="836"/>
                    </a:cubicBezTo>
                    <a:cubicBezTo>
                      <a:pt x="510" y="747"/>
                      <a:pt x="555" y="682"/>
                      <a:pt x="612" y="625"/>
                    </a:cubicBezTo>
                    <a:cubicBezTo>
                      <a:pt x="653" y="661"/>
                      <a:pt x="707" y="682"/>
                      <a:pt x="762" y="682"/>
                    </a:cubicBezTo>
                    <a:cubicBezTo>
                      <a:pt x="801" y="682"/>
                      <a:pt x="841" y="671"/>
                      <a:pt x="875" y="649"/>
                    </a:cubicBezTo>
                    <a:cubicBezTo>
                      <a:pt x="966" y="593"/>
                      <a:pt x="1054" y="569"/>
                      <a:pt x="1135" y="569"/>
                    </a:cubicBezTo>
                    <a:close/>
                    <a:moveTo>
                      <a:pt x="930" y="1"/>
                    </a:moveTo>
                    <a:cubicBezTo>
                      <a:pt x="912" y="1"/>
                      <a:pt x="894" y="3"/>
                      <a:pt x="875" y="8"/>
                    </a:cubicBezTo>
                    <a:cubicBezTo>
                      <a:pt x="226" y="168"/>
                      <a:pt x="78" y="560"/>
                      <a:pt x="53" y="773"/>
                    </a:cubicBezTo>
                    <a:cubicBezTo>
                      <a:pt x="1" y="1165"/>
                      <a:pt x="226" y="1583"/>
                      <a:pt x="605" y="1794"/>
                    </a:cubicBezTo>
                    <a:cubicBezTo>
                      <a:pt x="753" y="1877"/>
                      <a:pt x="914" y="1916"/>
                      <a:pt x="1068" y="1916"/>
                    </a:cubicBezTo>
                    <a:cubicBezTo>
                      <a:pt x="1287" y="1916"/>
                      <a:pt x="1499" y="1839"/>
                      <a:pt x="1679" y="1691"/>
                    </a:cubicBezTo>
                    <a:cubicBezTo>
                      <a:pt x="2122" y="1325"/>
                      <a:pt x="2083" y="817"/>
                      <a:pt x="1859" y="503"/>
                    </a:cubicBezTo>
                    <a:cubicBezTo>
                      <a:pt x="1698" y="278"/>
                      <a:pt x="1428" y="123"/>
                      <a:pt x="1127" y="117"/>
                    </a:cubicBezTo>
                    <a:cubicBezTo>
                      <a:pt x="1084" y="48"/>
                      <a:pt x="1012" y="1"/>
                      <a:pt x="93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16"/>
              <p:cNvSpPr/>
              <p:nvPr/>
            </p:nvSpPr>
            <p:spPr>
              <a:xfrm>
                <a:off x="3957075" y="2719075"/>
                <a:ext cx="28950" cy="22425"/>
              </a:xfrm>
              <a:custGeom>
                <a:avLst/>
                <a:gdLst/>
                <a:ahLst/>
                <a:cxnLst/>
                <a:rect l="l" t="t" r="r" b="b"/>
                <a:pathLst>
                  <a:path w="1158" h="897" extrusionOk="0">
                    <a:moveTo>
                      <a:pt x="664" y="0"/>
                    </a:moveTo>
                    <a:cubicBezTo>
                      <a:pt x="583" y="0"/>
                      <a:pt x="495" y="24"/>
                      <a:pt x="404" y="80"/>
                    </a:cubicBezTo>
                    <a:cubicBezTo>
                      <a:pt x="370" y="102"/>
                      <a:pt x="330" y="113"/>
                      <a:pt x="291" y="113"/>
                    </a:cubicBezTo>
                    <a:cubicBezTo>
                      <a:pt x="236" y="113"/>
                      <a:pt x="182" y="92"/>
                      <a:pt x="141" y="56"/>
                    </a:cubicBezTo>
                    <a:cubicBezTo>
                      <a:pt x="84" y="113"/>
                      <a:pt x="39" y="178"/>
                      <a:pt x="25" y="267"/>
                    </a:cubicBezTo>
                    <a:cubicBezTo>
                      <a:pt x="0" y="466"/>
                      <a:pt x="141" y="711"/>
                      <a:pt x="353" y="827"/>
                    </a:cubicBezTo>
                    <a:cubicBezTo>
                      <a:pt x="423" y="865"/>
                      <a:pt x="508" y="897"/>
                      <a:pt x="603" y="897"/>
                    </a:cubicBezTo>
                    <a:cubicBezTo>
                      <a:pt x="700" y="897"/>
                      <a:pt x="808" y="863"/>
                      <a:pt x="918" y="768"/>
                    </a:cubicBezTo>
                    <a:cubicBezTo>
                      <a:pt x="1157" y="575"/>
                      <a:pt x="1125" y="344"/>
                      <a:pt x="1021" y="190"/>
                    </a:cubicBezTo>
                    <a:cubicBezTo>
                      <a:pt x="942" y="82"/>
                      <a:pt x="814" y="0"/>
                      <a:pt x="664"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16"/>
              <p:cNvSpPr/>
              <p:nvPr/>
            </p:nvSpPr>
            <p:spPr>
              <a:xfrm>
                <a:off x="6057600" y="2861125"/>
                <a:ext cx="71575" cy="63225"/>
              </a:xfrm>
              <a:custGeom>
                <a:avLst/>
                <a:gdLst/>
                <a:ahLst/>
                <a:cxnLst/>
                <a:rect l="l" t="t" r="r" b="b"/>
                <a:pathLst>
                  <a:path w="2863" h="2529" extrusionOk="0">
                    <a:moveTo>
                      <a:pt x="1317" y="454"/>
                    </a:moveTo>
                    <a:cubicBezTo>
                      <a:pt x="1471" y="454"/>
                      <a:pt x="1627" y="504"/>
                      <a:pt x="1750" y="576"/>
                    </a:cubicBezTo>
                    <a:cubicBezTo>
                      <a:pt x="2083" y="755"/>
                      <a:pt x="2347" y="1122"/>
                      <a:pt x="2199" y="1546"/>
                    </a:cubicBezTo>
                    <a:cubicBezTo>
                      <a:pt x="2073" y="1894"/>
                      <a:pt x="1845" y="2075"/>
                      <a:pt x="1537" y="2075"/>
                    </a:cubicBezTo>
                    <a:cubicBezTo>
                      <a:pt x="1517" y="2075"/>
                      <a:pt x="1495" y="2074"/>
                      <a:pt x="1474" y="2072"/>
                    </a:cubicBezTo>
                    <a:cubicBezTo>
                      <a:pt x="1023" y="2034"/>
                      <a:pt x="561" y="1642"/>
                      <a:pt x="490" y="1250"/>
                    </a:cubicBezTo>
                    <a:cubicBezTo>
                      <a:pt x="457" y="1051"/>
                      <a:pt x="534" y="897"/>
                      <a:pt x="656" y="769"/>
                    </a:cubicBezTo>
                    <a:cubicBezTo>
                      <a:pt x="727" y="769"/>
                      <a:pt x="792" y="743"/>
                      <a:pt x="837" y="684"/>
                    </a:cubicBezTo>
                    <a:cubicBezTo>
                      <a:pt x="875" y="633"/>
                      <a:pt x="920" y="588"/>
                      <a:pt x="972" y="556"/>
                    </a:cubicBezTo>
                    <a:cubicBezTo>
                      <a:pt x="991" y="544"/>
                      <a:pt x="1011" y="538"/>
                      <a:pt x="1036" y="524"/>
                    </a:cubicBezTo>
                    <a:cubicBezTo>
                      <a:pt x="1050" y="518"/>
                      <a:pt x="1068" y="505"/>
                      <a:pt x="1080" y="499"/>
                    </a:cubicBezTo>
                    <a:cubicBezTo>
                      <a:pt x="1156" y="468"/>
                      <a:pt x="1236" y="454"/>
                      <a:pt x="1317" y="454"/>
                    </a:cubicBezTo>
                    <a:close/>
                    <a:moveTo>
                      <a:pt x="1313" y="1"/>
                    </a:moveTo>
                    <a:cubicBezTo>
                      <a:pt x="1108" y="1"/>
                      <a:pt x="914" y="54"/>
                      <a:pt x="747" y="158"/>
                    </a:cubicBezTo>
                    <a:cubicBezTo>
                      <a:pt x="1" y="550"/>
                      <a:pt x="1" y="1102"/>
                      <a:pt x="47" y="1327"/>
                    </a:cubicBezTo>
                    <a:cubicBezTo>
                      <a:pt x="149" y="1918"/>
                      <a:pt x="780" y="2472"/>
                      <a:pt x="1435" y="2523"/>
                    </a:cubicBezTo>
                    <a:cubicBezTo>
                      <a:pt x="1466" y="2529"/>
                      <a:pt x="1505" y="2529"/>
                      <a:pt x="1543" y="2529"/>
                    </a:cubicBezTo>
                    <a:cubicBezTo>
                      <a:pt x="2044" y="2529"/>
                      <a:pt x="2430" y="2234"/>
                      <a:pt x="2623" y="1701"/>
                    </a:cubicBezTo>
                    <a:cubicBezTo>
                      <a:pt x="2862" y="1031"/>
                      <a:pt x="2450" y="440"/>
                      <a:pt x="1967" y="177"/>
                    </a:cubicBezTo>
                    <a:cubicBezTo>
                      <a:pt x="1751" y="59"/>
                      <a:pt x="1526" y="1"/>
                      <a:pt x="1313"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16"/>
              <p:cNvSpPr/>
              <p:nvPr/>
            </p:nvSpPr>
            <p:spPr>
              <a:xfrm>
                <a:off x="6069025" y="2872475"/>
                <a:ext cx="47250" cy="40525"/>
              </a:xfrm>
              <a:custGeom>
                <a:avLst/>
                <a:gdLst/>
                <a:ahLst/>
                <a:cxnLst/>
                <a:rect l="l" t="t" r="r" b="b"/>
                <a:pathLst>
                  <a:path w="1890" h="1621" extrusionOk="0">
                    <a:moveTo>
                      <a:pt x="860" y="0"/>
                    </a:moveTo>
                    <a:cubicBezTo>
                      <a:pt x="779" y="0"/>
                      <a:pt x="699" y="14"/>
                      <a:pt x="623" y="45"/>
                    </a:cubicBezTo>
                    <a:cubicBezTo>
                      <a:pt x="611" y="51"/>
                      <a:pt x="593" y="64"/>
                      <a:pt x="579" y="70"/>
                    </a:cubicBezTo>
                    <a:cubicBezTo>
                      <a:pt x="554" y="84"/>
                      <a:pt x="534" y="90"/>
                      <a:pt x="515" y="102"/>
                    </a:cubicBezTo>
                    <a:cubicBezTo>
                      <a:pt x="463" y="134"/>
                      <a:pt x="418" y="179"/>
                      <a:pt x="380" y="230"/>
                    </a:cubicBezTo>
                    <a:cubicBezTo>
                      <a:pt x="335" y="289"/>
                      <a:pt x="270" y="315"/>
                      <a:pt x="199" y="315"/>
                    </a:cubicBezTo>
                    <a:cubicBezTo>
                      <a:pt x="77" y="443"/>
                      <a:pt x="0" y="597"/>
                      <a:pt x="33" y="796"/>
                    </a:cubicBezTo>
                    <a:cubicBezTo>
                      <a:pt x="104" y="1188"/>
                      <a:pt x="566" y="1580"/>
                      <a:pt x="1017" y="1618"/>
                    </a:cubicBezTo>
                    <a:cubicBezTo>
                      <a:pt x="1038" y="1620"/>
                      <a:pt x="1060" y="1621"/>
                      <a:pt x="1080" y="1621"/>
                    </a:cubicBezTo>
                    <a:cubicBezTo>
                      <a:pt x="1388" y="1621"/>
                      <a:pt x="1616" y="1440"/>
                      <a:pt x="1742" y="1092"/>
                    </a:cubicBezTo>
                    <a:cubicBezTo>
                      <a:pt x="1890" y="668"/>
                      <a:pt x="1626" y="301"/>
                      <a:pt x="1293" y="122"/>
                    </a:cubicBezTo>
                    <a:cubicBezTo>
                      <a:pt x="1170" y="50"/>
                      <a:pt x="1014" y="0"/>
                      <a:pt x="860"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16"/>
              <p:cNvSpPr/>
              <p:nvPr/>
            </p:nvSpPr>
            <p:spPr>
              <a:xfrm>
                <a:off x="5349825" y="2920475"/>
                <a:ext cx="60750" cy="53700"/>
              </a:xfrm>
              <a:custGeom>
                <a:avLst/>
                <a:gdLst/>
                <a:ahLst/>
                <a:cxnLst/>
                <a:rect l="l" t="t" r="r" b="b"/>
                <a:pathLst>
                  <a:path w="2430" h="2148" extrusionOk="0">
                    <a:moveTo>
                      <a:pt x="1108" y="386"/>
                    </a:moveTo>
                    <a:cubicBezTo>
                      <a:pt x="1242" y="386"/>
                      <a:pt x="1377" y="429"/>
                      <a:pt x="1486" y="490"/>
                    </a:cubicBezTo>
                    <a:cubicBezTo>
                      <a:pt x="1768" y="644"/>
                      <a:pt x="1993" y="952"/>
                      <a:pt x="1865" y="1306"/>
                    </a:cubicBezTo>
                    <a:cubicBezTo>
                      <a:pt x="1757" y="1604"/>
                      <a:pt x="1565" y="1759"/>
                      <a:pt x="1307" y="1759"/>
                    </a:cubicBezTo>
                    <a:cubicBezTo>
                      <a:pt x="1288" y="1759"/>
                      <a:pt x="1268" y="1758"/>
                      <a:pt x="1248" y="1756"/>
                    </a:cubicBezTo>
                    <a:cubicBezTo>
                      <a:pt x="875" y="1724"/>
                      <a:pt x="477" y="1395"/>
                      <a:pt x="418" y="1062"/>
                    </a:cubicBezTo>
                    <a:cubicBezTo>
                      <a:pt x="386" y="894"/>
                      <a:pt x="457" y="760"/>
                      <a:pt x="560" y="656"/>
                    </a:cubicBezTo>
                    <a:cubicBezTo>
                      <a:pt x="617" y="656"/>
                      <a:pt x="676" y="624"/>
                      <a:pt x="708" y="579"/>
                    </a:cubicBezTo>
                    <a:cubicBezTo>
                      <a:pt x="747" y="534"/>
                      <a:pt x="785" y="496"/>
                      <a:pt x="824" y="470"/>
                    </a:cubicBezTo>
                    <a:cubicBezTo>
                      <a:pt x="842" y="463"/>
                      <a:pt x="862" y="451"/>
                      <a:pt x="881" y="445"/>
                    </a:cubicBezTo>
                    <a:cubicBezTo>
                      <a:pt x="893" y="439"/>
                      <a:pt x="907" y="431"/>
                      <a:pt x="919" y="419"/>
                    </a:cubicBezTo>
                    <a:cubicBezTo>
                      <a:pt x="980" y="396"/>
                      <a:pt x="1044" y="386"/>
                      <a:pt x="1108" y="386"/>
                    </a:cubicBezTo>
                    <a:close/>
                    <a:moveTo>
                      <a:pt x="1123" y="0"/>
                    </a:moveTo>
                    <a:cubicBezTo>
                      <a:pt x="947" y="0"/>
                      <a:pt x="780" y="47"/>
                      <a:pt x="637" y="136"/>
                    </a:cubicBezTo>
                    <a:cubicBezTo>
                      <a:pt x="0" y="463"/>
                      <a:pt x="6" y="932"/>
                      <a:pt x="39" y="1125"/>
                    </a:cubicBezTo>
                    <a:cubicBezTo>
                      <a:pt x="122" y="1627"/>
                      <a:pt x="662" y="2097"/>
                      <a:pt x="1216" y="2142"/>
                    </a:cubicBezTo>
                    <a:cubicBezTo>
                      <a:pt x="1248" y="2142"/>
                      <a:pt x="1279" y="2148"/>
                      <a:pt x="1311" y="2148"/>
                    </a:cubicBezTo>
                    <a:cubicBezTo>
                      <a:pt x="1735" y="2148"/>
                      <a:pt x="2064" y="1890"/>
                      <a:pt x="2224" y="1441"/>
                    </a:cubicBezTo>
                    <a:cubicBezTo>
                      <a:pt x="2430" y="875"/>
                      <a:pt x="2083" y="374"/>
                      <a:pt x="1672" y="149"/>
                    </a:cubicBezTo>
                    <a:cubicBezTo>
                      <a:pt x="1490" y="48"/>
                      <a:pt x="1302" y="0"/>
                      <a:pt x="1123"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16"/>
              <p:cNvSpPr/>
              <p:nvPr/>
            </p:nvSpPr>
            <p:spPr>
              <a:xfrm>
                <a:off x="5359450" y="2930100"/>
                <a:ext cx="40225" cy="34350"/>
              </a:xfrm>
              <a:custGeom>
                <a:avLst/>
                <a:gdLst/>
                <a:ahLst/>
                <a:cxnLst/>
                <a:rect l="l" t="t" r="r" b="b"/>
                <a:pathLst>
                  <a:path w="1609" h="1374" extrusionOk="0">
                    <a:moveTo>
                      <a:pt x="723" y="1"/>
                    </a:moveTo>
                    <a:cubicBezTo>
                      <a:pt x="659" y="1"/>
                      <a:pt x="595" y="11"/>
                      <a:pt x="534" y="34"/>
                    </a:cubicBezTo>
                    <a:cubicBezTo>
                      <a:pt x="522" y="46"/>
                      <a:pt x="508" y="54"/>
                      <a:pt x="496" y="60"/>
                    </a:cubicBezTo>
                    <a:cubicBezTo>
                      <a:pt x="477" y="66"/>
                      <a:pt x="457" y="78"/>
                      <a:pt x="439" y="85"/>
                    </a:cubicBezTo>
                    <a:cubicBezTo>
                      <a:pt x="400" y="111"/>
                      <a:pt x="362" y="149"/>
                      <a:pt x="323" y="194"/>
                    </a:cubicBezTo>
                    <a:cubicBezTo>
                      <a:pt x="291" y="239"/>
                      <a:pt x="232" y="271"/>
                      <a:pt x="175" y="271"/>
                    </a:cubicBezTo>
                    <a:cubicBezTo>
                      <a:pt x="72" y="375"/>
                      <a:pt x="1" y="509"/>
                      <a:pt x="33" y="677"/>
                    </a:cubicBezTo>
                    <a:cubicBezTo>
                      <a:pt x="92" y="1010"/>
                      <a:pt x="490" y="1339"/>
                      <a:pt x="863" y="1371"/>
                    </a:cubicBezTo>
                    <a:cubicBezTo>
                      <a:pt x="883" y="1373"/>
                      <a:pt x="903" y="1374"/>
                      <a:pt x="922" y="1374"/>
                    </a:cubicBezTo>
                    <a:cubicBezTo>
                      <a:pt x="1180" y="1374"/>
                      <a:pt x="1372" y="1219"/>
                      <a:pt x="1480" y="921"/>
                    </a:cubicBezTo>
                    <a:cubicBezTo>
                      <a:pt x="1608" y="567"/>
                      <a:pt x="1383" y="259"/>
                      <a:pt x="1101" y="105"/>
                    </a:cubicBezTo>
                    <a:cubicBezTo>
                      <a:pt x="992" y="44"/>
                      <a:pt x="857" y="1"/>
                      <a:pt x="723"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16"/>
              <p:cNvSpPr/>
              <p:nvPr/>
            </p:nvSpPr>
            <p:spPr>
              <a:xfrm>
                <a:off x="4677850" y="2844800"/>
                <a:ext cx="53200" cy="47900"/>
              </a:xfrm>
              <a:custGeom>
                <a:avLst/>
                <a:gdLst/>
                <a:ahLst/>
                <a:cxnLst/>
                <a:rect l="l" t="t" r="r" b="b"/>
                <a:pathLst>
                  <a:path w="2128" h="1916" extrusionOk="0">
                    <a:moveTo>
                      <a:pt x="1136" y="567"/>
                    </a:moveTo>
                    <a:cubicBezTo>
                      <a:pt x="1289" y="567"/>
                      <a:pt x="1418" y="649"/>
                      <a:pt x="1498" y="759"/>
                    </a:cubicBezTo>
                    <a:cubicBezTo>
                      <a:pt x="1602" y="913"/>
                      <a:pt x="1634" y="1144"/>
                      <a:pt x="1395" y="1337"/>
                    </a:cubicBezTo>
                    <a:cubicBezTo>
                      <a:pt x="1285" y="1432"/>
                      <a:pt x="1176" y="1465"/>
                      <a:pt x="1077" y="1465"/>
                    </a:cubicBezTo>
                    <a:cubicBezTo>
                      <a:pt x="982" y="1465"/>
                      <a:pt x="897" y="1434"/>
                      <a:pt x="830" y="1396"/>
                    </a:cubicBezTo>
                    <a:cubicBezTo>
                      <a:pt x="618" y="1280"/>
                      <a:pt x="477" y="1036"/>
                      <a:pt x="502" y="836"/>
                    </a:cubicBezTo>
                    <a:cubicBezTo>
                      <a:pt x="516" y="746"/>
                      <a:pt x="561" y="675"/>
                      <a:pt x="618" y="624"/>
                    </a:cubicBezTo>
                    <a:cubicBezTo>
                      <a:pt x="659" y="658"/>
                      <a:pt x="713" y="678"/>
                      <a:pt x="768" y="678"/>
                    </a:cubicBezTo>
                    <a:cubicBezTo>
                      <a:pt x="807" y="678"/>
                      <a:pt x="846" y="668"/>
                      <a:pt x="881" y="643"/>
                    </a:cubicBezTo>
                    <a:cubicBezTo>
                      <a:pt x="970" y="590"/>
                      <a:pt x="1056" y="567"/>
                      <a:pt x="1136" y="567"/>
                    </a:cubicBezTo>
                    <a:close/>
                    <a:moveTo>
                      <a:pt x="940" y="0"/>
                    </a:moveTo>
                    <a:cubicBezTo>
                      <a:pt x="921" y="0"/>
                      <a:pt x="901" y="2"/>
                      <a:pt x="881" y="7"/>
                    </a:cubicBezTo>
                    <a:cubicBezTo>
                      <a:pt x="232" y="162"/>
                      <a:pt x="84" y="554"/>
                      <a:pt x="59" y="773"/>
                    </a:cubicBezTo>
                    <a:cubicBezTo>
                      <a:pt x="1" y="1164"/>
                      <a:pt x="232" y="1582"/>
                      <a:pt x="611" y="1794"/>
                    </a:cubicBezTo>
                    <a:cubicBezTo>
                      <a:pt x="759" y="1877"/>
                      <a:pt x="920" y="1916"/>
                      <a:pt x="1074" y="1916"/>
                    </a:cubicBezTo>
                    <a:cubicBezTo>
                      <a:pt x="1293" y="1916"/>
                      <a:pt x="1505" y="1838"/>
                      <a:pt x="1685" y="1684"/>
                    </a:cubicBezTo>
                    <a:cubicBezTo>
                      <a:pt x="2128" y="1319"/>
                      <a:pt x="2089" y="811"/>
                      <a:pt x="1865" y="503"/>
                    </a:cubicBezTo>
                    <a:cubicBezTo>
                      <a:pt x="1704" y="277"/>
                      <a:pt x="1434" y="117"/>
                      <a:pt x="1133" y="117"/>
                    </a:cubicBezTo>
                    <a:cubicBezTo>
                      <a:pt x="1090" y="43"/>
                      <a:pt x="1020" y="0"/>
                      <a:pt x="940"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16"/>
              <p:cNvSpPr/>
              <p:nvPr/>
            </p:nvSpPr>
            <p:spPr>
              <a:xfrm>
                <a:off x="4689775" y="2858975"/>
                <a:ext cx="28950" cy="22475"/>
              </a:xfrm>
              <a:custGeom>
                <a:avLst/>
                <a:gdLst/>
                <a:ahLst/>
                <a:cxnLst/>
                <a:rect l="l" t="t" r="r" b="b"/>
                <a:pathLst>
                  <a:path w="1158" h="899" extrusionOk="0">
                    <a:moveTo>
                      <a:pt x="659" y="0"/>
                    </a:moveTo>
                    <a:cubicBezTo>
                      <a:pt x="579" y="0"/>
                      <a:pt x="493" y="23"/>
                      <a:pt x="404" y="76"/>
                    </a:cubicBezTo>
                    <a:cubicBezTo>
                      <a:pt x="369" y="101"/>
                      <a:pt x="330" y="111"/>
                      <a:pt x="291" y="111"/>
                    </a:cubicBezTo>
                    <a:cubicBezTo>
                      <a:pt x="236" y="111"/>
                      <a:pt x="182" y="91"/>
                      <a:pt x="141" y="57"/>
                    </a:cubicBezTo>
                    <a:cubicBezTo>
                      <a:pt x="84" y="108"/>
                      <a:pt x="39" y="179"/>
                      <a:pt x="25" y="269"/>
                    </a:cubicBezTo>
                    <a:cubicBezTo>
                      <a:pt x="0" y="469"/>
                      <a:pt x="141" y="713"/>
                      <a:pt x="353" y="829"/>
                    </a:cubicBezTo>
                    <a:cubicBezTo>
                      <a:pt x="420" y="867"/>
                      <a:pt x="505" y="898"/>
                      <a:pt x="600" y="898"/>
                    </a:cubicBezTo>
                    <a:cubicBezTo>
                      <a:pt x="699" y="898"/>
                      <a:pt x="808" y="865"/>
                      <a:pt x="918" y="770"/>
                    </a:cubicBezTo>
                    <a:cubicBezTo>
                      <a:pt x="1157" y="577"/>
                      <a:pt x="1125" y="346"/>
                      <a:pt x="1021" y="192"/>
                    </a:cubicBezTo>
                    <a:cubicBezTo>
                      <a:pt x="941" y="82"/>
                      <a:pt x="812" y="0"/>
                      <a:pt x="659"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8" name="Google Shape;658;p16"/>
            <p:cNvSpPr/>
            <p:nvPr/>
          </p:nvSpPr>
          <p:spPr>
            <a:xfrm>
              <a:off x="3020350" y="4441675"/>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16"/>
            <p:cNvSpPr/>
            <p:nvPr/>
          </p:nvSpPr>
          <p:spPr>
            <a:xfrm flipH="1">
              <a:off x="5316450" y="4547413"/>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16"/>
            <p:cNvSpPr/>
            <p:nvPr/>
          </p:nvSpPr>
          <p:spPr>
            <a:xfrm>
              <a:off x="464575" y="4825088"/>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16"/>
            <p:cNvSpPr/>
            <p:nvPr/>
          </p:nvSpPr>
          <p:spPr>
            <a:xfrm flipH="1">
              <a:off x="7987700" y="4740838"/>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714"/>
        <p:cNvGrpSpPr/>
        <p:nvPr/>
      </p:nvGrpSpPr>
      <p:grpSpPr>
        <a:xfrm>
          <a:off x="0" y="0"/>
          <a:ext cx="0" cy="0"/>
          <a:chOff x="0" y="0"/>
          <a:chExt cx="0" cy="0"/>
        </a:xfrm>
      </p:grpSpPr>
      <p:sp>
        <p:nvSpPr>
          <p:cNvPr id="715" name="Google Shape;715;p18"/>
          <p:cNvSpPr txBox="1">
            <a:spLocks noGrp="1"/>
          </p:cNvSpPr>
          <p:nvPr>
            <p:ph type="title"/>
          </p:nvPr>
        </p:nvSpPr>
        <p:spPr>
          <a:xfrm>
            <a:off x="836375" y="1820223"/>
            <a:ext cx="2072700" cy="2559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16" name="Google Shape;716;p18"/>
          <p:cNvSpPr txBox="1">
            <a:spLocks noGrp="1"/>
          </p:cNvSpPr>
          <p:nvPr>
            <p:ph type="subTitle" idx="1"/>
          </p:nvPr>
        </p:nvSpPr>
        <p:spPr>
          <a:xfrm>
            <a:off x="836375" y="2116975"/>
            <a:ext cx="20727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17" name="Google Shape;717;p18"/>
          <p:cNvSpPr txBox="1">
            <a:spLocks noGrp="1"/>
          </p:cNvSpPr>
          <p:nvPr>
            <p:ph type="title" idx="2"/>
          </p:nvPr>
        </p:nvSpPr>
        <p:spPr>
          <a:xfrm>
            <a:off x="3535650" y="1820223"/>
            <a:ext cx="2072700" cy="2559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18" name="Google Shape;718;p18"/>
          <p:cNvSpPr txBox="1">
            <a:spLocks noGrp="1"/>
          </p:cNvSpPr>
          <p:nvPr>
            <p:ph type="subTitle" idx="3"/>
          </p:nvPr>
        </p:nvSpPr>
        <p:spPr>
          <a:xfrm>
            <a:off x="3535650" y="2116975"/>
            <a:ext cx="20727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19" name="Google Shape;719;p18"/>
          <p:cNvSpPr txBox="1">
            <a:spLocks noGrp="1"/>
          </p:cNvSpPr>
          <p:nvPr>
            <p:ph type="title" idx="4"/>
          </p:nvPr>
        </p:nvSpPr>
        <p:spPr>
          <a:xfrm>
            <a:off x="836375" y="3492573"/>
            <a:ext cx="2072700" cy="2559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20" name="Google Shape;720;p18"/>
          <p:cNvSpPr txBox="1">
            <a:spLocks noGrp="1"/>
          </p:cNvSpPr>
          <p:nvPr>
            <p:ph type="subTitle" idx="5"/>
          </p:nvPr>
        </p:nvSpPr>
        <p:spPr>
          <a:xfrm>
            <a:off x="836375" y="3789325"/>
            <a:ext cx="20727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21" name="Google Shape;721;p18"/>
          <p:cNvSpPr txBox="1">
            <a:spLocks noGrp="1"/>
          </p:cNvSpPr>
          <p:nvPr>
            <p:ph type="title" idx="6"/>
          </p:nvPr>
        </p:nvSpPr>
        <p:spPr>
          <a:xfrm>
            <a:off x="3535650" y="3492573"/>
            <a:ext cx="2072700" cy="2559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22" name="Google Shape;722;p18"/>
          <p:cNvSpPr txBox="1">
            <a:spLocks noGrp="1"/>
          </p:cNvSpPr>
          <p:nvPr>
            <p:ph type="subTitle" idx="7"/>
          </p:nvPr>
        </p:nvSpPr>
        <p:spPr>
          <a:xfrm>
            <a:off x="3535650" y="3789325"/>
            <a:ext cx="20727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23" name="Google Shape;723;p18"/>
          <p:cNvSpPr txBox="1">
            <a:spLocks noGrp="1"/>
          </p:cNvSpPr>
          <p:nvPr>
            <p:ph type="title" idx="8"/>
          </p:nvPr>
        </p:nvSpPr>
        <p:spPr>
          <a:xfrm>
            <a:off x="6234925" y="1820223"/>
            <a:ext cx="2072700" cy="2559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24" name="Google Shape;724;p18"/>
          <p:cNvSpPr txBox="1">
            <a:spLocks noGrp="1"/>
          </p:cNvSpPr>
          <p:nvPr>
            <p:ph type="subTitle" idx="9"/>
          </p:nvPr>
        </p:nvSpPr>
        <p:spPr>
          <a:xfrm>
            <a:off x="6234925" y="2116975"/>
            <a:ext cx="20727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25" name="Google Shape;725;p18"/>
          <p:cNvSpPr txBox="1">
            <a:spLocks noGrp="1"/>
          </p:cNvSpPr>
          <p:nvPr>
            <p:ph type="title" idx="13"/>
          </p:nvPr>
        </p:nvSpPr>
        <p:spPr>
          <a:xfrm>
            <a:off x="6234925" y="3492573"/>
            <a:ext cx="2072700" cy="2559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26" name="Google Shape;726;p18"/>
          <p:cNvSpPr txBox="1">
            <a:spLocks noGrp="1"/>
          </p:cNvSpPr>
          <p:nvPr>
            <p:ph type="subTitle" idx="14"/>
          </p:nvPr>
        </p:nvSpPr>
        <p:spPr>
          <a:xfrm>
            <a:off x="6234925" y="3789325"/>
            <a:ext cx="20727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27" name="Google Shape;727;p18"/>
          <p:cNvSpPr txBox="1">
            <a:spLocks noGrp="1"/>
          </p:cNvSpPr>
          <p:nvPr>
            <p:ph type="title" idx="15"/>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grpSp>
        <p:nvGrpSpPr>
          <p:cNvPr id="728" name="Google Shape;728;p18"/>
          <p:cNvGrpSpPr/>
          <p:nvPr/>
        </p:nvGrpSpPr>
        <p:grpSpPr>
          <a:xfrm>
            <a:off x="-57642" y="4693217"/>
            <a:ext cx="9259279" cy="949168"/>
            <a:chOff x="-57639" y="4232675"/>
            <a:chExt cx="9259279" cy="949168"/>
          </a:xfrm>
        </p:grpSpPr>
        <p:grpSp>
          <p:nvGrpSpPr>
            <p:cNvPr id="729" name="Google Shape;729;p18"/>
            <p:cNvGrpSpPr/>
            <p:nvPr/>
          </p:nvGrpSpPr>
          <p:grpSpPr>
            <a:xfrm>
              <a:off x="-57639" y="4232675"/>
              <a:ext cx="9259279" cy="949168"/>
              <a:chOff x="238275" y="2491125"/>
              <a:chExt cx="7141750" cy="732100"/>
            </a:xfrm>
          </p:grpSpPr>
          <p:sp>
            <p:nvSpPr>
              <p:cNvPr id="730" name="Google Shape;730;p18"/>
              <p:cNvSpPr/>
              <p:nvPr/>
            </p:nvSpPr>
            <p:spPr>
              <a:xfrm>
                <a:off x="238275" y="2491125"/>
                <a:ext cx="7141750" cy="282225"/>
              </a:xfrm>
              <a:custGeom>
                <a:avLst/>
                <a:gdLst/>
                <a:ahLst/>
                <a:cxnLst/>
                <a:rect l="l" t="t" r="r" b="b"/>
                <a:pathLst>
                  <a:path w="285670" h="11289" extrusionOk="0">
                    <a:moveTo>
                      <a:pt x="77087" y="1"/>
                    </a:moveTo>
                    <a:cubicBezTo>
                      <a:pt x="69330" y="1"/>
                      <a:pt x="63721" y="1125"/>
                      <a:pt x="59452" y="1679"/>
                    </a:cubicBezTo>
                    <a:cubicBezTo>
                      <a:pt x="56652" y="2041"/>
                      <a:pt x="53084" y="2152"/>
                      <a:pt x="50569" y="2152"/>
                    </a:cubicBezTo>
                    <a:cubicBezTo>
                      <a:pt x="49072" y="2152"/>
                      <a:pt x="47948" y="2113"/>
                      <a:pt x="47581" y="2064"/>
                    </a:cubicBezTo>
                    <a:cubicBezTo>
                      <a:pt x="46591" y="1936"/>
                      <a:pt x="26970" y="1345"/>
                      <a:pt x="26970" y="1345"/>
                    </a:cubicBezTo>
                    <a:lnTo>
                      <a:pt x="0" y="2746"/>
                    </a:lnTo>
                    <a:lnTo>
                      <a:pt x="1376" y="11288"/>
                    </a:lnTo>
                    <a:lnTo>
                      <a:pt x="284771" y="9874"/>
                    </a:lnTo>
                    <a:lnTo>
                      <a:pt x="285670" y="2746"/>
                    </a:lnTo>
                    <a:lnTo>
                      <a:pt x="278382" y="2746"/>
                    </a:lnTo>
                    <a:cubicBezTo>
                      <a:pt x="278382" y="2746"/>
                      <a:pt x="276833" y="3350"/>
                      <a:pt x="269412" y="3350"/>
                    </a:cubicBezTo>
                    <a:cubicBezTo>
                      <a:pt x="268804" y="3350"/>
                      <a:pt x="268157" y="3346"/>
                      <a:pt x="267468" y="3337"/>
                    </a:cubicBezTo>
                    <a:cubicBezTo>
                      <a:pt x="258367" y="3221"/>
                      <a:pt x="258367" y="2553"/>
                      <a:pt x="248361" y="2354"/>
                    </a:cubicBezTo>
                    <a:cubicBezTo>
                      <a:pt x="243485" y="2254"/>
                      <a:pt x="239630" y="2229"/>
                      <a:pt x="236959" y="2229"/>
                    </a:cubicBezTo>
                    <a:cubicBezTo>
                      <a:pt x="234147" y="2229"/>
                      <a:pt x="232646" y="2257"/>
                      <a:pt x="232646" y="2257"/>
                    </a:cubicBezTo>
                    <a:lnTo>
                      <a:pt x="210273" y="1621"/>
                    </a:lnTo>
                    <a:cubicBezTo>
                      <a:pt x="210273" y="1621"/>
                      <a:pt x="209685" y="1550"/>
                      <a:pt x="208556" y="1550"/>
                    </a:cubicBezTo>
                    <a:cubicBezTo>
                      <a:pt x="207391" y="1550"/>
                      <a:pt x="205650" y="1626"/>
                      <a:pt x="203382" y="1936"/>
                    </a:cubicBezTo>
                    <a:cubicBezTo>
                      <a:pt x="201649" y="2171"/>
                      <a:pt x="198963" y="2243"/>
                      <a:pt x="196326" y="2243"/>
                    </a:cubicBezTo>
                    <a:cubicBezTo>
                      <a:pt x="192169" y="2243"/>
                      <a:pt x="188131" y="2064"/>
                      <a:pt x="188131" y="2064"/>
                    </a:cubicBezTo>
                    <a:cubicBezTo>
                      <a:pt x="188131" y="2064"/>
                      <a:pt x="174437" y="2201"/>
                      <a:pt x="163969" y="2201"/>
                    </a:cubicBezTo>
                    <a:cubicBezTo>
                      <a:pt x="158735" y="2201"/>
                      <a:pt x="154307" y="2167"/>
                      <a:pt x="152801" y="2064"/>
                    </a:cubicBezTo>
                    <a:cubicBezTo>
                      <a:pt x="148282" y="1756"/>
                      <a:pt x="96761" y="927"/>
                      <a:pt x="93993" y="664"/>
                    </a:cubicBezTo>
                    <a:cubicBezTo>
                      <a:pt x="91222" y="400"/>
                      <a:pt x="86459" y="118"/>
                      <a:pt x="78149" y="8"/>
                    </a:cubicBezTo>
                    <a:cubicBezTo>
                      <a:pt x="77791" y="3"/>
                      <a:pt x="77437" y="1"/>
                      <a:pt x="77087"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18"/>
              <p:cNvSpPr/>
              <p:nvPr/>
            </p:nvSpPr>
            <p:spPr>
              <a:xfrm>
                <a:off x="272675" y="2551975"/>
                <a:ext cx="7091125" cy="671250"/>
              </a:xfrm>
              <a:custGeom>
                <a:avLst/>
                <a:gdLst/>
                <a:ahLst/>
                <a:cxnLst/>
                <a:rect l="l" t="t" r="r" b="b"/>
                <a:pathLst>
                  <a:path w="283645" h="26850" extrusionOk="0">
                    <a:moveTo>
                      <a:pt x="134832" y="1"/>
                    </a:moveTo>
                    <a:cubicBezTo>
                      <a:pt x="134792" y="1"/>
                      <a:pt x="134755" y="2"/>
                      <a:pt x="134720" y="3"/>
                    </a:cubicBezTo>
                    <a:cubicBezTo>
                      <a:pt x="133388" y="67"/>
                      <a:pt x="126129" y="738"/>
                      <a:pt x="125164" y="738"/>
                    </a:cubicBezTo>
                    <a:cubicBezTo>
                      <a:pt x="125137" y="738"/>
                      <a:pt x="125116" y="737"/>
                      <a:pt x="125099" y="736"/>
                    </a:cubicBezTo>
                    <a:cubicBezTo>
                      <a:pt x="124476" y="698"/>
                      <a:pt x="118537" y="377"/>
                      <a:pt x="118537" y="377"/>
                    </a:cubicBezTo>
                    <a:cubicBezTo>
                      <a:pt x="118537" y="377"/>
                      <a:pt x="108294" y="62"/>
                      <a:pt x="107177" y="62"/>
                    </a:cubicBezTo>
                    <a:cubicBezTo>
                      <a:pt x="107164" y="62"/>
                      <a:pt x="107152" y="62"/>
                      <a:pt x="107141" y="62"/>
                    </a:cubicBezTo>
                    <a:cubicBezTo>
                      <a:pt x="106235" y="68"/>
                      <a:pt x="103414" y="101"/>
                      <a:pt x="97559" y="736"/>
                    </a:cubicBezTo>
                    <a:cubicBezTo>
                      <a:pt x="91703" y="1366"/>
                      <a:pt x="89100" y="1572"/>
                      <a:pt x="89100" y="1572"/>
                    </a:cubicBezTo>
                    <a:cubicBezTo>
                      <a:pt x="89100" y="1572"/>
                      <a:pt x="85133" y="1222"/>
                      <a:pt x="81765" y="1222"/>
                    </a:cubicBezTo>
                    <a:cubicBezTo>
                      <a:pt x="80976" y="1222"/>
                      <a:pt x="80220" y="1241"/>
                      <a:pt x="79556" y="1288"/>
                    </a:cubicBezTo>
                    <a:cubicBezTo>
                      <a:pt x="76047" y="1534"/>
                      <a:pt x="68784" y="3294"/>
                      <a:pt x="67981" y="3667"/>
                    </a:cubicBezTo>
                    <a:cubicBezTo>
                      <a:pt x="67171" y="4034"/>
                      <a:pt x="25362" y="5557"/>
                      <a:pt x="25362" y="5557"/>
                    </a:cubicBezTo>
                    <a:lnTo>
                      <a:pt x="0" y="7247"/>
                    </a:lnTo>
                    <a:lnTo>
                      <a:pt x="0" y="26849"/>
                    </a:lnTo>
                    <a:lnTo>
                      <a:pt x="283645" y="26849"/>
                    </a:lnTo>
                    <a:lnTo>
                      <a:pt x="283645" y="5628"/>
                    </a:lnTo>
                    <a:lnTo>
                      <a:pt x="283034" y="5364"/>
                    </a:lnTo>
                    <a:lnTo>
                      <a:pt x="249889" y="4805"/>
                    </a:lnTo>
                    <a:cubicBezTo>
                      <a:pt x="249889" y="4805"/>
                      <a:pt x="246822" y="4228"/>
                      <a:pt x="245827" y="4228"/>
                    </a:cubicBezTo>
                    <a:cubicBezTo>
                      <a:pt x="245777" y="4228"/>
                      <a:pt x="245731" y="4230"/>
                      <a:pt x="245692" y="4233"/>
                    </a:cubicBezTo>
                    <a:cubicBezTo>
                      <a:pt x="244889" y="4304"/>
                      <a:pt x="242171" y="4619"/>
                      <a:pt x="242171" y="4619"/>
                    </a:cubicBezTo>
                    <a:lnTo>
                      <a:pt x="233912" y="4233"/>
                    </a:lnTo>
                    <a:cubicBezTo>
                      <a:pt x="233912" y="4233"/>
                      <a:pt x="232138" y="3095"/>
                      <a:pt x="225999" y="2857"/>
                    </a:cubicBezTo>
                    <a:cubicBezTo>
                      <a:pt x="220178" y="2637"/>
                      <a:pt x="216019" y="2632"/>
                      <a:pt x="215613" y="2632"/>
                    </a:cubicBezTo>
                    <a:cubicBezTo>
                      <a:pt x="215592" y="2632"/>
                      <a:pt x="215581" y="2632"/>
                      <a:pt x="215581" y="2632"/>
                    </a:cubicBezTo>
                    <a:lnTo>
                      <a:pt x="202181" y="2053"/>
                    </a:lnTo>
                    <a:cubicBezTo>
                      <a:pt x="202181" y="2053"/>
                      <a:pt x="195990" y="2330"/>
                      <a:pt x="194300" y="2427"/>
                    </a:cubicBezTo>
                    <a:cubicBezTo>
                      <a:pt x="192611" y="2516"/>
                      <a:pt x="187263" y="3005"/>
                      <a:pt x="187263" y="3005"/>
                    </a:cubicBezTo>
                    <a:lnTo>
                      <a:pt x="172828" y="3005"/>
                    </a:lnTo>
                    <a:lnTo>
                      <a:pt x="169434" y="2857"/>
                    </a:lnTo>
                    <a:cubicBezTo>
                      <a:pt x="169434" y="2857"/>
                      <a:pt x="166638" y="2613"/>
                      <a:pt x="165249" y="2472"/>
                    </a:cubicBezTo>
                    <a:cubicBezTo>
                      <a:pt x="163855" y="2330"/>
                      <a:pt x="160358" y="2222"/>
                      <a:pt x="158643" y="2053"/>
                    </a:cubicBezTo>
                    <a:cubicBezTo>
                      <a:pt x="156926" y="1881"/>
                      <a:pt x="152440" y="1418"/>
                      <a:pt x="151933" y="1288"/>
                    </a:cubicBezTo>
                    <a:cubicBezTo>
                      <a:pt x="151766" y="1246"/>
                      <a:pt x="150510" y="1231"/>
                      <a:pt x="148911" y="1231"/>
                    </a:cubicBezTo>
                    <a:cubicBezTo>
                      <a:pt x="145711" y="1231"/>
                      <a:pt x="141135" y="1288"/>
                      <a:pt x="141135" y="1288"/>
                    </a:cubicBezTo>
                    <a:cubicBezTo>
                      <a:pt x="141135" y="1288"/>
                      <a:pt x="136344" y="1"/>
                      <a:pt x="134832" y="1"/>
                    </a:cubicBezTo>
                    <a:close/>
                  </a:path>
                </a:pathLst>
              </a:custGeom>
              <a:solidFill>
                <a:srgbClr val="5E8688"/>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18"/>
              <p:cNvSpPr/>
              <p:nvPr/>
            </p:nvSpPr>
            <p:spPr>
              <a:xfrm>
                <a:off x="3562250" y="2808825"/>
                <a:ext cx="54025" cy="61550"/>
              </a:xfrm>
              <a:custGeom>
                <a:avLst/>
                <a:gdLst/>
                <a:ahLst/>
                <a:cxnLst/>
                <a:rect l="l" t="t" r="r" b="b"/>
                <a:pathLst>
                  <a:path w="2161" h="2462" extrusionOk="0">
                    <a:moveTo>
                      <a:pt x="1036" y="501"/>
                    </a:moveTo>
                    <a:cubicBezTo>
                      <a:pt x="1312" y="637"/>
                      <a:pt x="1556" y="913"/>
                      <a:pt x="1620" y="1195"/>
                    </a:cubicBezTo>
                    <a:cubicBezTo>
                      <a:pt x="1685" y="1440"/>
                      <a:pt x="1614" y="1652"/>
                      <a:pt x="1415" y="1826"/>
                    </a:cubicBezTo>
                    <a:cubicBezTo>
                      <a:pt x="1281" y="1942"/>
                      <a:pt x="1155" y="2001"/>
                      <a:pt x="1040" y="2001"/>
                    </a:cubicBezTo>
                    <a:cubicBezTo>
                      <a:pt x="985" y="2001"/>
                      <a:pt x="932" y="1987"/>
                      <a:pt x="882" y="1960"/>
                    </a:cubicBezTo>
                    <a:cubicBezTo>
                      <a:pt x="638" y="1832"/>
                      <a:pt x="476" y="1408"/>
                      <a:pt x="535" y="1041"/>
                    </a:cubicBezTo>
                    <a:cubicBezTo>
                      <a:pt x="567" y="836"/>
                      <a:pt x="676" y="572"/>
                      <a:pt x="1030" y="501"/>
                    </a:cubicBezTo>
                    <a:close/>
                    <a:moveTo>
                      <a:pt x="930" y="0"/>
                    </a:moveTo>
                    <a:cubicBezTo>
                      <a:pt x="845" y="0"/>
                      <a:pt x="764" y="48"/>
                      <a:pt x="727" y="123"/>
                    </a:cubicBezTo>
                    <a:cubicBezTo>
                      <a:pt x="380" y="263"/>
                      <a:pt x="149" y="566"/>
                      <a:pt x="84" y="978"/>
                    </a:cubicBezTo>
                    <a:cubicBezTo>
                      <a:pt x="1" y="1524"/>
                      <a:pt x="252" y="2141"/>
                      <a:pt x="663" y="2360"/>
                    </a:cubicBezTo>
                    <a:cubicBezTo>
                      <a:pt x="754" y="2411"/>
                      <a:pt x="882" y="2461"/>
                      <a:pt x="1042" y="2461"/>
                    </a:cubicBezTo>
                    <a:cubicBezTo>
                      <a:pt x="1229" y="2461"/>
                      <a:pt x="1460" y="2390"/>
                      <a:pt x="1718" y="2167"/>
                    </a:cubicBezTo>
                    <a:cubicBezTo>
                      <a:pt x="2038" y="1877"/>
                      <a:pt x="2160" y="1497"/>
                      <a:pt x="2065" y="1093"/>
                    </a:cubicBezTo>
                    <a:cubicBezTo>
                      <a:pt x="1941" y="586"/>
                      <a:pt x="1486" y="135"/>
                      <a:pt x="985" y="7"/>
                    </a:cubicBezTo>
                    <a:cubicBezTo>
                      <a:pt x="967" y="3"/>
                      <a:pt x="948" y="0"/>
                      <a:pt x="930"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18"/>
              <p:cNvSpPr/>
              <p:nvPr/>
            </p:nvSpPr>
            <p:spPr>
              <a:xfrm>
                <a:off x="3574125" y="2821325"/>
                <a:ext cx="30275" cy="37525"/>
              </a:xfrm>
              <a:custGeom>
                <a:avLst/>
                <a:gdLst/>
                <a:ahLst/>
                <a:cxnLst/>
                <a:rect l="l" t="t" r="r" b="b"/>
                <a:pathLst>
                  <a:path w="1211" h="1501" extrusionOk="0">
                    <a:moveTo>
                      <a:pt x="555" y="1"/>
                    </a:moveTo>
                    <a:cubicBezTo>
                      <a:pt x="201" y="72"/>
                      <a:pt x="92" y="336"/>
                      <a:pt x="60" y="541"/>
                    </a:cubicBezTo>
                    <a:cubicBezTo>
                      <a:pt x="1" y="908"/>
                      <a:pt x="163" y="1332"/>
                      <a:pt x="407" y="1460"/>
                    </a:cubicBezTo>
                    <a:cubicBezTo>
                      <a:pt x="457" y="1487"/>
                      <a:pt x="510" y="1501"/>
                      <a:pt x="565" y="1501"/>
                    </a:cubicBezTo>
                    <a:cubicBezTo>
                      <a:pt x="680" y="1501"/>
                      <a:pt x="806" y="1442"/>
                      <a:pt x="940" y="1326"/>
                    </a:cubicBezTo>
                    <a:cubicBezTo>
                      <a:pt x="1139" y="1152"/>
                      <a:pt x="1210" y="940"/>
                      <a:pt x="1145" y="695"/>
                    </a:cubicBezTo>
                    <a:cubicBezTo>
                      <a:pt x="1081" y="413"/>
                      <a:pt x="837" y="137"/>
                      <a:pt x="561"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18"/>
              <p:cNvSpPr/>
              <p:nvPr/>
            </p:nvSpPr>
            <p:spPr>
              <a:xfrm>
                <a:off x="1423625" y="2714000"/>
                <a:ext cx="71675" cy="63200"/>
              </a:xfrm>
              <a:custGeom>
                <a:avLst/>
                <a:gdLst/>
                <a:ahLst/>
                <a:cxnLst/>
                <a:rect l="l" t="t" r="r" b="b"/>
                <a:pathLst>
                  <a:path w="2867" h="2528" extrusionOk="0">
                    <a:moveTo>
                      <a:pt x="1313" y="456"/>
                    </a:moveTo>
                    <a:cubicBezTo>
                      <a:pt x="1469" y="456"/>
                      <a:pt x="1626" y="505"/>
                      <a:pt x="1754" y="573"/>
                    </a:cubicBezTo>
                    <a:cubicBezTo>
                      <a:pt x="2083" y="754"/>
                      <a:pt x="2347" y="1126"/>
                      <a:pt x="2198" y="1544"/>
                    </a:cubicBezTo>
                    <a:cubicBezTo>
                      <a:pt x="2073" y="1889"/>
                      <a:pt x="1849" y="2075"/>
                      <a:pt x="1546" y="2075"/>
                    </a:cubicBezTo>
                    <a:cubicBezTo>
                      <a:pt x="1522" y="2075"/>
                      <a:pt x="1497" y="2074"/>
                      <a:pt x="1472" y="2071"/>
                    </a:cubicBezTo>
                    <a:cubicBezTo>
                      <a:pt x="1028" y="2033"/>
                      <a:pt x="559" y="1647"/>
                      <a:pt x="488" y="1255"/>
                    </a:cubicBezTo>
                    <a:cubicBezTo>
                      <a:pt x="457" y="1055"/>
                      <a:pt x="534" y="894"/>
                      <a:pt x="662" y="772"/>
                    </a:cubicBezTo>
                    <a:cubicBezTo>
                      <a:pt x="727" y="772"/>
                      <a:pt x="790" y="740"/>
                      <a:pt x="835" y="683"/>
                    </a:cubicBezTo>
                    <a:cubicBezTo>
                      <a:pt x="873" y="630"/>
                      <a:pt x="926" y="586"/>
                      <a:pt x="971" y="553"/>
                    </a:cubicBezTo>
                    <a:cubicBezTo>
                      <a:pt x="989" y="547"/>
                      <a:pt x="1015" y="535"/>
                      <a:pt x="1035" y="529"/>
                    </a:cubicBezTo>
                    <a:cubicBezTo>
                      <a:pt x="1054" y="515"/>
                      <a:pt x="1066" y="509"/>
                      <a:pt x="1080" y="496"/>
                    </a:cubicBezTo>
                    <a:cubicBezTo>
                      <a:pt x="1155" y="468"/>
                      <a:pt x="1234" y="456"/>
                      <a:pt x="1313" y="456"/>
                    </a:cubicBezTo>
                    <a:close/>
                    <a:moveTo>
                      <a:pt x="1316" y="0"/>
                    </a:moveTo>
                    <a:cubicBezTo>
                      <a:pt x="1109" y="0"/>
                      <a:pt x="913" y="54"/>
                      <a:pt x="745" y="161"/>
                    </a:cubicBezTo>
                    <a:cubicBezTo>
                      <a:pt x="0" y="547"/>
                      <a:pt x="7" y="1101"/>
                      <a:pt x="45" y="1332"/>
                    </a:cubicBezTo>
                    <a:cubicBezTo>
                      <a:pt x="148" y="1923"/>
                      <a:pt x="784" y="2469"/>
                      <a:pt x="1433" y="2528"/>
                    </a:cubicBezTo>
                    <a:lnTo>
                      <a:pt x="1543" y="2528"/>
                    </a:lnTo>
                    <a:cubicBezTo>
                      <a:pt x="2044" y="2528"/>
                      <a:pt x="2436" y="2232"/>
                      <a:pt x="2623" y="1698"/>
                    </a:cubicBezTo>
                    <a:cubicBezTo>
                      <a:pt x="2866" y="1030"/>
                      <a:pt x="2455" y="445"/>
                      <a:pt x="1973" y="175"/>
                    </a:cubicBezTo>
                    <a:cubicBezTo>
                      <a:pt x="1755" y="58"/>
                      <a:pt x="1529" y="0"/>
                      <a:pt x="1316"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18"/>
              <p:cNvSpPr/>
              <p:nvPr/>
            </p:nvSpPr>
            <p:spPr>
              <a:xfrm>
                <a:off x="1435025" y="2725400"/>
                <a:ext cx="47275" cy="40475"/>
              </a:xfrm>
              <a:custGeom>
                <a:avLst/>
                <a:gdLst/>
                <a:ahLst/>
                <a:cxnLst/>
                <a:rect l="l" t="t" r="r" b="b"/>
                <a:pathLst>
                  <a:path w="1891" h="1619" extrusionOk="0">
                    <a:moveTo>
                      <a:pt x="857" y="0"/>
                    </a:moveTo>
                    <a:cubicBezTo>
                      <a:pt x="778" y="0"/>
                      <a:pt x="699" y="12"/>
                      <a:pt x="624" y="40"/>
                    </a:cubicBezTo>
                    <a:cubicBezTo>
                      <a:pt x="610" y="53"/>
                      <a:pt x="598" y="59"/>
                      <a:pt x="579" y="73"/>
                    </a:cubicBezTo>
                    <a:cubicBezTo>
                      <a:pt x="559" y="79"/>
                      <a:pt x="533" y="91"/>
                      <a:pt x="515" y="97"/>
                    </a:cubicBezTo>
                    <a:cubicBezTo>
                      <a:pt x="470" y="130"/>
                      <a:pt x="417" y="174"/>
                      <a:pt x="379" y="227"/>
                    </a:cubicBezTo>
                    <a:cubicBezTo>
                      <a:pt x="334" y="284"/>
                      <a:pt x="271" y="316"/>
                      <a:pt x="206" y="316"/>
                    </a:cubicBezTo>
                    <a:cubicBezTo>
                      <a:pt x="78" y="438"/>
                      <a:pt x="1" y="599"/>
                      <a:pt x="32" y="799"/>
                    </a:cubicBezTo>
                    <a:cubicBezTo>
                      <a:pt x="103" y="1191"/>
                      <a:pt x="572" y="1577"/>
                      <a:pt x="1016" y="1615"/>
                    </a:cubicBezTo>
                    <a:cubicBezTo>
                      <a:pt x="1041" y="1618"/>
                      <a:pt x="1066" y="1619"/>
                      <a:pt x="1090" y="1619"/>
                    </a:cubicBezTo>
                    <a:cubicBezTo>
                      <a:pt x="1393" y="1619"/>
                      <a:pt x="1617" y="1433"/>
                      <a:pt x="1742" y="1088"/>
                    </a:cubicBezTo>
                    <a:cubicBezTo>
                      <a:pt x="1891" y="670"/>
                      <a:pt x="1627" y="298"/>
                      <a:pt x="1298" y="117"/>
                    </a:cubicBezTo>
                    <a:cubicBezTo>
                      <a:pt x="1170" y="49"/>
                      <a:pt x="1013" y="0"/>
                      <a:pt x="857"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18"/>
              <p:cNvSpPr/>
              <p:nvPr/>
            </p:nvSpPr>
            <p:spPr>
              <a:xfrm>
                <a:off x="955225" y="2876425"/>
                <a:ext cx="60775" cy="53725"/>
              </a:xfrm>
              <a:custGeom>
                <a:avLst/>
                <a:gdLst/>
                <a:ahLst/>
                <a:cxnLst/>
                <a:rect l="l" t="t" r="r" b="b"/>
                <a:pathLst>
                  <a:path w="2431" h="2149" extrusionOk="0">
                    <a:moveTo>
                      <a:pt x="1117" y="389"/>
                    </a:moveTo>
                    <a:cubicBezTo>
                      <a:pt x="1249" y="389"/>
                      <a:pt x="1379" y="431"/>
                      <a:pt x="1485" y="490"/>
                    </a:cubicBezTo>
                    <a:cubicBezTo>
                      <a:pt x="1762" y="644"/>
                      <a:pt x="1994" y="953"/>
                      <a:pt x="1864" y="1306"/>
                    </a:cubicBezTo>
                    <a:cubicBezTo>
                      <a:pt x="1757" y="1605"/>
                      <a:pt x="1567" y="1759"/>
                      <a:pt x="1309" y="1759"/>
                    </a:cubicBezTo>
                    <a:cubicBezTo>
                      <a:pt x="1289" y="1759"/>
                      <a:pt x="1268" y="1758"/>
                      <a:pt x="1247" y="1757"/>
                    </a:cubicBezTo>
                    <a:cubicBezTo>
                      <a:pt x="868" y="1724"/>
                      <a:pt x="470" y="1397"/>
                      <a:pt x="419" y="1062"/>
                    </a:cubicBezTo>
                    <a:cubicBezTo>
                      <a:pt x="386" y="896"/>
                      <a:pt x="451" y="760"/>
                      <a:pt x="559" y="658"/>
                    </a:cubicBezTo>
                    <a:cubicBezTo>
                      <a:pt x="618" y="658"/>
                      <a:pt x="675" y="626"/>
                      <a:pt x="707" y="581"/>
                    </a:cubicBezTo>
                    <a:cubicBezTo>
                      <a:pt x="746" y="535"/>
                      <a:pt x="784" y="496"/>
                      <a:pt x="823" y="472"/>
                    </a:cubicBezTo>
                    <a:cubicBezTo>
                      <a:pt x="843" y="465"/>
                      <a:pt x="855" y="452"/>
                      <a:pt x="875" y="445"/>
                    </a:cubicBezTo>
                    <a:cubicBezTo>
                      <a:pt x="894" y="439"/>
                      <a:pt x="906" y="433"/>
                      <a:pt x="914" y="427"/>
                    </a:cubicBezTo>
                    <a:cubicBezTo>
                      <a:pt x="980" y="401"/>
                      <a:pt x="1049" y="389"/>
                      <a:pt x="1117" y="389"/>
                    </a:cubicBezTo>
                    <a:close/>
                    <a:moveTo>
                      <a:pt x="1118" y="1"/>
                    </a:moveTo>
                    <a:cubicBezTo>
                      <a:pt x="941" y="1"/>
                      <a:pt x="774" y="47"/>
                      <a:pt x="630" y="137"/>
                    </a:cubicBezTo>
                    <a:cubicBezTo>
                      <a:pt x="1" y="465"/>
                      <a:pt x="1" y="934"/>
                      <a:pt x="39" y="1127"/>
                    </a:cubicBezTo>
                    <a:cubicBezTo>
                      <a:pt x="123" y="1629"/>
                      <a:pt x="663" y="2097"/>
                      <a:pt x="1215" y="2142"/>
                    </a:cubicBezTo>
                    <a:cubicBezTo>
                      <a:pt x="1247" y="2142"/>
                      <a:pt x="1280" y="2148"/>
                      <a:pt x="1312" y="2148"/>
                    </a:cubicBezTo>
                    <a:cubicBezTo>
                      <a:pt x="1730" y="2148"/>
                      <a:pt x="2063" y="1892"/>
                      <a:pt x="2225" y="1442"/>
                    </a:cubicBezTo>
                    <a:cubicBezTo>
                      <a:pt x="2430" y="876"/>
                      <a:pt x="2077" y="374"/>
                      <a:pt x="1671" y="149"/>
                    </a:cubicBezTo>
                    <a:cubicBezTo>
                      <a:pt x="1487" y="49"/>
                      <a:pt x="1298" y="1"/>
                      <a:pt x="1118"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18"/>
              <p:cNvSpPr/>
              <p:nvPr/>
            </p:nvSpPr>
            <p:spPr>
              <a:xfrm>
                <a:off x="964875" y="2886150"/>
                <a:ext cx="40200" cy="34275"/>
              </a:xfrm>
              <a:custGeom>
                <a:avLst/>
                <a:gdLst/>
                <a:ahLst/>
                <a:cxnLst/>
                <a:rect l="l" t="t" r="r" b="b"/>
                <a:pathLst>
                  <a:path w="1608" h="1371" extrusionOk="0">
                    <a:moveTo>
                      <a:pt x="731" y="0"/>
                    </a:moveTo>
                    <a:cubicBezTo>
                      <a:pt x="663" y="0"/>
                      <a:pt x="594" y="12"/>
                      <a:pt x="528" y="38"/>
                    </a:cubicBezTo>
                    <a:cubicBezTo>
                      <a:pt x="520" y="44"/>
                      <a:pt x="508" y="50"/>
                      <a:pt x="489" y="56"/>
                    </a:cubicBezTo>
                    <a:cubicBezTo>
                      <a:pt x="469" y="63"/>
                      <a:pt x="457" y="76"/>
                      <a:pt x="437" y="83"/>
                    </a:cubicBezTo>
                    <a:cubicBezTo>
                      <a:pt x="398" y="107"/>
                      <a:pt x="360" y="146"/>
                      <a:pt x="321" y="192"/>
                    </a:cubicBezTo>
                    <a:cubicBezTo>
                      <a:pt x="289" y="237"/>
                      <a:pt x="232" y="269"/>
                      <a:pt x="173" y="269"/>
                    </a:cubicBezTo>
                    <a:cubicBezTo>
                      <a:pt x="65" y="371"/>
                      <a:pt x="0" y="507"/>
                      <a:pt x="33" y="673"/>
                    </a:cubicBezTo>
                    <a:cubicBezTo>
                      <a:pt x="84" y="1008"/>
                      <a:pt x="482" y="1335"/>
                      <a:pt x="861" y="1368"/>
                    </a:cubicBezTo>
                    <a:cubicBezTo>
                      <a:pt x="882" y="1369"/>
                      <a:pt x="903" y="1370"/>
                      <a:pt x="923" y="1370"/>
                    </a:cubicBezTo>
                    <a:cubicBezTo>
                      <a:pt x="1181" y="1370"/>
                      <a:pt x="1371" y="1216"/>
                      <a:pt x="1478" y="917"/>
                    </a:cubicBezTo>
                    <a:cubicBezTo>
                      <a:pt x="1608" y="564"/>
                      <a:pt x="1376" y="255"/>
                      <a:pt x="1099" y="101"/>
                    </a:cubicBezTo>
                    <a:cubicBezTo>
                      <a:pt x="993" y="42"/>
                      <a:pt x="863" y="0"/>
                      <a:pt x="731"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18"/>
              <p:cNvSpPr/>
              <p:nvPr/>
            </p:nvSpPr>
            <p:spPr>
              <a:xfrm>
                <a:off x="6766850" y="2754775"/>
                <a:ext cx="58025" cy="46850"/>
              </a:xfrm>
              <a:custGeom>
                <a:avLst/>
                <a:gdLst/>
                <a:ahLst/>
                <a:cxnLst/>
                <a:rect l="l" t="t" r="r" b="b"/>
                <a:pathLst>
                  <a:path w="2321" h="1874" extrusionOk="0">
                    <a:moveTo>
                      <a:pt x="1106" y="451"/>
                    </a:moveTo>
                    <a:cubicBezTo>
                      <a:pt x="1327" y="451"/>
                      <a:pt x="1561" y="529"/>
                      <a:pt x="1698" y="671"/>
                    </a:cubicBezTo>
                    <a:cubicBezTo>
                      <a:pt x="1748" y="722"/>
                      <a:pt x="1903" y="883"/>
                      <a:pt x="1665" y="1197"/>
                    </a:cubicBezTo>
                    <a:cubicBezTo>
                      <a:pt x="1556" y="1347"/>
                      <a:pt x="1420" y="1421"/>
                      <a:pt x="1263" y="1421"/>
                    </a:cubicBezTo>
                    <a:cubicBezTo>
                      <a:pt x="1190" y="1421"/>
                      <a:pt x="1111" y="1405"/>
                      <a:pt x="1030" y="1372"/>
                    </a:cubicBezTo>
                    <a:cubicBezTo>
                      <a:pt x="707" y="1236"/>
                      <a:pt x="484" y="909"/>
                      <a:pt x="508" y="729"/>
                    </a:cubicBezTo>
                    <a:cubicBezTo>
                      <a:pt x="514" y="665"/>
                      <a:pt x="561" y="627"/>
                      <a:pt x="624" y="594"/>
                    </a:cubicBezTo>
                    <a:cubicBezTo>
                      <a:pt x="650" y="588"/>
                      <a:pt x="676" y="580"/>
                      <a:pt x="701" y="568"/>
                    </a:cubicBezTo>
                    <a:cubicBezTo>
                      <a:pt x="746" y="550"/>
                      <a:pt x="798" y="542"/>
                      <a:pt x="843" y="536"/>
                    </a:cubicBezTo>
                    <a:cubicBezTo>
                      <a:pt x="900" y="530"/>
                      <a:pt x="953" y="503"/>
                      <a:pt x="991" y="459"/>
                    </a:cubicBezTo>
                    <a:cubicBezTo>
                      <a:pt x="1029" y="454"/>
                      <a:pt x="1067" y="451"/>
                      <a:pt x="1106" y="451"/>
                    </a:cubicBezTo>
                    <a:close/>
                    <a:moveTo>
                      <a:pt x="1106" y="1"/>
                    </a:moveTo>
                    <a:cubicBezTo>
                      <a:pt x="890" y="1"/>
                      <a:pt x="679" y="51"/>
                      <a:pt x="508" y="156"/>
                    </a:cubicBezTo>
                    <a:cubicBezTo>
                      <a:pt x="155" y="286"/>
                      <a:pt x="78" y="542"/>
                      <a:pt x="59" y="665"/>
                    </a:cubicBezTo>
                    <a:cubicBezTo>
                      <a:pt x="1" y="1082"/>
                      <a:pt x="360" y="1583"/>
                      <a:pt x="855" y="1790"/>
                    </a:cubicBezTo>
                    <a:cubicBezTo>
                      <a:pt x="997" y="1847"/>
                      <a:pt x="1131" y="1873"/>
                      <a:pt x="1267" y="1873"/>
                    </a:cubicBezTo>
                    <a:cubicBezTo>
                      <a:pt x="1563" y="1873"/>
                      <a:pt x="1833" y="1737"/>
                      <a:pt x="2032" y="1467"/>
                    </a:cubicBezTo>
                    <a:cubicBezTo>
                      <a:pt x="2321" y="1082"/>
                      <a:pt x="2321" y="665"/>
                      <a:pt x="2018" y="357"/>
                    </a:cubicBezTo>
                    <a:cubicBezTo>
                      <a:pt x="1795" y="125"/>
                      <a:pt x="1445" y="1"/>
                      <a:pt x="110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18"/>
              <p:cNvSpPr/>
              <p:nvPr/>
            </p:nvSpPr>
            <p:spPr>
              <a:xfrm>
                <a:off x="6778925" y="2766050"/>
                <a:ext cx="35500" cy="24275"/>
              </a:xfrm>
              <a:custGeom>
                <a:avLst/>
                <a:gdLst/>
                <a:ahLst/>
                <a:cxnLst/>
                <a:rect l="l" t="t" r="r" b="b"/>
                <a:pathLst>
                  <a:path w="1420" h="971" extrusionOk="0">
                    <a:moveTo>
                      <a:pt x="623" y="0"/>
                    </a:moveTo>
                    <a:cubicBezTo>
                      <a:pt x="584" y="0"/>
                      <a:pt x="546" y="3"/>
                      <a:pt x="508" y="8"/>
                    </a:cubicBezTo>
                    <a:cubicBezTo>
                      <a:pt x="470" y="52"/>
                      <a:pt x="417" y="79"/>
                      <a:pt x="360" y="85"/>
                    </a:cubicBezTo>
                    <a:cubicBezTo>
                      <a:pt x="315" y="91"/>
                      <a:pt x="263" y="99"/>
                      <a:pt x="218" y="117"/>
                    </a:cubicBezTo>
                    <a:cubicBezTo>
                      <a:pt x="193" y="129"/>
                      <a:pt x="167" y="137"/>
                      <a:pt x="141" y="143"/>
                    </a:cubicBezTo>
                    <a:cubicBezTo>
                      <a:pt x="78" y="176"/>
                      <a:pt x="31" y="214"/>
                      <a:pt x="25" y="278"/>
                    </a:cubicBezTo>
                    <a:cubicBezTo>
                      <a:pt x="1" y="458"/>
                      <a:pt x="224" y="785"/>
                      <a:pt x="547" y="921"/>
                    </a:cubicBezTo>
                    <a:cubicBezTo>
                      <a:pt x="628" y="954"/>
                      <a:pt x="707" y="970"/>
                      <a:pt x="780" y="970"/>
                    </a:cubicBezTo>
                    <a:cubicBezTo>
                      <a:pt x="937" y="970"/>
                      <a:pt x="1073" y="896"/>
                      <a:pt x="1182" y="746"/>
                    </a:cubicBezTo>
                    <a:cubicBezTo>
                      <a:pt x="1420" y="432"/>
                      <a:pt x="1265" y="271"/>
                      <a:pt x="1215" y="220"/>
                    </a:cubicBezTo>
                    <a:cubicBezTo>
                      <a:pt x="1078" y="78"/>
                      <a:pt x="844" y="0"/>
                      <a:pt x="623"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18"/>
              <p:cNvSpPr/>
              <p:nvPr/>
            </p:nvSpPr>
            <p:spPr>
              <a:xfrm>
                <a:off x="482175" y="2771375"/>
                <a:ext cx="53050" cy="47900"/>
              </a:xfrm>
              <a:custGeom>
                <a:avLst/>
                <a:gdLst/>
                <a:ahLst/>
                <a:cxnLst/>
                <a:rect l="l" t="t" r="r" b="b"/>
                <a:pathLst>
                  <a:path w="2122" h="1916" extrusionOk="0">
                    <a:moveTo>
                      <a:pt x="1130" y="567"/>
                    </a:moveTo>
                    <a:cubicBezTo>
                      <a:pt x="1283" y="567"/>
                      <a:pt x="1412" y="649"/>
                      <a:pt x="1492" y="759"/>
                    </a:cubicBezTo>
                    <a:cubicBezTo>
                      <a:pt x="1596" y="907"/>
                      <a:pt x="1626" y="1138"/>
                      <a:pt x="1389" y="1337"/>
                    </a:cubicBezTo>
                    <a:cubicBezTo>
                      <a:pt x="1277" y="1430"/>
                      <a:pt x="1168" y="1463"/>
                      <a:pt x="1070" y="1463"/>
                    </a:cubicBezTo>
                    <a:cubicBezTo>
                      <a:pt x="977" y="1463"/>
                      <a:pt x="893" y="1433"/>
                      <a:pt x="824" y="1396"/>
                    </a:cubicBezTo>
                    <a:cubicBezTo>
                      <a:pt x="611" y="1274"/>
                      <a:pt x="470" y="1035"/>
                      <a:pt x="496" y="830"/>
                    </a:cubicBezTo>
                    <a:cubicBezTo>
                      <a:pt x="508" y="746"/>
                      <a:pt x="554" y="675"/>
                      <a:pt x="611" y="625"/>
                    </a:cubicBezTo>
                    <a:cubicBezTo>
                      <a:pt x="652" y="657"/>
                      <a:pt x="705" y="676"/>
                      <a:pt x="759" y="676"/>
                    </a:cubicBezTo>
                    <a:cubicBezTo>
                      <a:pt x="799" y="676"/>
                      <a:pt x="840" y="665"/>
                      <a:pt x="875" y="643"/>
                    </a:cubicBezTo>
                    <a:cubicBezTo>
                      <a:pt x="964" y="590"/>
                      <a:pt x="1050" y="567"/>
                      <a:pt x="1130" y="567"/>
                    </a:cubicBezTo>
                    <a:close/>
                    <a:moveTo>
                      <a:pt x="935" y="0"/>
                    </a:moveTo>
                    <a:cubicBezTo>
                      <a:pt x="915" y="0"/>
                      <a:pt x="895" y="2"/>
                      <a:pt x="875" y="7"/>
                    </a:cubicBezTo>
                    <a:cubicBezTo>
                      <a:pt x="226" y="162"/>
                      <a:pt x="78" y="554"/>
                      <a:pt x="53" y="773"/>
                    </a:cubicBezTo>
                    <a:cubicBezTo>
                      <a:pt x="1" y="1158"/>
                      <a:pt x="226" y="1582"/>
                      <a:pt x="605" y="1788"/>
                    </a:cubicBezTo>
                    <a:cubicBezTo>
                      <a:pt x="760" y="1871"/>
                      <a:pt x="914" y="1916"/>
                      <a:pt x="1068" y="1916"/>
                    </a:cubicBezTo>
                    <a:cubicBezTo>
                      <a:pt x="1287" y="1916"/>
                      <a:pt x="1498" y="1838"/>
                      <a:pt x="1679" y="1684"/>
                    </a:cubicBezTo>
                    <a:cubicBezTo>
                      <a:pt x="2122" y="1319"/>
                      <a:pt x="2083" y="811"/>
                      <a:pt x="1858" y="495"/>
                    </a:cubicBezTo>
                    <a:cubicBezTo>
                      <a:pt x="1697" y="271"/>
                      <a:pt x="1427" y="117"/>
                      <a:pt x="1125" y="109"/>
                    </a:cubicBezTo>
                    <a:cubicBezTo>
                      <a:pt x="1089" y="42"/>
                      <a:pt x="1016" y="0"/>
                      <a:pt x="935"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18"/>
              <p:cNvSpPr/>
              <p:nvPr/>
            </p:nvSpPr>
            <p:spPr>
              <a:xfrm>
                <a:off x="493900" y="2785550"/>
                <a:ext cx="28950" cy="22425"/>
              </a:xfrm>
              <a:custGeom>
                <a:avLst/>
                <a:gdLst/>
                <a:ahLst/>
                <a:cxnLst/>
                <a:rect l="l" t="t" r="r" b="b"/>
                <a:pathLst>
                  <a:path w="1158" h="897" extrusionOk="0">
                    <a:moveTo>
                      <a:pt x="661" y="0"/>
                    </a:moveTo>
                    <a:cubicBezTo>
                      <a:pt x="581" y="0"/>
                      <a:pt x="495" y="23"/>
                      <a:pt x="406" y="76"/>
                    </a:cubicBezTo>
                    <a:cubicBezTo>
                      <a:pt x="371" y="98"/>
                      <a:pt x="330" y="109"/>
                      <a:pt x="290" y="109"/>
                    </a:cubicBezTo>
                    <a:cubicBezTo>
                      <a:pt x="236" y="109"/>
                      <a:pt x="183" y="90"/>
                      <a:pt x="142" y="58"/>
                    </a:cubicBezTo>
                    <a:cubicBezTo>
                      <a:pt x="85" y="108"/>
                      <a:pt x="39" y="179"/>
                      <a:pt x="27" y="263"/>
                    </a:cubicBezTo>
                    <a:cubicBezTo>
                      <a:pt x="1" y="468"/>
                      <a:pt x="142" y="707"/>
                      <a:pt x="355" y="829"/>
                    </a:cubicBezTo>
                    <a:cubicBezTo>
                      <a:pt x="424" y="866"/>
                      <a:pt x="508" y="896"/>
                      <a:pt x="601" y="896"/>
                    </a:cubicBezTo>
                    <a:cubicBezTo>
                      <a:pt x="699" y="896"/>
                      <a:pt x="808" y="863"/>
                      <a:pt x="920" y="770"/>
                    </a:cubicBezTo>
                    <a:cubicBezTo>
                      <a:pt x="1157" y="571"/>
                      <a:pt x="1127" y="340"/>
                      <a:pt x="1023" y="192"/>
                    </a:cubicBezTo>
                    <a:cubicBezTo>
                      <a:pt x="943" y="82"/>
                      <a:pt x="814" y="0"/>
                      <a:pt x="661"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18"/>
              <p:cNvSpPr/>
              <p:nvPr/>
            </p:nvSpPr>
            <p:spPr>
              <a:xfrm>
                <a:off x="6319050" y="2710125"/>
                <a:ext cx="71525" cy="63375"/>
              </a:xfrm>
              <a:custGeom>
                <a:avLst/>
                <a:gdLst/>
                <a:ahLst/>
                <a:cxnLst/>
                <a:rect l="l" t="t" r="r" b="b"/>
                <a:pathLst>
                  <a:path w="2861" h="2535" extrusionOk="0">
                    <a:moveTo>
                      <a:pt x="1308" y="457"/>
                    </a:moveTo>
                    <a:cubicBezTo>
                      <a:pt x="1463" y="457"/>
                      <a:pt x="1620" y="505"/>
                      <a:pt x="1749" y="574"/>
                    </a:cubicBezTo>
                    <a:cubicBezTo>
                      <a:pt x="2076" y="761"/>
                      <a:pt x="2346" y="1126"/>
                      <a:pt x="2199" y="1544"/>
                    </a:cubicBezTo>
                    <a:cubicBezTo>
                      <a:pt x="2074" y="1895"/>
                      <a:pt x="1851" y="2076"/>
                      <a:pt x="1549" y="2076"/>
                    </a:cubicBezTo>
                    <a:cubicBezTo>
                      <a:pt x="1524" y="2076"/>
                      <a:pt x="1499" y="2074"/>
                      <a:pt x="1473" y="2072"/>
                    </a:cubicBezTo>
                    <a:cubicBezTo>
                      <a:pt x="1022" y="2033"/>
                      <a:pt x="553" y="1648"/>
                      <a:pt x="488" y="1256"/>
                    </a:cubicBezTo>
                    <a:cubicBezTo>
                      <a:pt x="456" y="1055"/>
                      <a:pt x="533" y="895"/>
                      <a:pt x="657" y="773"/>
                    </a:cubicBezTo>
                    <a:cubicBezTo>
                      <a:pt x="726" y="773"/>
                      <a:pt x="791" y="741"/>
                      <a:pt x="835" y="684"/>
                    </a:cubicBezTo>
                    <a:cubicBezTo>
                      <a:pt x="874" y="631"/>
                      <a:pt x="919" y="586"/>
                      <a:pt x="971" y="562"/>
                    </a:cubicBezTo>
                    <a:cubicBezTo>
                      <a:pt x="990" y="548"/>
                      <a:pt x="1010" y="536"/>
                      <a:pt x="1034" y="529"/>
                    </a:cubicBezTo>
                    <a:cubicBezTo>
                      <a:pt x="1048" y="523"/>
                      <a:pt x="1067" y="509"/>
                      <a:pt x="1081" y="497"/>
                    </a:cubicBezTo>
                    <a:cubicBezTo>
                      <a:pt x="1153" y="469"/>
                      <a:pt x="1231" y="457"/>
                      <a:pt x="1308" y="457"/>
                    </a:cubicBezTo>
                    <a:close/>
                    <a:moveTo>
                      <a:pt x="1316" y="1"/>
                    </a:moveTo>
                    <a:cubicBezTo>
                      <a:pt x="1110" y="1"/>
                      <a:pt x="914" y="55"/>
                      <a:pt x="746" y="162"/>
                    </a:cubicBezTo>
                    <a:cubicBezTo>
                      <a:pt x="1" y="548"/>
                      <a:pt x="1" y="1102"/>
                      <a:pt x="46" y="1333"/>
                    </a:cubicBezTo>
                    <a:cubicBezTo>
                      <a:pt x="141" y="1924"/>
                      <a:pt x="778" y="2470"/>
                      <a:pt x="1434" y="2528"/>
                    </a:cubicBezTo>
                    <a:cubicBezTo>
                      <a:pt x="1466" y="2528"/>
                      <a:pt x="1505" y="2535"/>
                      <a:pt x="1543" y="2535"/>
                    </a:cubicBezTo>
                    <a:cubicBezTo>
                      <a:pt x="2037" y="2535"/>
                      <a:pt x="2430" y="2232"/>
                      <a:pt x="2623" y="1699"/>
                    </a:cubicBezTo>
                    <a:cubicBezTo>
                      <a:pt x="2861" y="1031"/>
                      <a:pt x="2449" y="446"/>
                      <a:pt x="1968" y="176"/>
                    </a:cubicBezTo>
                    <a:cubicBezTo>
                      <a:pt x="1752" y="59"/>
                      <a:pt x="1529" y="1"/>
                      <a:pt x="131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18"/>
              <p:cNvSpPr/>
              <p:nvPr/>
            </p:nvSpPr>
            <p:spPr>
              <a:xfrm>
                <a:off x="6330450" y="2721525"/>
                <a:ext cx="47250" cy="40500"/>
              </a:xfrm>
              <a:custGeom>
                <a:avLst/>
                <a:gdLst/>
                <a:ahLst/>
                <a:cxnLst/>
                <a:rect l="l" t="t" r="r" b="b"/>
                <a:pathLst>
                  <a:path w="1890" h="1620" extrusionOk="0">
                    <a:moveTo>
                      <a:pt x="852" y="1"/>
                    </a:moveTo>
                    <a:cubicBezTo>
                      <a:pt x="775" y="1"/>
                      <a:pt x="697" y="13"/>
                      <a:pt x="625" y="41"/>
                    </a:cubicBezTo>
                    <a:cubicBezTo>
                      <a:pt x="611" y="53"/>
                      <a:pt x="592" y="67"/>
                      <a:pt x="578" y="73"/>
                    </a:cubicBezTo>
                    <a:cubicBezTo>
                      <a:pt x="554" y="80"/>
                      <a:pt x="534" y="92"/>
                      <a:pt x="515" y="106"/>
                    </a:cubicBezTo>
                    <a:cubicBezTo>
                      <a:pt x="463" y="130"/>
                      <a:pt x="418" y="175"/>
                      <a:pt x="379" y="228"/>
                    </a:cubicBezTo>
                    <a:cubicBezTo>
                      <a:pt x="335" y="285"/>
                      <a:pt x="270" y="317"/>
                      <a:pt x="201" y="317"/>
                    </a:cubicBezTo>
                    <a:cubicBezTo>
                      <a:pt x="77" y="439"/>
                      <a:pt x="0" y="599"/>
                      <a:pt x="32" y="800"/>
                    </a:cubicBezTo>
                    <a:cubicBezTo>
                      <a:pt x="97" y="1192"/>
                      <a:pt x="566" y="1577"/>
                      <a:pt x="1017" y="1616"/>
                    </a:cubicBezTo>
                    <a:cubicBezTo>
                      <a:pt x="1043" y="1618"/>
                      <a:pt x="1068" y="1620"/>
                      <a:pt x="1093" y="1620"/>
                    </a:cubicBezTo>
                    <a:cubicBezTo>
                      <a:pt x="1395" y="1620"/>
                      <a:pt x="1618" y="1439"/>
                      <a:pt x="1743" y="1088"/>
                    </a:cubicBezTo>
                    <a:cubicBezTo>
                      <a:pt x="1890" y="670"/>
                      <a:pt x="1620" y="305"/>
                      <a:pt x="1293" y="118"/>
                    </a:cubicBezTo>
                    <a:cubicBezTo>
                      <a:pt x="1164" y="49"/>
                      <a:pt x="1007" y="1"/>
                      <a:pt x="852"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18"/>
              <p:cNvSpPr/>
              <p:nvPr/>
            </p:nvSpPr>
            <p:spPr>
              <a:xfrm>
                <a:off x="5725350" y="2780575"/>
                <a:ext cx="60750" cy="53675"/>
              </a:xfrm>
              <a:custGeom>
                <a:avLst/>
                <a:gdLst/>
                <a:ahLst/>
                <a:cxnLst/>
                <a:rect l="l" t="t" r="r" b="b"/>
                <a:pathLst>
                  <a:path w="2430" h="2147" extrusionOk="0">
                    <a:moveTo>
                      <a:pt x="1117" y="385"/>
                    </a:moveTo>
                    <a:cubicBezTo>
                      <a:pt x="1248" y="385"/>
                      <a:pt x="1381" y="428"/>
                      <a:pt x="1490" y="488"/>
                    </a:cubicBezTo>
                    <a:cubicBezTo>
                      <a:pt x="1768" y="642"/>
                      <a:pt x="1992" y="951"/>
                      <a:pt x="1870" y="1310"/>
                    </a:cubicBezTo>
                    <a:cubicBezTo>
                      <a:pt x="1760" y="1608"/>
                      <a:pt x="1560" y="1762"/>
                      <a:pt x="1298" y="1762"/>
                    </a:cubicBezTo>
                    <a:cubicBezTo>
                      <a:pt x="1283" y="1762"/>
                      <a:pt x="1268" y="1761"/>
                      <a:pt x="1253" y="1760"/>
                    </a:cubicBezTo>
                    <a:cubicBezTo>
                      <a:pt x="873" y="1728"/>
                      <a:pt x="475" y="1393"/>
                      <a:pt x="418" y="1066"/>
                    </a:cubicBezTo>
                    <a:cubicBezTo>
                      <a:pt x="392" y="892"/>
                      <a:pt x="457" y="758"/>
                      <a:pt x="559" y="654"/>
                    </a:cubicBezTo>
                    <a:cubicBezTo>
                      <a:pt x="617" y="654"/>
                      <a:pt x="674" y="628"/>
                      <a:pt x="713" y="577"/>
                    </a:cubicBezTo>
                    <a:cubicBezTo>
                      <a:pt x="745" y="533"/>
                      <a:pt x="784" y="500"/>
                      <a:pt x="822" y="474"/>
                    </a:cubicBezTo>
                    <a:cubicBezTo>
                      <a:pt x="842" y="462"/>
                      <a:pt x="861" y="449"/>
                      <a:pt x="881" y="443"/>
                    </a:cubicBezTo>
                    <a:cubicBezTo>
                      <a:pt x="893" y="435"/>
                      <a:pt x="906" y="429"/>
                      <a:pt x="920" y="423"/>
                    </a:cubicBezTo>
                    <a:cubicBezTo>
                      <a:pt x="983" y="397"/>
                      <a:pt x="1050" y="385"/>
                      <a:pt x="1117" y="385"/>
                    </a:cubicBezTo>
                    <a:close/>
                    <a:moveTo>
                      <a:pt x="1118" y="1"/>
                    </a:moveTo>
                    <a:cubicBezTo>
                      <a:pt x="944" y="1"/>
                      <a:pt x="778" y="46"/>
                      <a:pt x="636" y="135"/>
                    </a:cubicBezTo>
                    <a:cubicBezTo>
                      <a:pt x="0" y="462"/>
                      <a:pt x="6" y="931"/>
                      <a:pt x="39" y="1130"/>
                    </a:cubicBezTo>
                    <a:cubicBezTo>
                      <a:pt x="128" y="1631"/>
                      <a:pt x="668" y="2094"/>
                      <a:pt x="1220" y="2140"/>
                    </a:cubicBezTo>
                    <a:cubicBezTo>
                      <a:pt x="1247" y="2146"/>
                      <a:pt x="1279" y="2146"/>
                      <a:pt x="1311" y="2146"/>
                    </a:cubicBezTo>
                    <a:cubicBezTo>
                      <a:pt x="1736" y="2146"/>
                      <a:pt x="2069" y="1895"/>
                      <a:pt x="2231" y="1438"/>
                    </a:cubicBezTo>
                    <a:cubicBezTo>
                      <a:pt x="2430" y="874"/>
                      <a:pt x="2083" y="372"/>
                      <a:pt x="1671" y="147"/>
                    </a:cubicBezTo>
                    <a:cubicBezTo>
                      <a:pt x="1488" y="49"/>
                      <a:pt x="1299" y="1"/>
                      <a:pt x="1118"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18"/>
              <p:cNvSpPr/>
              <p:nvPr/>
            </p:nvSpPr>
            <p:spPr>
              <a:xfrm>
                <a:off x="5735150" y="2790200"/>
                <a:ext cx="40000" cy="34425"/>
              </a:xfrm>
              <a:custGeom>
                <a:avLst/>
                <a:gdLst/>
                <a:ahLst/>
                <a:cxnLst/>
                <a:rect l="l" t="t" r="r" b="b"/>
                <a:pathLst>
                  <a:path w="1600" h="1377" extrusionOk="0">
                    <a:moveTo>
                      <a:pt x="725" y="0"/>
                    </a:moveTo>
                    <a:cubicBezTo>
                      <a:pt x="658" y="0"/>
                      <a:pt x="591" y="12"/>
                      <a:pt x="528" y="38"/>
                    </a:cubicBezTo>
                    <a:cubicBezTo>
                      <a:pt x="514" y="44"/>
                      <a:pt x="501" y="50"/>
                      <a:pt x="489" y="58"/>
                    </a:cubicBezTo>
                    <a:cubicBezTo>
                      <a:pt x="469" y="64"/>
                      <a:pt x="450" y="77"/>
                      <a:pt x="430" y="89"/>
                    </a:cubicBezTo>
                    <a:cubicBezTo>
                      <a:pt x="392" y="115"/>
                      <a:pt x="353" y="148"/>
                      <a:pt x="321" y="192"/>
                    </a:cubicBezTo>
                    <a:cubicBezTo>
                      <a:pt x="282" y="243"/>
                      <a:pt x="225" y="269"/>
                      <a:pt x="167" y="269"/>
                    </a:cubicBezTo>
                    <a:cubicBezTo>
                      <a:pt x="65" y="373"/>
                      <a:pt x="0" y="507"/>
                      <a:pt x="26" y="681"/>
                    </a:cubicBezTo>
                    <a:cubicBezTo>
                      <a:pt x="83" y="1008"/>
                      <a:pt x="481" y="1343"/>
                      <a:pt x="861" y="1375"/>
                    </a:cubicBezTo>
                    <a:cubicBezTo>
                      <a:pt x="876" y="1376"/>
                      <a:pt x="891" y="1377"/>
                      <a:pt x="906" y="1377"/>
                    </a:cubicBezTo>
                    <a:cubicBezTo>
                      <a:pt x="1168" y="1377"/>
                      <a:pt x="1368" y="1223"/>
                      <a:pt x="1478" y="925"/>
                    </a:cubicBezTo>
                    <a:cubicBezTo>
                      <a:pt x="1600" y="566"/>
                      <a:pt x="1376" y="257"/>
                      <a:pt x="1098" y="103"/>
                    </a:cubicBezTo>
                    <a:cubicBezTo>
                      <a:pt x="989" y="43"/>
                      <a:pt x="856" y="0"/>
                      <a:pt x="725"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18"/>
              <p:cNvSpPr/>
              <p:nvPr/>
            </p:nvSpPr>
            <p:spPr>
              <a:xfrm>
                <a:off x="5042425" y="2727025"/>
                <a:ext cx="53250" cy="47900"/>
              </a:xfrm>
              <a:custGeom>
                <a:avLst/>
                <a:gdLst/>
                <a:ahLst/>
                <a:cxnLst/>
                <a:rect l="l" t="t" r="r" b="b"/>
                <a:pathLst>
                  <a:path w="2130" h="1916" extrusionOk="0">
                    <a:moveTo>
                      <a:pt x="1135" y="567"/>
                    </a:moveTo>
                    <a:cubicBezTo>
                      <a:pt x="1285" y="567"/>
                      <a:pt x="1412" y="650"/>
                      <a:pt x="1492" y="759"/>
                    </a:cubicBezTo>
                    <a:cubicBezTo>
                      <a:pt x="1602" y="907"/>
                      <a:pt x="1634" y="1138"/>
                      <a:pt x="1397" y="1337"/>
                    </a:cubicBezTo>
                    <a:cubicBezTo>
                      <a:pt x="1281" y="1430"/>
                      <a:pt x="1170" y="1463"/>
                      <a:pt x="1072" y="1463"/>
                    </a:cubicBezTo>
                    <a:cubicBezTo>
                      <a:pt x="978" y="1463"/>
                      <a:pt x="896" y="1433"/>
                      <a:pt x="831" y="1396"/>
                    </a:cubicBezTo>
                    <a:cubicBezTo>
                      <a:pt x="611" y="1274"/>
                      <a:pt x="477" y="1035"/>
                      <a:pt x="502" y="830"/>
                    </a:cubicBezTo>
                    <a:cubicBezTo>
                      <a:pt x="516" y="746"/>
                      <a:pt x="554" y="676"/>
                      <a:pt x="611" y="625"/>
                    </a:cubicBezTo>
                    <a:cubicBezTo>
                      <a:pt x="656" y="657"/>
                      <a:pt x="708" y="676"/>
                      <a:pt x="762" y="676"/>
                    </a:cubicBezTo>
                    <a:cubicBezTo>
                      <a:pt x="802" y="676"/>
                      <a:pt x="843" y="666"/>
                      <a:pt x="881" y="643"/>
                    </a:cubicBezTo>
                    <a:cubicBezTo>
                      <a:pt x="970" y="590"/>
                      <a:pt x="1056" y="567"/>
                      <a:pt x="1135" y="567"/>
                    </a:cubicBezTo>
                    <a:close/>
                    <a:moveTo>
                      <a:pt x="935" y="0"/>
                    </a:moveTo>
                    <a:cubicBezTo>
                      <a:pt x="915" y="0"/>
                      <a:pt x="895" y="3"/>
                      <a:pt x="875" y="8"/>
                    </a:cubicBezTo>
                    <a:cubicBezTo>
                      <a:pt x="232" y="162"/>
                      <a:pt x="85" y="554"/>
                      <a:pt x="53" y="773"/>
                    </a:cubicBezTo>
                    <a:cubicBezTo>
                      <a:pt x="1" y="1158"/>
                      <a:pt x="232" y="1583"/>
                      <a:pt x="611" y="1788"/>
                    </a:cubicBezTo>
                    <a:cubicBezTo>
                      <a:pt x="760" y="1871"/>
                      <a:pt x="920" y="1916"/>
                      <a:pt x="1074" y="1916"/>
                    </a:cubicBezTo>
                    <a:cubicBezTo>
                      <a:pt x="1287" y="1916"/>
                      <a:pt x="1498" y="1839"/>
                      <a:pt x="1685" y="1684"/>
                    </a:cubicBezTo>
                    <a:cubicBezTo>
                      <a:pt x="2129" y="1319"/>
                      <a:pt x="2083" y="811"/>
                      <a:pt x="1866" y="495"/>
                    </a:cubicBezTo>
                    <a:cubicBezTo>
                      <a:pt x="1705" y="271"/>
                      <a:pt x="1435" y="117"/>
                      <a:pt x="1127" y="109"/>
                    </a:cubicBezTo>
                    <a:cubicBezTo>
                      <a:pt x="1089" y="42"/>
                      <a:pt x="1016" y="0"/>
                      <a:pt x="935"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18"/>
              <p:cNvSpPr/>
              <p:nvPr/>
            </p:nvSpPr>
            <p:spPr>
              <a:xfrm>
                <a:off x="5054350" y="2741200"/>
                <a:ext cx="28950" cy="22425"/>
              </a:xfrm>
              <a:custGeom>
                <a:avLst/>
                <a:gdLst/>
                <a:ahLst/>
                <a:cxnLst/>
                <a:rect l="l" t="t" r="r" b="b"/>
                <a:pathLst>
                  <a:path w="1158" h="897" extrusionOk="0">
                    <a:moveTo>
                      <a:pt x="658" y="0"/>
                    </a:moveTo>
                    <a:cubicBezTo>
                      <a:pt x="579" y="0"/>
                      <a:pt x="493" y="23"/>
                      <a:pt x="404" y="76"/>
                    </a:cubicBezTo>
                    <a:cubicBezTo>
                      <a:pt x="366" y="99"/>
                      <a:pt x="325" y="109"/>
                      <a:pt x="285" y="109"/>
                    </a:cubicBezTo>
                    <a:cubicBezTo>
                      <a:pt x="231" y="109"/>
                      <a:pt x="179" y="90"/>
                      <a:pt x="134" y="58"/>
                    </a:cubicBezTo>
                    <a:cubicBezTo>
                      <a:pt x="77" y="109"/>
                      <a:pt x="39" y="179"/>
                      <a:pt x="25" y="263"/>
                    </a:cubicBezTo>
                    <a:cubicBezTo>
                      <a:pt x="0" y="468"/>
                      <a:pt x="134" y="707"/>
                      <a:pt x="354" y="829"/>
                    </a:cubicBezTo>
                    <a:cubicBezTo>
                      <a:pt x="419" y="866"/>
                      <a:pt x="501" y="896"/>
                      <a:pt x="595" y="896"/>
                    </a:cubicBezTo>
                    <a:cubicBezTo>
                      <a:pt x="693" y="896"/>
                      <a:pt x="804" y="863"/>
                      <a:pt x="920" y="770"/>
                    </a:cubicBezTo>
                    <a:cubicBezTo>
                      <a:pt x="1157" y="571"/>
                      <a:pt x="1125" y="340"/>
                      <a:pt x="1015" y="192"/>
                    </a:cubicBezTo>
                    <a:cubicBezTo>
                      <a:pt x="935" y="83"/>
                      <a:pt x="808" y="0"/>
                      <a:pt x="658"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18"/>
              <p:cNvSpPr/>
              <p:nvPr/>
            </p:nvSpPr>
            <p:spPr>
              <a:xfrm>
                <a:off x="3075250" y="2721200"/>
                <a:ext cx="71675" cy="63225"/>
              </a:xfrm>
              <a:custGeom>
                <a:avLst/>
                <a:gdLst/>
                <a:ahLst/>
                <a:cxnLst/>
                <a:rect l="l" t="t" r="r" b="b"/>
                <a:pathLst>
                  <a:path w="2867" h="2529" extrusionOk="0">
                    <a:moveTo>
                      <a:pt x="1311" y="454"/>
                    </a:moveTo>
                    <a:cubicBezTo>
                      <a:pt x="1468" y="454"/>
                      <a:pt x="1625" y="506"/>
                      <a:pt x="1754" y="574"/>
                    </a:cubicBezTo>
                    <a:cubicBezTo>
                      <a:pt x="2083" y="754"/>
                      <a:pt x="2346" y="1128"/>
                      <a:pt x="2198" y="1546"/>
                    </a:cubicBezTo>
                    <a:cubicBezTo>
                      <a:pt x="2073" y="1890"/>
                      <a:pt x="1849" y="2075"/>
                      <a:pt x="1546" y="2075"/>
                    </a:cubicBezTo>
                    <a:cubicBezTo>
                      <a:pt x="1522" y="2075"/>
                      <a:pt x="1497" y="2074"/>
                      <a:pt x="1472" y="2072"/>
                    </a:cubicBezTo>
                    <a:cubicBezTo>
                      <a:pt x="1029" y="2033"/>
                      <a:pt x="559" y="1647"/>
                      <a:pt x="489" y="1256"/>
                    </a:cubicBezTo>
                    <a:cubicBezTo>
                      <a:pt x="457" y="1057"/>
                      <a:pt x="534" y="896"/>
                      <a:pt x="662" y="774"/>
                    </a:cubicBezTo>
                    <a:cubicBezTo>
                      <a:pt x="727" y="774"/>
                      <a:pt x="798" y="742"/>
                      <a:pt x="836" y="683"/>
                    </a:cubicBezTo>
                    <a:cubicBezTo>
                      <a:pt x="881" y="632"/>
                      <a:pt x="926" y="588"/>
                      <a:pt x="970" y="555"/>
                    </a:cubicBezTo>
                    <a:cubicBezTo>
                      <a:pt x="997" y="543"/>
                      <a:pt x="1015" y="535"/>
                      <a:pt x="1035" y="523"/>
                    </a:cubicBezTo>
                    <a:cubicBezTo>
                      <a:pt x="1054" y="517"/>
                      <a:pt x="1068" y="511"/>
                      <a:pt x="1080" y="497"/>
                    </a:cubicBezTo>
                    <a:cubicBezTo>
                      <a:pt x="1155" y="467"/>
                      <a:pt x="1233" y="454"/>
                      <a:pt x="1311" y="454"/>
                    </a:cubicBezTo>
                    <a:close/>
                    <a:moveTo>
                      <a:pt x="1317" y="1"/>
                    </a:moveTo>
                    <a:cubicBezTo>
                      <a:pt x="1110" y="1"/>
                      <a:pt x="913" y="55"/>
                      <a:pt x="745" y="163"/>
                    </a:cubicBezTo>
                    <a:cubicBezTo>
                      <a:pt x="0" y="549"/>
                      <a:pt x="6" y="1101"/>
                      <a:pt x="45" y="1333"/>
                    </a:cubicBezTo>
                    <a:cubicBezTo>
                      <a:pt x="148" y="1923"/>
                      <a:pt x="784" y="2471"/>
                      <a:pt x="1433" y="2528"/>
                    </a:cubicBezTo>
                    <a:lnTo>
                      <a:pt x="1543" y="2528"/>
                    </a:lnTo>
                    <a:cubicBezTo>
                      <a:pt x="2044" y="2528"/>
                      <a:pt x="2436" y="2232"/>
                      <a:pt x="2623" y="1700"/>
                    </a:cubicBezTo>
                    <a:cubicBezTo>
                      <a:pt x="2866" y="1030"/>
                      <a:pt x="2456" y="440"/>
                      <a:pt x="1973" y="176"/>
                    </a:cubicBezTo>
                    <a:cubicBezTo>
                      <a:pt x="1755" y="59"/>
                      <a:pt x="1530" y="1"/>
                      <a:pt x="1317"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18"/>
              <p:cNvSpPr/>
              <p:nvPr/>
            </p:nvSpPr>
            <p:spPr>
              <a:xfrm>
                <a:off x="3086650" y="2732550"/>
                <a:ext cx="47275" cy="40550"/>
              </a:xfrm>
              <a:custGeom>
                <a:avLst/>
                <a:gdLst/>
                <a:ahLst/>
                <a:cxnLst/>
                <a:rect l="l" t="t" r="r" b="b"/>
                <a:pathLst>
                  <a:path w="1891" h="1622" extrusionOk="0">
                    <a:moveTo>
                      <a:pt x="855" y="0"/>
                    </a:moveTo>
                    <a:cubicBezTo>
                      <a:pt x="777" y="0"/>
                      <a:pt x="699" y="13"/>
                      <a:pt x="624" y="43"/>
                    </a:cubicBezTo>
                    <a:cubicBezTo>
                      <a:pt x="612" y="57"/>
                      <a:pt x="598" y="63"/>
                      <a:pt x="579" y="69"/>
                    </a:cubicBezTo>
                    <a:cubicBezTo>
                      <a:pt x="559" y="81"/>
                      <a:pt x="541" y="89"/>
                      <a:pt x="514" y="101"/>
                    </a:cubicBezTo>
                    <a:cubicBezTo>
                      <a:pt x="470" y="134"/>
                      <a:pt x="425" y="178"/>
                      <a:pt x="380" y="229"/>
                    </a:cubicBezTo>
                    <a:cubicBezTo>
                      <a:pt x="342" y="288"/>
                      <a:pt x="271" y="320"/>
                      <a:pt x="206" y="320"/>
                    </a:cubicBezTo>
                    <a:cubicBezTo>
                      <a:pt x="78" y="442"/>
                      <a:pt x="1" y="603"/>
                      <a:pt x="33" y="802"/>
                    </a:cubicBezTo>
                    <a:cubicBezTo>
                      <a:pt x="103" y="1193"/>
                      <a:pt x="573" y="1579"/>
                      <a:pt x="1016" y="1618"/>
                    </a:cubicBezTo>
                    <a:cubicBezTo>
                      <a:pt x="1041" y="1620"/>
                      <a:pt x="1066" y="1621"/>
                      <a:pt x="1090" y="1621"/>
                    </a:cubicBezTo>
                    <a:cubicBezTo>
                      <a:pt x="1393" y="1621"/>
                      <a:pt x="1617" y="1436"/>
                      <a:pt x="1742" y="1092"/>
                    </a:cubicBezTo>
                    <a:cubicBezTo>
                      <a:pt x="1890" y="674"/>
                      <a:pt x="1627" y="300"/>
                      <a:pt x="1298" y="120"/>
                    </a:cubicBezTo>
                    <a:cubicBezTo>
                      <a:pt x="1169" y="52"/>
                      <a:pt x="1012" y="0"/>
                      <a:pt x="855"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18"/>
              <p:cNvSpPr/>
              <p:nvPr/>
            </p:nvSpPr>
            <p:spPr>
              <a:xfrm>
                <a:off x="2673075" y="2861575"/>
                <a:ext cx="60750" cy="53650"/>
              </a:xfrm>
              <a:custGeom>
                <a:avLst/>
                <a:gdLst/>
                <a:ahLst/>
                <a:cxnLst/>
                <a:rect l="l" t="t" r="r" b="b"/>
                <a:pathLst>
                  <a:path w="2430" h="2146" extrusionOk="0">
                    <a:moveTo>
                      <a:pt x="1117" y="385"/>
                    </a:moveTo>
                    <a:cubicBezTo>
                      <a:pt x="1248" y="385"/>
                      <a:pt x="1381" y="427"/>
                      <a:pt x="1490" y="487"/>
                    </a:cubicBezTo>
                    <a:cubicBezTo>
                      <a:pt x="1768" y="641"/>
                      <a:pt x="1992" y="956"/>
                      <a:pt x="1870" y="1309"/>
                    </a:cubicBezTo>
                    <a:cubicBezTo>
                      <a:pt x="1762" y="1603"/>
                      <a:pt x="1565" y="1762"/>
                      <a:pt x="1309" y="1762"/>
                    </a:cubicBezTo>
                    <a:cubicBezTo>
                      <a:pt x="1291" y="1762"/>
                      <a:pt x="1272" y="1761"/>
                      <a:pt x="1253" y="1760"/>
                    </a:cubicBezTo>
                    <a:cubicBezTo>
                      <a:pt x="873" y="1727"/>
                      <a:pt x="475" y="1393"/>
                      <a:pt x="418" y="1066"/>
                    </a:cubicBezTo>
                    <a:cubicBezTo>
                      <a:pt x="392" y="891"/>
                      <a:pt x="457" y="757"/>
                      <a:pt x="559" y="654"/>
                    </a:cubicBezTo>
                    <a:cubicBezTo>
                      <a:pt x="617" y="654"/>
                      <a:pt x="674" y="628"/>
                      <a:pt x="713" y="577"/>
                    </a:cubicBezTo>
                    <a:cubicBezTo>
                      <a:pt x="745" y="532"/>
                      <a:pt x="784" y="500"/>
                      <a:pt x="822" y="473"/>
                    </a:cubicBezTo>
                    <a:cubicBezTo>
                      <a:pt x="842" y="461"/>
                      <a:pt x="861" y="455"/>
                      <a:pt x="881" y="442"/>
                    </a:cubicBezTo>
                    <a:cubicBezTo>
                      <a:pt x="893" y="435"/>
                      <a:pt x="906" y="429"/>
                      <a:pt x="920" y="422"/>
                    </a:cubicBezTo>
                    <a:cubicBezTo>
                      <a:pt x="983" y="396"/>
                      <a:pt x="1050" y="385"/>
                      <a:pt x="1117" y="385"/>
                    </a:cubicBezTo>
                    <a:close/>
                    <a:moveTo>
                      <a:pt x="1118" y="0"/>
                    </a:moveTo>
                    <a:cubicBezTo>
                      <a:pt x="944" y="0"/>
                      <a:pt x="778" y="45"/>
                      <a:pt x="636" y="134"/>
                    </a:cubicBezTo>
                    <a:cubicBezTo>
                      <a:pt x="0" y="461"/>
                      <a:pt x="6" y="936"/>
                      <a:pt x="39" y="1129"/>
                    </a:cubicBezTo>
                    <a:cubicBezTo>
                      <a:pt x="128" y="1630"/>
                      <a:pt x="668" y="2093"/>
                      <a:pt x="1220" y="2145"/>
                    </a:cubicBezTo>
                    <a:lnTo>
                      <a:pt x="1311" y="2145"/>
                    </a:lnTo>
                    <a:cubicBezTo>
                      <a:pt x="1736" y="2145"/>
                      <a:pt x="2069" y="1894"/>
                      <a:pt x="2231" y="1437"/>
                    </a:cubicBezTo>
                    <a:cubicBezTo>
                      <a:pt x="2430" y="873"/>
                      <a:pt x="2083" y="371"/>
                      <a:pt x="1671" y="146"/>
                    </a:cubicBezTo>
                    <a:cubicBezTo>
                      <a:pt x="1488" y="48"/>
                      <a:pt x="1299" y="0"/>
                      <a:pt x="1118"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18"/>
              <p:cNvSpPr/>
              <p:nvPr/>
            </p:nvSpPr>
            <p:spPr>
              <a:xfrm>
                <a:off x="2682875" y="2871175"/>
                <a:ext cx="40000" cy="34475"/>
              </a:xfrm>
              <a:custGeom>
                <a:avLst/>
                <a:gdLst/>
                <a:ahLst/>
                <a:cxnLst/>
                <a:rect l="l" t="t" r="r" b="b"/>
                <a:pathLst>
                  <a:path w="1600" h="1379" extrusionOk="0">
                    <a:moveTo>
                      <a:pt x="725" y="1"/>
                    </a:moveTo>
                    <a:cubicBezTo>
                      <a:pt x="658" y="1"/>
                      <a:pt x="591" y="12"/>
                      <a:pt x="528" y="38"/>
                    </a:cubicBezTo>
                    <a:cubicBezTo>
                      <a:pt x="514" y="45"/>
                      <a:pt x="501" y="51"/>
                      <a:pt x="489" y="58"/>
                    </a:cubicBezTo>
                    <a:cubicBezTo>
                      <a:pt x="469" y="71"/>
                      <a:pt x="450" y="77"/>
                      <a:pt x="430" y="89"/>
                    </a:cubicBezTo>
                    <a:cubicBezTo>
                      <a:pt x="392" y="116"/>
                      <a:pt x="353" y="148"/>
                      <a:pt x="321" y="193"/>
                    </a:cubicBezTo>
                    <a:cubicBezTo>
                      <a:pt x="282" y="244"/>
                      <a:pt x="225" y="270"/>
                      <a:pt x="167" y="270"/>
                    </a:cubicBezTo>
                    <a:cubicBezTo>
                      <a:pt x="65" y="373"/>
                      <a:pt x="0" y="507"/>
                      <a:pt x="26" y="682"/>
                    </a:cubicBezTo>
                    <a:cubicBezTo>
                      <a:pt x="83" y="1009"/>
                      <a:pt x="481" y="1343"/>
                      <a:pt x="861" y="1376"/>
                    </a:cubicBezTo>
                    <a:cubicBezTo>
                      <a:pt x="880" y="1377"/>
                      <a:pt x="899" y="1378"/>
                      <a:pt x="917" y="1378"/>
                    </a:cubicBezTo>
                    <a:cubicBezTo>
                      <a:pt x="1173" y="1378"/>
                      <a:pt x="1370" y="1219"/>
                      <a:pt x="1478" y="925"/>
                    </a:cubicBezTo>
                    <a:cubicBezTo>
                      <a:pt x="1600" y="572"/>
                      <a:pt x="1376" y="257"/>
                      <a:pt x="1098" y="103"/>
                    </a:cubicBezTo>
                    <a:cubicBezTo>
                      <a:pt x="989" y="43"/>
                      <a:pt x="856" y="1"/>
                      <a:pt x="725"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18"/>
              <p:cNvSpPr/>
              <p:nvPr/>
            </p:nvSpPr>
            <p:spPr>
              <a:xfrm>
                <a:off x="2273600" y="2704850"/>
                <a:ext cx="53225" cy="47900"/>
              </a:xfrm>
              <a:custGeom>
                <a:avLst/>
                <a:gdLst/>
                <a:ahLst/>
                <a:cxnLst/>
                <a:rect l="l" t="t" r="r" b="b"/>
                <a:pathLst>
                  <a:path w="2129" h="1916" extrusionOk="0">
                    <a:moveTo>
                      <a:pt x="1140" y="569"/>
                    </a:moveTo>
                    <a:cubicBezTo>
                      <a:pt x="1290" y="569"/>
                      <a:pt x="1417" y="651"/>
                      <a:pt x="1492" y="759"/>
                    </a:cubicBezTo>
                    <a:cubicBezTo>
                      <a:pt x="1601" y="913"/>
                      <a:pt x="1634" y="1144"/>
                      <a:pt x="1396" y="1337"/>
                    </a:cubicBezTo>
                    <a:cubicBezTo>
                      <a:pt x="1282" y="1432"/>
                      <a:pt x="1172" y="1466"/>
                      <a:pt x="1075" y="1466"/>
                    </a:cubicBezTo>
                    <a:cubicBezTo>
                      <a:pt x="980" y="1466"/>
                      <a:pt x="896" y="1434"/>
                      <a:pt x="830" y="1396"/>
                    </a:cubicBezTo>
                    <a:cubicBezTo>
                      <a:pt x="617" y="1280"/>
                      <a:pt x="477" y="1035"/>
                      <a:pt x="502" y="836"/>
                    </a:cubicBezTo>
                    <a:cubicBezTo>
                      <a:pt x="515" y="747"/>
                      <a:pt x="560" y="682"/>
                      <a:pt x="617" y="625"/>
                    </a:cubicBezTo>
                    <a:cubicBezTo>
                      <a:pt x="659" y="661"/>
                      <a:pt x="713" y="682"/>
                      <a:pt x="768" y="682"/>
                    </a:cubicBezTo>
                    <a:cubicBezTo>
                      <a:pt x="807" y="682"/>
                      <a:pt x="846" y="671"/>
                      <a:pt x="881" y="649"/>
                    </a:cubicBezTo>
                    <a:cubicBezTo>
                      <a:pt x="971" y="593"/>
                      <a:pt x="1059" y="569"/>
                      <a:pt x="1140" y="569"/>
                    </a:cubicBezTo>
                    <a:close/>
                    <a:moveTo>
                      <a:pt x="936" y="1"/>
                    </a:moveTo>
                    <a:cubicBezTo>
                      <a:pt x="918" y="1"/>
                      <a:pt x="899" y="3"/>
                      <a:pt x="881" y="8"/>
                    </a:cubicBezTo>
                    <a:cubicBezTo>
                      <a:pt x="232" y="168"/>
                      <a:pt x="85" y="560"/>
                      <a:pt x="59" y="773"/>
                    </a:cubicBezTo>
                    <a:cubicBezTo>
                      <a:pt x="0" y="1165"/>
                      <a:pt x="232" y="1583"/>
                      <a:pt x="611" y="1794"/>
                    </a:cubicBezTo>
                    <a:cubicBezTo>
                      <a:pt x="759" y="1877"/>
                      <a:pt x="920" y="1916"/>
                      <a:pt x="1074" y="1916"/>
                    </a:cubicBezTo>
                    <a:cubicBezTo>
                      <a:pt x="1293" y="1916"/>
                      <a:pt x="1498" y="1839"/>
                      <a:pt x="1685" y="1691"/>
                    </a:cubicBezTo>
                    <a:cubicBezTo>
                      <a:pt x="2129" y="1325"/>
                      <a:pt x="2090" y="817"/>
                      <a:pt x="1865" y="503"/>
                    </a:cubicBezTo>
                    <a:cubicBezTo>
                      <a:pt x="1705" y="278"/>
                      <a:pt x="1435" y="123"/>
                      <a:pt x="1132" y="117"/>
                    </a:cubicBezTo>
                    <a:cubicBezTo>
                      <a:pt x="1089" y="48"/>
                      <a:pt x="1017" y="1"/>
                      <a:pt x="93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18"/>
              <p:cNvSpPr/>
              <p:nvPr/>
            </p:nvSpPr>
            <p:spPr>
              <a:xfrm>
                <a:off x="2285500" y="2719075"/>
                <a:ext cx="28950" cy="22425"/>
              </a:xfrm>
              <a:custGeom>
                <a:avLst/>
                <a:gdLst/>
                <a:ahLst/>
                <a:cxnLst/>
                <a:rect l="l" t="t" r="r" b="b"/>
                <a:pathLst>
                  <a:path w="1158" h="897" extrusionOk="0">
                    <a:moveTo>
                      <a:pt x="664" y="0"/>
                    </a:moveTo>
                    <a:cubicBezTo>
                      <a:pt x="583" y="0"/>
                      <a:pt x="495" y="24"/>
                      <a:pt x="405" y="80"/>
                    </a:cubicBezTo>
                    <a:cubicBezTo>
                      <a:pt x="370" y="102"/>
                      <a:pt x="331" y="113"/>
                      <a:pt x="292" y="113"/>
                    </a:cubicBezTo>
                    <a:cubicBezTo>
                      <a:pt x="237" y="113"/>
                      <a:pt x="183" y="92"/>
                      <a:pt x="141" y="56"/>
                    </a:cubicBezTo>
                    <a:cubicBezTo>
                      <a:pt x="84" y="113"/>
                      <a:pt x="39" y="178"/>
                      <a:pt x="26" y="267"/>
                    </a:cubicBezTo>
                    <a:cubicBezTo>
                      <a:pt x="1" y="466"/>
                      <a:pt x="141" y="711"/>
                      <a:pt x="354" y="827"/>
                    </a:cubicBezTo>
                    <a:cubicBezTo>
                      <a:pt x="420" y="865"/>
                      <a:pt x="504" y="897"/>
                      <a:pt x="599" y="897"/>
                    </a:cubicBezTo>
                    <a:cubicBezTo>
                      <a:pt x="696" y="897"/>
                      <a:pt x="806" y="863"/>
                      <a:pt x="920" y="768"/>
                    </a:cubicBezTo>
                    <a:cubicBezTo>
                      <a:pt x="1158" y="575"/>
                      <a:pt x="1125" y="344"/>
                      <a:pt x="1016" y="190"/>
                    </a:cubicBezTo>
                    <a:cubicBezTo>
                      <a:pt x="941" y="82"/>
                      <a:pt x="814" y="0"/>
                      <a:pt x="664"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18"/>
              <p:cNvSpPr/>
              <p:nvPr/>
            </p:nvSpPr>
            <p:spPr>
              <a:xfrm>
                <a:off x="4275525" y="2883175"/>
                <a:ext cx="71675" cy="63350"/>
              </a:xfrm>
              <a:custGeom>
                <a:avLst/>
                <a:gdLst/>
                <a:ahLst/>
                <a:cxnLst/>
                <a:rect l="l" t="t" r="r" b="b"/>
                <a:pathLst>
                  <a:path w="2867" h="2534" extrusionOk="0">
                    <a:moveTo>
                      <a:pt x="1311" y="457"/>
                    </a:moveTo>
                    <a:cubicBezTo>
                      <a:pt x="1468" y="457"/>
                      <a:pt x="1625" y="505"/>
                      <a:pt x="1754" y="573"/>
                    </a:cubicBezTo>
                    <a:cubicBezTo>
                      <a:pt x="2083" y="754"/>
                      <a:pt x="2353" y="1127"/>
                      <a:pt x="2198" y="1545"/>
                    </a:cubicBezTo>
                    <a:cubicBezTo>
                      <a:pt x="2073" y="1894"/>
                      <a:pt x="1850" y="2075"/>
                      <a:pt x="1548" y="2075"/>
                    </a:cubicBezTo>
                    <a:cubicBezTo>
                      <a:pt x="1523" y="2075"/>
                      <a:pt x="1498" y="2074"/>
                      <a:pt x="1472" y="2071"/>
                    </a:cubicBezTo>
                    <a:cubicBezTo>
                      <a:pt x="1029" y="2033"/>
                      <a:pt x="559" y="1647"/>
                      <a:pt x="489" y="1255"/>
                    </a:cubicBezTo>
                    <a:cubicBezTo>
                      <a:pt x="457" y="1056"/>
                      <a:pt x="540" y="896"/>
                      <a:pt x="662" y="774"/>
                    </a:cubicBezTo>
                    <a:cubicBezTo>
                      <a:pt x="727" y="774"/>
                      <a:pt x="798" y="742"/>
                      <a:pt x="836" y="683"/>
                    </a:cubicBezTo>
                    <a:cubicBezTo>
                      <a:pt x="881" y="632"/>
                      <a:pt x="926" y="587"/>
                      <a:pt x="971" y="555"/>
                    </a:cubicBezTo>
                    <a:cubicBezTo>
                      <a:pt x="997" y="549"/>
                      <a:pt x="1015" y="535"/>
                      <a:pt x="1035" y="529"/>
                    </a:cubicBezTo>
                    <a:cubicBezTo>
                      <a:pt x="1054" y="522"/>
                      <a:pt x="1068" y="510"/>
                      <a:pt x="1080" y="496"/>
                    </a:cubicBezTo>
                    <a:cubicBezTo>
                      <a:pt x="1155" y="469"/>
                      <a:pt x="1233" y="457"/>
                      <a:pt x="1311" y="457"/>
                    </a:cubicBezTo>
                    <a:close/>
                    <a:moveTo>
                      <a:pt x="1317" y="0"/>
                    </a:moveTo>
                    <a:cubicBezTo>
                      <a:pt x="1110" y="0"/>
                      <a:pt x="914" y="55"/>
                      <a:pt x="745" y="163"/>
                    </a:cubicBezTo>
                    <a:cubicBezTo>
                      <a:pt x="0" y="549"/>
                      <a:pt x="7" y="1101"/>
                      <a:pt x="45" y="1332"/>
                    </a:cubicBezTo>
                    <a:cubicBezTo>
                      <a:pt x="148" y="1923"/>
                      <a:pt x="784" y="2471"/>
                      <a:pt x="1433" y="2528"/>
                    </a:cubicBezTo>
                    <a:cubicBezTo>
                      <a:pt x="1472" y="2528"/>
                      <a:pt x="1511" y="2534"/>
                      <a:pt x="1549" y="2534"/>
                    </a:cubicBezTo>
                    <a:cubicBezTo>
                      <a:pt x="2044" y="2534"/>
                      <a:pt x="2436" y="2232"/>
                      <a:pt x="2629" y="1699"/>
                    </a:cubicBezTo>
                    <a:cubicBezTo>
                      <a:pt x="2866" y="1030"/>
                      <a:pt x="2456" y="445"/>
                      <a:pt x="1973" y="175"/>
                    </a:cubicBezTo>
                    <a:cubicBezTo>
                      <a:pt x="1755" y="58"/>
                      <a:pt x="1530" y="0"/>
                      <a:pt x="1317"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18"/>
              <p:cNvSpPr/>
              <p:nvPr/>
            </p:nvSpPr>
            <p:spPr>
              <a:xfrm>
                <a:off x="4286925" y="2894575"/>
                <a:ext cx="47425" cy="40475"/>
              </a:xfrm>
              <a:custGeom>
                <a:avLst/>
                <a:gdLst/>
                <a:ahLst/>
                <a:cxnLst/>
                <a:rect l="l" t="t" r="r" b="b"/>
                <a:pathLst>
                  <a:path w="1897" h="1619" extrusionOk="0">
                    <a:moveTo>
                      <a:pt x="855" y="1"/>
                    </a:moveTo>
                    <a:cubicBezTo>
                      <a:pt x="777" y="1"/>
                      <a:pt x="699" y="13"/>
                      <a:pt x="624" y="40"/>
                    </a:cubicBezTo>
                    <a:cubicBezTo>
                      <a:pt x="612" y="54"/>
                      <a:pt x="598" y="66"/>
                      <a:pt x="579" y="73"/>
                    </a:cubicBezTo>
                    <a:cubicBezTo>
                      <a:pt x="559" y="79"/>
                      <a:pt x="541" y="93"/>
                      <a:pt x="515" y="99"/>
                    </a:cubicBezTo>
                    <a:cubicBezTo>
                      <a:pt x="470" y="131"/>
                      <a:pt x="425" y="176"/>
                      <a:pt x="380" y="227"/>
                    </a:cubicBezTo>
                    <a:cubicBezTo>
                      <a:pt x="342" y="286"/>
                      <a:pt x="271" y="318"/>
                      <a:pt x="206" y="318"/>
                    </a:cubicBezTo>
                    <a:cubicBezTo>
                      <a:pt x="84" y="440"/>
                      <a:pt x="1" y="600"/>
                      <a:pt x="33" y="799"/>
                    </a:cubicBezTo>
                    <a:cubicBezTo>
                      <a:pt x="103" y="1191"/>
                      <a:pt x="573" y="1577"/>
                      <a:pt x="1016" y="1615"/>
                    </a:cubicBezTo>
                    <a:cubicBezTo>
                      <a:pt x="1042" y="1618"/>
                      <a:pt x="1067" y="1619"/>
                      <a:pt x="1092" y="1619"/>
                    </a:cubicBezTo>
                    <a:cubicBezTo>
                      <a:pt x="1394" y="1619"/>
                      <a:pt x="1617" y="1438"/>
                      <a:pt x="1742" y="1089"/>
                    </a:cubicBezTo>
                    <a:cubicBezTo>
                      <a:pt x="1897" y="671"/>
                      <a:pt x="1627" y="298"/>
                      <a:pt x="1298" y="117"/>
                    </a:cubicBezTo>
                    <a:cubicBezTo>
                      <a:pt x="1169" y="49"/>
                      <a:pt x="1012" y="1"/>
                      <a:pt x="855"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18"/>
              <p:cNvSpPr/>
              <p:nvPr/>
            </p:nvSpPr>
            <p:spPr>
              <a:xfrm>
                <a:off x="1844775" y="2879975"/>
                <a:ext cx="60750" cy="53725"/>
              </a:xfrm>
              <a:custGeom>
                <a:avLst/>
                <a:gdLst/>
                <a:ahLst/>
                <a:cxnLst/>
                <a:rect l="l" t="t" r="r" b="b"/>
                <a:pathLst>
                  <a:path w="2430" h="2149" extrusionOk="0">
                    <a:moveTo>
                      <a:pt x="1105" y="386"/>
                    </a:moveTo>
                    <a:cubicBezTo>
                      <a:pt x="1241" y="386"/>
                      <a:pt x="1376" y="430"/>
                      <a:pt x="1484" y="490"/>
                    </a:cubicBezTo>
                    <a:cubicBezTo>
                      <a:pt x="1760" y="638"/>
                      <a:pt x="1992" y="953"/>
                      <a:pt x="1864" y="1306"/>
                    </a:cubicBezTo>
                    <a:cubicBezTo>
                      <a:pt x="1756" y="1605"/>
                      <a:pt x="1564" y="1759"/>
                      <a:pt x="1305" y="1759"/>
                    </a:cubicBezTo>
                    <a:cubicBezTo>
                      <a:pt x="1286" y="1759"/>
                      <a:pt x="1267" y="1758"/>
                      <a:pt x="1247" y="1756"/>
                    </a:cubicBezTo>
                    <a:cubicBezTo>
                      <a:pt x="867" y="1724"/>
                      <a:pt x="469" y="1396"/>
                      <a:pt x="411" y="1062"/>
                    </a:cubicBezTo>
                    <a:cubicBezTo>
                      <a:pt x="386" y="894"/>
                      <a:pt x="449" y="760"/>
                      <a:pt x="559" y="657"/>
                    </a:cubicBezTo>
                    <a:cubicBezTo>
                      <a:pt x="610" y="657"/>
                      <a:pt x="668" y="624"/>
                      <a:pt x="707" y="580"/>
                    </a:cubicBezTo>
                    <a:cubicBezTo>
                      <a:pt x="739" y="535"/>
                      <a:pt x="778" y="496"/>
                      <a:pt x="822" y="470"/>
                    </a:cubicBezTo>
                    <a:cubicBezTo>
                      <a:pt x="841" y="464"/>
                      <a:pt x="855" y="451"/>
                      <a:pt x="873" y="445"/>
                    </a:cubicBezTo>
                    <a:cubicBezTo>
                      <a:pt x="887" y="439"/>
                      <a:pt x="906" y="431"/>
                      <a:pt x="912" y="419"/>
                    </a:cubicBezTo>
                    <a:cubicBezTo>
                      <a:pt x="974" y="396"/>
                      <a:pt x="1040" y="386"/>
                      <a:pt x="1105" y="386"/>
                    </a:cubicBezTo>
                    <a:close/>
                    <a:moveTo>
                      <a:pt x="1116" y="1"/>
                    </a:moveTo>
                    <a:cubicBezTo>
                      <a:pt x="940" y="1"/>
                      <a:pt x="773" y="47"/>
                      <a:pt x="630" y="137"/>
                    </a:cubicBezTo>
                    <a:cubicBezTo>
                      <a:pt x="0" y="464"/>
                      <a:pt x="0" y="933"/>
                      <a:pt x="39" y="1126"/>
                    </a:cubicBezTo>
                    <a:cubicBezTo>
                      <a:pt x="122" y="1627"/>
                      <a:pt x="662" y="2097"/>
                      <a:pt x="1214" y="2142"/>
                    </a:cubicBezTo>
                    <a:cubicBezTo>
                      <a:pt x="1247" y="2142"/>
                      <a:pt x="1279" y="2148"/>
                      <a:pt x="1311" y="2148"/>
                    </a:cubicBezTo>
                    <a:cubicBezTo>
                      <a:pt x="1728" y="2148"/>
                      <a:pt x="2063" y="1891"/>
                      <a:pt x="2223" y="1442"/>
                    </a:cubicBezTo>
                    <a:cubicBezTo>
                      <a:pt x="2430" y="876"/>
                      <a:pt x="2075" y="374"/>
                      <a:pt x="1671" y="149"/>
                    </a:cubicBezTo>
                    <a:cubicBezTo>
                      <a:pt x="1486" y="49"/>
                      <a:pt x="1296" y="1"/>
                      <a:pt x="111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18"/>
              <p:cNvSpPr/>
              <p:nvPr/>
            </p:nvSpPr>
            <p:spPr>
              <a:xfrm>
                <a:off x="1854400" y="2889625"/>
                <a:ext cx="40175" cy="34350"/>
              </a:xfrm>
              <a:custGeom>
                <a:avLst/>
                <a:gdLst/>
                <a:ahLst/>
                <a:cxnLst/>
                <a:rect l="l" t="t" r="r" b="b"/>
                <a:pathLst>
                  <a:path w="1607" h="1374" extrusionOk="0">
                    <a:moveTo>
                      <a:pt x="720" y="0"/>
                    </a:moveTo>
                    <a:cubicBezTo>
                      <a:pt x="655" y="0"/>
                      <a:pt x="589" y="10"/>
                      <a:pt x="527" y="33"/>
                    </a:cubicBezTo>
                    <a:cubicBezTo>
                      <a:pt x="521" y="45"/>
                      <a:pt x="502" y="53"/>
                      <a:pt x="488" y="59"/>
                    </a:cubicBezTo>
                    <a:cubicBezTo>
                      <a:pt x="470" y="65"/>
                      <a:pt x="456" y="78"/>
                      <a:pt x="437" y="84"/>
                    </a:cubicBezTo>
                    <a:cubicBezTo>
                      <a:pt x="393" y="110"/>
                      <a:pt x="354" y="149"/>
                      <a:pt x="322" y="194"/>
                    </a:cubicBezTo>
                    <a:cubicBezTo>
                      <a:pt x="283" y="238"/>
                      <a:pt x="225" y="271"/>
                      <a:pt x="174" y="271"/>
                    </a:cubicBezTo>
                    <a:cubicBezTo>
                      <a:pt x="64" y="374"/>
                      <a:pt x="1" y="508"/>
                      <a:pt x="26" y="676"/>
                    </a:cubicBezTo>
                    <a:cubicBezTo>
                      <a:pt x="84" y="1010"/>
                      <a:pt x="482" y="1338"/>
                      <a:pt x="862" y="1370"/>
                    </a:cubicBezTo>
                    <a:cubicBezTo>
                      <a:pt x="882" y="1372"/>
                      <a:pt x="901" y="1373"/>
                      <a:pt x="920" y="1373"/>
                    </a:cubicBezTo>
                    <a:cubicBezTo>
                      <a:pt x="1179" y="1373"/>
                      <a:pt x="1371" y="1219"/>
                      <a:pt x="1479" y="920"/>
                    </a:cubicBezTo>
                    <a:cubicBezTo>
                      <a:pt x="1607" y="567"/>
                      <a:pt x="1375" y="252"/>
                      <a:pt x="1099" y="104"/>
                    </a:cubicBezTo>
                    <a:cubicBezTo>
                      <a:pt x="991" y="44"/>
                      <a:pt x="856" y="0"/>
                      <a:pt x="720"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18"/>
              <p:cNvSpPr/>
              <p:nvPr/>
            </p:nvSpPr>
            <p:spPr>
              <a:xfrm>
                <a:off x="3945300" y="2704850"/>
                <a:ext cx="53050" cy="47900"/>
              </a:xfrm>
              <a:custGeom>
                <a:avLst/>
                <a:gdLst/>
                <a:ahLst/>
                <a:cxnLst/>
                <a:rect l="l" t="t" r="r" b="b"/>
                <a:pathLst>
                  <a:path w="2122" h="1916" extrusionOk="0">
                    <a:moveTo>
                      <a:pt x="1135" y="569"/>
                    </a:moveTo>
                    <a:cubicBezTo>
                      <a:pt x="1285" y="569"/>
                      <a:pt x="1413" y="651"/>
                      <a:pt x="1492" y="759"/>
                    </a:cubicBezTo>
                    <a:cubicBezTo>
                      <a:pt x="1596" y="913"/>
                      <a:pt x="1628" y="1144"/>
                      <a:pt x="1389" y="1337"/>
                    </a:cubicBezTo>
                    <a:cubicBezTo>
                      <a:pt x="1279" y="1432"/>
                      <a:pt x="1171" y="1466"/>
                      <a:pt x="1074" y="1466"/>
                    </a:cubicBezTo>
                    <a:cubicBezTo>
                      <a:pt x="979" y="1466"/>
                      <a:pt x="894" y="1434"/>
                      <a:pt x="824" y="1396"/>
                    </a:cubicBezTo>
                    <a:cubicBezTo>
                      <a:pt x="612" y="1280"/>
                      <a:pt x="471" y="1035"/>
                      <a:pt x="496" y="836"/>
                    </a:cubicBezTo>
                    <a:cubicBezTo>
                      <a:pt x="510" y="747"/>
                      <a:pt x="555" y="682"/>
                      <a:pt x="612" y="625"/>
                    </a:cubicBezTo>
                    <a:cubicBezTo>
                      <a:pt x="653" y="661"/>
                      <a:pt x="707" y="682"/>
                      <a:pt x="762" y="682"/>
                    </a:cubicBezTo>
                    <a:cubicBezTo>
                      <a:pt x="801" y="682"/>
                      <a:pt x="841" y="671"/>
                      <a:pt x="875" y="649"/>
                    </a:cubicBezTo>
                    <a:cubicBezTo>
                      <a:pt x="966" y="593"/>
                      <a:pt x="1054" y="569"/>
                      <a:pt x="1135" y="569"/>
                    </a:cubicBezTo>
                    <a:close/>
                    <a:moveTo>
                      <a:pt x="930" y="1"/>
                    </a:moveTo>
                    <a:cubicBezTo>
                      <a:pt x="912" y="1"/>
                      <a:pt x="894" y="3"/>
                      <a:pt x="875" y="8"/>
                    </a:cubicBezTo>
                    <a:cubicBezTo>
                      <a:pt x="226" y="168"/>
                      <a:pt x="78" y="560"/>
                      <a:pt x="53" y="773"/>
                    </a:cubicBezTo>
                    <a:cubicBezTo>
                      <a:pt x="1" y="1165"/>
                      <a:pt x="226" y="1583"/>
                      <a:pt x="605" y="1794"/>
                    </a:cubicBezTo>
                    <a:cubicBezTo>
                      <a:pt x="753" y="1877"/>
                      <a:pt x="914" y="1916"/>
                      <a:pt x="1068" y="1916"/>
                    </a:cubicBezTo>
                    <a:cubicBezTo>
                      <a:pt x="1287" y="1916"/>
                      <a:pt x="1499" y="1839"/>
                      <a:pt x="1679" y="1691"/>
                    </a:cubicBezTo>
                    <a:cubicBezTo>
                      <a:pt x="2122" y="1325"/>
                      <a:pt x="2083" y="817"/>
                      <a:pt x="1859" y="503"/>
                    </a:cubicBezTo>
                    <a:cubicBezTo>
                      <a:pt x="1698" y="278"/>
                      <a:pt x="1428" y="123"/>
                      <a:pt x="1127" y="117"/>
                    </a:cubicBezTo>
                    <a:cubicBezTo>
                      <a:pt x="1084" y="48"/>
                      <a:pt x="1012" y="1"/>
                      <a:pt x="93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18"/>
              <p:cNvSpPr/>
              <p:nvPr/>
            </p:nvSpPr>
            <p:spPr>
              <a:xfrm>
                <a:off x="3957075" y="2719075"/>
                <a:ext cx="28950" cy="22425"/>
              </a:xfrm>
              <a:custGeom>
                <a:avLst/>
                <a:gdLst/>
                <a:ahLst/>
                <a:cxnLst/>
                <a:rect l="l" t="t" r="r" b="b"/>
                <a:pathLst>
                  <a:path w="1158" h="897" extrusionOk="0">
                    <a:moveTo>
                      <a:pt x="664" y="0"/>
                    </a:moveTo>
                    <a:cubicBezTo>
                      <a:pt x="583" y="0"/>
                      <a:pt x="495" y="24"/>
                      <a:pt x="404" y="80"/>
                    </a:cubicBezTo>
                    <a:cubicBezTo>
                      <a:pt x="370" y="102"/>
                      <a:pt x="330" y="113"/>
                      <a:pt x="291" y="113"/>
                    </a:cubicBezTo>
                    <a:cubicBezTo>
                      <a:pt x="236" y="113"/>
                      <a:pt x="182" y="92"/>
                      <a:pt x="141" y="56"/>
                    </a:cubicBezTo>
                    <a:cubicBezTo>
                      <a:pt x="84" y="113"/>
                      <a:pt x="39" y="178"/>
                      <a:pt x="25" y="267"/>
                    </a:cubicBezTo>
                    <a:cubicBezTo>
                      <a:pt x="0" y="466"/>
                      <a:pt x="141" y="711"/>
                      <a:pt x="353" y="827"/>
                    </a:cubicBezTo>
                    <a:cubicBezTo>
                      <a:pt x="423" y="865"/>
                      <a:pt x="508" y="897"/>
                      <a:pt x="603" y="897"/>
                    </a:cubicBezTo>
                    <a:cubicBezTo>
                      <a:pt x="700" y="897"/>
                      <a:pt x="808" y="863"/>
                      <a:pt x="918" y="768"/>
                    </a:cubicBezTo>
                    <a:cubicBezTo>
                      <a:pt x="1157" y="575"/>
                      <a:pt x="1125" y="344"/>
                      <a:pt x="1021" y="190"/>
                    </a:cubicBezTo>
                    <a:cubicBezTo>
                      <a:pt x="942" y="82"/>
                      <a:pt x="814" y="0"/>
                      <a:pt x="664"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18"/>
              <p:cNvSpPr/>
              <p:nvPr/>
            </p:nvSpPr>
            <p:spPr>
              <a:xfrm>
                <a:off x="6057600" y="2861125"/>
                <a:ext cx="71575" cy="63225"/>
              </a:xfrm>
              <a:custGeom>
                <a:avLst/>
                <a:gdLst/>
                <a:ahLst/>
                <a:cxnLst/>
                <a:rect l="l" t="t" r="r" b="b"/>
                <a:pathLst>
                  <a:path w="2863" h="2529" extrusionOk="0">
                    <a:moveTo>
                      <a:pt x="1317" y="454"/>
                    </a:moveTo>
                    <a:cubicBezTo>
                      <a:pt x="1471" y="454"/>
                      <a:pt x="1627" y="504"/>
                      <a:pt x="1750" y="576"/>
                    </a:cubicBezTo>
                    <a:cubicBezTo>
                      <a:pt x="2083" y="755"/>
                      <a:pt x="2347" y="1122"/>
                      <a:pt x="2199" y="1546"/>
                    </a:cubicBezTo>
                    <a:cubicBezTo>
                      <a:pt x="2073" y="1894"/>
                      <a:pt x="1845" y="2075"/>
                      <a:pt x="1537" y="2075"/>
                    </a:cubicBezTo>
                    <a:cubicBezTo>
                      <a:pt x="1517" y="2075"/>
                      <a:pt x="1495" y="2074"/>
                      <a:pt x="1474" y="2072"/>
                    </a:cubicBezTo>
                    <a:cubicBezTo>
                      <a:pt x="1023" y="2034"/>
                      <a:pt x="561" y="1642"/>
                      <a:pt x="490" y="1250"/>
                    </a:cubicBezTo>
                    <a:cubicBezTo>
                      <a:pt x="457" y="1051"/>
                      <a:pt x="534" y="897"/>
                      <a:pt x="656" y="769"/>
                    </a:cubicBezTo>
                    <a:cubicBezTo>
                      <a:pt x="727" y="769"/>
                      <a:pt x="792" y="743"/>
                      <a:pt x="837" y="684"/>
                    </a:cubicBezTo>
                    <a:cubicBezTo>
                      <a:pt x="875" y="633"/>
                      <a:pt x="920" y="588"/>
                      <a:pt x="972" y="556"/>
                    </a:cubicBezTo>
                    <a:cubicBezTo>
                      <a:pt x="991" y="544"/>
                      <a:pt x="1011" y="538"/>
                      <a:pt x="1036" y="524"/>
                    </a:cubicBezTo>
                    <a:cubicBezTo>
                      <a:pt x="1050" y="518"/>
                      <a:pt x="1068" y="505"/>
                      <a:pt x="1080" y="499"/>
                    </a:cubicBezTo>
                    <a:cubicBezTo>
                      <a:pt x="1156" y="468"/>
                      <a:pt x="1236" y="454"/>
                      <a:pt x="1317" y="454"/>
                    </a:cubicBezTo>
                    <a:close/>
                    <a:moveTo>
                      <a:pt x="1313" y="1"/>
                    </a:moveTo>
                    <a:cubicBezTo>
                      <a:pt x="1108" y="1"/>
                      <a:pt x="914" y="54"/>
                      <a:pt x="747" y="158"/>
                    </a:cubicBezTo>
                    <a:cubicBezTo>
                      <a:pt x="1" y="550"/>
                      <a:pt x="1" y="1102"/>
                      <a:pt x="47" y="1327"/>
                    </a:cubicBezTo>
                    <a:cubicBezTo>
                      <a:pt x="149" y="1918"/>
                      <a:pt x="780" y="2472"/>
                      <a:pt x="1435" y="2523"/>
                    </a:cubicBezTo>
                    <a:cubicBezTo>
                      <a:pt x="1466" y="2529"/>
                      <a:pt x="1505" y="2529"/>
                      <a:pt x="1543" y="2529"/>
                    </a:cubicBezTo>
                    <a:cubicBezTo>
                      <a:pt x="2044" y="2529"/>
                      <a:pt x="2430" y="2234"/>
                      <a:pt x="2623" y="1701"/>
                    </a:cubicBezTo>
                    <a:cubicBezTo>
                      <a:pt x="2862" y="1031"/>
                      <a:pt x="2450" y="440"/>
                      <a:pt x="1967" y="177"/>
                    </a:cubicBezTo>
                    <a:cubicBezTo>
                      <a:pt x="1751" y="59"/>
                      <a:pt x="1526" y="1"/>
                      <a:pt x="1313"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18"/>
              <p:cNvSpPr/>
              <p:nvPr/>
            </p:nvSpPr>
            <p:spPr>
              <a:xfrm>
                <a:off x="6069025" y="2872475"/>
                <a:ext cx="47250" cy="40525"/>
              </a:xfrm>
              <a:custGeom>
                <a:avLst/>
                <a:gdLst/>
                <a:ahLst/>
                <a:cxnLst/>
                <a:rect l="l" t="t" r="r" b="b"/>
                <a:pathLst>
                  <a:path w="1890" h="1621" extrusionOk="0">
                    <a:moveTo>
                      <a:pt x="860" y="0"/>
                    </a:moveTo>
                    <a:cubicBezTo>
                      <a:pt x="779" y="0"/>
                      <a:pt x="699" y="14"/>
                      <a:pt x="623" y="45"/>
                    </a:cubicBezTo>
                    <a:cubicBezTo>
                      <a:pt x="611" y="51"/>
                      <a:pt x="593" y="64"/>
                      <a:pt x="579" y="70"/>
                    </a:cubicBezTo>
                    <a:cubicBezTo>
                      <a:pt x="554" y="84"/>
                      <a:pt x="534" y="90"/>
                      <a:pt x="515" y="102"/>
                    </a:cubicBezTo>
                    <a:cubicBezTo>
                      <a:pt x="463" y="134"/>
                      <a:pt x="418" y="179"/>
                      <a:pt x="380" y="230"/>
                    </a:cubicBezTo>
                    <a:cubicBezTo>
                      <a:pt x="335" y="289"/>
                      <a:pt x="270" y="315"/>
                      <a:pt x="199" y="315"/>
                    </a:cubicBezTo>
                    <a:cubicBezTo>
                      <a:pt x="77" y="443"/>
                      <a:pt x="0" y="597"/>
                      <a:pt x="33" y="796"/>
                    </a:cubicBezTo>
                    <a:cubicBezTo>
                      <a:pt x="104" y="1188"/>
                      <a:pt x="566" y="1580"/>
                      <a:pt x="1017" y="1618"/>
                    </a:cubicBezTo>
                    <a:cubicBezTo>
                      <a:pt x="1038" y="1620"/>
                      <a:pt x="1060" y="1621"/>
                      <a:pt x="1080" y="1621"/>
                    </a:cubicBezTo>
                    <a:cubicBezTo>
                      <a:pt x="1388" y="1621"/>
                      <a:pt x="1616" y="1440"/>
                      <a:pt x="1742" y="1092"/>
                    </a:cubicBezTo>
                    <a:cubicBezTo>
                      <a:pt x="1890" y="668"/>
                      <a:pt x="1626" y="301"/>
                      <a:pt x="1293" y="122"/>
                    </a:cubicBezTo>
                    <a:cubicBezTo>
                      <a:pt x="1170" y="50"/>
                      <a:pt x="1014" y="0"/>
                      <a:pt x="860"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18"/>
              <p:cNvSpPr/>
              <p:nvPr/>
            </p:nvSpPr>
            <p:spPr>
              <a:xfrm>
                <a:off x="5349825" y="2920475"/>
                <a:ext cx="60750" cy="53700"/>
              </a:xfrm>
              <a:custGeom>
                <a:avLst/>
                <a:gdLst/>
                <a:ahLst/>
                <a:cxnLst/>
                <a:rect l="l" t="t" r="r" b="b"/>
                <a:pathLst>
                  <a:path w="2430" h="2148" extrusionOk="0">
                    <a:moveTo>
                      <a:pt x="1108" y="386"/>
                    </a:moveTo>
                    <a:cubicBezTo>
                      <a:pt x="1242" y="386"/>
                      <a:pt x="1377" y="429"/>
                      <a:pt x="1486" y="490"/>
                    </a:cubicBezTo>
                    <a:cubicBezTo>
                      <a:pt x="1768" y="644"/>
                      <a:pt x="1993" y="952"/>
                      <a:pt x="1865" y="1306"/>
                    </a:cubicBezTo>
                    <a:cubicBezTo>
                      <a:pt x="1757" y="1604"/>
                      <a:pt x="1565" y="1759"/>
                      <a:pt x="1307" y="1759"/>
                    </a:cubicBezTo>
                    <a:cubicBezTo>
                      <a:pt x="1288" y="1759"/>
                      <a:pt x="1268" y="1758"/>
                      <a:pt x="1248" y="1756"/>
                    </a:cubicBezTo>
                    <a:cubicBezTo>
                      <a:pt x="875" y="1724"/>
                      <a:pt x="477" y="1395"/>
                      <a:pt x="418" y="1062"/>
                    </a:cubicBezTo>
                    <a:cubicBezTo>
                      <a:pt x="386" y="894"/>
                      <a:pt x="457" y="760"/>
                      <a:pt x="560" y="656"/>
                    </a:cubicBezTo>
                    <a:cubicBezTo>
                      <a:pt x="617" y="656"/>
                      <a:pt x="676" y="624"/>
                      <a:pt x="708" y="579"/>
                    </a:cubicBezTo>
                    <a:cubicBezTo>
                      <a:pt x="747" y="534"/>
                      <a:pt x="785" y="496"/>
                      <a:pt x="824" y="470"/>
                    </a:cubicBezTo>
                    <a:cubicBezTo>
                      <a:pt x="842" y="463"/>
                      <a:pt x="862" y="451"/>
                      <a:pt x="881" y="445"/>
                    </a:cubicBezTo>
                    <a:cubicBezTo>
                      <a:pt x="893" y="439"/>
                      <a:pt x="907" y="431"/>
                      <a:pt x="919" y="419"/>
                    </a:cubicBezTo>
                    <a:cubicBezTo>
                      <a:pt x="980" y="396"/>
                      <a:pt x="1044" y="386"/>
                      <a:pt x="1108" y="386"/>
                    </a:cubicBezTo>
                    <a:close/>
                    <a:moveTo>
                      <a:pt x="1123" y="0"/>
                    </a:moveTo>
                    <a:cubicBezTo>
                      <a:pt x="947" y="0"/>
                      <a:pt x="780" y="47"/>
                      <a:pt x="637" y="136"/>
                    </a:cubicBezTo>
                    <a:cubicBezTo>
                      <a:pt x="0" y="463"/>
                      <a:pt x="6" y="932"/>
                      <a:pt x="39" y="1125"/>
                    </a:cubicBezTo>
                    <a:cubicBezTo>
                      <a:pt x="122" y="1627"/>
                      <a:pt x="662" y="2097"/>
                      <a:pt x="1216" y="2142"/>
                    </a:cubicBezTo>
                    <a:cubicBezTo>
                      <a:pt x="1248" y="2142"/>
                      <a:pt x="1279" y="2148"/>
                      <a:pt x="1311" y="2148"/>
                    </a:cubicBezTo>
                    <a:cubicBezTo>
                      <a:pt x="1735" y="2148"/>
                      <a:pt x="2064" y="1890"/>
                      <a:pt x="2224" y="1441"/>
                    </a:cubicBezTo>
                    <a:cubicBezTo>
                      <a:pt x="2430" y="875"/>
                      <a:pt x="2083" y="374"/>
                      <a:pt x="1672" y="149"/>
                    </a:cubicBezTo>
                    <a:cubicBezTo>
                      <a:pt x="1490" y="48"/>
                      <a:pt x="1302" y="0"/>
                      <a:pt x="1123"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18"/>
              <p:cNvSpPr/>
              <p:nvPr/>
            </p:nvSpPr>
            <p:spPr>
              <a:xfrm>
                <a:off x="5359450" y="2930100"/>
                <a:ext cx="40225" cy="34350"/>
              </a:xfrm>
              <a:custGeom>
                <a:avLst/>
                <a:gdLst/>
                <a:ahLst/>
                <a:cxnLst/>
                <a:rect l="l" t="t" r="r" b="b"/>
                <a:pathLst>
                  <a:path w="1609" h="1374" extrusionOk="0">
                    <a:moveTo>
                      <a:pt x="723" y="1"/>
                    </a:moveTo>
                    <a:cubicBezTo>
                      <a:pt x="659" y="1"/>
                      <a:pt x="595" y="11"/>
                      <a:pt x="534" y="34"/>
                    </a:cubicBezTo>
                    <a:cubicBezTo>
                      <a:pt x="522" y="46"/>
                      <a:pt x="508" y="54"/>
                      <a:pt x="496" y="60"/>
                    </a:cubicBezTo>
                    <a:cubicBezTo>
                      <a:pt x="477" y="66"/>
                      <a:pt x="457" y="78"/>
                      <a:pt x="439" y="85"/>
                    </a:cubicBezTo>
                    <a:cubicBezTo>
                      <a:pt x="400" y="111"/>
                      <a:pt x="362" y="149"/>
                      <a:pt x="323" y="194"/>
                    </a:cubicBezTo>
                    <a:cubicBezTo>
                      <a:pt x="291" y="239"/>
                      <a:pt x="232" y="271"/>
                      <a:pt x="175" y="271"/>
                    </a:cubicBezTo>
                    <a:cubicBezTo>
                      <a:pt x="72" y="375"/>
                      <a:pt x="1" y="509"/>
                      <a:pt x="33" y="677"/>
                    </a:cubicBezTo>
                    <a:cubicBezTo>
                      <a:pt x="92" y="1010"/>
                      <a:pt x="490" y="1339"/>
                      <a:pt x="863" y="1371"/>
                    </a:cubicBezTo>
                    <a:cubicBezTo>
                      <a:pt x="883" y="1373"/>
                      <a:pt x="903" y="1374"/>
                      <a:pt x="922" y="1374"/>
                    </a:cubicBezTo>
                    <a:cubicBezTo>
                      <a:pt x="1180" y="1374"/>
                      <a:pt x="1372" y="1219"/>
                      <a:pt x="1480" y="921"/>
                    </a:cubicBezTo>
                    <a:cubicBezTo>
                      <a:pt x="1608" y="567"/>
                      <a:pt x="1383" y="259"/>
                      <a:pt x="1101" y="105"/>
                    </a:cubicBezTo>
                    <a:cubicBezTo>
                      <a:pt x="992" y="44"/>
                      <a:pt x="857" y="1"/>
                      <a:pt x="723"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18"/>
              <p:cNvSpPr/>
              <p:nvPr/>
            </p:nvSpPr>
            <p:spPr>
              <a:xfrm>
                <a:off x="4677850" y="2844800"/>
                <a:ext cx="53200" cy="47900"/>
              </a:xfrm>
              <a:custGeom>
                <a:avLst/>
                <a:gdLst/>
                <a:ahLst/>
                <a:cxnLst/>
                <a:rect l="l" t="t" r="r" b="b"/>
                <a:pathLst>
                  <a:path w="2128" h="1916" extrusionOk="0">
                    <a:moveTo>
                      <a:pt x="1136" y="567"/>
                    </a:moveTo>
                    <a:cubicBezTo>
                      <a:pt x="1289" y="567"/>
                      <a:pt x="1418" y="649"/>
                      <a:pt x="1498" y="759"/>
                    </a:cubicBezTo>
                    <a:cubicBezTo>
                      <a:pt x="1602" y="913"/>
                      <a:pt x="1634" y="1144"/>
                      <a:pt x="1395" y="1337"/>
                    </a:cubicBezTo>
                    <a:cubicBezTo>
                      <a:pt x="1285" y="1432"/>
                      <a:pt x="1176" y="1465"/>
                      <a:pt x="1077" y="1465"/>
                    </a:cubicBezTo>
                    <a:cubicBezTo>
                      <a:pt x="982" y="1465"/>
                      <a:pt x="897" y="1434"/>
                      <a:pt x="830" y="1396"/>
                    </a:cubicBezTo>
                    <a:cubicBezTo>
                      <a:pt x="618" y="1280"/>
                      <a:pt x="477" y="1036"/>
                      <a:pt x="502" y="836"/>
                    </a:cubicBezTo>
                    <a:cubicBezTo>
                      <a:pt x="516" y="746"/>
                      <a:pt x="561" y="675"/>
                      <a:pt x="618" y="624"/>
                    </a:cubicBezTo>
                    <a:cubicBezTo>
                      <a:pt x="659" y="658"/>
                      <a:pt x="713" y="678"/>
                      <a:pt x="768" y="678"/>
                    </a:cubicBezTo>
                    <a:cubicBezTo>
                      <a:pt x="807" y="678"/>
                      <a:pt x="846" y="668"/>
                      <a:pt x="881" y="643"/>
                    </a:cubicBezTo>
                    <a:cubicBezTo>
                      <a:pt x="970" y="590"/>
                      <a:pt x="1056" y="567"/>
                      <a:pt x="1136" y="567"/>
                    </a:cubicBezTo>
                    <a:close/>
                    <a:moveTo>
                      <a:pt x="940" y="0"/>
                    </a:moveTo>
                    <a:cubicBezTo>
                      <a:pt x="921" y="0"/>
                      <a:pt x="901" y="2"/>
                      <a:pt x="881" y="7"/>
                    </a:cubicBezTo>
                    <a:cubicBezTo>
                      <a:pt x="232" y="162"/>
                      <a:pt x="84" y="554"/>
                      <a:pt x="59" y="773"/>
                    </a:cubicBezTo>
                    <a:cubicBezTo>
                      <a:pt x="1" y="1164"/>
                      <a:pt x="232" y="1582"/>
                      <a:pt x="611" y="1794"/>
                    </a:cubicBezTo>
                    <a:cubicBezTo>
                      <a:pt x="759" y="1877"/>
                      <a:pt x="920" y="1916"/>
                      <a:pt x="1074" y="1916"/>
                    </a:cubicBezTo>
                    <a:cubicBezTo>
                      <a:pt x="1293" y="1916"/>
                      <a:pt x="1505" y="1838"/>
                      <a:pt x="1685" y="1684"/>
                    </a:cubicBezTo>
                    <a:cubicBezTo>
                      <a:pt x="2128" y="1319"/>
                      <a:pt x="2089" y="811"/>
                      <a:pt x="1865" y="503"/>
                    </a:cubicBezTo>
                    <a:cubicBezTo>
                      <a:pt x="1704" y="277"/>
                      <a:pt x="1434" y="117"/>
                      <a:pt x="1133" y="117"/>
                    </a:cubicBezTo>
                    <a:cubicBezTo>
                      <a:pt x="1090" y="43"/>
                      <a:pt x="1020" y="0"/>
                      <a:pt x="940"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18"/>
              <p:cNvSpPr/>
              <p:nvPr/>
            </p:nvSpPr>
            <p:spPr>
              <a:xfrm>
                <a:off x="4689775" y="2858975"/>
                <a:ext cx="28950" cy="22475"/>
              </a:xfrm>
              <a:custGeom>
                <a:avLst/>
                <a:gdLst/>
                <a:ahLst/>
                <a:cxnLst/>
                <a:rect l="l" t="t" r="r" b="b"/>
                <a:pathLst>
                  <a:path w="1158" h="899" extrusionOk="0">
                    <a:moveTo>
                      <a:pt x="659" y="0"/>
                    </a:moveTo>
                    <a:cubicBezTo>
                      <a:pt x="579" y="0"/>
                      <a:pt x="493" y="23"/>
                      <a:pt x="404" y="76"/>
                    </a:cubicBezTo>
                    <a:cubicBezTo>
                      <a:pt x="369" y="101"/>
                      <a:pt x="330" y="111"/>
                      <a:pt x="291" y="111"/>
                    </a:cubicBezTo>
                    <a:cubicBezTo>
                      <a:pt x="236" y="111"/>
                      <a:pt x="182" y="91"/>
                      <a:pt x="141" y="57"/>
                    </a:cubicBezTo>
                    <a:cubicBezTo>
                      <a:pt x="84" y="108"/>
                      <a:pt x="39" y="179"/>
                      <a:pt x="25" y="269"/>
                    </a:cubicBezTo>
                    <a:cubicBezTo>
                      <a:pt x="0" y="469"/>
                      <a:pt x="141" y="713"/>
                      <a:pt x="353" y="829"/>
                    </a:cubicBezTo>
                    <a:cubicBezTo>
                      <a:pt x="420" y="867"/>
                      <a:pt x="505" y="898"/>
                      <a:pt x="600" y="898"/>
                    </a:cubicBezTo>
                    <a:cubicBezTo>
                      <a:pt x="699" y="898"/>
                      <a:pt x="808" y="865"/>
                      <a:pt x="918" y="770"/>
                    </a:cubicBezTo>
                    <a:cubicBezTo>
                      <a:pt x="1157" y="577"/>
                      <a:pt x="1125" y="346"/>
                      <a:pt x="1021" y="192"/>
                    </a:cubicBezTo>
                    <a:cubicBezTo>
                      <a:pt x="941" y="82"/>
                      <a:pt x="812" y="0"/>
                      <a:pt x="659"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6" name="Google Shape;766;p18"/>
            <p:cNvSpPr/>
            <p:nvPr/>
          </p:nvSpPr>
          <p:spPr>
            <a:xfrm>
              <a:off x="3020350" y="4441675"/>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18"/>
            <p:cNvSpPr/>
            <p:nvPr/>
          </p:nvSpPr>
          <p:spPr>
            <a:xfrm flipH="1">
              <a:off x="5316450" y="4547413"/>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18"/>
            <p:cNvSpPr/>
            <p:nvPr/>
          </p:nvSpPr>
          <p:spPr>
            <a:xfrm>
              <a:off x="464575" y="4825088"/>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18"/>
            <p:cNvSpPr/>
            <p:nvPr/>
          </p:nvSpPr>
          <p:spPr>
            <a:xfrm flipH="1">
              <a:off x="7987700" y="4740838"/>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770"/>
        <p:cNvGrpSpPr/>
        <p:nvPr/>
      </p:nvGrpSpPr>
      <p:grpSpPr>
        <a:xfrm>
          <a:off x="0" y="0"/>
          <a:ext cx="0" cy="0"/>
          <a:chOff x="0" y="0"/>
          <a:chExt cx="0" cy="0"/>
        </a:xfrm>
      </p:grpSpPr>
      <p:sp>
        <p:nvSpPr>
          <p:cNvPr id="771" name="Google Shape;771;p19"/>
          <p:cNvSpPr txBox="1">
            <a:spLocks noGrp="1"/>
          </p:cNvSpPr>
          <p:nvPr>
            <p:ph type="title" hasCustomPrompt="1"/>
          </p:nvPr>
        </p:nvSpPr>
        <p:spPr>
          <a:xfrm>
            <a:off x="4031050" y="544075"/>
            <a:ext cx="4323600" cy="4662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6200"/>
              <a:buNone/>
              <a:defRPr sz="44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772" name="Google Shape;772;p19"/>
          <p:cNvSpPr txBox="1">
            <a:spLocks noGrp="1"/>
          </p:cNvSpPr>
          <p:nvPr>
            <p:ph type="subTitle" idx="1"/>
          </p:nvPr>
        </p:nvSpPr>
        <p:spPr>
          <a:xfrm>
            <a:off x="4031050" y="1250098"/>
            <a:ext cx="4323600" cy="2652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73" name="Google Shape;773;p19"/>
          <p:cNvSpPr txBox="1">
            <a:spLocks noGrp="1"/>
          </p:cNvSpPr>
          <p:nvPr>
            <p:ph type="title" idx="2" hasCustomPrompt="1"/>
          </p:nvPr>
        </p:nvSpPr>
        <p:spPr>
          <a:xfrm>
            <a:off x="4031050" y="1847808"/>
            <a:ext cx="4323600" cy="4662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6200"/>
              <a:buNone/>
              <a:defRPr sz="4400">
                <a:solidFill>
                  <a:schemeClr val="dk1"/>
                </a:solidFill>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774" name="Google Shape;774;p19"/>
          <p:cNvSpPr txBox="1">
            <a:spLocks noGrp="1"/>
          </p:cNvSpPr>
          <p:nvPr>
            <p:ph type="subTitle" idx="3"/>
          </p:nvPr>
        </p:nvSpPr>
        <p:spPr>
          <a:xfrm>
            <a:off x="4031050" y="2553831"/>
            <a:ext cx="4323600" cy="2652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75" name="Google Shape;775;p19"/>
          <p:cNvSpPr txBox="1">
            <a:spLocks noGrp="1"/>
          </p:cNvSpPr>
          <p:nvPr>
            <p:ph type="title" idx="4" hasCustomPrompt="1"/>
          </p:nvPr>
        </p:nvSpPr>
        <p:spPr>
          <a:xfrm>
            <a:off x="4031050" y="3151554"/>
            <a:ext cx="4323600" cy="4662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6200"/>
              <a:buNone/>
              <a:defRPr sz="44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776" name="Google Shape;776;p19"/>
          <p:cNvSpPr txBox="1">
            <a:spLocks noGrp="1"/>
          </p:cNvSpPr>
          <p:nvPr>
            <p:ph type="subTitle" idx="5"/>
          </p:nvPr>
        </p:nvSpPr>
        <p:spPr>
          <a:xfrm>
            <a:off x="4031050" y="3857577"/>
            <a:ext cx="4323600" cy="2652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777" name="Google Shape;777;p19"/>
          <p:cNvGrpSpPr/>
          <p:nvPr/>
        </p:nvGrpSpPr>
        <p:grpSpPr>
          <a:xfrm>
            <a:off x="-57639" y="4232675"/>
            <a:ext cx="9259279" cy="949168"/>
            <a:chOff x="-57639" y="4232675"/>
            <a:chExt cx="9259279" cy="949168"/>
          </a:xfrm>
        </p:grpSpPr>
        <p:grpSp>
          <p:nvGrpSpPr>
            <p:cNvPr id="778" name="Google Shape;778;p19"/>
            <p:cNvGrpSpPr/>
            <p:nvPr/>
          </p:nvGrpSpPr>
          <p:grpSpPr>
            <a:xfrm>
              <a:off x="-57639" y="4232675"/>
              <a:ext cx="9259279" cy="949168"/>
              <a:chOff x="238275" y="2491125"/>
              <a:chExt cx="7141750" cy="732100"/>
            </a:xfrm>
          </p:grpSpPr>
          <p:sp>
            <p:nvSpPr>
              <p:cNvPr id="779" name="Google Shape;779;p19"/>
              <p:cNvSpPr/>
              <p:nvPr/>
            </p:nvSpPr>
            <p:spPr>
              <a:xfrm>
                <a:off x="238275" y="2491125"/>
                <a:ext cx="7141750" cy="282225"/>
              </a:xfrm>
              <a:custGeom>
                <a:avLst/>
                <a:gdLst/>
                <a:ahLst/>
                <a:cxnLst/>
                <a:rect l="l" t="t" r="r" b="b"/>
                <a:pathLst>
                  <a:path w="285670" h="11289" extrusionOk="0">
                    <a:moveTo>
                      <a:pt x="77087" y="1"/>
                    </a:moveTo>
                    <a:cubicBezTo>
                      <a:pt x="69330" y="1"/>
                      <a:pt x="63721" y="1125"/>
                      <a:pt x="59452" y="1679"/>
                    </a:cubicBezTo>
                    <a:cubicBezTo>
                      <a:pt x="56652" y="2041"/>
                      <a:pt x="53084" y="2152"/>
                      <a:pt x="50569" y="2152"/>
                    </a:cubicBezTo>
                    <a:cubicBezTo>
                      <a:pt x="49072" y="2152"/>
                      <a:pt x="47948" y="2113"/>
                      <a:pt x="47581" y="2064"/>
                    </a:cubicBezTo>
                    <a:cubicBezTo>
                      <a:pt x="46591" y="1936"/>
                      <a:pt x="26970" y="1345"/>
                      <a:pt x="26970" y="1345"/>
                    </a:cubicBezTo>
                    <a:lnTo>
                      <a:pt x="0" y="2746"/>
                    </a:lnTo>
                    <a:lnTo>
                      <a:pt x="1376" y="11288"/>
                    </a:lnTo>
                    <a:lnTo>
                      <a:pt x="284771" y="9874"/>
                    </a:lnTo>
                    <a:lnTo>
                      <a:pt x="285670" y="2746"/>
                    </a:lnTo>
                    <a:lnTo>
                      <a:pt x="278382" y="2746"/>
                    </a:lnTo>
                    <a:cubicBezTo>
                      <a:pt x="278382" y="2746"/>
                      <a:pt x="276833" y="3350"/>
                      <a:pt x="269412" y="3350"/>
                    </a:cubicBezTo>
                    <a:cubicBezTo>
                      <a:pt x="268804" y="3350"/>
                      <a:pt x="268157" y="3346"/>
                      <a:pt x="267468" y="3337"/>
                    </a:cubicBezTo>
                    <a:cubicBezTo>
                      <a:pt x="258367" y="3221"/>
                      <a:pt x="258367" y="2553"/>
                      <a:pt x="248361" y="2354"/>
                    </a:cubicBezTo>
                    <a:cubicBezTo>
                      <a:pt x="243485" y="2254"/>
                      <a:pt x="239630" y="2229"/>
                      <a:pt x="236959" y="2229"/>
                    </a:cubicBezTo>
                    <a:cubicBezTo>
                      <a:pt x="234147" y="2229"/>
                      <a:pt x="232646" y="2257"/>
                      <a:pt x="232646" y="2257"/>
                    </a:cubicBezTo>
                    <a:lnTo>
                      <a:pt x="210273" y="1621"/>
                    </a:lnTo>
                    <a:cubicBezTo>
                      <a:pt x="210273" y="1621"/>
                      <a:pt x="209685" y="1550"/>
                      <a:pt x="208556" y="1550"/>
                    </a:cubicBezTo>
                    <a:cubicBezTo>
                      <a:pt x="207391" y="1550"/>
                      <a:pt x="205650" y="1626"/>
                      <a:pt x="203382" y="1936"/>
                    </a:cubicBezTo>
                    <a:cubicBezTo>
                      <a:pt x="201649" y="2171"/>
                      <a:pt x="198963" y="2243"/>
                      <a:pt x="196326" y="2243"/>
                    </a:cubicBezTo>
                    <a:cubicBezTo>
                      <a:pt x="192169" y="2243"/>
                      <a:pt x="188131" y="2064"/>
                      <a:pt x="188131" y="2064"/>
                    </a:cubicBezTo>
                    <a:cubicBezTo>
                      <a:pt x="188131" y="2064"/>
                      <a:pt x="174437" y="2201"/>
                      <a:pt x="163969" y="2201"/>
                    </a:cubicBezTo>
                    <a:cubicBezTo>
                      <a:pt x="158735" y="2201"/>
                      <a:pt x="154307" y="2167"/>
                      <a:pt x="152801" y="2064"/>
                    </a:cubicBezTo>
                    <a:cubicBezTo>
                      <a:pt x="148282" y="1756"/>
                      <a:pt x="96761" y="927"/>
                      <a:pt x="93993" y="664"/>
                    </a:cubicBezTo>
                    <a:cubicBezTo>
                      <a:pt x="91222" y="400"/>
                      <a:pt x="86459" y="118"/>
                      <a:pt x="78149" y="8"/>
                    </a:cubicBezTo>
                    <a:cubicBezTo>
                      <a:pt x="77791" y="3"/>
                      <a:pt x="77437" y="1"/>
                      <a:pt x="77087"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19"/>
              <p:cNvSpPr/>
              <p:nvPr/>
            </p:nvSpPr>
            <p:spPr>
              <a:xfrm>
                <a:off x="272675" y="2551975"/>
                <a:ext cx="7091125" cy="671250"/>
              </a:xfrm>
              <a:custGeom>
                <a:avLst/>
                <a:gdLst/>
                <a:ahLst/>
                <a:cxnLst/>
                <a:rect l="l" t="t" r="r" b="b"/>
                <a:pathLst>
                  <a:path w="283645" h="26850" extrusionOk="0">
                    <a:moveTo>
                      <a:pt x="134832" y="1"/>
                    </a:moveTo>
                    <a:cubicBezTo>
                      <a:pt x="134792" y="1"/>
                      <a:pt x="134755" y="2"/>
                      <a:pt x="134720" y="3"/>
                    </a:cubicBezTo>
                    <a:cubicBezTo>
                      <a:pt x="133388" y="67"/>
                      <a:pt x="126129" y="738"/>
                      <a:pt x="125164" y="738"/>
                    </a:cubicBezTo>
                    <a:cubicBezTo>
                      <a:pt x="125137" y="738"/>
                      <a:pt x="125116" y="737"/>
                      <a:pt x="125099" y="736"/>
                    </a:cubicBezTo>
                    <a:cubicBezTo>
                      <a:pt x="124476" y="698"/>
                      <a:pt x="118537" y="377"/>
                      <a:pt x="118537" y="377"/>
                    </a:cubicBezTo>
                    <a:cubicBezTo>
                      <a:pt x="118537" y="377"/>
                      <a:pt x="108294" y="62"/>
                      <a:pt x="107177" y="62"/>
                    </a:cubicBezTo>
                    <a:cubicBezTo>
                      <a:pt x="107164" y="62"/>
                      <a:pt x="107152" y="62"/>
                      <a:pt x="107141" y="62"/>
                    </a:cubicBezTo>
                    <a:cubicBezTo>
                      <a:pt x="106235" y="68"/>
                      <a:pt x="103414" y="101"/>
                      <a:pt x="97559" y="736"/>
                    </a:cubicBezTo>
                    <a:cubicBezTo>
                      <a:pt x="91703" y="1366"/>
                      <a:pt x="89100" y="1572"/>
                      <a:pt x="89100" y="1572"/>
                    </a:cubicBezTo>
                    <a:cubicBezTo>
                      <a:pt x="89100" y="1572"/>
                      <a:pt x="85133" y="1222"/>
                      <a:pt x="81765" y="1222"/>
                    </a:cubicBezTo>
                    <a:cubicBezTo>
                      <a:pt x="80976" y="1222"/>
                      <a:pt x="80220" y="1241"/>
                      <a:pt x="79556" y="1288"/>
                    </a:cubicBezTo>
                    <a:cubicBezTo>
                      <a:pt x="76047" y="1534"/>
                      <a:pt x="68784" y="3294"/>
                      <a:pt x="67981" y="3667"/>
                    </a:cubicBezTo>
                    <a:cubicBezTo>
                      <a:pt x="67171" y="4034"/>
                      <a:pt x="25362" y="5557"/>
                      <a:pt x="25362" y="5557"/>
                    </a:cubicBezTo>
                    <a:lnTo>
                      <a:pt x="0" y="7247"/>
                    </a:lnTo>
                    <a:lnTo>
                      <a:pt x="0" y="26849"/>
                    </a:lnTo>
                    <a:lnTo>
                      <a:pt x="283645" y="26849"/>
                    </a:lnTo>
                    <a:lnTo>
                      <a:pt x="283645" y="5628"/>
                    </a:lnTo>
                    <a:lnTo>
                      <a:pt x="283034" y="5364"/>
                    </a:lnTo>
                    <a:lnTo>
                      <a:pt x="249889" y="4805"/>
                    </a:lnTo>
                    <a:cubicBezTo>
                      <a:pt x="249889" y="4805"/>
                      <a:pt x="246822" y="4228"/>
                      <a:pt x="245827" y="4228"/>
                    </a:cubicBezTo>
                    <a:cubicBezTo>
                      <a:pt x="245777" y="4228"/>
                      <a:pt x="245731" y="4230"/>
                      <a:pt x="245692" y="4233"/>
                    </a:cubicBezTo>
                    <a:cubicBezTo>
                      <a:pt x="244889" y="4304"/>
                      <a:pt x="242171" y="4619"/>
                      <a:pt x="242171" y="4619"/>
                    </a:cubicBezTo>
                    <a:lnTo>
                      <a:pt x="233912" y="4233"/>
                    </a:lnTo>
                    <a:cubicBezTo>
                      <a:pt x="233912" y="4233"/>
                      <a:pt x="232138" y="3095"/>
                      <a:pt x="225999" y="2857"/>
                    </a:cubicBezTo>
                    <a:cubicBezTo>
                      <a:pt x="220178" y="2637"/>
                      <a:pt x="216019" y="2632"/>
                      <a:pt x="215613" y="2632"/>
                    </a:cubicBezTo>
                    <a:cubicBezTo>
                      <a:pt x="215592" y="2632"/>
                      <a:pt x="215581" y="2632"/>
                      <a:pt x="215581" y="2632"/>
                    </a:cubicBezTo>
                    <a:lnTo>
                      <a:pt x="202181" y="2053"/>
                    </a:lnTo>
                    <a:cubicBezTo>
                      <a:pt x="202181" y="2053"/>
                      <a:pt x="195990" y="2330"/>
                      <a:pt x="194300" y="2427"/>
                    </a:cubicBezTo>
                    <a:cubicBezTo>
                      <a:pt x="192611" y="2516"/>
                      <a:pt x="187263" y="3005"/>
                      <a:pt x="187263" y="3005"/>
                    </a:cubicBezTo>
                    <a:lnTo>
                      <a:pt x="172828" y="3005"/>
                    </a:lnTo>
                    <a:lnTo>
                      <a:pt x="169434" y="2857"/>
                    </a:lnTo>
                    <a:cubicBezTo>
                      <a:pt x="169434" y="2857"/>
                      <a:pt x="166638" y="2613"/>
                      <a:pt x="165249" y="2472"/>
                    </a:cubicBezTo>
                    <a:cubicBezTo>
                      <a:pt x="163855" y="2330"/>
                      <a:pt x="160358" y="2222"/>
                      <a:pt x="158643" y="2053"/>
                    </a:cubicBezTo>
                    <a:cubicBezTo>
                      <a:pt x="156926" y="1881"/>
                      <a:pt x="152440" y="1418"/>
                      <a:pt x="151933" y="1288"/>
                    </a:cubicBezTo>
                    <a:cubicBezTo>
                      <a:pt x="151766" y="1246"/>
                      <a:pt x="150510" y="1231"/>
                      <a:pt x="148911" y="1231"/>
                    </a:cubicBezTo>
                    <a:cubicBezTo>
                      <a:pt x="145711" y="1231"/>
                      <a:pt x="141135" y="1288"/>
                      <a:pt x="141135" y="1288"/>
                    </a:cubicBezTo>
                    <a:cubicBezTo>
                      <a:pt x="141135" y="1288"/>
                      <a:pt x="136344" y="1"/>
                      <a:pt x="134832" y="1"/>
                    </a:cubicBezTo>
                    <a:close/>
                  </a:path>
                </a:pathLst>
              </a:custGeom>
              <a:solidFill>
                <a:srgbClr val="5E8688"/>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19"/>
              <p:cNvSpPr/>
              <p:nvPr/>
            </p:nvSpPr>
            <p:spPr>
              <a:xfrm>
                <a:off x="3562250" y="2808825"/>
                <a:ext cx="54025" cy="61550"/>
              </a:xfrm>
              <a:custGeom>
                <a:avLst/>
                <a:gdLst/>
                <a:ahLst/>
                <a:cxnLst/>
                <a:rect l="l" t="t" r="r" b="b"/>
                <a:pathLst>
                  <a:path w="2161" h="2462" extrusionOk="0">
                    <a:moveTo>
                      <a:pt x="1036" y="501"/>
                    </a:moveTo>
                    <a:cubicBezTo>
                      <a:pt x="1312" y="637"/>
                      <a:pt x="1556" y="913"/>
                      <a:pt x="1620" y="1195"/>
                    </a:cubicBezTo>
                    <a:cubicBezTo>
                      <a:pt x="1685" y="1440"/>
                      <a:pt x="1614" y="1652"/>
                      <a:pt x="1415" y="1826"/>
                    </a:cubicBezTo>
                    <a:cubicBezTo>
                      <a:pt x="1281" y="1942"/>
                      <a:pt x="1155" y="2001"/>
                      <a:pt x="1040" y="2001"/>
                    </a:cubicBezTo>
                    <a:cubicBezTo>
                      <a:pt x="985" y="2001"/>
                      <a:pt x="932" y="1987"/>
                      <a:pt x="882" y="1960"/>
                    </a:cubicBezTo>
                    <a:cubicBezTo>
                      <a:pt x="638" y="1832"/>
                      <a:pt x="476" y="1408"/>
                      <a:pt x="535" y="1041"/>
                    </a:cubicBezTo>
                    <a:cubicBezTo>
                      <a:pt x="567" y="836"/>
                      <a:pt x="676" y="572"/>
                      <a:pt x="1030" y="501"/>
                    </a:cubicBezTo>
                    <a:close/>
                    <a:moveTo>
                      <a:pt x="930" y="0"/>
                    </a:moveTo>
                    <a:cubicBezTo>
                      <a:pt x="845" y="0"/>
                      <a:pt x="764" y="48"/>
                      <a:pt x="727" y="123"/>
                    </a:cubicBezTo>
                    <a:cubicBezTo>
                      <a:pt x="380" y="263"/>
                      <a:pt x="149" y="566"/>
                      <a:pt x="84" y="978"/>
                    </a:cubicBezTo>
                    <a:cubicBezTo>
                      <a:pt x="1" y="1524"/>
                      <a:pt x="252" y="2141"/>
                      <a:pt x="663" y="2360"/>
                    </a:cubicBezTo>
                    <a:cubicBezTo>
                      <a:pt x="754" y="2411"/>
                      <a:pt x="882" y="2461"/>
                      <a:pt x="1042" y="2461"/>
                    </a:cubicBezTo>
                    <a:cubicBezTo>
                      <a:pt x="1229" y="2461"/>
                      <a:pt x="1460" y="2390"/>
                      <a:pt x="1718" y="2167"/>
                    </a:cubicBezTo>
                    <a:cubicBezTo>
                      <a:pt x="2038" y="1877"/>
                      <a:pt x="2160" y="1497"/>
                      <a:pt x="2065" y="1093"/>
                    </a:cubicBezTo>
                    <a:cubicBezTo>
                      <a:pt x="1941" y="586"/>
                      <a:pt x="1486" y="135"/>
                      <a:pt x="985" y="7"/>
                    </a:cubicBezTo>
                    <a:cubicBezTo>
                      <a:pt x="967" y="3"/>
                      <a:pt x="948" y="0"/>
                      <a:pt x="930"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19"/>
              <p:cNvSpPr/>
              <p:nvPr/>
            </p:nvSpPr>
            <p:spPr>
              <a:xfrm>
                <a:off x="3574125" y="2821325"/>
                <a:ext cx="30275" cy="37525"/>
              </a:xfrm>
              <a:custGeom>
                <a:avLst/>
                <a:gdLst/>
                <a:ahLst/>
                <a:cxnLst/>
                <a:rect l="l" t="t" r="r" b="b"/>
                <a:pathLst>
                  <a:path w="1211" h="1501" extrusionOk="0">
                    <a:moveTo>
                      <a:pt x="555" y="1"/>
                    </a:moveTo>
                    <a:cubicBezTo>
                      <a:pt x="201" y="72"/>
                      <a:pt x="92" y="336"/>
                      <a:pt x="60" y="541"/>
                    </a:cubicBezTo>
                    <a:cubicBezTo>
                      <a:pt x="1" y="908"/>
                      <a:pt x="163" y="1332"/>
                      <a:pt x="407" y="1460"/>
                    </a:cubicBezTo>
                    <a:cubicBezTo>
                      <a:pt x="457" y="1487"/>
                      <a:pt x="510" y="1501"/>
                      <a:pt x="565" y="1501"/>
                    </a:cubicBezTo>
                    <a:cubicBezTo>
                      <a:pt x="680" y="1501"/>
                      <a:pt x="806" y="1442"/>
                      <a:pt x="940" y="1326"/>
                    </a:cubicBezTo>
                    <a:cubicBezTo>
                      <a:pt x="1139" y="1152"/>
                      <a:pt x="1210" y="940"/>
                      <a:pt x="1145" y="695"/>
                    </a:cubicBezTo>
                    <a:cubicBezTo>
                      <a:pt x="1081" y="413"/>
                      <a:pt x="837" y="137"/>
                      <a:pt x="561"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19"/>
              <p:cNvSpPr/>
              <p:nvPr/>
            </p:nvSpPr>
            <p:spPr>
              <a:xfrm>
                <a:off x="1423625" y="2714000"/>
                <a:ext cx="71675" cy="63200"/>
              </a:xfrm>
              <a:custGeom>
                <a:avLst/>
                <a:gdLst/>
                <a:ahLst/>
                <a:cxnLst/>
                <a:rect l="l" t="t" r="r" b="b"/>
                <a:pathLst>
                  <a:path w="2867" h="2528" extrusionOk="0">
                    <a:moveTo>
                      <a:pt x="1313" y="456"/>
                    </a:moveTo>
                    <a:cubicBezTo>
                      <a:pt x="1469" y="456"/>
                      <a:pt x="1626" y="505"/>
                      <a:pt x="1754" y="573"/>
                    </a:cubicBezTo>
                    <a:cubicBezTo>
                      <a:pt x="2083" y="754"/>
                      <a:pt x="2347" y="1126"/>
                      <a:pt x="2198" y="1544"/>
                    </a:cubicBezTo>
                    <a:cubicBezTo>
                      <a:pt x="2073" y="1889"/>
                      <a:pt x="1849" y="2075"/>
                      <a:pt x="1546" y="2075"/>
                    </a:cubicBezTo>
                    <a:cubicBezTo>
                      <a:pt x="1522" y="2075"/>
                      <a:pt x="1497" y="2074"/>
                      <a:pt x="1472" y="2071"/>
                    </a:cubicBezTo>
                    <a:cubicBezTo>
                      <a:pt x="1028" y="2033"/>
                      <a:pt x="559" y="1647"/>
                      <a:pt x="488" y="1255"/>
                    </a:cubicBezTo>
                    <a:cubicBezTo>
                      <a:pt x="457" y="1055"/>
                      <a:pt x="534" y="894"/>
                      <a:pt x="662" y="772"/>
                    </a:cubicBezTo>
                    <a:cubicBezTo>
                      <a:pt x="727" y="772"/>
                      <a:pt x="790" y="740"/>
                      <a:pt x="835" y="683"/>
                    </a:cubicBezTo>
                    <a:cubicBezTo>
                      <a:pt x="873" y="630"/>
                      <a:pt x="926" y="586"/>
                      <a:pt x="971" y="553"/>
                    </a:cubicBezTo>
                    <a:cubicBezTo>
                      <a:pt x="989" y="547"/>
                      <a:pt x="1015" y="535"/>
                      <a:pt x="1035" y="529"/>
                    </a:cubicBezTo>
                    <a:cubicBezTo>
                      <a:pt x="1054" y="515"/>
                      <a:pt x="1066" y="509"/>
                      <a:pt x="1080" y="496"/>
                    </a:cubicBezTo>
                    <a:cubicBezTo>
                      <a:pt x="1155" y="468"/>
                      <a:pt x="1234" y="456"/>
                      <a:pt x="1313" y="456"/>
                    </a:cubicBezTo>
                    <a:close/>
                    <a:moveTo>
                      <a:pt x="1316" y="0"/>
                    </a:moveTo>
                    <a:cubicBezTo>
                      <a:pt x="1109" y="0"/>
                      <a:pt x="913" y="54"/>
                      <a:pt x="745" y="161"/>
                    </a:cubicBezTo>
                    <a:cubicBezTo>
                      <a:pt x="0" y="547"/>
                      <a:pt x="7" y="1101"/>
                      <a:pt x="45" y="1332"/>
                    </a:cubicBezTo>
                    <a:cubicBezTo>
                      <a:pt x="148" y="1923"/>
                      <a:pt x="784" y="2469"/>
                      <a:pt x="1433" y="2528"/>
                    </a:cubicBezTo>
                    <a:lnTo>
                      <a:pt x="1543" y="2528"/>
                    </a:lnTo>
                    <a:cubicBezTo>
                      <a:pt x="2044" y="2528"/>
                      <a:pt x="2436" y="2232"/>
                      <a:pt x="2623" y="1698"/>
                    </a:cubicBezTo>
                    <a:cubicBezTo>
                      <a:pt x="2866" y="1030"/>
                      <a:pt x="2455" y="445"/>
                      <a:pt x="1973" y="175"/>
                    </a:cubicBezTo>
                    <a:cubicBezTo>
                      <a:pt x="1755" y="58"/>
                      <a:pt x="1529" y="0"/>
                      <a:pt x="1316"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19"/>
              <p:cNvSpPr/>
              <p:nvPr/>
            </p:nvSpPr>
            <p:spPr>
              <a:xfrm>
                <a:off x="1435025" y="2725400"/>
                <a:ext cx="47275" cy="40475"/>
              </a:xfrm>
              <a:custGeom>
                <a:avLst/>
                <a:gdLst/>
                <a:ahLst/>
                <a:cxnLst/>
                <a:rect l="l" t="t" r="r" b="b"/>
                <a:pathLst>
                  <a:path w="1891" h="1619" extrusionOk="0">
                    <a:moveTo>
                      <a:pt x="857" y="0"/>
                    </a:moveTo>
                    <a:cubicBezTo>
                      <a:pt x="778" y="0"/>
                      <a:pt x="699" y="12"/>
                      <a:pt x="624" y="40"/>
                    </a:cubicBezTo>
                    <a:cubicBezTo>
                      <a:pt x="610" y="53"/>
                      <a:pt x="598" y="59"/>
                      <a:pt x="579" y="73"/>
                    </a:cubicBezTo>
                    <a:cubicBezTo>
                      <a:pt x="559" y="79"/>
                      <a:pt x="533" y="91"/>
                      <a:pt x="515" y="97"/>
                    </a:cubicBezTo>
                    <a:cubicBezTo>
                      <a:pt x="470" y="130"/>
                      <a:pt x="417" y="174"/>
                      <a:pt x="379" y="227"/>
                    </a:cubicBezTo>
                    <a:cubicBezTo>
                      <a:pt x="334" y="284"/>
                      <a:pt x="271" y="316"/>
                      <a:pt x="206" y="316"/>
                    </a:cubicBezTo>
                    <a:cubicBezTo>
                      <a:pt x="78" y="438"/>
                      <a:pt x="1" y="599"/>
                      <a:pt x="32" y="799"/>
                    </a:cubicBezTo>
                    <a:cubicBezTo>
                      <a:pt x="103" y="1191"/>
                      <a:pt x="572" y="1577"/>
                      <a:pt x="1016" y="1615"/>
                    </a:cubicBezTo>
                    <a:cubicBezTo>
                      <a:pt x="1041" y="1618"/>
                      <a:pt x="1066" y="1619"/>
                      <a:pt x="1090" y="1619"/>
                    </a:cubicBezTo>
                    <a:cubicBezTo>
                      <a:pt x="1393" y="1619"/>
                      <a:pt x="1617" y="1433"/>
                      <a:pt x="1742" y="1088"/>
                    </a:cubicBezTo>
                    <a:cubicBezTo>
                      <a:pt x="1891" y="670"/>
                      <a:pt x="1627" y="298"/>
                      <a:pt x="1298" y="117"/>
                    </a:cubicBezTo>
                    <a:cubicBezTo>
                      <a:pt x="1170" y="49"/>
                      <a:pt x="1013" y="0"/>
                      <a:pt x="857"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9"/>
              <p:cNvSpPr/>
              <p:nvPr/>
            </p:nvSpPr>
            <p:spPr>
              <a:xfrm>
                <a:off x="955225" y="2876425"/>
                <a:ext cx="60775" cy="53725"/>
              </a:xfrm>
              <a:custGeom>
                <a:avLst/>
                <a:gdLst/>
                <a:ahLst/>
                <a:cxnLst/>
                <a:rect l="l" t="t" r="r" b="b"/>
                <a:pathLst>
                  <a:path w="2431" h="2149" extrusionOk="0">
                    <a:moveTo>
                      <a:pt x="1117" y="389"/>
                    </a:moveTo>
                    <a:cubicBezTo>
                      <a:pt x="1249" y="389"/>
                      <a:pt x="1379" y="431"/>
                      <a:pt x="1485" y="490"/>
                    </a:cubicBezTo>
                    <a:cubicBezTo>
                      <a:pt x="1762" y="644"/>
                      <a:pt x="1994" y="953"/>
                      <a:pt x="1864" y="1306"/>
                    </a:cubicBezTo>
                    <a:cubicBezTo>
                      <a:pt x="1757" y="1605"/>
                      <a:pt x="1567" y="1759"/>
                      <a:pt x="1309" y="1759"/>
                    </a:cubicBezTo>
                    <a:cubicBezTo>
                      <a:pt x="1289" y="1759"/>
                      <a:pt x="1268" y="1758"/>
                      <a:pt x="1247" y="1757"/>
                    </a:cubicBezTo>
                    <a:cubicBezTo>
                      <a:pt x="868" y="1724"/>
                      <a:pt x="470" y="1397"/>
                      <a:pt x="419" y="1062"/>
                    </a:cubicBezTo>
                    <a:cubicBezTo>
                      <a:pt x="386" y="896"/>
                      <a:pt x="451" y="760"/>
                      <a:pt x="559" y="658"/>
                    </a:cubicBezTo>
                    <a:cubicBezTo>
                      <a:pt x="618" y="658"/>
                      <a:pt x="675" y="626"/>
                      <a:pt x="707" y="581"/>
                    </a:cubicBezTo>
                    <a:cubicBezTo>
                      <a:pt x="746" y="535"/>
                      <a:pt x="784" y="496"/>
                      <a:pt x="823" y="472"/>
                    </a:cubicBezTo>
                    <a:cubicBezTo>
                      <a:pt x="843" y="465"/>
                      <a:pt x="855" y="452"/>
                      <a:pt x="875" y="445"/>
                    </a:cubicBezTo>
                    <a:cubicBezTo>
                      <a:pt x="894" y="439"/>
                      <a:pt x="906" y="433"/>
                      <a:pt x="914" y="427"/>
                    </a:cubicBezTo>
                    <a:cubicBezTo>
                      <a:pt x="980" y="401"/>
                      <a:pt x="1049" y="389"/>
                      <a:pt x="1117" y="389"/>
                    </a:cubicBezTo>
                    <a:close/>
                    <a:moveTo>
                      <a:pt x="1118" y="1"/>
                    </a:moveTo>
                    <a:cubicBezTo>
                      <a:pt x="941" y="1"/>
                      <a:pt x="774" y="47"/>
                      <a:pt x="630" y="137"/>
                    </a:cubicBezTo>
                    <a:cubicBezTo>
                      <a:pt x="1" y="465"/>
                      <a:pt x="1" y="934"/>
                      <a:pt x="39" y="1127"/>
                    </a:cubicBezTo>
                    <a:cubicBezTo>
                      <a:pt x="123" y="1629"/>
                      <a:pt x="663" y="2097"/>
                      <a:pt x="1215" y="2142"/>
                    </a:cubicBezTo>
                    <a:cubicBezTo>
                      <a:pt x="1247" y="2142"/>
                      <a:pt x="1280" y="2148"/>
                      <a:pt x="1312" y="2148"/>
                    </a:cubicBezTo>
                    <a:cubicBezTo>
                      <a:pt x="1730" y="2148"/>
                      <a:pt x="2063" y="1892"/>
                      <a:pt x="2225" y="1442"/>
                    </a:cubicBezTo>
                    <a:cubicBezTo>
                      <a:pt x="2430" y="876"/>
                      <a:pt x="2077" y="374"/>
                      <a:pt x="1671" y="149"/>
                    </a:cubicBezTo>
                    <a:cubicBezTo>
                      <a:pt x="1487" y="49"/>
                      <a:pt x="1298" y="1"/>
                      <a:pt x="1118"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19"/>
              <p:cNvSpPr/>
              <p:nvPr/>
            </p:nvSpPr>
            <p:spPr>
              <a:xfrm>
                <a:off x="964875" y="2886150"/>
                <a:ext cx="40200" cy="34275"/>
              </a:xfrm>
              <a:custGeom>
                <a:avLst/>
                <a:gdLst/>
                <a:ahLst/>
                <a:cxnLst/>
                <a:rect l="l" t="t" r="r" b="b"/>
                <a:pathLst>
                  <a:path w="1608" h="1371" extrusionOk="0">
                    <a:moveTo>
                      <a:pt x="731" y="0"/>
                    </a:moveTo>
                    <a:cubicBezTo>
                      <a:pt x="663" y="0"/>
                      <a:pt x="594" y="12"/>
                      <a:pt x="528" y="38"/>
                    </a:cubicBezTo>
                    <a:cubicBezTo>
                      <a:pt x="520" y="44"/>
                      <a:pt x="508" y="50"/>
                      <a:pt x="489" y="56"/>
                    </a:cubicBezTo>
                    <a:cubicBezTo>
                      <a:pt x="469" y="63"/>
                      <a:pt x="457" y="76"/>
                      <a:pt x="437" y="83"/>
                    </a:cubicBezTo>
                    <a:cubicBezTo>
                      <a:pt x="398" y="107"/>
                      <a:pt x="360" y="146"/>
                      <a:pt x="321" y="192"/>
                    </a:cubicBezTo>
                    <a:cubicBezTo>
                      <a:pt x="289" y="237"/>
                      <a:pt x="232" y="269"/>
                      <a:pt x="173" y="269"/>
                    </a:cubicBezTo>
                    <a:cubicBezTo>
                      <a:pt x="65" y="371"/>
                      <a:pt x="0" y="507"/>
                      <a:pt x="33" y="673"/>
                    </a:cubicBezTo>
                    <a:cubicBezTo>
                      <a:pt x="84" y="1008"/>
                      <a:pt x="482" y="1335"/>
                      <a:pt x="861" y="1368"/>
                    </a:cubicBezTo>
                    <a:cubicBezTo>
                      <a:pt x="882" y="1369"/>
                      <a:pt x="903" y="1370"/>
                      <a:pt x="923" y="1370"/>
                    </a:cubicBezTo>
                    <a:cubicBezTo>
                      <a:pt x="1181" y="1370"/>
                      <a:pt x="1371" y="1216"/>
                      <a:pt x="1478" y="917"/>
                    </a:cubicBezTo>
                    <a:cubicBezTo>
                      <a:pt x="1608" y="564"/>
                      <a:pt x="1376" y="255"/>
                      <a:pt x="1099" y="101"/>
                    </a:cubicBezTo>
                    <a:cubicBezTo>
                      <a:pt x="993" y="42"/>
                      <a:pt x="863" y="0"/>
                      <a:pt x="731"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19"/>
              <p:cNvSpPr/>
              <p:nvPr/>
            </p:nvSpPr>
            <p:spPr>
              <a:xfrm>
                <a:off x="6766850" y="2754775"/>
                <a:ext cx="58025" cy="46850"/>
              </a:xfrm>
              <a:custGeom>
                <a:avLst/>
                <a:gdLst/>
                <a:ahLst/>
                <a:cxnLst/>
                <a:rect l="l" t="t" r="r" b="b"/>
                <a:pathLst>
                  <a:path w="2321" h="1874" extrusionOk="0">
                    <a:moveTo>
                      <a:pt x="1106" y="451"/>
                    </a:moveTo>
                    <a:cubicBezTo>
                      <a:pt x="1327" y="451"/>
                      <a:pt x="1561" y="529"/>
                      <a:pt x="1698" y="671"/>
                    </a:cubicBezTo>
                    <a:cubicBezTo>
                      <a:pt x="1748" y="722"/>
                      <a:pt x="1903" y="883"/>
                      <a:pt x="1665" y="1197"/>
                    </a:cubicBezTo>
                    <a:cubicBezTo>
                      <a:pt x="1556" y="1347"/>
                      <a:pt x="1420" y="1421"/>
                      <a:pt x="1263" y="1421"/>
                    </a:cubicBezTo>
                    <a:cubicBezTo>
                      <a:pt x="1190" y="1421"/>
                      <a:pt x="1111" y="1405"/>
                      <a:pt x="1030" y="1372"/>
                    </a:cubicBezTo>
                    <a:cubicBezTo>
                      <a:pt x="707" y="1236"/>
                      <a:pt x="484" y="909"/>
                      <a:pt x="508" y="729"/>
                    </a:cubicBezTo>
                    <a:cubicBezTo>
                      <a:pt x="514" y="665"/>
                      <a:pt x="561" y="627"/>
                      <a:pt x="624" y="594"/>
                    </a:cubicBezTo>
                    <a:cubicBezTo>
                      <a:pt x="650" y="588"/>
                      <a:pt x="676" y="580"/>
                      <a:pt x="701" y="568"/>
                    </a:cubicBezTo>
                    <a:cubicBezTo>
                      <a:pt x="746" y="550"/>
                      <a:pt x="798" y="542"/>
                      <a:pt x="843" y="536"/>
                    </a:cubicBezTo>
                    <a:cubicBezTo>
                      <a:pt x="900" y="530"/>
                      <a:pt x="953" y="503"/>
                      <a:pt x="991" y="459"/>
                    </a:cubicBezTo>
                    <a:cubicBezTo>
                      <a:pt x="1029" y="454"/>
                      <a:pt x="1067" y="451"/>
                      <a:pt x="1106" y="451"/>
                    </a:cubicBezTo>
                    <a:close/>
                    <a:moveTo>
                      <a:pt x="1106" y="1"/>
                    </a:moveTo>
                    <a:cubicBezTo>
                      <a:pt x="890" y="1"/>
                      <a:pt x="679" y="51"/>
                      <a:pt x="508" y="156"/>
                    </a:cubicBezTo>
                    <a:cubicBezTo>
                      <a:pt x="155" y="286"/>
                      <a:pt x="78" y="542"/>
                      <a:pt x="59" y="665"/>
                    </a:cubicBezTo>
                    <a:cubicBezTo>
                      <a:pt x="1" y="1082"/>
                      <a:pt x="360" y="1583"/>
                      <a:pt x="855" y="1790"/>
                    </a:cubicBezTo>
                    <a:cubicBezTo>
                      <a:pt x="997" y="1847"/>
                      <a:pt x="1131" y="1873"/>
                      <a:pt x="1267" y="1873"/>
                    </a:cubicBezTo>
                    <a:cubicBezTo>
                      <a:pt x="1563" y="1873"/>
                      <a:pt x="1833" y="1737"/>
                      <a:pt x="2032" y="1467"/>
                    </a:cubicBezTo>
                    <a:cubicBezTo>
                      <a:pt x="2321" y="1082"/>
                      <a:pt x="2321" y="665"/>
                      <a:pt x="2018" y="357"/>
                    </a:cubicBezTo>
                    <a:cubicBezTo>
                      <a:pt x="1795" y="125"/>
                      <a:pt x="1445" y="1"/>
                      <a:pt x="110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9"/>
              <p:cNvSpPr/>
              <p:nvPr/>
            </p:nvSpPr>
            <p:spPr>
              <a:xfrm>
                <a:off x="6778925" y="2766050"/>
                <a:ext cx="35500" cy="24275"/>
              </a:xfrm>
              <a:custGeom>
                <a:avLst/>
                <a:gdLst/>
                <a:ahLst/>
                <a:cxnLst/>
                <a:rect l="l" t="t" r="r" b="b"/>
                <a:pathLst>
                  <a:path w="1420" h="971" extrusionOk="0">
                    <a:moveTo>
                      <a:pt x="623" y="0"/>
                    </a:moveTo>
                    <a:cubicBezTo>
                      <a:pt x="584" y="0"/>
                      <a:pt x="546" y="3"/>
                      <a:pt x="508" y="8"/>
                    </a:cubicBezTo>
                    <a:cubicBezTo>
                      <a:pt x="470" y="52"/>
                      <a:pt x="417" y="79"/>
                      <a:pt x="360" y="85"/>
                    </a:cubicBezTo>
                    <a:cubicBezTo>
                      <a:pt x="315" y="91"/>
                      <a:pt x="263" y="99"/>
                      <a:pt x="218" y="117"/>
                    </a:cubicBezTo>
                    <a:cubicBezTo>
                      <a:pt x="193" y="129"/>
                      <a:pt x="167" y="137"/>
                      <a:pt x="141" y="143"/>
                    </a:cubicBezTo>
                    <a:cubicBezTo>
                      <a:pt x="78" y="176"/>
                      <a:pt x="31" y="214"/>
                      <a:pt x="25" y="278"/>
                    </a:cubicBezTo>
                    <a:cubicBezTo>
                      <a:pt x="1" y="458"/>
                      <a:pt x="224" y="785"/>
                      <a:pt x="547" y="921"/>
                    </a:cubicBezTo>
                    <a:cubicBezTo>
                      <a:pt x="628" y="954"/>
                      <a:pt x="707" y="970"/>
                      <a:pt x="780" y="970"/>
                    </a:cubicBezTo>
                    <a:cubicBezTo>
                      <a:pt x="937" y="970"/>
                      <a:pt x="1073" y="896"/>
                      <a:pt x="1182" y="746"/>
                    </a:cubicBezTo>
                    <a:cubicBezTo>
                      <a:pt x="1420" y="432"/>
                      <a:pt x="1265" y="271"/>
                      <a:pt x="1215" y="220"/>
                    </a:cubicBezTo>
                    <a:cubicBezTo>
                      <a:pt x="1078" y="78"/>
                      <a:pt x="844" y="0"/>
                      <a:pt x="623"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19"/>
              <p:cNvSpPr/>
              <p:nvPr/>
            </p:nvSpPr>
            <p:spPr>
              <a:xfrm>
                <a:off x="482175" y="2771375"/>
                <a:ext cx="53050" cy="47900"/>
              </a:xfrm>
              <a:custGeom>
                <a:avLst/>
                <a:gdLst/>
                <a:ahLst/>
                <a:cxnLst/>
                <a:rect l="l" t="t" r="r" b="b"/>
                <a:pathLst>
                  <a:path w="2122" h="1916" extrusionOk="0">
                    <a:moveTo>
                      <a:pt x="1130" y="567"/>
                    </a:moveTo>
                    <a:cubicBezTo>
                      <a:pt x="1283" y="567"/>
                      <a:pt x="1412" y="649"/>
                      <a:pt x="1492" y="759"/>
                    </a:cubicBezTo>
                    <a:cubicBezTo>
                      <a:pt x="1596" y="907"/>
                      <a:pt x="1626" y="1138"/>
                      <a:pt x="1389" y="1337"/>
                    </a:cubicBezTo>
                    <a:cubicBezTo>
                      <a:pt x="1277" y="1430"/>
                      <a:pt x="1168" y="1463"/>
                      <a:pt x="1070" y="1463"/>
                    </a:cubicBezTo>
                    <a:cubicBezTo>
                      <a:pt x="977" y="1463"/>
                      <a:pt x="893" y="1433"/>
                      <a:pt x="824" y="1396"/>
                    </a:cubicBezTo>
                    <a:cubicBezTo>
                      <a:pt x="611" y="1274"/>
                      <a:pt x="470" y="1035"/>
                      <a:pt x="496" y="830"/>
                    </a:cubicBezTo>
                    <a:cubicBezTo>
                      <a:pt x="508" y="746"/>
                      <a:pt x="554" y="675"/>
                      <a:pt x="611" y="625"/>
                    </a:cubicBezTo>
                    <a:cubicBezTo>
                      <a:pt x="652" y="657"/>
                      <a:pt x="705" y="676"/>
                      <a:pt x="759" y="676"/>
                    </a:cubicBezTo>
                    <a:cubicBezTo>
                      <a:pt x="799" y="676"/>
                      <a:pt x="840" y="665"/>
                      <a:pt x="875" y="643"/>
                    </a:cubicBezTo>
                    <a:cubicBezTo>
                      <a:pt x="964" y="590"/>
                      <a:pt x="1050" y="567"/>
                      <a:pt x="1130" y="567"/>
                    </a:cubicBezTo>
                    <a:close/>
                    <a:moveTo>
                      <a:pt x="935" y="0"/>
                    </a:moveTo>
                    <a:cubicBezTo>
                      <a:pt x="915" y="0"/>
                      <a:pt x="895" y="2"/>
                      <a:pt x="875" y="7"/>
                    </a:cubicBezTo>
                    <a:cubicBezTo>
                      <a:pt x="226" y="162"/>
                      <a:pt x="78" y="554"/>
                      <a:pt x="53" y="773"/>
                    </a:cubicBezTo>
                    <a:cubicBezTo>
                      <a:pt x="1" y="1158"/>
                      <a:pt x="226" y="1582"/>
                      <a:pt x="605" y="1788"/>
                    </a:cubicBezTo>
                    <a:cubicBezTo>
                      <a:pt x="760" y="1871"/>
                      <a:pt x="914" y="1916"/>
                      <a:pt x="1068" y="1916"/>
                    </a:cubicBezTo>
                    <a:cubicBezTo>
                      <a:pt x="1287" y="1916"/>
                      <a:pt x="1498" y="1838"/>
                      <a:pt x="1679" y="1684"/>
                    </a:cubicBezTo>
                    <a:cubicBezTo>
                      <a:pt x="2122" y="1319"/>
                      <a:pt x="2083" y="811"/>
                      <a:pt x="1858" y="495"/>
                    </a:cubicBezTo>
                    <a:cubicBezTo>
                      <a:pt x="1697" y="271"/>
                      <a:pt x="1427" y="117"/>
                      <a:pt x="1125" y="109"/>
                    </a:cubicBezTo>
                    <a:cubicBezTo>
                      <a:pt x="1089" y="42"/>
                      <a:pt x="1016" y="0"/>
                      <a:pt x="935"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19"/>
              <p:cNvSpPr/>
              <p:nvPr/>
            </p:nvSpPr>
            <p:spPr>
              <a:xfrm>
                <a:off x="493900" y="2785550"/>
                <a:ext cx="28950" cy="22425"/>
              </a:xfrm>
              <a:custGeom>
                <a:avLst/>
                <a:gdLst/>
                <a:ahLst/>
                <a:cxnLst/>
                <a:rect l="l" t="t" r="r" b="b"/>
                <a:pathLst>
                  <a:path w="1158" h="897" extrusionOk="0">
                    <a:moveTo>
                      <a:pt x="661" y="0"/>
                    </a:moveTo>
                    <a:cubicBezTo>
                      <a:pt x="581" y="0"/>
                      <a:pt x="495" y="23"/>
                      <a:pt x="406" y="76"/>
                    </a:cubicBezTo>
                    <a:cubicBezTo>
                      <a:pt x="371" y="98"/>
                      <a:pt x="330" y="109"/>
                      <a:pt x="290" y="109"/>
                    </a:cubicBezTo>
                    <a:cubicBezTo>
                      <a:pt x="236" y="109"/>
                      <a:pt x="183" y="90"/>
                      <a:pt x="142" y="58"/>
                    </a:cubicBezTo>
                    <a:cubicBezTo>
                      <a:pt x="85" y="108"/>
                      <a:pt x="39" y="179"/>
                      <a:pt x="27" y="263"/>
                    </a:cubicBezTo>
                    <a:cubicBezTo>
                      <a:pt x="1" y="468"/>
                      <a:pt x="142" y="707"/>
                      <a:pt x="355" y="829"/>
                    </a:cubicBezTo>
                    <a:cubicBezTo>
                      <a:pt x="424" y="866"/>
                      <a:pt x="508" y="896"/>
                      <a:pt x="601" y="896"/>
                    </a:cubicBezTo>
                    <a:cubicBezTo>
                      <a:pt x="699" y="896"/>
                      <a:pt x="808" y="863"/>
                      <a:pt x="920" y="770"/>
                    </a:cubicBezTo>
                    <a:cubicBezTo>
                      <a:pt x="1157" y="571"/>
                      <a:pt x="1127" y="340"/>
                      <a:pt x="1023" y="192"/>
                    </a:cubicBezTo>
                    <a:cubicBezTo>
                      <a:pt x="943" y="82"/>
                      <a:pt x="814" y="0"/>
                      <a:pt x="661"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19"/>
              <p:cNvSpPr/>
              <p:nvPr/>
            </p:nvSpPr>
            <p:spPr>
              <a:xfrm>
                <a:off x="6319050" y="2710125"/>
                <a:ext cx="71525" cy="63375"/>
              </a:xfrm>
              <a:custGeom>
                <a:avLst/>
                <a:gdLst/>
                <a:ahLst/>
                <a:cxnLst/>
                <a:rect l="l" t="t" r="r" b="b"/>
                <a:pathLst>
                  <a:path w="2861" h="2535" extrusionOk="0">
                    <a:moveTo>
                      <a:pt x="1308" y="457"/>
                    </a:moveTo>
                    <a:cubicBezTo>
                      <a:pt x="1463" y="457"/>
                      <a:pt x="1620" y="505"/>
                      <a:pt x="1749" y="574"/>
                    </a:cubicBezTo>
                    <a:cubicBezTo>
                      <a:pt x="2076" y="761"/>
                      <a:pt x="2346" y="1126"/>
                      <a:pt x="2199" y="1544"/>
                    </a:cubicBezTo>
                    <a:cubicBezTo>
                      <a:pt x="2074" y="1895"/>
                      <a:pt x="1851" y="2076"/>
                      <a:pt x="1549" y="2076"/>
                    </a:cubicBezTo>
                    <a:cubicBezTo>
                      <a:pt x="1524" y="2076"/>
                      <a:pt x="1499" y="2074"/>
                      <a:pt x="1473" y="2072"/>
                    </a:cubicBezTo>
                    <a:cubicBezTo>
                      <a:pt x="1022" y="2033"/>
                      <a:pt x="553" y="1648"/>
                      <a:pt x="488" y="1256"/>
                    </a:cubicBezTo>
                    <a:cubicBezTo>
                      <a:pt x="456" y="1055"/>
                      <a:pt x="533" y="895"/>
                      <a:pt x="657" y="773"/>
                    </a:cubicBezTo>
                    <a:cubicBezTo>
                      <a:pt x="726" y="773"/>
                      <a:pt x="791" y="741"/>
                      <a:pt x="835" y="684"/>
                    </a:cubicBezTo>
                    <a:cubicBezTo>
                      <a:pt x="874" y="631"/>
                      <a:pt x="919" y="586"/>
                      <a:pt x="971" y="562"/>
                    </a:cubicBezTo>
                    <a:cubicBezTo>
                      <a:pt x="990" y="548"/>
                      <a:pt x="1010" y="536"/>
                      <a:pt x="1034" y="529"/>
                    </a:cubicBezTo>
                    <a:cubicBezTo>
                      <a:pt x="1048" y="523"/>
                      <a:pt x="1067" y="509"/>
                      <a:pt x="1081" y="497"/>
                    </a:cubicBezTo>
                    <a:cubicBezTo>
                      <a:pt x="1153" y="469"/>
                      <a:pt x="1231" y="457"/>
                      <a:pt x="1308" y="457"/>
                    </a:cubicBezTo>
                    <a:close/>
                    <a:moveTo>
                      <a:pt x="1316" y="1"/>
                    </a:moveTo>
                    <a:cubicBezTo>
                      <a:pt x="1110" y="1"/>
                      <a:pt x="914" y="55"/>
                      <a:pt x="746" y="162"/>
                    </a:cubicBezTo>
                    <a:cubicBezTo>
                      <a:pt x="1" y="548"/>
                      <a:pt x="1" y="1102"/>
                      <a:pt x="46" y="1333"/>
                    </a:cubicBezTo>
                    <a:cubicBezTo>
                      <a:pt x="141" y="1924"/>
                      <a:pt x="778" y="2470"/>
                      <a:pt x="1434" y="2528"/>
                    </a:cubicBezTo>
                    <a:cubicBezTo>
                      <a:pt x="1466" y="2528"/>
                      <a:pt x="1505" y="2535"/>
                      <a:pt x="1543" y="2535"/>
                    </a:cubicBezTo>
                    <a:cubicBezTo>
                      <a:pt x="2037" y="2535"/>
                      <a:pt x="2430" y="2232"/>
                      <a:pt x="2623" y="1699"/>
                    </a:cubicBezTo>
                    <a:cubicBezTo>
                      <a:pt x="2861" y="1031"/>
                      <a:pt x="2449" y="446"/>
                      <a:pt x="1968" y="176"/>
                    </a:cubicBezTo>
                    <a:cubicBezTo>
                      <a:pt x="1752" y="59"/>
                      <a:pt x="1529" y="1"/>
                      <a:pt x="131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19"/>
              <p:cNvSpPr/>
              <p:nvPr/>
            </p:nvSpPr>
            <p:spPr>
              <a:xfrm>
                <a:off x="6330450" y="2721525"/>
                <a:ext cx="47250" cy="40500"/>
              </a:xfrm>
              <a:custGeom>
                <a:avLst/>
                <a:gdLst/>
                <a:ahLst/>
                <a:cxnLst/>
                <a:rect l="l" t="t" r="r" b="b"/>
                <a:pathLst>
                  <a:path w="1890" h="1620" extrusionOk="0">
                    <a:moveTo>
                      <a:pt x="852" y="1"/>
                    </a:moveTo>
                    <a:cubicBezTo>
                      <a:pt x="775" y="1"/>
                      <a:pt x="697" y="13"/>
                      <a:pt x="625" y="41"/>
                    </a:cubicBezTo>
                    <a:cubicBezTo>
                      <a:pt x="611" y="53"/>
                      <a:pt x="592" y="67"/>
                      <a:pt x="578" y="73"/>
                    </a:cubicBezTo>
                    <a:cubicBezTo>
                      <a:pt x="554" y="80"/>
                      <a:pt x="534" y="92"/>
                      <a:pt x="515" y="106"/>
                    </a:cubicBezTo>
                    <a:cubicBezTo>
                      <a:pt x="463" y="130"/>
                      <a:pt x="418" y="175"/>
                      <a:pt x="379" y="228"/>
                    </a:cubicBezTo>
                    <a:cubicBezTo>
                      <a:pt x="335" y="285"/>
                      <a:pt x="270" y="317"/>
                      <a:pt x="201" y="317"/>
                    </a:cubicBezTo>
                    <a:cubicBezTo>
                      <a:pt x="77" y="439"/>
                      <a:pt x="0" y="599"/>
                      <a:pt x="32" y="800"/>
                    </a:cubicBezTo>
                    <a:cubicBezTo>
                      <a:pt x="97" y="1192"/>
                      <a:pt x="566" y="1577"/>
                      <a:pt x="1017" y="1616"/>
                    </a:cubicBezTo>
                    <a:cubicBezTo>
                      <a:pt x="1043" y="1618"/>
                      <a:pt x="1068" y="1620"/>
                      <a:pt x="1093" y="1620"/>
                    </a:cubicBezTo>
                    <a:cubicBezTo>
                      <a:pt x="1395" y="1620"/>
                      <a:pt x="1618" y="1439"/>
                      <a:pt x="1743" y="1088"/>
                    </a:cubicBezTo>
                    <a:cubicBezTo>
                      <a:pt x="1890" y="670"/>
                      <a:pt x="1620" y="305"/>
                      <a:pt x="1293" y="118"/>
                    </a:cubicBezTo>
                    <a:cubicBezTo>
                      <a:pt x="1164" y="49"/>
                      <a:pt x="1007" y="1"/>
                      <a:pt x="852"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19"/>
              <p:cNvSpPr/>
              <p:nvPr/>
            </p:nvSpPr>
            <p:spPr>
              <a:xfrm>
                <a:off x="5725350" y="2780575"/>
                <a:ext cx="60750" cy="53675"/>
              </a:xfrm>
              <a:custGeom>
                <a:avLst/>
                <a:gdLst/>
                <a:ahLst/>
                <a:cxnLst/>
                <a:rect l="l" t="t" r="r" b="b"/>
                <a:pathLst>
                  <a:path w="2430" h="2147" extrusionOk="0">
                    <a:moveTo>
                      <a:pt x="1117" y="385"/>
                    </a:moveTo>
                    <a:cubicBezTo>
                      <a:pt x="1248" y="385"/>
                      <a:pt x="1381" y="428"/>
                      <a:pt x="1490" y="488"/>
                    </a:cubicBezTo>
                    <a:cubicBezTo>
                      <a:pt x="1768" y="642"/>
                      <a:pt x="1992" y="951"/>
                      <a:pt x="1870" y="1310"/>
                    </a:cubicBezTo>
                    <a:cubicBezTo>
                      <a:pt x="1760" y="1608"/>
                      <a:pt x="1560" y="1762"/>
                      <a:pt x="1298" y="1762"/>
                    </a:cubicBezTo>
                    <a:cubicBezTo>
                      <a:pt x="1283" y="1762"/>
                      <a:pt x="1268" y="1761"/>
                      <a:pt x="1253" y="1760"/>
                    </a:cubicBezTo>
                    <a:cubicBezTo>
                      <a:pt x="873" y="1728"/>
                      <a:pt x="475" y="1393"/>
                      <a:pt x="418" y="1066"/>
                    </a:cubicBezTo>
                    <a:cubicBezTo>
                      <a:pt x="392" y="892"/>
                      <a:pt x="457" y="758"/>
                      <a:pt x="559" y="654"/>
                    </a:cubicBezTo>
                    <a:cubicBezTo>
                      <a:pt x="617" y="654"/>
                      <a:pt x="674" y="628"/>
                      <a:pt x="713" y="577"/>
                    </a:cubicBezTo>
                    <a:cubicBezTo>
                      <a:pt x="745" y="533"/>
                      <a:pt x="784" y="500"/>
                      <a:pt x="822" y="474"/>
                    </a:cubicBezTo>
                    <a:cubicBezTo>
                      <a:pt x="842" y="462"/>
                      <a:pt x="861" y="449"/>
                      <a:pt x="881" y="443"/>
                    </a:cubicBezTo>
                    <a:cubicBezTo>
                      <a:pt x="893" y="435"/>
                      <a:pt x="906" y="429"/>
                      <a:pt x="920" y="423"/>
                    </a:cubicBezTo>
                    <a:cubicBezTo>
                      <a:pt x="983" y="397"/>
                      <a:pt x="1050" y="385"/>
                      <a:pt x="1117" y="385"/>
                    </a:cubicBezTo>
                    <a:close/>
                    <a:moveTo>
                      <a:pt x="1118" y="1"/>
                    </a:moveTo>
                    <a:cubicBezTo>
                      <a:pt x="944" y="1"/>
                      <a:pt x="778" y="46"/>
                      <a:pt x="636" y="135"/>
                    </a:cubicBezTo>
                    <a:cubicBezTo>
                      <a:pt x="0" y="462"/>
                      <a:pt x="6" y="931"/>
                      <a:pt x="39" y="1130"/>
                    </a:cubicBezTo>
                    <a:cubicBezTo>
                      <a:pt x="128" y="1631"/>
                      <a:pt x="668" y="2094"/>
                      <a:pt x="1220" y="2140"/>
                    </a:cubicBezTo>
                    <a:cubicBezTo>
                      <a:pt x="1247" y="2146"/>
                      <a:pt x="1279" y="2146"/>
                      <a:pt x="1311" y="2146"/>
                    </a:cubicBezTo>
                    <a:cubicBezTo>
                      <a:pt x="1736" y="2146"/>
                      <a:pt x="2069" y="1895"/>
                      <a:pt x="2231" y="1438"/>
                    </a:cubicBezTo>
                    <a:cubicBezTo>
                      <a:pt x="2430" y="874"/>
                      <a:pt x="2083" y="372"/>
                      <a:pt x="1671" y="147"/>
                    </a:cubicBezTo>
                    <a:cubicBezTo>
                      <a:pt x="1488" y="49"/>
                      <a:pt x="1299" y="1"/>
                      <a:pt x="1118"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19"/>
              <p:cNvSpPr/>
              <p:nvPr/>
            </p:nvSpPr>
            <p:spPr>
              <a:xfrm>
                <a:off x="5735150" y="2790200"/>
                <a:ext cx="40000" cy="34425"/>
              </a:xfrm>
              <a:custGeom>
                <a:avLst/>
                <a:gdLst/>
                <a:ahLst/>
                <a:cxnLst/>
                <a:rect l="l" t="t" r="r" b="b"/>
                <a:pathLst>
                  <a:path w="1600" h="1377" extrusionOk="0">
                    <a:moveTo>
                      <a:pt x="725" y="0"/>
                    </a:moveTo>
                    <a:cubicBezTo>
                      <a:pt x="658" y="0"/>
                      <a:pt x="591" y="12"/>
                      <a:pt x="528" y="38"/>
                    </a:cubicBezTo>
                    <a:cubicBezTo>
                      <a:pt x="514" y="44"/>
                      <a:pt x="501" y="50"/>
                      <a:pt x="489" y="58"/>
                    </a:cubicBezTo>
                    <a:cubicBezTo>
                      <a:pt x="469" y="64"/>
                      <a:pt x="450" y="77"/>
                      <a:pt x="430" y="89"/>
                    </a:cubicBezTo>
                    <a:cubicBezTo>
                      <a:pt x="392" y="115"/>
                      <a:pt x="353" y="148"/>
                      <a:pt x="321" y="192"/>
                    </a:cubicBezTo>
                    <a:cubicBezTo>
                      <a:pt x="282" y="243"/>
                      <a:pt x="225" y="269"/>
                      <a:pt x="167" y="269"/>
                    </a:cubicBezTo>
                    <a:cubicBezTo>
                      <a:pt x="65" y="373"/>
                      <a:pt x="0" y="507"/>
                      <a:pt x="26" y="681"/>
                    </a:cubicBezTo>
                    <a:cubicBezTo>
                      <a:pt x="83" y="1008"/>
                      <a:pt x="481" y="1343"/>
                      <a:pt x="861" y="1375"/>
                    </a:cubicBezTo>
                    <a:cubicBezTo>
                      <a:pt x="876" y="1376"/>
                      <a:pt x="891" y="1377"/>
                      <a:pt x="906" y="1377"/>
                    </a:cubicBezTo>
                    <a:cubicBezTo>
                      <a:pt x="1168" y="1377"/>
                      <a:pt x="1368" y="1223"/>
                      <a:pt x="1478" y="925"/>
                    </a:cubicBezTo>
                    <a:cubicBezTo>
                      <a:pt x="1600" y="566"/>
                      <a:pt x="1376" y="257"/>
                      <a:pt x="1098" y="103"/>
                    </a:cubicBezTo>
                    <a:cubicBezTo>
                      <a:pt x="989" y="43"/>
                      <a:pt x="856" y="0"/>
                      <a:pt x="725"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9"/>
              <p:cNvSpPr/>
              <p:nvPr/>
            </p:nvSpPr>
            <p:spPr>
              <a:xfrm>
                <a:off x="5042425" y="2727025"/>
                <a:ext cx="53250" cy="47900"/>
              </a:xfrm>
              <a:custGeom>
                <a:avLst/>
                <a:gdLst/>
                <a:ahLst/>
                <a:cxnLst/>
                <a:rect l="l" t="t" r="r" b="b"/>
                <a:pathLst>
                  <a:path w="2130" h="1916" extrusionOk="0">
                    <a:moveTo>
                      <a:pt x="1135" y="567"/>
                    </a:moveTo>
                    <a:cubicBezTo>
                      <a:pt x="1285" y="567"/>
                      <a:pt x="1412" y="650"/>
                      <a:pt x="1492" y="759"/>
                    </a:cubicBezTo>
                    <a:cubicBezTo>
                      <a:pt x="1602" y="907"/>
                      <a:pt x="1634" y="1138"/>
                      <a:pt x="1397" y="1337"/>
                    </a:cubicBezTo>
                    <a:cubicBezTo>
                      <a:pt x="1281" y="1430"/>
                      <a:pt x="1170" y="1463"/>
                      <a:pt x="1072" y="1463"/>
                    </a:cubicBezTo>
                    <a:cubicBezTo>
                      <a:pt x="978" y="1463"/>
                      <a:pt x="896" y="1433"/>
                      <a:pt x="831" y="1396"/>
                    </a:cubicBezTo>
                    <a:cubicBezTo>
                      <a:pt x="611" y="1274"/>
                      <a:pt x="477" y="1035"/>
                      <a:pt x="502" y="830"/>
                    </a:cubicBezTo>
                    <a:cubicBezTo>
                      <a:pt x="516" y="746"/>
                      <a:pt x="554" y="676"/>
                      <a:pt x="611" y="625"/>
                    </a:cubicBezTo>
                    <a:cubicBezTo>
                      <a:pt x="656" y="657"/>
                      <a:pt x="708" y="676"/>
                      <a:pt x="762" y="676"/>
                    </a:cubicBezTo>
                    <a:cubicBezTo>
                      <a:pt x="802" y="676"/>
                      <a:pt x="843" y="666"/>
                      <a:pt x="881" y="643"/>
                    </a:cubicBezTo>
                    <a:cubicBezTo>
                      <a:pt x="970" y="590"/>
                      <a:pt x="1056" y="567"/>
                      <a:pt x="1135" y="567"/>
                    </a:cubicBezTo>
                    <a:close/>
                    <a:moveTo>
                      <a:pt x="935" y="0"/>
                    </a:moveTo>
                    <a:cubicBezTo>
                      <a:pt x="915" y="0"/>
                      <a:pt x="895" y="3"/>
                      <a:pt x="875" y="8"/>
                    </a:cubicBezTo>
                    <a:cubicBezTo>
                      <a:pt x="232" y="162"/>
                      <a:pt x="85" y="554"/>
                      <a:pt x="53" y="773"/>
                    </a:cubicBezTo>
                    <a:cubicBezTo>
                      <a:pt x="1" y="1158"/>
                      <a:pt x="232" y="1583"/>
                      <a:pt x="611" y="1788"/>
                    </a:cubicBezTo>
                    <a:cubicBezTo>
                      <a:pt x="760" y="1871"/>
                      <a:pt x="920" y="1916"/>
                      <a:pt x="1074" y="1916"/>
                    </a:cubicBezTo>
                    <a:cubicBezTo>
                      <a:pt x="1287" y="1916"/>
                      <a:pt x="1498" y="1839"/>
                      <a:pt x="1685" y="1684"/>
                    </a:cubicBezTo>
                    <a:cubicBezTo>
                      <a:pt x="2129" y="1319"/>
                      <a:pt x="2083" y="811"/>
                      <a:pt x="1866" y="495"/>
                    </a:cubicBezTo>
                    <a:cubicBezTo>
                      <a:pt x="1705" y="271"/>
                      <a:pt x="1435" y="117"/>
                      <a:pt x="1127" y="109"/>
                    </a:cubicBezTo>
                    <a:cubicBezTo>
                      <a:pt x="1089" y="42"/>
                      <a:pt x="1016" y="0"/>
                      <a:pt x="935"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19"/>
              <p:cNvSpPr/>
              <p:nvPr/>
            </p:nvSpPr>
            <p:spPr>
              <a:xfrm>
                <a:off x="5054350" y="2741200"/>
                <a:ext cx="28950" cy="22425"/>
              </a:xfrm>
              <a:custGeom>
                <a:avLst/>
                <a:gdLst/>
                <a:ahLst/>
                <a:cxnLst/>
                <a:rect l="l" t="t" r="r" b="b"/>
                <a:pathLst>
                  <a:path w="1158" h="897" extrusionOk="0">
                    <a:moveTo>
                      <a:pt x="658" y="0"/>
                    </a:moveTo>
                    <a:cubicBezTo>
                      <a:pt x="579" y="0"/>
                      <a:pt x="493" y="23"/>
                      <a:pt x="404" y="76"/>
                    </a:cubicBezTo>
                    <a:cubicBezTo>
                      <a:pt x="366" y="99"/>
                      <a:pt x="325" y="109"/>
                      <a:pt x="285" y="109"/>
                    </a:cubicBezTo>
                    <a:cubicBezTo>
                      <a:pt x="231" y="109"/>
                      <a:pt x="179" y="90"/>
                      <a:pt x="134" y="58"/>
                    </a:cubicBezTo>
                    <a:cubicBezTo>
                      <a:pt x="77" y="109"/>
                      <a:pt x="39" y="179"/>
                      <a:pt x="25" y="263"/>
                    </a:cubicBezTo>
                    <a:cubicBezTo>
                      <a:pt x="0" y="468"/>
                      <a:pt x="134" y="707"/>
                      <a:pt x="354" y="829"/>
                    </a:cubicBezTo>
                    <a:cubicBezTo>
                      <a:pt x="419" y="866"/>
                      <a:pt x="501" y="896"/>
                      <a:pt x="595" y="896"/>
                    </a:cubicBezTo>
                    <a:cubicBezTo>
                      <a:pt x="693" y="896"/>
                      <a:pt x="804" y="863"/>
                      <a:pt x="920" y="770"/>
                    </a:cubicBezTo>
                    <a:cubicBezTo>
                      <a:pt x="1157" y="571"/>
                      <a:pt x="1125" y="340"/>
                      <a:pt x="1015" y="192"/>
                    </a:cubicBezTo>
                    <a:cubicBezTo>
                      <a:pt x="935" y="83"/>
                      <a:pt x="808" y="0"/>
                      <a:pt x="658"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19"/>
              <p:cNvSpPr/>
              <p:nvPr/>
            </p:nvSpPr>
            <p:spPr>
              <a:xfrm>
                <a:off x="3075250" y="2721200"/>
                <a:ext cx="71675" cy="63225"/>
              </a:xfrm>
              <a:custGeom>
                <a:avLst/>
                <a:gdLst/>
                <a:ahLst/>
                <a:cxnLst/>
                <a:rect l="l" t="t" r="r" b="b"/>
                <a:pathLst>
                  <a:path w="2867" h="2529" extrusionOk="0">
                    <a:moveTo>
                      <a:pt x="1311" y="454"/>
                    </a:moveTo>
                    <a:cubicBezTo>
                      <a:pt x="1468" y="454"/>
                      <a:pt x="1625" y="506"/>
                      <a:pt x="1754" y="574"/>
                    </a:cubicBezTo>
                    <a:cubicBezTo>
                      <a:pt x="2083" y="754"/>
                      <a:pt x="2346" y="1128"/>
                      <a:pt x="2198" y="1546"/>
                    </a:cubicBezTo>
                    <a:cubicBezTo>
                      <a:pt x="2073" y="1890"/>
                      <a:pt x="1849" y="2075"/>
                      <a:pt x="1546" y="2075"/>
                    </a:cubicBezTo>
                    <a:cubicBezTo>
                      <a:pt x="1522" y="2075"/>
                      <a:pt x="1497" y="2074"/>
                      <a:pt x="1472" y="2072"/>
                    </a:cubicBezTo>
                    <a:cubicBezTo>
                      <a:pt x="1029" y="2033"/>
                      <a:pt x="559" y="1647"/>
                      <a:pt x="489" y="1256"/>
                    </a:cubicBezTo>
                    <a:cubicBezTo>
                      <a:pt x="457" y="1057"/>
                      <a:pt x="534" y="896"/>
                      <a:pt x="662" y="774"/>
                    </a:cubicBezTo>
                    <a:cubicBezTo>
                      <a:pt x="727" y="774"/>
                      <a:pt x="798" y="742"/>
                      <a:pt x="836" y="683"/>
                    </a:cubicBezTo>
                    <a:cubicBezTo>
                      <a:pt x="881" y="632"/>
                      <a:pt x="926" y="588"/>
                      <a:pt x="970" y="555"/>
                    </a:cubicBezTo>
                    <a:cubicBezTo>
                      <a:pt x="997" y="543"/>
                      <a:pt x="1015" y="535"/>
                      <a:pt x="1035" y="523"/>
                    </a:cubicBezTo>
                    <a:cubicBezTo>
                      <a:pt x="1054" y="517"/>
                      <a:pt x="1068" y="511"/>
                      <a:pt x="1080" y="497"/>
                    </a:cubicBezTo>
                    <a:cubicBezTo>
                      <a:pt x="1155" y="467"/>
                      <a:pt x="1233" y="454"/>
                      <a:pt x="1311" y="454"/>
                    </a:cubicBezTo>
                    <a:close/>
                    <a:moveTo>
                      <a:pt x="1317" y="1"/>
                    </a:moveTo>
                    <a:cubicBezTo>
                      <a:pt x="1110" y="1"/>
                      <a:pt x="913" y="55"/>
                      <a:pt x="745" y="163"/>
                    </a:cubicBezTo>
                    <a:cubicBezTo>
                      <a:pt x="0" y="549"/>
                      <a:pt x="6" y="1101"/>
                      <a:pt x="45" y="1333"/>
                    </a:cubicBezTo>
                    <a:cubicBezTo>
                      <a:pt x="148" y="1923"/>
                      <a:pt x="784" y="2471"/>
                      <a:pt x="1433" y="2528"/>
                    </a:cubicBezTo>
                    <a:lnTo>
                      <a:pt x="1543" y="2528"/>
                    </a:lnTo>
                    <a:cubicBezTo>
                      <a:pt x="2044" y="2528"/>
                      <a:pt x="2436" y="2232"/>
                      <a:pt x="2623" y="1700"/>
                    </a:cubicBezTo>
                    <a:cubicBezTo>
                      <a:pt x="2866" y="1030"/>
                      <a:pt x="2456" y="440"/>
                      <a:pt x="1973" y="176"/>
                    </a:cubicBezTo>
                    <a:cubicBezTo>
                      <a:pt x="1755" y="59"/>
                      <a:pt x="1530" y="1"/>
                      <a:pt x="1317"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9"/>
              <p:cNvSpPr/>
              <p:nvPr/>
            </p:nvSpPr>
            <p:spPr>
              <a:xfrm>
                <a:off x="3086650" y="2732550"/>
                <a:ext cx="47275" cy="40550"/>
              </a:xfrm>
              <a:custGeom>
                <a:avLst/>
                <a:gdLst/>
                <a:ahLst/>
                <a:cxnLst/>
                <a:rect l="l" t="t" r="r" b="b"/>
                <a:pathLst>
                  <a:path w="1891" h="1622" extrusionOk="0">
                    <a:moveTo>
                      <a:pt x="855" y="0"/>
                    </a:moveTo>
                    <a:cubicBezTo>
                      <a:pt x="777" y="0"/>
                      <a:pt x="699" y="13"/>
                      <a:pt x="624" y="43"/>
                    </a:cubicBezTo>
                    <a:cubicBezTo>
                      <a:pt x="612" y="57"/>
                      <a:pt x="598" y="63"/>
                      <a:pt x="579" y="69"/>
                    </a:cubicBezTo>
                    <a:cubicBezTo>
                      <a:pt x="559" y="81"/>
                      <a:pt x="541" y="89"/>
                      <a:pt x="514" y="101"/>
                    </a:cubicBezTo>
                    <a:cubicBezTo>
                      <a:pt x="470" y="134"/>
                      <a:pt x="425" y="178"/>
                      <a:pt x="380" y="229"/>
                    </a:cubicBezTo>
                    <a:cubicBezTo>
                      <a:pt x="342" y="288"/>
                      <a:pt x="271" y="320"/>
                      <a:pt x="206" y="320"/>
                    </a:cubicBezTo>
                    <a:cubicBezTo>
                      <a:pt x="78" y="442"/>
                      <a:pt x="1" y="603"/>
                      <a:pt x="33" y="802"/>
                    </a:cubicBezTo>
                    <a:cubicBezTo>
                      <a:pt x="103" y="1193"/>
                      <a:pt x="573" y="1579"/>
                      <a:pt x="1016" y="1618"/>
                    </a:cubicBezTo>
                    <a:cubicBezTo>
                      <a:pt x="1041" y="1620"/>
                      <a:pt x="1066" y="1621"/>
                      <a:pt x="1090" y="1621"/>
                    </a:cubicBezTo>
                    <a:cubicBezTo>
                      <a:pt x="1393" y="1621"/>
                      <a:pt x="1617" y="1436"/>
                      <a:pt x="1742" y="1092"/>
                    </a:cubicBezTo>
                    <a:cubicBezTo>
                      <a:pt x="1890" y="674"/>
                      <a:pt x="1627" y="300"/>
                      <a:pt x="1298" y="120"/>
                    </a:cubicBezTo>
                    <a:cubicBezTo>
                      <a:pt x="1169" y="52"/>
                      <a:pt x="1012" y="0"/>
                      <a:pt x="855"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19"/>
              <p:cNvSpPr/>
              <p:nvPr/>
            </p:nvSpPr>
            <p:spPr>
              <a:xfrm>
                <a:off x="2673075" y="2861575"/>
                <a:ext cx="60750" cy="53650"/>
              </a:xfrm>
              <a:custGeom>
                <a:avLst/>
                <a:gdLst/>
                <a:ahLst/>
                <a:cxnLst/>
                <a:rect l="l" t="t" r="r" b="b"/>
                <a:pathLst>
                  <a:path w="2430" h="2146" extrusionOk="0">
                    <a:moveTo>
                      <a:pt x="1117" y="385"/>
                    </a:moveTo>
                    <a:cubicBezTo>
                      <a:pt x="1248" y="385"/>
                      <a:pt x="1381" y="427"/>
                      <a:pt x="1490" y="487"/>
                    </a:cubicBezTo>
                    <a:cubicBezTo>
                      <a:pt x="1768" y="641"/>
                      <a:pt x="1992" y="956"/>
                      <a:pt x="1870" y="1309"/>
                    </a:cubicBezTo>
                    <a:cubicBezTo>
                      <a:pt x="1762" y="1603"/>
                      <a:pt x="1565" y="1762"/>
                      <a:pt x="1309" y="1762"/>
                    </a:cubicBezTo>
                    <a:cubicBezTo>
                      <a:pt x="1291" y="1762"/>
                      <a:pt x="1272" y="1761"/>
                      <a:pt x="1253" y="1760"/>
                    </a:cubicBezTo>
                    <a:cubicBezTo>
                      <a:pt x="873" y="1727"/>
                      <a:pt x="475" y="1393"/>
                      <a:pt x="418" y="1066"/>
                    </a:cubicBezTo>
                    <a:cubicBezTo>
                      <a:pt x="392" y="891"/>
                      <a:pt x="457" y="757"/>
                      <a:pt x="559" y="654"/>
                    </a:cubicBezTo>
                    <a:cubicBezTo>
                      <a:pt x="617" y="654"/>
                      <a:pt x="674" y="628"/>
                      <a:pt x="713" y="577"/>
                    </a:cubicBezTo>
                    <a:cubicBezTo>
                      <a:pt x="745" y="532"/>
                      <a:pt x="784" y="500"/>
                      <a:pt x="822" y="473"/>
                    </a:cubicBezTo>
                    <a:cubicBezTo>
                      <a:pt x="842" y="461"/>
                      <a:pt x="861" y="455"/>
                      <a:pt x="881" y="442"/>
                    </a:cubicBezTo>
                    <a:cubicBezTo>
                      <a:pt x="893" y="435"/>
                      <a:pt x="906" y="429"/>
                      <a:pt x="920" y="422"/>
                    </a:cubicBezTo>
                    <a:cubicBezTo>
                      <a:pt x="983" y="396"/>
                      <a:pt x="1050" y="385"/>
                      <a:pt x="1117" y="385"/>
                    </a:cubicBezTo>
                    <a:close/>
                    <a:moveTo>
                      <a:pt x="1118" y="0"/>
                    </a:moveTo>
                    <a:cubicBezTo>
                      <a:pt x="944" y="0"/>
                      <a:pt x="778" y="45"/>
                      <a:pt x="636" y="134"/>
                    </a:cubicBezTo>
                    <a:cubicBezTo>
                      <a:pt x="0" y="461"/>
                      <a:pt x="6" y="936"/>
                      <a:pt x="39" y="1129"/>
                    </a:cubicBezTo>
                    <a:cubicBezTo>
                      <a:pt x="128" y="1630"/>
                      <a:pt x="668" y="2093"/>
                      <a:pt x="1220" y="2145"/>
                    </a:cubicBezTo>
                    <a:lnTo>
                      <a:pt x="1311" y="2145"/>
                    </a:lnTo>
                    <a:cubicBezTo>
                      <a:pt x="1736" y="2145"/>
                      <a:pt x="2069" y="1894"/>
                      <a:pt x="2231" y="1437"/>
                    </a:cubicBezTo>
                    <a:cubicBezTo>
                      <a:pt x="2430" y="873"/>
                      <a:pt x="2083" y="371"/>
                      <a:pt x="1671" y="146"/>
                    </a:cubicBezTo>
                    <a:cubicBezTo>
                      <a:pt x="1488" y="48"/>
                      <a:pt x="1299" y="0"/>
                      <a:pt x="1118"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19"/>
              <p:cNvSpPr/>
              <p:nvPr/>
            </p:nvSpPr>
            <p:spPr>
              <a:xfrm>
                <a:off x="2682875" y="2871175"/>
                <a:ext cx="40000" cy="34475"/>
              </a:xfrm>
              <a:custGeom>
                <a:avLst/>
                <a:gdLst/>
                <a:ahLst/>
                <a:cxnLst/>
                <a:rect l="l" t="t" r="r" b="b"/>
                <a:pathLst>
                  <a:path w="1600" h="1379" extrusionOk="0">
                    <a:moveTo>
                      <a:pt x="725" y="1"/>
                    </a:moveTo>
                    <a:cubicBezTo>
                      <a:pt x="658" y="1"/>
                      <a:pt x="591" y="12"/>
                      <a:pt x="528" y="38"/>
                    </a:cubicBezTo>
                    <a:cubicBezTo>
                      <a:pt x="514" y="45"/>
                      <a:pt x="501" y="51"/>
                      <a:pt x="489" y="58"/>
                    </a:cubicBezTo>
                    <a:cubicBezTo>
                      <a:pt x="469" y="71"/>
                      <a:pt x="450" y="77"/>
                      <a:pt x="430" y="89"/>
                    </a:cubicBezTo>
                    <a:cubicBezTo>
                      <a:pt x="392" y="116"/>
                      <a:pt x="353" y="148"/>
                      <a:pt x="321" y="193"/>
                    </a:cubicBezTo>
                    <a:cubicBezTo>
                      <a:pt x="282" y="244"/>
                      <a:pt x="225" y="270"/>
                      <a:pt x="167" y="270"/>
                    </a:cubicBezTo>
                    <a:cubicBezTo>
                      <a:pt x="65" y="373"/>
                      <a:pt x="0" y="507"/>
                      <a:pt x="26" y="682"/>
                    </a:cubicBezTo>
                    <a:cubicBezTo>
                      <a:pt x="83" y="1009"/>
                      <a:pt x="481" y="1343"/>
                      <a:pt x="861" y="1376"/>
                    </a:cubicBezTo>
                    <a:cubicBezTo>
                      <a:pt x="880" y="1377"/>
                      <a:pt x="899" y="1378"/>
                      <a:pt x="917" y="1378"/>
                    </a:cubicBezTo>
                    <a:cubicBezTo>
                      <a:pt x="1173" y="1378"/>
                      <a:pt x="1370" y="1219"/>
                      <a:pt x="1478" y="925"/>
                    </a:cubicBezTo>
                    <a:cubicBezTo>
                      <a:pt x="1600" y="572"/>
                      <a:pt x="1376" y="257"/>
                      <a:pt x="1098" y="103"/>
                    </a:cubicBezTo>
                    <a:cubicBezTo>
                      <a:pt x="989" y="43"/>
                      <a:pt x="856" y="1"/>
                      <a:pt x="725"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19"/>
              <p:cNvSpPr/>
              <p:nvPr/>
            </p:nvSpPr>
            <p:spPr>
              <a:xfrm>
                <a:off x="2273600" y="2704850"/>
                <a:ext cx="53225" cy="47900"/>
              </a:xfrm>
              <a:custGeom>
                <a:avLst/>
                <a:gdLst/>
                <a:ahLst/>
                <a:cxnLst/>
                <a:rect l="l" t="t" r="r" b="b"/>
                <a:pathLst>
                  <a:path w="2129" h="1916" extrusionOk="0">
                    <a:moveTo>
                      <a:pt x="1140" y="569"/>
                    </a:moveTo>
                    <a:cubicBezTo>
                      <a:pt x="1290" y="569"/>
                      <a:pt x="1417" y="651"/>
                      <a:pt x="1492" y="759"/>
                    </a:cubicBezTo>
                    <a:cubicBezTo>
                      <a:pt x="1601" y="913"/>
                      <a:pt x="1634" y="1144"/>
                      <a:pt x="1396" y="1337"/>
                    </a:cubicBezTo>
                    <a:cubicBezTo>
                      <a:pt x="1282" y="1432"/>
                      <a:pt x="1172" y="1466"/>
                      <a:pt x="1075" y="1466"/>
                    </a:cubicBezTo>
                    <a:cubicBezTo>
                      <a:pt x="980" y="1466"/>
                      <a:pt x="896" y="1434"/>
                      <a:pt x="830" y="1396"/>
                    </a:cubicBezTo>
                    <a:cubicBezTo>
                      <a:pt x="617" y="1280"/>
                      <a:pt x="477" y="1035"/>
                      <a:pt x="502" y="836"/>
                    </a:cubicBezTo>
                    <a:cubicBezTo>
                      <a:pt x="515" y="747"/>
                      <a:pt x="560" y="682"/>
                      <a:pt x="617" y="625"/>
                    </a:cubicBezTo>
                    <a:cubicBezTo>
                      <a:pt x="659" y="661"/>
                      <a:pt x="713" y="682"/>
                      <a:pt x="768" y="682"/>
                    </a:cubicBezTo>
                    <a:cubicBezTo>
                      <a:pt x="807" y="682"/>
                      <a:pt x="846" y="671"/>
                      <a:pt x="881" y="649"/>
                    </a:cubicBezTo>
                    <a:cubicBezTo>
                      <a:pt x="971" y="593"/>
                      <a:pt x="1059" y="569"/>
                      <a:pt x="1140" y="569"/>
                    </a:cubicBezTo>
                    <a:close/>
                    <a:moveTo>
                      <a:pt x="936" y="1"/>
                    </a:moveTo>
                    <a:cubicBezTo>
                      <a:pt x="918" y="1"/>
                      <a:pt x="899" y="3"/>
                      <a:pt x="881" y="8"/>
                    </a:cubicBezTo>
                    <a:cubicBezTo>
                      <a:pt x="232" y="168"/>
                      <a:pt x="85" y="560"/>
                      <a:pt x="59" y="773"/>
                    </a:cubicBezTo>
                    <a:cubicBezTo>
                      <a:pt x="0" y="1165"/>
                      <a:pt x="232" y="1583"/>
                      <a:pt x="611" y="1794"/>
                    </a:cubicBezTo>
                    <a:cubicBezTo>
                      <a:pt x="759" y="1877"/>
                      <a:pt x="920" y="1916"/>
                      <a:pt x="1074" y="1916"/>
                    </a:cubicBezTo>
                    <a:cubicBezTo>
                      <a:pt x="1293" y="1916"/>
                      <a:pt x="1498" y="1839"/>
                      <a:pt x="1685" y="1691"/>
                    </a:cubicBezTo>
                    <a:cubicBezTo>
                      <a:pt x="2129" y="1325"/>
                      <a:pt x="2090" y="817"/>
                      <a:pt x="1865" y="503"/>
                    </a:cubicBezTo>
                    <a:cubicBezTo>
                      <a:pt x="1705" y="278"/>
                      <a:pt x="1435" y="123"/>
                      <a:pt x="1132" y="117"/>
                    </a:cubicBezTo>
                    <a:cubicBezTo>
                      <a:pt x="1089" y="48"/>
                      <a:pt x="1017" y="1"/>
                      <a:pt x="93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19"/>
              <p:cNvSpPr/>
              <p:nvPr/>
            </p:nvSpPr>
            <p:spPr>
              <a:xfrm>
                <a:off x="2285500" y="2719075"/>
                <a:ext cx="28950" cy="22425"/>
              </a:xfrm>
              <a:custGeom>
                <a:avLst/>
                <a:gdLst/>
                <a:ahLst/>
                <a:cxnLst/>
                <a:rect l="l" t="t" r="r" b="b"/>
                <a:pathLst>
                  <a:path w="1158" h="897" extrusionOk="0">
                    <a:moveTo>
                      <a:pt x="664" y="0"/>
                    </a:moveTo>
                    <a:cubicBezTo>
                      <a:pt x="583" y="0"/>
                      <a:pt x="495" y="24"/>
                      <a:pt x="405" y="80"/>
                    </a:cubicBezTo>
                    <a:cubicBezTo>
                      <a:pt x="370" y="102"/>
                      <a:pt x="331" y="113"/>
                      <a:pt x="292" y="113"/>
                    </a:cubicBezTo>
                    <a:cubicBezTo>
                      <a:pt x="237" y="113"/>
                      <a:pt x="183" y="92"/>
                      <a:pt x="141" y="56"/>
                    </a:cubicBezTo>
                    <a:cubicBezTo>
                      <a:pt x="84" y="113"/>
                      <a:pt x="39" y="178"/>
                      <a:pt x="26" y="267"/>
                    </a:cubicBezTo>
                    <a:cubicBezTo>
                      <a:pt x="1" y="466"/>
                      <a:pt x="141" y="711"/>
                      <a:pt x="354" y="827"/>
                    </a:cubicBezTo>
                    <a:cubicBezTo>
                      <a:pt x="420" y="865"/>
                      <a:pt x="504" y="897"/>
                      <a:pt x="599" y="897"/>
                    </a:cubicBezTo>
                    <a:cubicBezTo>
                      <a:pt x="696" y="897"/>
                      <a:pt x="806" y="863"/>
                      <a:pt x="920" y="768"/>
                    </a:cubicBezTo>
                    <a:cubicBezTo>
                      <a:pt x="1158" y="575"/>
                      <a:pt x="1125" y="344"/>
                      <a:pt x="1016" y="190"/>
                    </a:cubicBezTo>
                    <a:cubicBezTo>
                      <a:pt x="941" y="82"/>
                      <a:pt x="814" y="0"/>
                      <a:pt x="664"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19"/>
              <p:cNvSpPr/>
              <p:nvPr/>
            </p:nvSpPr>
            <p:spPr>
              <a:xfrm>
                <a:off x="4275525" y="2883175"/>
                <a:ext cx="71675" cy="63350"/>
              </a:xfrm>
              <a:custGeom>
                <a:avLst/>
                <a:gdLst/>
                <a:ahLst/>
                <a:cxnLst/>
                <a:rect l="l" t="t" r="r" b="b"/>
                <a:pathLst>
                  <a:path w="2867" h="2534" extrusionOk="0">
                    <a:moveTo>
                      <a:pt x="1311" y="457"/>
                    </a:moveTo>
                    <a:cubicBezTo>
                      <a:pt x="1468" y="457"/>
                      <a:pt x="1625" y="505"/>
                      <a:pt x="1754" y="573"/>
                    </a:cubicBezTo>
                    <a:cubicBezTo>
                      <a:pt x="2083" y="754"/>
                      <a:pt x="2353" y="1127"/>
                      <a:pt x="2198" y="1545"/>
                    </a:cubicBezTo>
                    <a:cubicBezTo>
                      <a:pt x="2073" y="1894"/>
                      <a:pt x="1850" y="2075"/>
                      <a:pt x="1548" y="2075"/>
                    </a:cubicBezTo>
                    <a:cubicBezTo>
                      <a:pt x="1523" y="2075"/>
                      <a:pt x="1498" y="2074"/>
                      <a:pt x="1472" y="2071"/>
                    </a:cubicBezTo>
                    <a:cubicBezTo>
                      <a:pt x="1029" y="2033"/>
                      <a:pt x="559" y="1647"/>
                      <a:pt x="489" y="1255"/>
                    </a:cubicBezTo>
                    <a:cubicBezTo>
                      <a:pt x="457" y="1056"/>
                      <a:pt x="540" y="896"/>
                      <a:pt x="662" y="774"/>
                    </a:cubicBezTo>
                    <a:cubicBezTo>
                      <a:pt x="727" y="774"/>
                      <a:pt x="798" y="742"/>
                      <a:pt x="836" y="683"/>
                    </a:cubicBezTo>
                    <a:cubicBezTo>
                      <a:pt x="881" y="632"/>
                      <a:pt x="926" y="587"/>
                      <a:pt x="971" y="555"/>
                    </a:cubicBezTo>
                    <a:cubicBezTo>
                      <a:pt x="997" y="549"/>
                      <a:pt x="1015" y="535"/>
                      <a:pt x="1035" y="529"/>
                    </a:cubicBezTo>
                    <a:cubicBezTo>
                      <a:pt x="1054" y="522"/>
                      <a:pt x="1068" y="510"/>
                      <a:pt x="1080" y="496"/>
                    </a:cubicBezTo>
                    <a:cubicBezTo>
                      <a:pt x="1155" y="469"/>
                      <a:pt x="1233" y="457"/>
                      <a:pt x="1311" y="457"/>
                    </a:cubicBezTo>
                    <a:close/>
                    <a:moveTo>
                      <a:pt x="1317" y="0"/>
                    </a:moveTo>
                    <a:cubicBezTo>
                      <a:pt x="1110" y="0"/>
                      <a:pt x="914" y="55"/>
                      <a:pt x="745" y="163"/>
                    </a:cubicBezTo>
                    <a:cubicBezTo>
                      <a:pt x="0" y="549"/>
                      <a:pt x="7" y="1101"/>
                      <a:pt x="45" y="1332"/>
                    </a:cubicBezTo>
                    <a:cubicBezTo>
                      <a:pt x="148" y="1923"/>
                      <a:pt x="784" y="2471"/>
                      <a:pt x="1433" y="2528"/>
                    </a:cubicBezTo>
                    <a:cubicBezTo>
                      <a:pt x="1472" y="2528"/>
                      <a:pt x="1511" y="2534"/>
                      <a:pt x="1549" y="2534"/>
                    </a:cubicBezTo>
                    <a:cubicBezTo>
                      <a:pt x="2044" y="2534"/>
                      <a:pt x="2436" y="2232"/>
                      <a:pt x="2629" y="1699"/>
                    </a:cubicBezTo>
                    <a:cubicBezTo>
                      <a:pt x="2866" y="1030"/>
                      <a:pt x="2456" y="445"/>
                      <a:pt x="1973" y="175"/>
                    </a:cubicBezTo>
                    <a:cubicBezTo>
                      <a:pt x="1755" y="58"/>
                      <a:pt x="1530" y="0"/>
                      <a:pt x="1317"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19"/>
              <p:cNvSpPr/>
              <p:nvPr/>
            </p:nvSpPr>
            <p:spPr>
              <a:xfrm>
                <a:off x="4286925" y="2894575"/>
                <a:ext cx="47425" cy="40475"/>
              </a:xfrm>
              <a:custGeom>
                <a:avLst/>
                <a:gdLst/>
                <a:ahLst/>
                <a:cxnLst/>
                <a:rect l="l" t="t" r="r" b="b"/>
                <a:pathLst>
                  <a:path w="1897" h="1619" extrusionOk="0">
                    <a:moveTo>
                      <a:pt x="855" y="1"/>
                    </a:moveTo>
                    <a:cubicBezTo>
                      <a:pt x="777" y="1"/>
                      <a:pt x="699" y="13"/>
                      <a:pt x="624" y="40"/>
                    </a:cubicBezTo>
                    <a:cubicBezTo>
                      <a:pt x="612" y="54"/>
                      <a:pt x="598" y="66"/>
                      <a:pt x="579" y="73"/>
                    </a:cubicBezTo>
                    <a:cubicBezTo>
                      <a:pt x="559" y="79"/>
                      <a:pt x="541" y="93"/>
                      <a:pt x="515" y="99"/>
                    </a:cubicBezTo>
                    <a:cubicBezTo>
                      <a:pt x="470" y="131"/>
                      <a:pt x="425" y="176"/>
                      <a:pt x="380" y="227"/>
                    </a:cubicBezTo>
                    <a:cubicBezTo>
                      <a:pt x="342" y="286"/>
                      <a:pt x="271" y="318"/>
                      <a:pt x="206" y="318"/>
                    </a:cubicBezTo>
                    <a:cubicBezTo>
                      <a:pt x="84" y="440"/>
                      <a:pt x="1" y="600"/>
                      <a:pt x="33" y="799"/>
                    </a:cubicBezTo>
                    <a:cubicBezTo>
                      <a:pt x="103" y="1191"/>
                      <a:pt x="573" y="1577"/>
                      <a:pt x="1016" y="1615"/>
                    </a:cubicBezTo>
                    <a:cubicBezTo>
                      <a:pt x="1042" y="1618"/>
                      <a:pt x="1067" y="1619"/>
                      <a:pt x="1092" y="1619"/>
                    </a:cubicBezTo>
                    <a:cubicBezTo>
                      <a:pt x="1394" y="1619"/>
                      <a:pt x="1617" y="1438"/>
                      <a:pt x="1742" y="1089"/>
                    </a:cubicBezTo>
                    <a:cubicBezTo>
                      <a:pt x="1897" y="671"/>
                      <a:pt x="1627" y="298"/>
                      <a:pt x="1298" y="117"/>
                    </a:cubicBezTo>
                    <a:cubicBezTo>
                      <a:pt x="1169" y="49"/>
                      <a:pt x="1012" y="1"/>
                      <a:pt x="855"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19"/>
              <p:cNvSpPr/>
              <p:nvPr/>
            </p:nvSpPr>
            <p:spPr>
              <a:xfrm>
                <a:off x="1844775" y="2879975"/>
                <a:ext cx="60750" cy="53725"/>
              </a:xfrm>
              <a:custGeom>
                <a:avLst/>
                <a:gdLst/>
                <a:ahLst/>
                <a:cxnLst/>
                <a:rect l="l" t="t" r="r" b="b"/>
                <a:pathLst>
                  <a:path w="2430" h="2149" extrusionOk="0">
                    <a:moveTo>
                      <a:pt x="1105" y="386"/>
                    </a:moveTo>
                    <a:cubicBezTo>
                      <a:pt x="1241" y="386"/>
                      <a:pt x="1376" y="430"/>
                      <a:pt x="1484" y="490"/>
                    </a:cubicBezTo>
                    <a:cubicBezTo>
                      <a:pt x="1760" y="638"/>
                      <a:pt x="1992" y="953"/>
                      <a:pt x="1864" y="1306"/>
                    </a:cubicBezTo>
                    <a:cubicBezTo>
                      <a:pt x="1756" y="1605"/>
                      <a:pt x="1564" y="1759"/>
                      <a:pt x="1305" y="1759"/>
                    </a:cubicBezTo>
                    <a:cubicBezTo>
                      <a:pt x="1286" y="1759"/>
                      <a:pt x="1267" y="1758"/>
                      <a:pt x="1247" y="1756"/>
                    </a:cubicBezTo>
                    <a:cubicBezTo>
                      <a:pt x="867" y="1724"/>
                      <a:pt x="469" y="1396"/>
                      <a:pt x="411" y="1062"/>
                    </a:cubicBezTo>
                    <a:cubicBezTo>
                      <a:pt x="386" y="894"/>
                      <a:pt x="449" y="760"/>
                      <a:pt x="559" y="657"/>
                    </a:cubicBezTo>
                    <a:cubicBezTo>
                      <a:pt x="610" y="657"/>
                      <a:pt x="668" y="624"/>
                      <a:pt x="707" y="580"/>
                    </a:cubicBezTo>
                    <a:cubicBezTo>
                      <a:pt x="739" y="535"/>
                      <a:pt x="778" y="496"/>
                      <a:pt x="822" y="470"/>
                    </a:cubicBezTo>
                    <a:cubicBezTo>
                      <a:pt x="841" y="464"/>
                      <a:pt x="855" y="451"/>
                      <a:pt x="873" y="445"/>
                    </a:cubicBezTo>
                    <a:cubicBezTo>
                      <a:pt x="887" y="439"/>
                      <a:pt x="906" y="431"/>
                      <a:pt x="912" y="419"/>
                    </a:cubicBezTo>
                    <a:cubicBezTo>
                      <a:pt x="974" y="396"/>
                      <a:pt x="1040" y="386"/>
                      <a:pt x="1105" y="386"/>
                    </a:cubicBezTo>
                    <a:close/>
                    <a:moveTo>
                      <a:pt x="1116" y="1"/>
                    </a:moveTo>
                    <a:cubicBezTo>
                      <a:pt x="940" y="1"/>
                      <a:pt x="773" y="47"/>
                      <a:pt x="630" y="137"/>
                    </a:cubicBezTo>
                    <a:cubicBezTo>
                      <a:pt x="0" y="464"/>
                      <a:pt x="0" y="933"/>
                      <a:pt x="39" y="1126"/>
                    </a:cubicBezTo>
                    <a:cubicBezTo>
                      <a:pt x="122" y="1627"/>
                      <a:pt x="662" y="2097"/>
                      <a:pt x="1214" y="2142"/>
                    </a:cubicBezTo>
                    <a:cubicBezTo>
                      <a:pt x="1247" y="2142"/>
                      <a:pt x="1279" y="2148"/>
                      <a:pt x="1311" y="2148"/>
                    </a:cubicBezTo>
                    <a:cubicBezTo>
                      <a:pt x="1728" y="2148"/>
                      <a:pt x="2063" y="1891"/>
                      <a:pt x="2223" y="1442"/>
                    </a:cubicBezTo>
                    <a:cubicBezTo>
                      <a:pt x="2430" y="876"/>
                      <a:pt x="2075" y="374"/>
                      <a:pt x="1671" y="149"/>
                    </a:cubicBezTo>
                    <a:cubicBezTo>
                      <a:pt x="1486" y="49"/>
                      <a:pt x="1296" y="1"/>
                      <a:pt x="111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19"/>
              <p:cNvSpPr/>
              <p:nvPr/>
            </p:nvSpPr>
            <p:spPr>
              <a:xfrm>
                <a:off x="1854400" y="2889625"/>
                <a:ext cx="40175" cy="34350"/>
              </a:xfrm>
              <a:custGeom>
                <a:avLst/>
                <a:gdLst/>
                <a:ahLst/>
                <a:cxnLst/>
                <a:rect l="l" t="t" r="r" b="b"/>
                <a:pathLst>
                  <a:path w="1607" h="1374" extrusionOk="0">
                    <a:moveTo>
                      <a:pt x="720" y="0"/>
                    </a:moveTo>
                    <a:cubicBezTo>
                      <a:pt x="655" y="0"/>
                      <a:pt x="589" y="10"/>
                      <a:pt x="527" y="33"/>
                    </a:cubicBezTo>
                    <a:cubicBezTo>
                      <a:pt x="521" y="45"/>
                      <a:pt x="502" y="53"/>
                      <a:pt x="488" y="59"/>
                    </a:cubicBezTo>
                    <a:cubicBezTo>
                      <a:pt x="470" y="65"/>
                      <a:pt x="456" y="78"/>
                      <a:pt x="437" y="84"/>
                    </a:cubicBezTo>
                    <a:cubicBezTo>
                      <a:pt x="393" y="110"/>
                      <a:pt x="354" y="149"/>
                      <a:pt x="322" y="194"/>
                    </a:cubicBezTo>
                    <a:cubicBezTo>
                      <a:pt x="283" y="238"/>
                      <a:pt x="225" y="271"/>
                      <a:pt x="174" y="271"/>
                    </a:cubicBezTo>
                    <a:cubicBezTo>
                      <a:pt x="64" y="374"/>
                      <a:pt x="1" y="508"/>
                      <a:pt x="26" y="676"/>
                    </a:cubicBezTo>
                    <a:cubicBezTo>
                      <a:pt x="84" y="1010"/>
                      <a:pt x="482" y="1338"/>
                      <a:pt x="862" y="1370"/>
                    </a:cubicBezTo>
                    <a:cubicBezTo>
                      <a:pt x="882" y="1372"/>
                      <a:pt x="901" y="1373"/>
                      <a:pt x="920" y="1373"/>
                    </a:cubicBezTo>
                    <a:cubicBezTo>
                      <a:pt x="1179" y="1373"/>
                      <a:pt x="1371" y="1219"/>
                      <a:pt x="1479" y="920"/>
                    </a:cubicBezTo>
                    <a:cubicBezTo>
                      <a:pt x="1607" y="567"/>
                      <a:pt x="1375" y="252"/>
                      <a:pt x="1099" y="104"/>
                    </a:cubicBezTo>
                    <a:cubicBezTo>
                      <a:pt x="991" y="44"/>
                      <a:pt x="856" y="0"/>
                      <a:pt x="720"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19"/>
              <p:cNvSpPr/>
              <p:nvPr/>
            </p:nvSpPr>
            <p:spPr>
              <a:xfrm>
                <a:off x="3945300" y="2704850"/>
                <a:ext cx="53050" cy="47900"/>
              </a:xfrm>
              <a:custGeom>
                <a:avLst/>
                <a:gdLst/>
                <a:ahLst/>
                <a:cxnLst/>
                <a:rect l="l" t="t" r="r" b="b"/>
                <a:pathLst>
                  <a:path w="2122" h="1916" extrusionOk="0">
                    <a:moveTo>
                      <a:pt x="1135" y="569"/>
                    </a:moveTo>
                    <a:cubicBezTo>
                      <a:pt x="1285" y="569"/>
                      <a:pt x="1413" y="651"/>
                      <a:pt x="1492" y="759"/>
                    </a:cubicBezTo>
                    <a:cubicBezTo>
                      <a:pt x="1596" y="913"/>
                      <a:pt x="1628" y="1144"/>
                      <a:pt x="1389" y="1337"/>
                    </a:cubicBezTo>
                    <a:cubicBezTo>
                      <a:pt x="1279" y="1432"/>
                      <a:pt x="1171" y="1466"/>
                      <a:pt x="1074" y="1466"/>
                    </a:cubicBezTo>
                    <a:cubicBezTo>
                      <a:pt x="979" y="1466"/>
                      <a:pt x="894" y="1434"/>
                      <a:pt x="824" y="1396"/>
                    </a:cubicBezTo>
                    <a:cubicBezTo>
                      <a:pt x="612" y="1280"/>
                      <a:pt x="471" y="1035"/>
                      <a:pt x="496" y="836"/>
                    </a:cubicBezTo>
                    <a:cubicBezTo>
                      <a:pt x="510" y="747"/>
                      <a:pt x="555" y="682"/>
                      <a:pt x="612" y="625"/>
                    </a:cubicBezTo>
                    <a:cubicBezTo>
                      <a:pt x="653" y="661"/>
                      <a:pt x="707" y="682"/>
                      <a:pt x="762" y="682"/>
                    </a:cubicBezTo>
                    <a:cubicBezTo>
                      <a:pt x="801" y="682"/>
                      <a:pt x="841" y="671"/>
                      <a:pt x="875" y="649"/>
                    </a:cubicBezTo>
                    <a:cubicBezTo>
                      <a:pt x="966" y="593"/>
                      <a:pt x="1054" y="569"/>
                      <a:pt x="1135" y="569"/>
                    </a:cubicBezTo>
                    <a:close/>
                    <a:moveTo>
                      <a:pt x="930" y="1"/>
                    </a:moveTo>
                    <a:cubicBezTo>
                      <a:pt x="912" y="1"/>
                      <a:pt x="894" y="3"/>
                      <a:pt x="875" y="8"/>
                    </a:cubicBezTo>
                    <a:cubicBezTo>
                      <a:pt x="226" y="168"/>
                      <a:pt x="78" y="560"/>
                      <a:pt x="53" y="773"/>
                    </a:cubicBezTo>
                    <a:cubicBezTo>
                      <a:pt x="1" y="1165"/>
                      <a:pt x="226" y="1583"/>
                      <a:pt x="605" y="1794"/>
                    </a:cubicBezTo>
                    <a:cubicBezTo>
                      <a:pt x="753" y="1877"/>
                      <a:pt x="914" y="1916"/>
                      <a:pt x="1068" y="1916"/>
                    </a:cubicBezTo>
                    <a:cubicBezTo>
                      <a:pt x="1287" y="1916"/>
                      <a:pt x="1499" y="1839"/>
                      <a:pt x="1679" y="1691"/>
                    </a:cubicBezTo>
                    <a:cubicBezTo>
                      <a:pt x="2122" y="1325"/>
                      <a:pt x="2083" y="817"/>
                      <a:pt x="1859" y="503"/>
                    </a:cubicBezTo>
                    <a:cubicBezTo>
                      <a:pt x="1698" y="278"/>
                      <a:pt x="1428" y="123"/>
                      <a:pt x="1127" y="117"/>
                    </a:cubicBezTo>
                    <a:cubicBezTo>
                      <a:pt x="1084" y="48"/>
                      <a:pt x="1012" y="1"/>
                      <a:pt x="93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19"/>
              <p:cNvSpPr/>
              <p:nvPr/>
            </p:nvSpPr>
            <p:spPr>
              <a:xfrm>
                <a:off x="3957075" y="2719075"/>
                <a:ext cx="28950" cy="22425"/>
              </a:xfrm>
              <a:custGeom>
                <a:avLst/>
                <a:gdLst/>
                <a:ahLst/>
                <a:cxnLst/>
                <a:rect l="l" t="t" r="r" b="b"/>
                <a:pathLst>
                  <a:path w="1158" h="897" extrusionOk="0">
                    <a:moveTo>
                      <a:pt x="664" y="0"/>
                    </a:moveTo>
                    <a:cubicBezTo>
                      <a:pt x="583" y="0"/>
                      <a:pt x="495" y="24"/>
                      <a:pt x="404" y="80"/>
                    </a:cubicBezTo>
                    <a:cubicBezTo>
                      <a:pt x="370" y="102"/>
                      <a:pt x="330" y="113"/>
                      <a:pt x="291" y="113"/>
                    </a:cubicBezTo>
                    <a:cubicBezTo>
                      <a:pt x="236" y="113"/>
                      <a:pt x="182" y="92"/>
                      <a:pt x="141" y="56"/>
                    </a:cubicBezTo>
                    <a:cubicBezTo>
                      <a:pt x="84" y="113"/>
                      <a:pt x="39" y="178"/>
                      <a:pt x="25" y="267"/>
                    </a:cubicBezTo>
                    <a:cubicBezTo>
                      <a:pt x="0" y="466"/>
                      <a:pt x="141" y="711"/>
                      <a:pt x="353" y="827"/>
                    </a:cubicBezTo>
                    <a:cubicBezTo>
                      <a:pt x="423" y="865"/>
                      <a:pt x="508" y="897"/>
                      <a:pt x="603" y="897"/>
                    </a:cubicBezTo>
                    <a:cubicBezTo>
                      <a:pt x="700" y="897"/>
                      <a:pt x="808" y="863"/>
                      <a:pt x="918" y="768"/>
                    </a:cubicBezTo>
                    <a:cubicBezTo>
                      <a:pt x="1157" y="575"/>
                      <a:pt x="1125" y="344"/>
                      <a:pt x="1021" y="190"/>
                    </a:cubicBezTo>
                    <a:cubicBezTo>
                      <a:pt x="942" y="82"/>
                      <a:pt x="814" y="0"/>
                      <a:pt x="664"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19"/>
              <p:cNvSpPr/>
              <p:nvPr/>
            </p:nvSpPr>
            <p:spPr>
              <a:xfrm>
                <a:off x="6057600" y="2861125"/>
                <a:ext cx="71575" cy="63225"/>
              </a:xfrm>
              <a:custGeom>
                <a:avLst/>
                <a:gdLst/>
                <a:ahLst/>
                <a:cxnLst/>
                <a:rect l="l" t="t" r="r" b="b"/>
                <a:pathLst>
                  <a:path w="2863" h="2529" extrusionOk="0">
                    <a:moveTo>
                      <a:pt x="1317" y="454"/>
                    </a:moveTo>
                    <a:cubicBezTo>
                      <a:pt x="1471" y="454"/>
                      <a:pt x="1627" y="504"/>
                      <a:pt x="1750" y="576"/>
                    </a:cubicBezTo>
                    <a:cubicBezTo>
                      <a:pt x="2083" y="755"/>
                      <a:pt x="2347" y="1122"/>
                      <a:pt x="2199" y="1546"/>
                    </a:cubicBezTo>
                    <a:cubicBezTo>
                      <a:pt x="2073" y="1894"/>
                      <a:pt x="1845" y="2075"/>
                      <a:pt x="1537" y="2075"/>
                    </a:cubicBezTo>
                    <a:cubicBezTo>
                      <a:pt x="1517" y="2075"/>
                      <a:pt x="1495" y="2074"/>
                      <a:pt x="1474" y="2072"/>
                    </a:cubicBezTo>
                    <a:cubicBezTo>
                      <a:pt x="1023" y="2034"/>
                      <a:pt x="561" y="1642"/>
                      <a:pt x="490" y="1250"/>
                    </a:cubicBezTo>
                    <a:cubicBezTo>
                      <a:pt x="457" y="1051"/>
                      <a:pt x="534" y="897"/>
                      <a:pt x="656" y="769"/>
                    </a:cubicBezTo>
                    <a:cubicBezTo>
                      <a:pt x="727" y="769"/>
                      <a:pt x="792" y="743"/>
                      <a:pt x="837" y="684"/>
                    </a:cubicBezTo>
                    <a:cubicBezTo>
                      <a:pt x="875" y="633"/>
                      <a:pt x="920" y="588"/>
                      <a:pt x="972" y="556"/>
                    </a:cubicBezTo>
                    <a:cubicBezTo>
                      <a:pt x="991" y="544"/>
                      <a:pt x="1011" y="538"/>
                      <a:pt x="1036" y="524"/>
                    </a:cubicBezTo>
                    <a:cubicBezTo>
                      <a:pt x="1050" y="518"/>
                      <a:pt x="1068" y="505"/>
                      <a:pt x="1080" y="499"/>
                    </a:cubicBezTo>
                    <a:cubicBezTo>
                      <a:pt x="1156" y="468"/>
                      <a:pt x="1236" y="454"/>
                      <a:pt x="1317" y="454"/>
                    </a:cubicBezTo>
                    <a:close/>
                    <a:moveTo>
                      <a:pt x="1313" y="1"/>
                    </a:moveTo>
                    <a:cubicBezTo>
                      <a:pt x="1108" y="1"/>
                      <a:pt x="914" y="54"/>
                      <a:pt x="747" y="158"/>
                    </a:cubicBezTo>
                    <a:cubicBezTo>
                      <a:pt x="1" y="550"/>
                      <a:pt x="1" y="1102"/>
                      <a:pt x="47" y="1327"/>
                    </a:cubicBezTo>
                    <a:cubicBezTo>
                      <a:pt x="149" y="1918"/>
                      <a:pt x="780" y="2472"/>
                      <a:pt x="1435" y="2523"/>
                    </a:cubicBezTo>
                    <a:cubicBezTo>
                      <a:pt x="1466" y="2529"/>
                      <a:pt x="1505" y="2529"/>
                      <a:pt x="1543" y="2529"/>
                    </a:cubicBezTo>
                    <a:cubicBezTo>
                      <a:pt x="2044" y="2529"/>
                      <a:pt x="2430" y="2234"/>
                      <a:pt x="2623" y="1701"/>
                    </a:cubicBezTo>
                    <a:cubicBezTo>
                      <a:pt x="2862" y="1031"/>
                      <a:pt x="2450" y="440"/>
                      <a:pt x="1967" y="177"/>
                    </a:cubicBezTo>
                    <a:cubicBezTo>
                      <a:pt x="1751" y="59"/>
                      <a:pt x="1526" y="1"/>
                      <a:pt x="1313"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19"/>
              <p:cNvSpPr/>
              <p:nvPr/>
            </p:nvSpPr>
            <p:spPr>
              <a:xfrm>
                <a:off x="6069025" y="2872475"/>
                <a:ext cx="47250" cy="40525"/>
              </a:xfrm>
              <a:custGeom>
                <a:avLst/>
                <a:gdLst/>
                <a:ahLst/>
                <a:cxnLst/>
                <a:rect l="l" t="t" r="r" b="b"/>
                <a:pathLst>
                  <a:path w="1890" h="1621" extrusionOk="0">
                    <a:moveTo>
                      <a:pt x="860" y="0"/>
                    </a:moveTo>
                    <a:cubicBezTo>
                      <a:pt x="779" y="0"/>
                      <a:pt x="699" y="14"/>
                      <a:pt x="623" y="45"/>
                    </a:cubicBezTo>
                    <a:cubicBezTo>
                      <a:pt x="611" y="51"/>
                      <a:pt x="593" y="64"/>
                      <a:pt x="579" y="70"/>
                    </a:cubicBezTo>
                    <a:cubicBezTo>
                      <a:pt x="554" y="84"/>
                      <a:pt x="534" y="90"/>
                      <a:pt x="515" y="102"/>
                    </a:cubicBezTo>
                    <a:cubicBezTo>
                      <a:pt x="463" y="134"/>
                      <a:pt x="418" y="179"/>
                      <a:pt x="380" y="230"/>
                    </a:cubicBezTo>
                    <a:cubicBezTo>
                      <a:pt x="335" y="289"/>
                      <a:pt x="270" y="315"/>
                      <a:pt x="199" y="315"/>
                    </a:cubicBezTo>
                    <a:cubicBezTo>
                      <a:pt x="77" y="443"/>
                      <a:pt x="0" y="597"/>
                      <a:pt x="33" y="796"/>
                    </a:cubicBezTo>
                    <a:cubicBezTo>
                      <a:pt x="104" y="1188"/>
                      <a:pt x="566" y="1580"/>
                      <a:pt x="1017" y="1618"/>
                    </a:cubicBezTo>
                    <a:cubicBezTo>
                      <a:pt x="1038" y="1620"/>
                      <a:pt x="1060" y="1621"/>
                      <a:pt x="1080" y="1621"/>
                    </a:cubicBezTo>
                    <a:cubicBezTo>
                      <a:pt x="1388" y="1621"/>
                      <a:pt x="1616" y="1440"/>
                      <a:pt x="1742" y="1092"/>
                    </a:cubicBezTo>
                    <a:cubicBezTo>
                      <a:pt x="1890" y="668"/>
                      <a:pt x="1626" y="301"/>
                      <a:pt x="1293" y="122"/>
                    </a:cubicBezTo>
                    <a:cubicBezTo>
                      <a:pt x="1170" y="50"/>
                      <a:pt x="1014" y="0"/>
                      <a:pt x="860"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19"/>
              <p:cNvSpPr/>
              <p:nvPr/>
            </p:nvSpPr>
            <p:spPr>
              <a:xfrm>
                <a:off x="5349825" y="2920475"/>
                <a:ext cx="60750" cy="53700"/>
              </a:xfrm>
              <a:custGeom>
                <a:avLst/>
                <a:gdLst/>
                <a:ahLst/>
                <a:cxnLst/>
                <a:rect l="l" t="t" r="r" b="b"/>
                <a:pathLst>
                  <a:path w="2430" h="2148" extrusionOk="0">
                    <a:moveTo>
                      <a:pt x="1108" y="386"/>
                    </a:moveTo>
                    <a:cubicBezTo>
                      <a:pt x="1242" y="386"/>
                      <a:pt x="1377" y="429"/>
                      <a:pt x="1486" y="490"/>
                    </a:cubicBezTo>
                    <a:cubicBezTo>
                      <a:pt x="1768" y="644"/>
                      <a:pt x="1993" y="952"/>
                      <a:pt x="1865" y="1306"/>
                    </a:cubicBezTo>
                    <a:cubicBezTo>
                      <a:pt x="1757" y="1604"/>
                      <a:pt x="1565" y="1759"/>
                      <a:pt x="1307" y="1759"/>
                    </a:cubicBezTo>
                    <a:cubicBezTo>
                      <a:pt x="1288" y="1759"/>
                      <a:pt x="1268" y="1758"/>
                      <a:pt x="1248" y="1756"/>
                    </a:cubicBezTo>
                    <a:cubicBezTo>
                      <a:pt x="875" y="1724"/>
                      <a:pt x="477" y="1395"/>
                      <a:pt x="418" y="1062"/>
                    </a:cubicBezTo>
                    <a:cubicBezTo>
                      <a:pt x="386" y="894"/>
                      <a:pt x="457" y="760"/>
                      <a:pt x="560" y="656"/>
                    </a:cubicBezTo>
                    <a:cubicBezTo>
                      <a:pt x="617" y="656"/>
                      <a:pt x="676" y="624"/>
                      <a:pt x="708" y="579"/>
                    </a:cubicBezTo>
                    <a:cubicBezTo>
                      <a:pt x="747" y="534"/>
                      <a:pt x="785" y="496"/>
                      <a:pt x="824" y="470"/>
                    </a:cubicBezTo>
                    <a:cubicBezTo>
                      <a:pt x="842" y="463"/>
                      <a:pt x="862" y="451"/>
                      <a:pt x="881" y="445"/>
                    </a:cubicBezTo>
                    <a:cubicBezTo>
                      <a:pt x="893" y="439"/>
                      <a:pt x="907" y="431"/>
                      <a:pt x="919" y="419"/>
                    </a:cubicBezTo>
                    <a:cubicBezTo>
                      <a:pt x="980" y="396"/>
                      <a:pt x="1044" y="386"/>
                      <a:pt x="1108" y="386"/>
                    </a:cubicBezTo>
                    <a:close/>
                    <a:moveTo>
                      <a:pt x="1123" y="0"/>
                    </a:moveTo>
                    <a:cubicBezTo>
                      <a:pt x="947" y="0"/>
                      <a:pt x="780" y="47"/>
                      <a:pt x="637" y="136"/>
                    </a:cubicBezTo>
                    <a:cubicBezTo>
                      <a:pt x="0" y="463"/>
                      <a:pt x="6" y="932"/>
                      <a:pt x="39" y="1125"/>
                    </a:cubicBezTo>
                    <a:cubicBezTo>
                      <a:pt x="122" y="1627"/>
                      <a:pt x="662" y="2097"/>
                      <a:pt x="1216" y="2142"/>
                    </a:cubicBezTo>
                    <a:cubicBezTo>
                      <a:pt x="1248" y="2142"/>
                      <a:pt x="1279" y="2148"/>
                      <a:pt x="1311" y="2148"/>
                    </a:cubicBezTo>
                    <a:cubicBezTo>
                      <a:pt x="1735" y="2148"/>
                      <a:pt x="2064" y="1890"/>
                      <a:pt x="2224" y="1441"/>
                    </a:cubicBezTo>
                    <a:cubicBezTo>
                      <a:pt x="2430" y="875"/>
                      <a:pt x="2083" y="374"/>
                      <a:pt x="1672" y="149"/>
                    </a:cubicBezTo>
                    <a:cubicBezTo>
                      <a:pt x="1490" y="48"/>
                      <a:pt x="1302" y="0"/>
                      <a:pt x="1123"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19"/>
              <p:cNvSpPr/>
              <p:nvPr/>
            </p:nvSpPr>
            <p:spPr>
              <a:xfrm>
                <a:off x="5359450" y="2930100"/>
                <a:ext cx="40225" cy="34350"/>
              </a:xfrm>
              <a:custGeom>
                <a:avLst/>
                <a:gdLst/>
                <a:ahLst/>
                <a:cxnLst/>
                <a:rect l="l" t="t" r="r" b="b"/>
                <a:pathLst>
                  <a:path w="1609" h="1374" extrusionOk="0">
                    <a:moveTo>
                      <a:pt x="723" y="1"/>
                    </a:moveTo>
                    <a:cubicBezTo>
                      <a:pt x="659" y="1"/>
                      <a:pt x="595" y="11"/>
                      <a:pt x="534" y="34"/>
                    </a:cubicBezTo>
                    <a:cubicBezTo>
                      <a:pt x="522" y="46"/>
                      <a:pt x="508" y="54"/>
                      <a:pt x="496" y="60"/>
                    </a:cubicBezTo>
                    <a:cubicBezTo>
                      <a:pt x="477" y="66"/>
                      <a:pt x="457" y="78"/>
                      <a:pt x="439" y="85"/>
                    </a:cubicBezTo>
                    <a:cubicBezTo>
                      <a:pt x="400" y="111"/>
                      <a:pt x="362" y="149"/>
                      <a:pt x="323" y="194"/>
                    </a:cubicBezTo>
                    <a:cubicBezTo>
                      <a:pt x="291" y="239"/>
                      <a:pt x="232" y="271"/>
                      <a:pt x="175" y="271"/>
                    </a:cubicBezTo>
                    <a:cubicBezTo>
                      <a:pt x="72" y="375"/>
                      <a:pt x="1" y="509"/>
                      <a:pt x="33" y="677"/>
                    </a:cubicBezTo>
                    <a:cubicBezTo>
                      <a:pt x="92" y="1010"/>
                      <a:pt x="490" y="1339"/>
                      <a:pt x="863" y="1371"/>
                    </a:cubicBezTo>
                    <a:cubicBezTo>
                      <a:pt x="883" y="1373"/>
                      <a:pt x="903" y="1374"/>
                      <a:pt x="922" y="1374"/>
                    </a:cubicBezTo>
                    <a:cubicBezTo>
                      <a:pt x="1180" y="1374"/>
                      <a:pt x="1372" y="1219"/>
                      <a:pt x="1480" y="921"/>
                    </a:cubicBezTo>
                    <a:cubicBezTo>
                      <a:pt x="1608" y="567"/>
                      <a:pt x="1383" y="259"/>
                      <a:pt x="1101" y="105"/>
                    </a:cubicBezTo>
                    <a:cubicBezTo>
                      <a:pt x="992" y="44"/>
                      <a:pt x="857" y="1"/>
                      <a:pt x="723"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19"/>
              <p:cNvSpPr/>
              <p:nvPr/>
            </p:nvSpPr>
            <p:spPr>
              <a:xfrm>
                <a:off x="4677850" y="2844800"/>
                <a:ext cx="53200" cy="47900"/>
              </a:xfrm>
              <a:custGeom>
                <a:avLst/>
                <a:gdLst/>
                <a:ahLst/>
                <a:cxnLst/>
                <a:rect l="l" t="t" r="r" b="b"/>
                <a:pathLst>
                  <a:path w="2128" h="1916" extrusionOk="0">
                    <a:moveTo>
                      <a:pt x="1136" y="567"/>
                    </a:moveTo>
                    <a:cubicBezTo>
                      <a:pt x="1289" y="567"/>
                      <a:pt x="1418" y="649"/>
                      <a:pt x="1498" y="759"/>
                    </a:cubicBezTo>
                    <a:cubicBezTo>
                      <a:pt x="1602" y="913"/>
                      <a:pt x="1634" y="1144"/>
                      <a:pt x="1395" y="1337"/>
                    </a:cubicBezTo>
                    <a:cubicBezTo>
                      <a:pt x="1285" y="1432"/>
                      <a:pt x="1176" y="1465"/>
                      <a:pt x="1077" y="1465"/>
                    </a:cubicBezTo>
                    <a:cubicBezTo>
                      <a:pt x="982" y="1465"/>
                      <a:pt x="897" y="1434"/>
                      <a:pt x="830" y="1396"/>
                    </a:cubicBezTo>
                    <a:cubicBezTo>
                      <a:pt x="618" y="1280"/>
                      <a:pt x="477" y="1036"/>
                      <a:pt x="502" y="836"/>
                    </a:cubicBezTo>
                    <a:cubicBezTo>
                      <a:pt x="516" y="746"/>
                      <a:pt x="561" y="675"/>
                      <a:pt x="618" y="624"/>
                    </a:cubicBezTo>
                    <a:cubicBezTo>
                      <a:pt x="659" y="658"/>
                      <a:pt x="713" y="678"/>
                      <a:pt x="768" y="678"/>
                    </a:cubicBezTo>
                    <a:cubicBezTo>
                      <a:pt x="807" y="678"/>
                      <a:pt x="846" y="668"/>
                      <a:pt x="881" y="643"/>
                    </a:cubicBezTo>
                    <a:cubicBezTo>
                      <a:pt x="970" y="590"/>
                      <a:pt x="1056" y="567"/>
                      <a:pt x="1136" y="567"/>
                    </a:cubicBezTo>
                    <a:close/>
                    <a:moveTo>
                      <a:pt x="940" y="0"/>
                    </a:moveTo>
                    <a:cubicBezTo>
                      <a:pt x="921" y="0"/>
                      <a:pt x="901" y="2"/>
                      <a:pt x="881" y="7"/>
                    </a:cubicBezTo>
                    <a:cubicBezTo>
                      <a:pt x="232" y="162"/>
                      <a:pt x="84" y="554"/>
                      <a:pt x="59" y="773"/>
                    </a:cubicBezTo>
                    <a:cubicBezTo>
                      <a:pt x="1" y="1164"/>
                      <a:pt x="232" y="1582"/>
                      <a:pt x="611" y="1794"/>
                    </a:cubicBezTo>
                    <a:cubicBezTo>
                      <a:pt x="759" y="1877"/>
                      <a:pt x="920" y="1916"/>
                      <a:pt x="1074" y="1916"/>
                    </a:cubicBezTo>
                    <a:cubicBezTo>
                      <a:pt x="1293" y="1916"/>
                      <a:pt x="1505" y="1838"/>
                      <a:pt x="1685" y="1684"/>
                    </a:cubicBezTo>
                    <a:cubicBezTo>
                      <a:pt x="2128" y="1319"/>
                      <a:pt x="2089" y="811"/>
                      <a:pt x="1865" y="503"/>
                    </a:cubicBezTo>
                    <a:cubicBezTo>
                      <a:pt x="1704" y="277"/>
                      <a:pt x="1434" y="117"/>
                      <a:pt x="1133" y="117"/>
                    </a:cubicBezTo>
                    <a:cubicBezTo>
                      <a:pt x="1090" y="43"/>
                      <a:pt x="1020" y="0"/>
                      <a:pt x="940"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19"/>
              <p:cNvSpPr/>
              <p:nvPr/>
            </p:nvSpPr>
            <p:spPr>
              <a:xfrm>
                <a:off x="4689775" y="2858975"/>
                <a:ext cx="28950" cy="22475"/>
              </a:xfrm>
              <a:custGeom>
                <a:avLst/>
                <a:gdLst/>
                <a:ahLst/>
                <a:cxnLst/>
                <a:rect l="l" t="t" r="r" b="b"/>
                <a:pathLst>
                  <a:path w="1158" h="899" extrusionOk="0">
                    <a:moveTo>
                      <a:pt x="659" y="0"/>
                    </a:moveTo>
                    <a:cubicBezTo>
                      <a:pt x="579" y="0"/>
                      <a:pt x="493" y="23"/>
                      <a:pt x="404" y="76"/>
                    </a:cubicBezTo>
                    <a:cubicBezTo>
                      <a:pt x="369" y="101"/>
                      <a:pt x="330" y="111"/>
                      <a:pt x="291" y="111"/>
                    </a:cubicBezTo>
                    <a:cubicBezTo>
                      <a:pt x="236" y="111"/>
                      <a:pt x="182" y="91"/>
                      <a:pt x="141" y="57"/>
                    </a:cubicBezTo>
                    <a:cubicBezTo>
                      <a:pt x="84" y="108"/>
                      <a:pt x="39" y="179"/>
                      <a:pt x="25" y="269"/>
                    </a:cubicBezTo>
                    <a:cubicBezTo>
                      <a:pt x="0" y="469"/>
                      <a:pt x="141" y="713"/>
                      <a:pt x="353" y="829"/>
                    </a:cubicBezTo>
                    <a:cubicBezTo>
                      <a:pt x="420" y="867"/>
                      <a:pt x="505" y="898"/>
                      <a:pt x="600" y="898"/>
                    </a:cubicBezTo>
                    <a:cubicBezTo>
                      <a:pt x="699" y="898"/>
                      <a:pt x="808" y="865"/>
                      <a:pt x="918" y="770"/>
                    </a:cubicBezTo>
                    <a:cubicBezTo>
                      <a:pt x="1157" y="577"/>
                      <a:pt x="1125" y="346"/>
                      <a:pt x="1021" y="192"/>
                    </a:cubicBezTo>
                    <a:cubicBezTo>
                      <a:pt x="941" y="82"/>
                      <a:pt x="812" y="0"/>
                      <a:pt x="659"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5" name="Google Shape;815;p19"/>
            <p:cNvSpPr/>
            <p:nvPr/>
          </p:nvSpPr>
          <p:spPr>
            <a:xfrm>
              <a:off x="3020350" y="4441675"/>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19"/>
            <p:cNvSpPr/>
            <p:nvPr/>
          </p:nvSpPr>
          <p:spPr>
            <a:xfrm flipH="1">
              <a:off x="5316450" y="4547413"/>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19"/>
            <p:cNvSpPr/>
            <p:nvPr/>
          </p:nvSpPr>
          <p:spPr>
            <a:xfrm>
              <a:off x="464575" y="4825088"/>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19"/>
            <p:cNvSpPr/>
            <p:nvPr/>
          </p:nvSpPr>
          <p:spPr>
            <a:xfrm flipH="1">
              <a:off x="7987700" y="4740838"/>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1">
  <p:cSld name="TITLE_ONLY_4">
    <p:spTree>
      <p:nvGrpSpPr>
        <p:cNvPr id="1" name="Shape 819"/>
        <p:cNvGrpSpPr/>
        <p:nvPr/>
      </p:nvGrpSpPr>
      <p:grpSpPr>
        <a:xfrm>
          <a:off x="0" y="0"/>
          <a:ext cx="0" cy="0"/>
          <a:chOff x="0" y="0"/>
          <a:chExt cx="0" cy="0"/>
        </a:xfrm>
      </p:grpSpPr>
      <p:sp>
        <p:nvSpPr>
          <p:cNvPr id="820" name="Google Shape;820;p20"/>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300"/>
              <a:buNone/>
              <a:defRPr/>
            </a:lvl1pPr>
            <a:lvl2pPr lvl="1" algn="ctr" rtl="0">
              <a:spcBef>
                <a:spcPts val="0"/>
              </a:spcBef>
              <a:spcAft>
                <a:spcPts val="0"/>
              </a:spcAft>
              <a:buSzPts val="3300"/>
              <a:buNone/>
              <a:defRPr/>
            </a:lvl2pPr>
            <a:lvl3pPr lvl="2" algn="ctr" rtl="0">
              <a:spcBef>
                <a:spcPts val="0"/>
              </a:spcBef>
              <a:spcAft>
                <a:spcPts val="0"/>
              </a:spcAft>
              <a:buSzPts val="3300"/>
              <a:buNone/>
              <a:defRPr/>
            </a:lvl3pPr>
            <a:lvl4pPr lvl="3" algn="ctr" rtl="0">
              <a:spcBef>
                <a:spcPts val="0"/>
              </a:spcBef>
              <a:spcAft>
                <a:spcPts val="0"/>
              </a:spcAft>
              <a:buSzPts val="3300"/>
              <a:buNone/>
              <a:defRPr/>
            </a:lvl4pPr>
            <a:lvl5pPr lvl="4" algn="ctr" rtl="0">
              <a:spcBef>
                <a:spcPts val="0"/>
              </a:spcBef>
              <a:spcAft>
                <a:spcPts val="0"/>
              </a:spcAft>
              <a:buSzPts val="3300"/>
              <a:buNone/>
              <a:defRPr/>
            </a:lvl5pPr>
            <a:lvl6pPr lvl="5" algn="ctr" rtl="0">
              <a:spcBef>
                <a:spcPts val="0"/>
              </a:spcBef>
              <a:spcAft>
                <a:spcPts val="0"/>
              </a:spcAft>
              <a:buSzPts val="3300"/>
              <a:buNone/>
              <a:defRPr/>
            </a:lvl6pPr>
            <a:lvl7pPr lvl="6" algn="ctr" rtl="0">
              <a:spcBef>
                <a:spcPts val="0"/>
              </a:spcBef>
              <a:spcAft>
                <a:spcPts val="0"/>
              </a:spcAft>
              <a:buSzPts val="3300"/>
              <a:buNone/>
              <a:defRPr/>
            </a:lvl7pPr>
            <a:lvl8pPr lvl="7" algn="ctr" rtl="0">
              <a:spcBef>
                <a:spcPts val="0"/>
              </a:spcBef>
              <a:spcAft>
                <a:spcPts val="0"/>
              </a:spcAft>
              <a:buSzPts val="3300"/>
              <a:buNone/>
              <a:defRPr/>
            </a:lvl8pPr>
            <a:lvl9pPr lvl="8" algn="ctr" rtl="0">
              <a:spcBef>
                <a:spcPts val="0"/>
              </a:spcBef>
              <a:spcAft>
                <a:spcPts val="0"/>
              </a:spcAft>
              <a:buSzPts val="3300"/>
              <a:buNone/>
              <a:defRPr/>
            </a:lvl9pPr>
          </a:lstStyle>
          <a:p>
            <a:endParaRPr/>
          </a:p>
        </p:txBody>
      </p:sp>
      <p:grpSp>
        <p:nvGrpSpPr>
          <p:cNvPr id="821" name="Google Shape;821;p20"/>
          <p:cNvGrpSpPr/>
          <p:nvPr/>
        </p:nvGrpSpPr>
        <p:grpSpPr>
          <a:xfrm>
            <a:off x="-57642" y="4693217"/>
            <a:ext cx="9259279" cy="949168"/>
            <a:chOff x="-57639" y="4232675"/>
            <a:chExt cx="9259279" cy="949168"/>
          </a:xfrm>
        </p:grpSpPr>
        <p:grpSp>
          <p:nvGrpSpPr>
            <p:cNvPr id="822" name="Google Shape;822;p20"/>
            <p:cNvGrpSpPr/>
            <p:nvPr/>
          </p:nvGrpSpPr>
          <p:grpSpPr>
            <a:xfrm>
              <a:off x="-57639" y="4232675"/>
              <a:ext cx="9259279" cy="949168"/>
              <a:chOff x="238275" y="2491125"/>
              <a:chExt cx="7141750" cy="732100"/>
            </a:xfrm>
          </p:grpSpPr>
          <p:sp>
            <p:nvSpPr>
              <p:cNvPr id="823" name="Google Shape;823;p20"/>
              <p:cNvSpPr/>
              <p:nvPr/>
            </p:nvSpPr>
            <p:spPr>
              <a:xfrm>
                <a:off x="238275" y="2491125"/>
                <a:ext cx="7141750" cy="282225"/>
              </a:xfrm>
              <a:custGeom>
                <a:avLst/>
                <a:gdLst/>
                <a:ahLst/>
                <a:cxnLst/>
                <a:rect l="l" t="t" r="r" b="b"/>
                <a:pathLst>
                  <a:path w="285670" h="11289" extrusionOk="0">
                    <a:moveTo>
                      <a:pt x="77087" y="1"/>
                    </a:moveTo>
                    <a:cubicBezTo>
                      <a:pt x="69330" y="1"/>
                      <a:pt x="63721" y="1125"/>
                      <a:pt x="59452" y="1679"/>
                    </a:cubicBezTo>
                    <a:cubicBezTo>
                      <a:pt x="56652" y="2041"/>
                      <a:pt x="53084" y="2152"/>
                      <a:pt x="50569" y="2152"/>
                    </a:cubicBezTo>
                    <a:cubicBezTo>
                      <a:pt x="49072" y="2152"/>
                      <a:pt x="47948" y="2113"/>
                      <a:pt x="47581" y="2064"/>
                    </a:cubicBezTo>
                    <a:cubicBezTo>
                      <a:pt x="46591" y="1936"/>
                      <a:pt x="26970" y="1345"/>
                      <a:pt x="26970" y="1345"/>
                    </a:cubicBezTo>
                    <a:lnTo>
                      <a:pt x="0" y="2746"/>
                    </a:lnTo>
                    <a:lnTo>
                      <a:pt x="1376" y="11288"/>
                    </a:lnTo>
                    <a:lnTo>
                      <a:pt x="284771" y="9874"/>
                    </a:lnTo>
                    <a:lnTo>
                      <a:pt x="285670" y="2746"/>
                    </a:lnTo>
                    <a:lnTo>
                      <a:pt x="278382" y="2746"/>
                    </a:lnTo>
                    <a:cubicBezTo>
                      <a:pt x="278382" y="2746"/>
                      <a:pt x="276833" y="3350"/>
                      <a:pt x="269412" y="3350"/>
                    </a:cubicBezTo>
                    <a:cubicBezTo>
                      <a:pt x="268804" y="3350"/>
                      <a:pt x="268157" y="3346"/>
                      <a:pt x="267468" y="3337"/>
                    </a:cubicBezTo>
                    <a:cubicBezTo>
                      <a:pt x="258367" y="3221"/>
                      <a:pt x="258367" y="2553"/>
                      <a:pt x="248361" y="2354"/>
                    </a:cubicBezTo>
                    <a:cubicBezTo>
                      <a:pt x="243485" y="2254"/>
                      <a:pt x="239630" y="2229"/>
                      <a:pt x="236959" y="2229"/>
                    </a:cubicBezTo>
                    <a:cubicBezTo>
                      <a:pt x="234147" y="2229"/>
                      <a:pt x="232646" y="2257"/>
                      <a:pt x="232646" y="2257"/>
                    </a:cubicBezTo>
                    <a:lnTo>
                      <a:pt x="210273" y="1621"/>
                    </a:lnTo>
                    <a:cubicBezTo>
                      <a:pt x="210273" y="1621"/>
                      <a:pt x="209685" y="1550"/>
                      <a:pt x="208556" y="1550"/>
                    </a:cubicBezTo>
                    <a:cubicBezTo>
                      <a:pt x="207391" y="1550"/>
                      <a:pt x="205650" y="1626"/>
                      <a:pt x="203382" y="1936"/>
                    </a:cubicBezTo>
                    <a:cubicBezTo>
                      <a:pt x="201649" y="2171"/>
                      <a:pt x="198963" y="2243"/>
                      <a:pt x="196326" y="2243"/>
                    </a:cubicBezTo>
                    <a:cubicBezTo>
                      <a:pt x="192169" y="2243"/>
                      <a:pt x="188131" y="2064"/>
                      <a:pt x="188131" y="2064"/>
                    </a:cubicBezTo>
                    <a:cubicBezTo>
                      <a:pt x="188131" y="2064"/>
                      <a:pt x="174437" y="2201"/>
                      <a:pt x="163969" y="2201"/>
                    </a:cubicBezTo>
                    <a:cubicBezTo>
                      <a:pt x="158735" y="2201"/>
                      <a:pt x="154307" y="2167"/>
                      <a:pt x="152801" y="2064"/>
                    </a:cubicBezTo>
                    <a:cubicBezTo>
                      <a:pt x="148282" y="1756"/>
                      <a:pt x="96761" y="927"/>
                      <a:pt x="93993" y="664"/>
                    </a:cubicBezTo>
                    <a:cubicBezTo>
                      <a:pt x="91222" y="400"/>
                      <a:pt x="86459" y="118"/>
                      <a:pt x="78149" y="8"/>
                    </a:cubicBezTo>
                    <a:cubicBezTo>
                      <a:pt x="77791" y="3"/>
                      <a:pt x="77437" y="1"/>
                      <a:pt x="77087"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20"/>
              <p:cNvSpPr/>
              <p:nvPr/>
            </p:nvSpPr>
            <p:spPr>
              <a:xfrm>
                <a:off x="272675" y="2551975"/>
                <a:ext cx="7091125" cy="671250"/>
              </a:xfrm>
              <a:custGeom>
                <a:avLst/>
                <a:gdLst/>
                <a:ahLst/>
                <a:cxnLst/>
                <a:rect l="l" t="t" r="r" b="b"/>
                <a:pathLst>
                  <a:path w="283645" h="26850" extrusionOk="0">
                    <a:moveTo>
                      <a:pt x="134832" y="1"/>
                    </a:moveTo>
                    <a:cubicBezTo>
                      <a:pt x="134792" y="1"/>
                      <a:pt x="134755" y="2"/>
                      <a:pt x="134720" y="3"/>
                    </a:cubicBezTo>
                    <a:cubicBezTo>
                      <a:pt x="133388" y="67"/>
                      <a:pt x="126129" y="738"/>
                      <a:pt x="125164" y="738"/>
                    </a:cubicBezTo>
                    <a:cubicBezTo>
                      <a:pt x="125137" y="738"/>
                      <a:pt x="125116" y="737"/>
                      <a:pt x="125099" y="736"/>
                    </a:cubicBezTo>
                    <a:cubicBezTo>
                      <a:pt x="124476" y="698"/>
                      <a:pt x="118537" y="377"/>
                      <a:pt x="118537" y="377"/>
                    </a:cubicBezTo>
                    <a:cubicBezTo>
                      <a:pt x="118537" y="377"/>
                      <a:pt x="108294" y="62"/>
                      <a:pt x="107177" y="62"/>
                    </a:cubicBezTo>
                    <a:cubicBezTo>
                      <a:pt x="107164" y="62"/>
                      <a:pt x="107152" y="62"/>
                      <a:pt x="107141" y="62"/>
                    </a:cubicBezTo>
                    <a:cubicBezTo>
                      <a:pt x="106235" y="68"/>
                      <a:pt x="103414" y="101"/>
                      <a:pt x="97559" y="736"/>
                    </a:cubicBezTo>
                    <a:cubicBezTo>
                      <a:pt x="91703" y="1366"/>
                      <a:pt x="89100" y="1572"/>
                      <a:pt x="89100" y="1572"/>
                    </a:cubicBezTo>
                    <a:cubicBezTo>
                      <a:pt x="89100" y="1572"/>
                      <a:pt x="85133" y="1222"/>
                      <a:pt x="81765" y="1222"/>
                    </a:cubicBezTo>
                    <a:cubicBezTo>
                      <a:pt x="80976" y="1222"/>
                      <a:pt x="80220" y="1241"/>
                      <a:pt x="79556" y="1288"/>
                    </a:cubicBezTo>
                    <a:cubicBezTo>
                      <a:pt x="76047" y="1534"/>
                      <a:pt x="68784" y="3294"/>
                      <a:pt x="67981" y="3667"/>
                    </a:cubicBezTo>
                    <a:cubicBezTo>
                      <a:pt x="67171" y="4034"/>
                      <a:pt x="25362" y="5557"/>
                      <a:pt x="25362" y="5557"/>
                    </a:cubicBezTo>
                    <a:lnTo>
                      <a:pt x="0" y="7247"/>
                    </a:lnTo>
                    <a:lnTo>
                      <a:pt x="0" y="26849"/>
                    </a:lnTo>
                    <a:lnTo>
                      <a:pt x="283645" y="26849"/>
                    </a:lnTo>
                    <a:lnTo>
                      <a:pt x="283645" y="5628"/>
                    </a:lnTo>
                    <a:lnTo>
                      <a:pt x="283034" y="5364"/>
                    </a:lnTo>
                    <a:lnTo>
                      <a:pt x="249889" y="4805"/>
                    </a:lnTo>
                    <a:cubicBezTo>
                      <a:pt x="249889" y="4805"/>
                      <a:pt x="246822" y="4228"/>
                      <a:pt x="245827" y="4228"/>
                    </a:cubicBezTo>
                    <a:cubicBezTo>
                      <a:pt x="245777" y="4228"/>
                      <a:pt x="245731" y="4230"/>
                      <a:pt x="245692" y="4233"/>
                    </a:cubicBezTo>
                    <a:cubicBezTo>
                      <a:pt x="244889" y="4304"/>
                      <a:pt x="242171" y="4619"/>
                      <a:pt x="242171" y="4619"/>
                    </a:cubicBezTo>
                    <a:lnTo>
                      <a:pt x="233912" y="4233"/>
                    </a:lnTo>
                    <a:cubicBezTo>
                      <a:pt x="233912" y="4233"/>
                      <a:pt x="232138" y="3095"/>
                      <a:pt x="225999" y="2857"/>
                    </a:cubicBezTo>
                    <a:cubicBezTo>
                      <a:pt x="220178" y="2637"/>
                      <a:pt x="216019" y="2632"/>
                      <a:pt x="215613" y="2632"/>
                    </a:cubicBezTo>
                    <a:cubicBezTo>
                      <a:pt x="215592" y="2632"/>
                      <a:pt x="215581" y="2632"/>
                      <a:pt x="215581" y="2632"/>
                    </a:cubicBezTo>
                    <a:lnTo>
                      <a:pt x="202181" y="2053"/>
                    </a:lnTo>
                    <a:cubicBezTo>
                      <a:pt x="202181" y="2053"/>
                      <a:pt x="195990" y="2330"/>
                      <a:pt x="194300" y="2427"/>
                    </a:cubicBezTo>
                    <a:cubicBezTo>
                      <a:pt x="192611" y="2516"/>
                      <a:pt x="187263" y="3005"/>
                      <a:pt x="187263" y="3005"/>
                    </a:cubicBezTo>
                    <a:lnTo>
                      <a:pt x="172828" y="3005"/>
                    </a:lnTo>
                    <a:lnTo>
                      <a:pt x="169434" y="2857"/>
                    </a:lnTo>
                    <a:cubicBezTo>
                      <a:pt x="169434" y="2857"/>
                      <a:pt x="166638" y="2613"/>
                      <a:pt x="165249" y="2472"/>
                    </a:cubicBezTo>
                    <a:cubicBezTo>
                      <a:pt x="163855" y="2330"/>
                      <a:pt x="160358" y="2222"/>
                      <a:pt x="158643" y="2053"/>
                    </a:cubicBezTo>
                    <a:cubicBezTo>
                      <a:pt x="156926" y="1881"/>
                      <a:pt x="152440" y="1418"/>
                      <a:pt x="151933" y="1288"/>
                    </a:cubicBezTo>
                    <a:cubicBezTo>
                      <a:pt x="151766" y="1246"/>
                      <a:pt x="150510" y="1231"/>
                      <a:pt x="148911" y="1231"/>
                    </a:cubicBezTo>
                    <a:cubicBezTo>
                      <a:pt x="145711" y="1231"/>
                      <a:pt x="141135" y="1288"/>
                      <a:pt x="141135" y="1288"/>
                    </a:cubicBezTo>
                    <a:cubicBezTo>
                      <a:pt x="141135" y="1288"/>
                      <a:pt x="136344" y="1"/>
                      <a:pt x="134832" y="1"/>
                    </a:cubicBezTo>
                    <a:close/>
                  </a:path>
                </a:pathLst>
              </a:custGeom>
              <a:solidFill>
                <a:srgbClr val="5E8688"/>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0"/>
              <p:cNvSpPr/>
              <p:nvPr/>
            </p:nvSpPr>
            <p:spPr>
              <a:xfrm>
                <a:off x="3562250" y="2808825"/>
                <a:ext cx="54025" cy="61550"/>
              </a:xfrm>
              <a:custGeom>
                <a:avLst/>
                <a:gdLst/>
                <a:ahLst/>
                <a:cxnLst/>
                <a:rect l="l" t="t" r="r" b="b"/>
                <a:pathLst>
                  <a:path w="2161" h="2462" extrusionOk="0">
                    <a:moveTo>
                      <a:pt x="1036" y="501"/>
                    </a:moveTo>
                    <a:cubicBezTo>
                      <a:pt x="1312" y="637"/>
                      <a:pt x="1556" y="913"/>
                      <a:pt x="1620" y="1195"/>
                    </a:cubicBezTo>
                    <a:cubicBezTo>
                      <a:pt x="1685" y="1440"/>
                      <a:pt x="1614" y="1652"/>
                      <a:pt x="1415" y="1826"/>
                    </a:cubicBezTo>
                    <a:cubicBezTo>
                      <a:pt x="1281" y="1942"/>
                      <a:pt x="1155" y="2001"/>
                      <a:pt x="1040" y="2001"/>
                    </a:cubicBezTo>
                    <a:cubicBezTo>
                      <a:pt x="985" y="2001"/>
                      <a:pt x="932" y="1987"/>
                      <a:pt x="882" y="1960"/>
                    </a:cubicBezTo>
                    <a:cubicBezTo>
                      <a:pt x="638" y="1832"/>
                      <a:pt x="476" y="1408"/>
                      <a:pt x="535" y="1041"/>
                    </a:cubicBezTo>
                    <a:cubicBezTo>
                      <a:pt x="567" y="836"/>
                      <a:pt x="676" y="572"/>
                      <a:pt x="1030" y="501"/>
                    </a:cubicBezTo>
                    <a:close/>
                    <a:moveTo>
                      <a:pt x="930" y="0"/>
                    </a:moveTo>
                    <a:cubicBezTo>
                      <a:pt x="845" y="0"/>
                      <a:pt x="764" y="48"/>
                      <a:pt x="727" y="123"/>
                    </a:cubicBezTo>
                    <a:cubicBezTo>
                      <a:pt x="380" y="263"/>
                      <a:pt x="149" y="566"/>
                      <a:pt x="84" y="978"/>
                    </a:cubicBezTo>
                    <a:cubicBezTo>
                      <a:pt x="1" y="1524"/>
                      <a:pt x="252" y="2141"/>
                      <a:pt x="663" y="2360"/>
                    </a:cubicBezTo>
                    <a:cubicBezTo>
                      <a:pt x="754" y="2411"/>
                      <a:pt x="882" y="2461"/>
                      <a:pt x="1042" y="2461"/>
                    </a:cubicBezTo>
                    <a:cubicBezTo>
                      <a:pt x="1229" y="2461"/>
                      <a:pt x="1460" y="2390"/>
                      <a:pt x="1718" y="2167"/>
                    </a:cubicBezTo>
                    <a:cubicBezTo>
                      <a:pt x="2038" y="1877"/>
                      <a:pt x="2160" y="1497"/>
                      <a:pt x="2065" y="1093"/>
                    </a:cubicBezTo>
                    <a:cubicBezTo>
                      <a:pt x="1941" y="586"/>
                      <a:pt x="1486" y="135"/>
                      <a:pt x="985" y="7"/>
                    </a:cubicBezTo>
                    <a:cubicBezTo>
                      <a:pt x="967" y="3"/>
                      <a:pt x="948" y="0"/>
                      <a:pt x="930"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20"/>
              <p:cNvSpPr/>
              <p:nvPr/>
            </p:nvSpPr>
            <p:spPr>
              <a:xfrm>
                <a:off x="3574125" y="2821325"/>
                <a:ext cx="30275" cy="37525"/>
              </a:xfrm>
              <a:custGeom>
                <a:avLst/>
                <a:gdLst/>
                <a:ahLst/>
                <a:cxnLst/>
                <a:rect l="l" t="t" r="r" b="b"/>
                <a:pathLst>
                  <a:path w="1211" h="1501" extrusionOk="0">
                    <a:moveTo>
                      <a:pt x="555" y="1"/>
                    </a:moveTo>
                    <a:cubicBezTo>
                      <a:pt x="201" y="72"/>
                      <a:pt x="92" y="336"/>
                      <a:pt x="60" y="541"/>
                    </a:cubicBezTo>
                    <a:cubicBezTo>
                      <a:pt x="1" y="908"/>
                      <a:pt x="163" y="1332"/>
                      <a:pt x="407" y="1460"/>
                    </a:cubicBezTo>
                    <a:cubicBezTo>
                      <a:pt x="457" y="1487"/>
                      <a:pt x="510" y="1501"/>
                      <a:pt x="565" y="1501"/>
                    </a:cubicBezTo>
                    <a:cubicBezTo>
                      <a:pt x="680" y="1501"/>
                      <a:pt x="806" y="1442"/>
                      <a:pt x="940" y="1326"/>
                    </a:cubicBezTo>
                    <a:cubicBezTo>
                      <a:pt x="1139" y="1152"/>
                      <a:pt x="1210" y="940"/>
                      <a:pt x="1145" y="695"/>
                    </a:cubicBezTo>
                    <a:cubicBezTo>
                      <a:pt x="1081" y="413"/>
                      <a:pt x="837" y="137"/>
                      <a:pt x="561"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20"/>
              <p:cNvSpPr/>
              <p:nvPr/>
            </p:nvSpPr>
            <p:spPr>
              <a:xfrm>
                <a:off x="1423625" y="2714000"/>
                <a:ext cx="71675" cy="63200"/>
              </a:xfrm>
              <a:custGeom>
                <a:avLst/>
                <a:gdLst/>
                <a:ahLst/>
                <a:cxnLst/>
                <a:rect l="l" t="t" r="r" b="b"/>
                <a:pathLst>
                  <a:path w="2867" h="2528" extrusionOk="0">
                    <a:moveTo>
                      <a:pt x="1313" y="456"/>
                    </a:moveTo>
                    <a:cubicBezTo>
                      <a:pt x="1469" y="456"/>
                      <a:pt x="1626" y="505"/>
                      <a:pt x="1754" y="573"/>
                    </a:cubicBezTo>
                    <a:cubicBezTo>
                      <a:pt x="2083" y="754"/>
                      <a:pt x="2347" y="1126"/>
                      <a:pt x="2198" y="1544"/>
                    </a:cubicBezTo>
                    <a:cubicBezTo>
                      <a:pt x="2073" y="1889"/>
                      <a:pt x="1849" y="2075"/>
                      <a:pt x="1546" y="2075"/>
                    </a:cubicBezTo>
                    <a:cubicBezTo>
                      <a:pt x="1522" y="2075"/>
                      <a:pt x="1497" y="2074"/>
                      <a:pt x="1472" y="2071"/>
                    </a:cubicBezTo>
                    <a:cubicBezTo>
                      <a:pt x="1028" y="2033"/>
                      <a:pt x="559" y="1647"/>
                      <a:pt x="488" y="1255"/>
                    </a:cubicBezTo>
                    <a:cubicBezTo>
                      <a:pt x="457" y="1055"/>
                      <a:pt x="534" y="894"/>
                      <a:pt x="662" y="772"/>
                    </a:cubicBezTo>
                    <a:cubicBezTo>
                      <a:pt x="727" y="772"/>
                      <a:pt x="790" y="740"/>
                      <a:pt x="835" y="683"/>
                    </a:cubicBezTo>
                    <a:cubicBezTo>
                      <a:pt x="873" y="630"/>
                      <a:pt x="926" y="586"/>
                      <a:pt x="971" y="553"/>
                    </a:cubicBezTo>
                    <a:cubicBezTo>
                      <a:pt x="989" y="547"/>
                      <a:pt x="1015" y="535"/>
                      <a:pt x="1035" y="529"/>
                    </a:cubicBezTo>
                    <a:cubicBezTo>
                      <a:pt x="1054" y="515"/>
                      <a:pt x="1066" y="509"/>
                      <a:pt x="1080" y="496"/>
                    </a:cubicBezTo>
                    <a:cubicBezTo>
                      <a:pt x="1155" y="468"/>
                      <a:pt x="1234" y="456"/>
                      <a:pt x="1313" y="456"/>
                    </a:cubicBezTo>
                    <a:close/>
                    <a:moveTo>
                      <a:pt x="1316" y="0"/>
                    </a:moveTo>
                    <a:cubicBezTo>
                      <a:pt x="1109" y="0"/>
                      <a:pt x="913" y="54"/>
                      <a:pt x="745" y="161"/>
                    </a:cubicBezTo>
                    <a:cubicBezTo>
                      <a:pt x="0" y="547"/>
                      <a:pt x="7" y="1101"/>
                      <a:pt x="45" y="1332"/>
                    </a:cubicBezTo>
                    <a:cubicBezTo>
                      <a:pt x="148" y="1923"/>
                      <a:pt x="784" y="2469"/>
                      <a:pt x="1433" y="2528"/>
                    </a:cubicBezTo>
                    <a:lnTo>
                      <a:pt x="1543" y="2528"/>
                    </a:lnTo>
                    <a:cubicBezTo>
                      <a:pt x="2044" y="2528"/>
                      <a:pt x="2436" y="2232"/>
                      <a:pt x="2623" y="1698"/>
                    </a:cubicBezTo>
                    <a:cubicBezTo>
                      <a:pt x="2866" y="1030"/>
                      <a:pt x="2455" y="445"/>
                      <a:pt x="1973" y="175"/>
                    </a:cubicBezTo>
                    <a:cubicBezTo>
                      <a:pt x="1755" y="58"/>
                      <a:pt x="1529" y="0"/>
                      <a:pt x="1316"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0"/>
              <p:cNvSpPr/>
              <p:nvPr/>
            </p:nvSpPr>
            <p:spPr>
              <a:xfrm>
                <a:off x="1435025" y="2725400"/>
                <a:ext cx="47275" cy="40475"/>
              </a:xfrm>
              <a:custGeom>
                <a:avLst/>
                <a:gdLst/>
                <a:ahLst/>
                <a:cxnLst/>
                <a:rect l="l" t="t" r="r" b="b"/>
                <a:pathLst>
                  <a:path w="1891" h="1619" extrusionOk="0">
                    <a:moveTo>
                      <a:pt x="857" y="0"/>
                    </a:moveTo>
                    <a:cubicBezTo>
                      <a:pt x="778" y="0"/>
                      <a:pt x="699" y="12"/>
                      <a:pt x="624" y="40"/>
                    </a:cubicBezTo>
                    <a:cubicBezTo>
                      <a:pt x="610" y="53"/>
                      <a:pt x="598" y="59"/>
                      <a:pt x="579" y="73"/>
                    </a:cubicBezTo>
                    <a:cubicBezTo>
                      <a:pt x="559" y="79"/>
                      <a:pt x="533" y="91"/>
                      <a:pt x="515" y="97"/>
                    </a:cubicBezTo>
                    <a:cubicBezTo>
                      <a:pt x="470" y="130"/>
                      <a:pt x="417" y="174"/>
                      <a:pt x="379" y="227"/>
                    </a:cubicBezTo>
                    <a:cubicBezTo>
                      <a:pt x="334" y="284"/>
                      <a:pt x="271" y="316"/>
                      <a:pt x="206" y="316"/>
                    </a:cubicBezTo>
                    <a:cubicBezTo>
                      <a:pt x="78" y="438"/>
                      <a:pt x="1" y="599"/>
                      <a:pt x="32" y="799"/>
                    </a:cubicBezTo>
                    <a:cubicBezTo>
                      <a:pt x="103" y="1191"/>
                      <a:pt x="572" y="1577"/>
                      <a:pt x="1016" y="1615"/>
                    </a:cubicBezTo>
                    <a:cubicBezTo>
                      <a:pt x="1041" y="1618"/>
                      <a:pt x="1066" y="1619"/>
                      <a:pt x="1090" y="1619"/>
                    </a:cubicBezTo>
                    <a:cubicBezTo>
                      <a:pt x="1393" y="1619"/>
                      <a:pt x="1617" y="1433"/>
                      <a:pt x="1742" y="1088"/>
                    </a:cubicBezTo>
                    <a:cubicBezTo>
                      <a:pt x="1891" y="670"/>
                      <a:pt x="1627" y="298"/>
                      <a:pt x="1298" y="117"/>
                    </a:cubicBezTo>
                    <a:cubicBezTo>
                      <a:pt x="1170" y="49"/>
                      <a:pt x="1013" y="0"/>
                      <a:pt x="857"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20"/>
              <p:cNvSpPr/>
              <p:nvPr/>
            </p:nvSpPr>
            <p:spPr>
              <a:xfrm>
                <a:off x="955225" y="2876425"/>
                <a:ext cx="60775" cy="53725"/>
              </a:xfrm>
              <a:custGeom>
                <a:avLst/>
                <a:gdLst/>
                <a:ahLst/>
                <a:cxnLst/>
                <a:rect l="l" t="t" r="r" b="b"/>
                <a:pathLst>
                  <a:path w="2431" h="2149" extrusionOk="0">
                    <a:moveTo>
                      <a:pt x="1117" y="389"/>
                    </a:moveTo>
                    <a:cubicBezTo>
                      <a:pt x="1249" y="389"/>
                      <a:pt x="1379" y="431"/>
                      <a:pt x="1485" y="490"/>
                    </a:cubicBezTo>
                    <a:cubicBezTo>
                      <a:pt x="1762" y="644"/>
                      <a:pt x="1994" y="953"/>
                      <a:pt x="1864" y="1306"/>
                    </a:cubicBezTo>
                    <a:cubicBezTo>
                      <a:pt x="1757" y="1605"/>
                      <a:pt x="1567" y="1759"/>
                      <a:pt x="1309" y="1759"/>
                    </a:cubicBezTo>
                    <a:cubicBezTo>
                      <a:pt x="1289" y="1759"/>
                      <a:pt x="1268" y="1758"/>
                      <a:pt x="1247" y="1757"/>
                    </a:cubicBezTo>
                    <a:cubicBezTo>
                      <a:pt x="868" y="1724"/>
                      <a:pt x="470" y="1397"/>
                      <a:pt x="419" y="1062"/>
                    </a:cubicBezTo>
                    <a:cubicBezTo>
                      <a:pt x="386" y="896"/>
                      <a:pt x="451" y="760"/>
                      <a:pt x="559" y="658"/>
                    </a:cubicBezTo>
                    <a:cubicBezTo>
                      <a:pt x="618" y="658"/>
                      <a:pt x="675" y="626"/>
                      <a:pt x="707" y="581"/>
                    </a:cubicBezTo>
                    <a:cubicBezTo>
                      <a:pt x="746" y="535"/>
                      <a:pt x="784" y="496"/>
                      <a:pt x="823" y="472"/>
                    </a:cubicBezTo>
                    <a:cubicBezTo>
                      <a:pt x="843" y="465"/>
                      <a:pt x="855" y="452"/>
                      <a:pt x="875" y="445"/>
                    </a:cubicBezTo>
                    <a:cubicBezTo>
                      <a:pt x="894" y="439"/>
                      <a:pt x="906" y="433"/>
                      <a:pt x="914" y="427"/>
                    </a:cubicBezTo>
                    <a:cubicBezTo>
                      <a:pt x="980" y="401"/>
                      <a:pt x="1049" y="389"/>
                      <a:pt x="1117" y="389"/>
                    </a:cubicBezTo>
                    <a:close/>
                    <a:moveTo>
                      <a:pt x="1118" y="1"/>
                    </a:moveTo>
                    <a:cubicBezTo>
                      <a:pt x="941" y="1"/>
                      <a:pt x="774" y="47"/>
                      <a:pt x="630" y="137"/>
                    </a:cubicBezTo>
                    <a:cubicBezTo>
                      <a:pt x="1" y="465"/>
                      <a:pt x="1" y="934"/>
                      <a:pt x="39" y="1127"/>
                    </a:cubicBezTo>
                    <a:cubicBezTo>
                      <a:pt x="123" y="1629"/>
                      <a:pt x="663" y="2097"/>
                      <a:pt x="1215" y="2142"/>
                    </a:cubicBezTo>
                    <a:cubicBezTo>
                      <a:pt x="1247" y="2142"/>
                      <a:pt x="1280" y="2148"/>
                      <a:pt x="1312" y="2148"/>
                    </a:cubicBezTo>
                    <a:cubicBezTo>
                      <a:pt x="1730" y="2148"/>
                      <a:pt x="2063" y="1892"/>
                      <a:pt x="2225" y="1442"/>
                    </a:cubicBezTo>
                    <a:cubicBezTo>
                      <a:pt x="2430" y="876"/>
                      <a:pt x="2077" y="374"/>
                      <a:pt x="1671" y="149"/>
                    </a:cubicBezTo>
                    <a:cubicBezTo>
                      <a:pt x="1487" y="49"/>
                      <a:pt x="1298" y="1"/>
                      <a:pt x="1118"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20"/>
              <p:cNvSpPr/>
              <p:nvPr/>
            </p:nvSpPr>
            <p:spPr>
              <a:xfrm>
                <a:off x="964875" y="2886150"/>
                <a:ext cx="40200" cy="34275"/>
              </a:xfrm>
              <a:custGeom>
                <a:avLst/>
                <a:gdLst/>
                <a:ahLst/>
                <a:cxnLst/>
                <a:rect l="l" t="t" r="r" b="b"/>
                <a:pathLst>
                  <a:path w="1608" h="1371" extrusionOk="0">
                    <a:moveTo>
                      <a:pt x="731" y="0"/>
                    </a:moveTo>
                    <a:cubicBezTo>
                      <a:pt x="663" y="0"/>
                      <a:pt x="594" y="12"/>
                      <a:pt x="528" y="38"/>
                    </a:cubicBezTo>
                    <a:cubicBezTo>
                      <a:pt x="520" y="44"/>
                      <a:pt x="508" y="50"/>
                      <a:pt x="489" y="56"/>
                    </a:cubicBezTo>
                    <a:cubicBezTo>
                      <a:pt x="469" y="63"/>
                      <a:pt x="457" y="76"/>
                      <a:pt x="437" y="83"/>
                    </a:cubicBezTo>
                    <a:cubicBezTo>
                      <a:pt x="398" y="107"/>
                      <a:pt x="360" y="146"/>
                      <a:pt x="321" y="192"/>
                    </a:cubicBezTo>
                    <a:cubicBezTo>
                      <a:pt x="289" y="237"/>
                      <a:pt x="232" y="269"/>
                      <a:pt x="173" y="269"/>
                    </a:cubicBezTo>
                    <a:cubicBezTo>
                      <a:pt x="65" y="371"/>
                      <a:pt x="0" y="507"/>
                      <a:pt x="33" y="673"/>
                    </a:cubicBezTo>
                    <a:cubicBezTo>
                      <a:pt x="84" y="1008"/>
                      <a:pt x="482" y="1335"/>
                      <a:pt x="861" y="1368"/>
                    </a:cubicBezTo>
                    <a:cubicBezTo>
                      <a:pt x="882" y="1369"/>
                      <a:pt x="903" y="1370"/>
                      <a:pt x="923" y="1370"/>
                    </a:cubicBezTo>
                    <a:cubicBezTo>
                      <a:pt x="1181" y="1370"/>
                      <a:pt x="1371" y="1216"/>
                      <a:pt x="1478" y="917"/>
                    </a:cubicBezTo>
                    <a:cubicBezTo>
                      <a:pt x="1608" y="564"/>
                      <a:pt x="1376" y="255"/>
                      <a:pt x="1099" y="101"/>
                    </a:cubicBezTo>
                    <a:cubicBezTo>
                      <a:pt x="993" y="42"/>
                      <a:pt x="863" y="0"/>
                      <a:pt x="731"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20"/>
              <p:cNvSpPr/>
              <p:nvPr/>
            </p:nvSpPr>
            <p:spPr>
              <a:xfrm>
                <a:off x="6766850" y="2754775"/>
                <a:ext cx="58025" cy="46850"/>
              </a:xfrm>
              <a:custGeom>
                <a:avLst/>
                <a:gdLst/>
                <a:ahLst/>
                <a:cxnLst/>
                <a:rect l="l" t="t" r="r" b="b"/>
                <a:pathLst>
                  <a:path w="2321" h="1874" extrusionOk="0">
                    <a:moveTo>
                      <a:pt x="1106" y="451"/>
                    </a:moveTo>
                    <a:cubicBezTo>
                      <a:pt x="1327" y="451"/>
                      <a:pt x="1561" y="529"/>
                      <a:pt x="1698" y="671"/>
                    </a:cubicBezTo>
                    <a:cubicBezTo>
                      <a:pt x="1748" y="722"/>
                      <a:pt x="1903" y="883"/>
                      <a:pt x="1665" y="1197"/>
                    </a:cubicBezTo>
                    <a:cubicBezTo>
                      <a:pt x="1556" y="1347"/>
                      <a:pt x="1420" y="1421"/>
                      <a:pt x="1263" y="1421"/>
                    </a:cubicBezTo>
                    <a:cubicBezTo>
                      <a:pt x="1190" y="1421"/>
                      <a:pt x="1111" y="1405"/>
                      <a:pt x="1030" y="1372"/>
                    </a:cubicBezTo>
                    <a:cubicBezTo>
                      <a:pt x="707" y="1236"/>
                      <a:pt x="484" y="909"/>
                      <a:pt x="508" y="729"/>
                    </a:cubicBezTo>
                    <a:cubicBezTo>
                      <a:pt x="514" y="665"/>
                      <a:pt x="561" y="627"/>
                      <a:pt x="624" y="594"/>
                    </a:cubicBezTo>
                    <a:cubicBezTo>
                      <a:pt x="650" y="588"/>
                      <a:pt x="676" y="580"/>
                      <a:pt x="701" y="568"/>
                    </a:cubicBezTo>
                    <a:cubicBezTo>
                      <a:pt x="746" y="550"/>
                      <a:pt x="798" y="542"/>
                      <a:pt x="843" y="536"/>
                    </a:cubicBezTo>
                    <a:cubicBezTo>
                      <a:pt x="900" y="530"/>
                      <a:pt x="953" y="503"/>
                      <a:pt x="991" y="459"/>
                    </a:cubicBezTo>
                    <a:cubicBezTo>
                      <a:pt x="1029" y="454"/>
                      <a:pt x="1067" y="451"/>
                      <a:pt x="1106" y="451"/>
                    </a:cubicBezTo>
                    <a:close/>
                    <a:moveTo>
                      <a:pt x="1106" y="1"/>
                    </a:moveTo>
                    <a:cubicBezTo>
                      <a:pt x="890" y="1"/>
                      <a:pt x="679" y="51"/>
                      <a:pt x="508" y="156"/>
                    </a:cubicBezTo>
                    <a:cubicBezTo>
                      <a:pt x="155" y="286"/>
                      <a:pt x="78" y="542"/>
                      <a:pt x="59" y="665"/>
                    </a:cubicBezTo>
                    <a:cubicBezTo>
                      <a:pt x="1" y="1082"/>
                      <a:pt x="360" y="1583"/>
                      <a:pt x="855" y="1790"/>
                    </a:cubicBezTo>
                    <a:cubicBezTo>
                      <a:pt x="997" y="1847"/>
                      <a:pt x="1131" y="1873"/>
                      <a:pt x="1267" y="1873"/>
                    </a:cubicBezTo>
                    <a:cubicBezTo>
                      <a:pt x="1563" y="1873"/>
                      <a:pt x="1833" y="1737"/>
                      <a:pt x="2032" y="1467"/>
                    </a:cubicBezTo>
                    <a:cubicBezTo>
                      <a:pt x="2321" y="1082"/>
                      <a:pt x="2321" y="665"/>
                      <a:pt x="2018" y="357"/>
                    </a:cubicBezTo>
                    <a:cubicBezTo>
                      <a:pt x="1795" y="125"/>
                      <a:pt x="1445" y="1"/>
                      <a:pt x="110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0"/>
              <p:cNvSpPr/>
              <p:nvPr/>
            </p:nvSpPr>
            <p:spPr>
              <a:xfrm>
                <a:off x="6778925" y="2766050"/>
                <a:ext cx="35500" cy="24275"/>
              </a:xfrm>
              <a:custGeom>
                <a:avLst/>
                <a:gdLst/>
                <a:ahLst/>
                <a:cxnLst/>
                <a:rect l="l" t="t" r="r" b="b"/>
                <a:pathLst>
                  <a:path w="1420" h="971" extrusionOk="0">
                    <a:moveTo>
                      <a:pt x="623" y="0"/>
                    </a:moveTo>
                    <a:cubicBezTo>
                      <a:pt x="584" y="0"/>
                      <a:pt x="546" y="3"/>
                      <a:pt x="508" y="8"/>
                    </a:cubicBezTo>
                    <a:cubicBezTo>
                      <a:pt x="470" y="52"/>
                      <a:pt x="417" y="79"/>
                      <a:pt x="360" y="85"/>
                    </a:cubicBezTo>
                    <a:cubicBezTo>
                      <a:pt x="315" y="91"/>
                      <a:pt x="263" y="99"/>
                      <a:pt x="218" y="117"/>
                    </a:cubicBezTo>
                    <a:cubicBezTo>
                      <a:pt x="193" y="129"/>
                      <a:pt x="167" y="137"/>
                      <a:pt x="141" y="143"/>
                    </a:cubicBezTo>
                    <a:cubicBezTo>
                      <a:pt x="78" y="176"/>
                      <a:pt x="31" y="214"/>
                      <a:pt x="25" y="278"/>
                    </a:cubicBezTo>
                    <a:cubicBezTo>
                      <a:pt x="1" y="458"/>
                      <a:pt x="224" y="785"/>
                      <a:pt x="547" y="921"/>
                    </a:cubicBezTo>
                    <a:cubicBezTo>
                      <a:pt x="628" y="954"/>
                      <a:pt x="707" y="970"/>
                      <a:pt x="780" y="970"/>
                    </a:cubicBezTo>
                    <a:cubicBezTo>
                      <a:pt x="937" y="970"/>
                      <a:pt x="1073" y="896"/>
                      <a:pt x="1182" y="746"/>
                    </a:cubicBezTo>
                    <a:cubicBezTo>
                      <a:pt x="1420" y="432"/>
                      <a:pt x="1265" y="271"/>
                      <a:pt x="1215" y="220"/>
                    </a:cubicBezTo>
                    <a:cubicBezTo>
                      <a:pt x="1078" y="78"/>
                      <a:pt x="844" y="0"/>
                      <a:pt x="623"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0"/>
              <p:cNvSpPr/>
              <p:nvPr/>
            </p:nvSpPr>
            <p:spPr>
              <a:xfrm>
                <a:off x="482175" y="2771375"/>
                <a:ext cx="53050" cy="47900"/>
              </a:xfrm>
              <a:custGeom>
                <a:avLst/>
                <a:gdLst/>
                <a:ahLst/>
                <a:cxnLst/>
                <a:rect l="l" t="t" r="r" b="b"/>
                <a:pathLst>
                  <a:path w="2122" h="1916" extrusionOk="0">
                    <a:moveTo>
                      <a:pt x="1130" y="567"/>
                    </a:moveTo>
                    <a:cubicBezTo>
                      <a:pt x="1283" y="567"/>
                      <a:pt x="1412" y="649"/>
                      <a:pt x="1492" y="759"/>
                    </a:cubicBezTo>
                    <a:cubicBezTo>
                      <a:pt x="1596" y="907"/>
                      <a:pt x="1626" y="1138"/>
                      <a:pt x="1389" y="1337"/>
                    </a:cubicBezTo>
                    <a:cubicBezTo>
                      <a:pt x="1277" y="1430"/>
                      <a:pt x="1168" y="1463"/>
                      <a:pt x="1070" y="1463"/>
                    </a:cubicBezTo>
                    <a:cubicBezTo>
                      <a:pt x="977" y="1463"/>
                      <a:pt x="893" y="1433"/>
                      <a:pt x="824" y="1396"/>
                    </a:cubicBezTo>
                    <a:cubicBezTo>
                      <a:pt x="611" y="1274"/>
                      <a:pt x="470" y="1035"/>
                      <a:pt x="496" y="830"/>
                    </a:cubicBezTo>
                    <a:cubicBezTo>
                      <a:pt x="508" y="746"/>
                      <a:pt x="554" y="675"/>
                      <a:pt x="611" y="625"/>
                    </a:cubicBezTo>
                    <a:cubicBezTo>
                      <a:pt x="652" y="657"/>
                      <a:pt x="705" y="676"/>
                      <a:pt x="759" y="676"/>
                    </a:cubicBezTo>
                    <a:cubicBezTo>
                      <a:pt x="799" y="676"/>
                      <a:pt x="840" y="665"/>
                      <a:pt x="875" y="643"/>
                    </a:cubicBezTo>
                    <a:cubicBezTo>
                      <a:pt x="964" y="590"/>
                      <a:pt x="1050" y="567"/>
                      <a:pt x="1130" y="567"/>
                    </a:cubicBezTo>
                    <a:close/>
                    <a:moveTo>
                      <a:pt x="935" y="0"/>
                    </a:moveTo>
                    <a:cubicBezTo>
                      <a:pt x="915" y="0"/>
                      <a:pt x="895" y="2"/>
                      <a:pt x="875" y="7"/>
                    </a:cubicBezTo>
                    <a:cubicBezTo>
                      <a:pt x="226" y="162"/>
                      <a:pt x="78" y="554"/>
                      <a:pt x="53" y="773"/>
                    </a:cubicBezTo>
                    <a:cubicBezTo>
                      <a:pt x="1" y="1158"/>
                      <a:pt x="226" y="1582"/>
                      <a:pt x="605" y="1788"/>
                    </a:cubicBezTo>
                    <a:cubicBezTo>
                      <a:pt x="760" y="1871"/>
                      <a:pt x="914" y="1916"/>
                      <a:pt x="1068" y="1916"/>
                    </a:cubicBezTo>
                    <a:cubicBezTo>
                      <a:pt x="1287" y="1916"/>
                      <a:pt x="1498" y="1838"/>
                      <a:pt x="1679" y="1684"/>
                    </a:cubicBezTo>
                    <a:cubicBezTo>
                      <a:pt x="2122" y="1319"/>
                      <a:pt x="2083" y="811"/>
                      <a:pt x="1858" y="495"/>
                    </a:cubicBezTo>
                    <a:cubicBezTo>
                      <a:pt x="1697" y="271"/>
                      <a:pt x="1427" y="117"/>
                      <a:pt x="1125" y="109"/>
                    </a:cubicBezTo>
                    <a:cubicBezTo>
                      <a:pt x="1089" y="42"/>
                      <a:pt x="1016" y="0"/>
                      <a:pt x="935"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20"/>
              <p:cNvSpPr/>
              <p:nvPr/>
            </p:nvSpPr>
            <p:spPr>
              <a:xfrm>
                <a:off x="493900" y="2785550"/>
                <a:ext cx="28950" cy="22425"/>
              </a:xfrm>
              <a:custGeom>
                <a:avLst/>
                <a:gdLst/>
                <a:ahLst/>
                <a:cxnLst/>
                <a:rect l="l" t="t" r="r" b="b"/>
                <a:pathLst>
                  <a:path w="1158" h="897" extrusionOk="0">
                    <a:moveTo>
                      <a:pt x="661" y="0"/>
                    </a:moveTo>
                    <a:cubicBezTo>
                      <a:pt x="581" y="0"/>
                      <a:pt x="495" y="23"/>
                      <a:pt x="406" y="76"/>
                    </a:cubicBezTo>
                    <a:cubicBezTo>
                      <a:pt x="371" y="98"/>
                      <a:pt x="330" y="109"/>
                      <a:pt x="290" y="109"/>
                    </a:cubicBezTo>
                    <a:cubicBezTo>
                      <a:pt x="236" y="109"/>
                      <a:pt x="183" y="90"/>
                      <a:pt x="142" y="58"/>
                    </a:cubicBezTo>
                    <a:cubicBezTo>
                      <a:pt x="85" y="108"/>
                      <a:pt x="39" y="179"/>
                      <a:pt x="27" y="263"/>
                    </a:cubicBezTo>
                    <a:cubicBezTo>
                      <a:pt x="1" y="468"/>
                      <a:pt x="142" y="707"/>
                      <a:pt x="355" y="829"/>
                    </a:cubicBezTo>
                    <a:cubicBezTo>
                      <a:pt x="424" y="866"/>
                      <a:pt x="508" y="896"/>
                      <a:pt x="601" y="896"/>
                    </a:cubicBezTo>
                    <a:cubicBezTo>
                      <a:pt x="699" y="896"/>
                      <a:pt x="808" y="863"/>
                      <a:pt x="920" y="770"/>
                    </a:cubicBezTo>
                    <a:cubicBezTo>
                      <a:pt x="1157" y="571"/>
                      <a:pt x="1127" y="340"/>
                      <a:pt x="1023" y="192"/>
                    </a:cubicBezTo>
                    <a:cubicBezTo>
                      <a:pt x="943" y="82"/>
                      <a:pt x="814" y="0"/>
                      <a:pt x="661"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20"/>
              <p:cNvSpPr/>
              <p:nvPr/>
            </p:nvSpPr>
            <p:spPr>
              <a:xfrm>
                <a:off x="6319050" y="2710125"/>
                <a:ext cx="71525" cy="63375"/>
              </a:xfrm>
              <a:custGeom>
                <a:avLst/>
                <a:gdLst/>
                <a:ahLst/>
                <a:cxnLst/>
                <a:rect l="l" t="t" r="r" b="b"/>
                <a:pathLst>
                  <a:path w="2861" h="2535" extrusionOk="0">
                    <a:moveTo>
                      <a:pt x="1308" y="457"/>
                    </a:moveTo>
                    <a:cubicBezTo>
                      <a:pt x="1463" y="457"/>
                      <a:pt x="1620" y="505"/>
                      <a:pt x="1749" y="574"/>
                    </a:cubicBezTo>
                    <a:cubicBezTo>
                      <a:pt x="2076" y="761"/>
                      <a:pt x="2346" y="1126"/>
                      <a:pt x="2199" y="1544"/>
                    </a:cubicBezTo>
                    <a:cubicBezTo>
                      <a:pt x="2074" y="1895"/>
                      <a:pt x="1851" y="2076"/>
                      <a:pt x="1549" y="2076"/>
                    </a:cubicBezTo>
                    <a:cubicBezTo>
                      <a:pt x="1524" y="2076"/>
                      <a:pt x="1499" y="2074"/>
                      <a:pt x="1473" y="2072"/>
                    </a:cubicBezTo>
                    <a:cubicBezTo>
                      <a:pt x="1022" y="2033"/>
                      <a:pt x="553" y="1648"/>
                      <a:pt x="488" y="1256"/>
                    </a:cubicBezTo>
                    <a:cubicBezTo>
                      <a:pt x="456" y="1055"/>
                      <a:pt x="533" y="895"/>
                      <a:pt x="657" y="773"/>
                    </a:cubicBezTo>
                    <a:cubicBezTo>
                      <a:pt x="726" y="773"/>
                      <a:pt x="791" y="741"/>
                      <a:pt x="835" y="684"/>
                    </a:cubicBezTo>
                    <a:cubicBezTo>
                      <a:pt x="874" y="631"/>
                      <a:pt x="919" y="586"/>
                      <a:pt x="971" y="562"/>
                    </a:cubicBezTo>
                    <a:cubicBezTo>
                      <a:pt x="990" y="548"/>
                      <a:pt x="1010" y="536"/>
                      <a:pt x="1034" y="529"/>
                    </a:cubicBezTo>
                    <a:cubicBezTo>
                      <a:pt x="1048" y="523"/>
                      <a:pt x="1067" y="509"/>
                      <a:pt x="1081" y="497"/>
                    </a:cubicBezTo>
                    <a:cubicBezTo>
                      <a:pt x="1153" y="469"/>
                      <a:pt x="1231" y="457"/>
                      <a:pt x="1308" y="457"/>
                    </a:cubicBezTo>
                    <a:close/>
                    <a:moveTo>
                      <a:pt x="1316" y="1"/>
                    </a:moveTo>
                    <a:cubicBezTo>
                      <a:pt x="1110" y="1"/>
                      <a:pt x="914" y="55"/>
                      <a:pt x="746" y="162"/>
                    </a:cubicBezTo>
                    <a:cubicBezTo>
                      <a:pt x="1" y="548"/>
                      <a:pt x="1" y="1102"/>
                      <a:pt x="46" y="1333"/>
                    </a:cubicBezTo>
                    <a:cubicBezTo>
                      <a:pt x="141" y="1924"/>
                      <a:pt x="778" y="2470"/>
                      <a:pt x="1434" y="2528"/>
                    </a:cubicBezTo>
                    <a:cubicBezTo>
                      <a:pt x="1466" y="2528"/>
                      <a:pt x="1505" y="2535"/>
                      <a:pt x="1543" y="2535"/>
                    </a:cubicBezTo>
                    <a:cubicBezTo>
                      <a:pt x="2037" y="2535"/>
                      <a:pt x="2430" y="2232"/>
                      <a:pt x="2623" y="1699"/>
                    </a:cubicBezTo>
                    <a:cubicBezTo>
                      <a:pt x="2861" y="1031"/>
                      <a:pt x="2449" y="446"/>
                      <a:pt x="1968" y="176"/>
                    </a:cubicBezTo>
                    <a:cubicBezTo>
                      <a:pt x="1752" y="59"/>
                      <a:pt x="1529" y="1"/>
                      <a:pt x="131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0"/>
              <p:cNvSpPr/>
              <p:nvPr/>
            </p:nvSpPr>
            <p:spPr>
              <a:xfrm>
                <a:off x="6330450" y="2721525"/>
                <a:ext cx="47250" cy="40500"/>
              </a:xfrm>
              <a:custGeom>
                <a:avLst/>
                <a:gdLst/>
                <a:ahLst/>
                <a:cxnLst/>
                <a:rect l="l" t="t" r="r" b="b"/>
                <a:pathLst>
                  <a:path w="1890" h="1620" extrusionOk="0">
                    <a:moveTo>
                      <a:pt x="852" y="1"/>
                    </a:moveTo>
                    <a:cubicBezTo>
                      <a:pt x="775" y="1"/>
                      <a:pt x="697" y="13"/>
                      <a:pt x="625" y="41"/>
                    </a:cubicBezTo>
                    <a:cubicBezTo>
                      <a:pt x="611" y="53"/>
                      <a:pt x="592" y="67"/>
                      <a:pt x="578" y="73"/>
                    </a:cubicBezTo>
                    <a:cubicBezTo>
                      <a:pt x="554" y="80"/>
                      <a:pt x="534" y="92"/>
                      <a:pt x="515" y="106"/>
                    </a:cubicBezTo>
                    <a:cubicBezTo>
                      <a:pt x="463" y="130"/>
                      <a:pt x="418" y="175"/>
                      <a:pt x="379" y="228"/>
                    </a:cubicBezTo>
                    <a:cubicBezTo>
                      <a:pt x="335" y="285"/>
                      <a:pt x="270" y="317"/>
                      <a:pt x="201" y="317"/>
                    </a:cubicBezTo>
                    <a:cubicBezTo>
                      <a:pt x="77" y="439"/>
                      <a:pt x="0" y="599"/>
                      <a:pt x="32" y="800"/>
                    </a:cubicBezTo>
                    <a:cubicBezTo>
                      <a:pt x="97" y="1192"/>
                      <a:pt x="566" y="1577"/>
                      <a:pt x="1017" y="1616"/>
                    </a:cubicBezTo>
                    <a:cubicBezTo>
                      <a:pt x="1043" y="1618"/>
                      <a:pt x="1068" y="1620"/>
                      <a:pt x="1093" y="1620"/>
                    </a:cubicBezTo>
                    <a:cubicBezTo>
                      <a:pt x="1395" y="1620"/>
                      <a:pt x="1618" y="1439"/>
                      <a:pt x="1743" y="1088"/>
                    </a:cubicBezTo>
                    <a:cubicBezTo>
                      <a:pt x="1890" y="670"/>
                      <a:pt x="1620" y="305"/>
                      <a:pt x="1293" y="118"/>
                    </a:cubicBezTo>
                    <a:cubicBezTo>
                      <a:pt x="1164" y="49"/>
                      <a:pt x="1007" y="1"/>
                      <a:pt x="852"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0"/>
              <p:cNvSpPr/>
              <p:nvPr/>
            </p:nvSpPr>
            <p:spPr>
              <a:xfrm>
                <a:off x="5725350" y="2780575"/>
                <a:ext cx="60750" cy="53675"/>
              </a:xfrm>
              <a:custGeom>
                <a:avLst/>
                <a:gdLst/>
                <a:ahLst/>
                <a:cxnLst/>
                <a:rect l="l" t="t" r="r" b="b"/>
                <a:pathLst>
                  <a:path w="2430" h="2147" extrusionOk="0">
                    <a:moveTo>
                      <a:pt x="1117" y="385"/>
                    </a:moveTo>
                    <a:cubicBezTo>
                      <a:pt x="1248" y="385"/>
                      <a:pt x="1381" y="428"/>
                      <a:pt x="1490" y="488"/>
                    </a:cubicBezTo>
                    <a:cubicBezTo>
                      <a:pt x="1768" y="642"/>
                      <a:pt x="1992" y="951"/>
                      <a:pt x="1870" y="1310"/>
                    </a:cubicBezTo>
                    <a:cubicBezTo>
                      <a:pt x="1760" y="1608"/>
                      <a:pt x="1560" y="1762"/>
                      <a:pt x="1298" y="1762"/>
                    </a:cubicBezTo>
                    <a:cubicBezTo>
                      <a:pt x="1283" y="1762"/>
                      <a:pt x="1268" y="1761"/>
                      <a:pt x="1253" y="1760"/>
                    </a:cubicBezTo>
                    <a:cubicBezTo>
                      <a:pt x="873" y="1728"/>
                      <a:pt x="475" y="1393"/>
                      <a:pt x="418" y="1066"/>
                    </a:cubicBezTo>
                    <a:cubicBezTo>
                      <a:pt x="392" y="892"/>
                      <a:pt x="457" y="758"/>
                      <a:pt x="559" y="654"/>
                    </a:cubicBezTo>
                    <a:cubicBezTo>
                      <a:pt x="617" y="654"/>
                      <a:pt x="674" y="628"/>
                      <a:pt x="713" y="577"/>
                    </a:cubicBezTo>
                    <a:cubicBezTo>
                      <a:pt x="745" y="533"/>
                      <a:pt x="784" y="500"/>
                      <a:pt x="822" y="474"/>
                    </a:cubicBezTo>
                    <a:cubicBezTo>
                      <a:pt x="842" y="462"/>
                      <a:pt x="861" y="449"/>
                      <a:pt x="881" y="443"/>
                    </a:cubicBezTo>
                    <a:cubicBezTo>
                      <a:pt x="893" y="435"/>
                      <a:pt x="906" y="429"/>
                      <a:pt x="920" y="423"/>
                    </a:cubicBezTo>
                    <a:cubicBezTo>
                      <a:pt x="983" y="397"/>
                      <a:pt x="1050" y="385"/>
                      <a:pt x="1117" y="385"/>
                    </a:cubicBezTo>
                    <a:close/>
                    <a:moveTo>
                      <a:pt x="1118" y="1"/>
                    </a:moveTo>
                    <a:cubicBezTo>
                      <a:pt x="944" y="1"/>
                      <a:pt x="778" y="46"/>
                      <a:pt x="636" y="135"/>
                    </a:cubicBezTo>
                    <a:cubicBezTo>
                      <a:pt x="0" y="462"/>
                      <a:pt x="6" y="931"/>
                      <a:pt x="39" y="1130"/>
                    </a:cubicBezTo>
                    <a:cubicBezTo>
                      <a:pt x="128" y="1631"/>
                      <a:pt x="668" y="2094"/>
                      <a:pt x="1220" y="2140"/>
                    </a:cubicBezTo>
                    <a:cubicBezTo>
                      <a:pt x="1247" y="2146"/>
                      <a:pt x="1279" y="2146"/>
                      <a:pt x="1311" y="2146"/>
                    </a:cubicBezTo>
                    <a:cubicBezTo>
                      <a:pt x="1736" y="2146"/>
                      <a:pt x="2069" y="1895"/>
                      <a:pt x="2231" y="1438"/>
                    </a:cubicBezTo>
                    <a:cubicBezTo>
                      <a:pt x="2430" y="874"/>
                      <a:pt x="2083" y="372"/>
                      <a:pt x="1671" y="147"/>
                    </a:cubicBezTo>
                    <a:cubicBezTo>
                      <a:pt x="1488" y="49"/>
                      <a:pt x="1299" y="1"/>
                      <a:pt x="1118"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20"/>
              <p:cNvSpPr/>
              <p:nvPr/>
            </p:nvSpPr>
            <p:spPr>
              <a:xfrm>
                <a:off x="5735150" y="2790200"/>
                <a:ext cx="40000" cy="34425"/>
              </a:xfrm>
              <a:custGeom>
                <a:avLst/>
                <a:gdLst/>
                <a:ahLst/>
                <a:cxnLst/>
                <a:rect l="l" t="t" r="r" b="b"/>
                <a:pathLst>
                  <a:path w="1600" h="1377" extrusionOk="0">
                    <a:moveTo>
                      <a:pt x="725" y="0"/>
                    </a:moveTo>
                    <a:cubicBezTo>
                      <a:pt x="658" y="0"/>
                      <a:pt x="591" y="12"/>
                      <a:pt x="528" y="38"/>
                    </a:cubicBezTo>
                    <a:cubicBezTo>
                      <a:pt x="514" y="44"/>
                      <a:pt x="501" y="50"/>
                      <a:pt x="489" y="58"/>
                    </a:cubicBezTo>
                    <a:cubicBezTo>
                      <a:pt x="469" y="64"/>
                      <a:pt x="450" y="77"/>
                      <a:pt x="430" y="89"/>
                    </a:cubicBezTo>
                    <a:cubicBezTo>
                      <a:pt x="392" y="115"/>
                      <a:pt x="353" y="148"/>
                      <a:pt x="321" y="192"/>
                    </a:cubicBezTo>
                    <a:cubicBezTo>
                      <a:pt x="282" y="243"/>
                      <a:pt x="225" y="269"/>
                      <a:pt x="167" y="269"/>
                    </a:cubicBezTo>
                    <a:cubicBezTo>
                      <a:pt x="65" y="373"/>
                      <a:pt x="0" y="507"/>
                      <a:pt x="26" y="681"/>
                    </a:cubicBezTo>
                    <a:cubicBezTo>
                      <a:pt x="83" y="1008"/>
                      <a:pt x="481" y="1343"/>
                      <a:pt x="861" y="1375"/>
                    </a:cubicBezTo>
                    <a:cubicBezTo>
                      <a:pt x="876" y="1376"/>
                      <a:pt x="891" y="1377"/>
                      <a:pt x="906" y="1377"/>
                    </a:cubicBezTo>
                    <a:cubicBezTo>
                      <a:pt x="1168" y="1377"/>
                      <a:pt x="1368" y="1223"/>
                      <a:pt x="1478" y="925"/>
                    </a:cubicBezTo>
                    <a:cubicBezTo>
                      <a:pt x="1600" y="566"/>
                      <a:pt x="1376" y="257"/>
                      <a:pt x="1098" y="103"/>
                    </a:cubicBezTo>
                    <a:cubicBezTo>
                      <a:pt x="989" y="43"/>
                      <a:pt x="856" y="0"/>
                      <a:pt x="725"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20"/>
              <p:cNvSpPr/>
              <p:nvPr/>
            </p:nvSpPr>
            <p:spPr>
              <a:xfrm>
                <a:off x="5042425" y="2727025"/>
                <a:ext cx="53250" cy="47900"/>
              </a:xfrm>
              <a:custGeom>
                <a:avLst/>
                <a:gdLst/>
                <a:ahLst/>
                <a:cxnLst/>
                <a:rect l="l" t="t" r="r" b="b"/>
                <a:pathLst>
                  <a:path w="2130" h="1916" extrusionOk="0">
                    <a:moveTo>
                      <a:pt x="1135" y="567"/>
                    </a:moveTo>
                    <a:cubicBezTo>
                      <a:pt x="1285" y="567"/>
                      <a:pt x="1412" y="650"/>
                      <a:pt x="1492" y="759"/>
                    </a:cubicBezTo>
                    <a:cubicBezTo>
                      <a:pt x="1602" y="907"/>
                      <a:pt x="1634" y="1138"/>
                      <a:pt x="1397" y="1337"/>
                    </a:cubicBezTo>
                    <a:cubicBezTo>
                      <a:pt x="1281" y="1430"/>
                      <a:pt x="1170" y="1463"/>
                      <a:pt x="1072" y="1463"/>
                    </a:cubicBezTo>
                    <a:cubicBezTo>
                      <a:pt x="978" y="1463"/>
                      <a:pt x="896" y="1433"/>
                      <a:pt x="831" y="1396"/>
                    </a:cubicBezTo>
                    <a:cubicBezTo>
                      <a:pt x="611" y="1274"/>
                      <a:pt x="477" y="1035"/>
                      <a:pt x="502" y="830"/>
                    </a:cubicBezTo>
                    <a:cubicBezTo>
                      <a:pt x="516" y="746"/>
                      <a:pt x="554" y="676"/>
                      <a:pt x="611" y="625"/>
                    </a:cubicBezTo>
                    <a:cubicBezTo>
                      <a:pt x="656" y="657"/>
                      <a:pt x="708" y="676"/>
                      <a:pt x="762" y="676"/>
                    </a:cubicBezTo>
                    <a:cubicBezTo>
                      <a:pt x="802" y="676"/>
                      <a:pt x="843" y="666"/>
                      <a:pt x="881" y="643"/>
                    </a:cubicBezTo>
                    <a:cubicBezTo>
                      <a:pt x="970" y="590"/>
                      <a:pt x="1056" y="567"/>
                      <a:pt x="1135" y="567"/>
                    </a:cubicBezTo>
                    <a:close/>
                    <a:moveTo>
                      <a:pt x="935" y="0"/>
                    </a:moveTo>
                    <a:cubicBezTo>
                      <a:pt x="915" y="0"/>
                      <a:pt x="895" y="3"/>
                      <a:pt x="875" y="8"/>
                    </a:cubicBezTo>
                    <a:cubicBezTo>
                      <a:pt x="232" y="162"/>
                      <a:pt x="85" y="554"/>
                      <a:pt x="53" y="773"/>
                    </a:cubicBezTo>
                    <a:cubicBezTo>
                      <a:pt x="1" y="1158"/>
                      <a:pt x="232" y="1583"/>
                      <a:pt x="611" y="1788"/>
                    </a:cubicBezTo>
                    <a:cubicBezTo>
                      <a:pt x="760" y="1871"/>
                      <a:pt x="920" y="1916"/>
                      <a:pt x="1074" y="1916"/>
                    </a:cubicBezTo>
                    <a:cubicBezTo>
                      <a:pt x="1287" y="1916"/>
                      <a:pt x="1498" y="1839"/>
                      <a:pt x="1685" y="1684"/>
                    </a:cubicBezTo>
                    <a:cubicBezTo>
                      <a:pt x="2129" y="1319"/>
                      <a:pt x="2083" y="811"/>
                      <a:pt x="1866" y="495"/>
                    </a:cubicBezTo>
                    <a:cubicBezTo>
                      <a:pt x="1705" y="271"/>
                      <a:pt x="1435" y="117"/>
                      <a:pt x="1127" y="109"/>
                    </a:cubicBezTo>
                    <a:cubicBezTo>
                      <a:pt x="1089" y="42"/>
                      <a:pt x="1016" y="0"/>
                      <a:pt x="935"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20"/>
              <p:cNvSpPr/>
              <p:nvPr/>
            </p:nvSpPr>
            <p:spPr>
              <a:xfrm>
                <a:off x="5054350" y="2741200"/>
                <a:ext cx="28950" cy="22425"/>
              </a:xfrm>
              <a:custGeom>
                <a:avLst/>
                <a:gdLst/>
                <a:ahLst/>
                <a:cxnLst/>
                <a:rect l="l" t="t" r="r" b="b"/>
                <a:pathLst>
                  <a:path w="1158" h="897" extrusionOk="0">
                    <a:moveTo>
                      <a:pt x="658" y="0"/>
                    </a:moveTo>
                    <a:cubicBezTo>
                      <a:pt x="579" y="0"/>
                      <a:pt x="493" y="23"/>
                      <a:pt x="404" y="76"/>
                    </a:cubicBezTo>
                    <a:cubicBezTo>
                      <a:pt x="366" y="99"/>
                      <a:pt x="325" y="109"/>
                      <a:pt x="285" y="109"/>
                    </a:cubicBezTo>
                    <a:cubicBezTo>
                      <a:pt x="231" y="109"/>
                      <a:pt x="179" y="90"/>
                      <a:pt x="134" y="58"/>
                    </a:cubicBezTo>
                    <a:cubicBezTo>
                      <a:pt x="77" y="109"/>
                      <a:pt x="39" y="179"/>
                      <a:pt x="25" y="263"/>
                    </a:cubicBezTo>
                    <a:cubicBezTo>
                      <a:pt x="0" y="468"/>
                      <a:pt x="134" y="707"/>
                      <a:pt x="354" y="829"/>
                    </a:cubicBezTo>
                    <a:cubicBezTo>
                      <a:pt x="419" y="866"/>
                      <a:pt x="501" y="896"/>
                      <a:pt x="595" y="896"/>
                    </a:cubicBezTo>
                    <a:cubicBezTo>
                      <a:pt x="693" y="896"/>
                      <a:pt x="804" y="863"/>
                      <a:pt x="920" y="770"/>
                    </a:cubicBezTo>
                    <a:cubicBezTo>
                      <a:pt x="1157" y="571"/>
                      <a:pt x="1125" y="340"/>
                      <a:pt x="1015" y="192"/>
                    </a:cubicBezTo>
                    <a:cubicBezTo>
                      <a:pt x="935" y="83"/>
                      <a:pt x="808" y="0"/>
                      <a:pt x="658"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0"/>
              <p:cNvSpPr/>
              <p:nvPr/>
            </p:nvSpPr>
            <p:spPr>
              <a:xfrm>
                <a:off x="3075250" y="2721200"/>
                <a:ext cx="71675" cy="63225"/>
              </a:xfrm>
              <a:custGeom>
                <a:avLst/>
                <a:gdLst/>
                <a:ahLst/>
                <a:cxnLst/>
                <a:rect l="l" t="t" r="r" b="b"/>
                <a:pathLst>
                  <a:path w="2867" h="2529" extrusionOk="0">
                    <a:moveTo>
                      <a:pt x="1311" y="454"/>
                    </a:moveTo>
                    <a:cubicBezTo>
                      <a:pt x="1468" y="454"/>
                      <a:pt x="1625" y="506"/>
                      <a:pt x="1754" y="574"/>
                    </a:cubicBezTo>
                    <a:cubicBezTo>
                      <a:pt x="2083" y="754"/>
                      <a:pt x="2346" y="1128"/>
                      <a:pt x="2198" y="1546"/>
                    </a:cubicBezTo>
                    <a:cubicBezTo>
                      <a:pt x="2073" y="1890"/>
                      <a:pt x="1849" y="2075"/>
                      <a:pt x="1546" y="2075"/>
                    </a:cubicBezTo>
                    <a:cubicBezTo>
                      <a:pt x="1522" y="2075"/>
                      <a:pt x="1497" y="2074"/>
                      <a:pt x="1472" y="2072"/>
                    </a:cubicBezTo>
                    <a:cubicBezTo>
                      <a:pt x="1029" y="2033"/>
                      <a:pt x="559" y="1647"/>
                      <a:pt x="489" y="1256"/>
                    </a:cubicBezTo>
                    <a:cubicBezTo>
                      <a:pt x="457" y="1057"/>
                      <a:pt x="534" y="896"/>
                      <a:pt x="662" y="774"/>
                    </a:cubicBezTo>
                    <a:cubicBezTo>
                      <a:pt x="727" y="774"/>
                      <a:pt x="798" y="742"/>
                      <a:pt x="836" y="683"/>
                    </a:cubicBezTo>
                    <a:cubicBezTo>
                      <a:pt x="881" y="632"/>
                      <a:pt x="926" y="588"/>
                      <a:pt x="970" y="555"/>
                    </a:cubicBezTo>
                    <a:cubicBezTo>
                      <a:pt x="997" y="543"/>
                      <a:pt x="1015" y="535"/>
                      <a:pt x="1035" y="523"/>
                    </a:cubicBezTo>
                    <a:cubicBezTo>
                      <a:pt x="1054" y="517"/>
                      <a:pt x="1068" y="511"/>
                      <a:pt x="1080" y="497"/>
                    </a:cubicBezTo>
                    <a:cubicBezTo>
                      <a:pt x="1155" y="467"/>
                      <a:pt x="1233" y="454"/>
                      <a:pt x="1311" y="454"/>
                    </a:cubicBezTo>
                    <a:close/>
                    <a:moveTo>
                      <a:pt x="1317" y="1"/>
                    </a:moveTo>
                    <a:cubicBezTo>
                      <a:pt x="1110" y="1"/>
                      <a:pt x="913" y="55"/>
                      <a:pt x="745" y="163"/>
                    </a:cubicBezTo>
                    <a:cubicBezTo>
                      <a:pt x="0" y="549"/>
                      <a:pt x="6" y="1101"/>
                      <a:pt x="45" y="1333"/>
                    </a:cubicBezTo>
                    <a:cubicBezTo>
                      <a:pt x="148" y="1923"/>
                      <a:pt x="784" y="2471"/>
                      <a:pt x="1433" y="2528"/>
                    </a:cubicBezTo>
                    <a:lnTo>
                      <a:pt x="1543" y="2528"/>
                    </a:lnTo>
                    <a:cubicBezTo>
                      <a:pt x="2044" y="2528"/>
                      <a:pt x="2436" y="2232"/>
                      <a:pt x="2623" y="1700"/>
                    </a:cubicBezTo>
                    <a:cubicBezTo>
                      <a:pt x="2866" y="1030"/>
                      <a:pt x="2456" y="440"/>
                      <a:pt x="1973" y="176"/>
                    </a:cubicBezTo>
                    <a:cubicBezTo>
                      <a:pt x="1755" y="59"/>
                      <a:pt x="1530" y="1"/>
                      <a:pt x="1317"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20"/>
              <p:cNvSpPr/>
              <p:nvPr/>
            </p:nvSpPr>
            <p:spPr>
              <a:xfrm>
                <a:off x="3086650" y="2732550"/>
                <a:ext cx="47275" cy="40550"/>
              </a:xfrm>
              <a:custGeom>
                <a:avLst/>
                <a:gdLst/>
                <a:ahLst/>
                <a:cxnLst/>
                <a:rect l="l" t="t" r="r" b="b"/>
                <a:pathLst>
                  <a:path w="1891" h="1622" extrusionOk="0">
                    <a:moveTo>
                      <a:pt x="855" y="0"/>
                    </a:moveTo>
                    <a:cubicBezTo>
                      <a:pt x="777" y="0"/>
                      <a:pt x="699" y="13"/>
                      <a:pt x="624" y="43"/>
                    </a:cubicBezTo>
                    <a:cubicBezTo>
                      <a:pt x="612" y="57"/>
                      <a:pt x="598" y="63"/>
                      <a:pt x="579" y="69"/>
                    </a:cubicBezTo>
                    <a:cubicBezTo>
                      <a:pt x="559" y="81"/>
                      <a:pt x="541" y="89"/>
                      <a:pt x="514" y="101"/>
                    </a:cubicBezTo>
                    <a:cubicBezTo>
                      <a:pt x="470" y="134"/>
                      <a:pt x="425" y="178"/>
                      <a:pt x="380" y="229"/>
                    </a:cubicBezTo>
                    <a:cubicBezTo>
                      <a:pt x="342" y="288"/>
                      <a:pt x="271" y="320"/>
                      <a:pt x="206" y="320"/>
                    </a:cubicBezTo>
                    <a:cubicBezTo>
                      <a:pt x="78" y="442"/>
                      <a:pt x="1" y="603"/>
                      <a:pt x="33" y="802"/>
                    </a:cubicBezTo>
                    <a:cubicBezTo>
                      <a:pt x="103" y="1193"/>
                      <a:pt x="573" y="1579"/>
                      <a:pt x="1016" y="1618"/>
                    </a:cubicBezTo>
                    <a:cubicBezTo>
                      <a:pt x="1041" y="1620"/>
                      <a:pt x="1066" y="1621"/>
                      <a:pt x="1090" y="1621"/>
                    </a:cubicBezTo>
                    <a:cubicBezTo>
                      <a:pt x="1393" y="1621"/>
                      <a:pt x="1617" y="1436"/>
                      <a:pt x="1742" y="1092"/>
                    </a:cubicBezTo>
                    <a:cubicBezTo>
                      <a:pt x="1890" y="674"/>
                      <a:pt x="1627" y="300"/>
                      <a:pt x="1298" y="120"/>
                    </a:cubicBezTo>
                    <a:cubicBezTo>
                      <a:pt x="1169" y="52"/>
                      <a:pt x="1012" y="0"/>
                      <a:pt x="855"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20"/>
              <p:cNvSpPr/>
              <p:nvPr/>
            </p:nvSpPr>
            <p:spPr>
              <a:xfrm>
                <a:off x="2673075" y="2861575"/>
                <a:ext cx="60750" cy="53650"/>
              </a:xfrm>
              <a:custGeom>
                <a:avLst/>
                <a:gdLst/>
                <a:ahLst/>
                <a:cxnLst/>
                <a:rect l="l" t="t" r="r" b="b"/>
                <a:pathLst>
                  <a:path w="2430" h="2146" extrusionOk="0">
                    <a:moveTo>
                      <a:pt x="1117" y="385"/>
                    </a:moveTo>
                    <a:cubicBezTo>
                      <a:pt x="1248" y="385"/>
                      <a:pt x="1381" y="427"/>
                      <a:pt x="1490" y="487"/>
                    </a:cubicBezTo>
                    <a:cubicBezTo>
                      <a:pt x="1768" y="641"/>
                      <a:pt x="1992" y="956"/>
                      <a:pt x="1870" y="1309"/>
                    </a:cubicBezTo>
                    <a:cubicBezTo>
                      <a:pt x="1762" y="1603"/>
                      <a:pt x="1565" y="1762"/>
                      <a:pt x="1309" y="1762"/>
                    </a:cubicBezTo>
                    <a:cubicBezTo>
                      <a:pt x="1291" y="1762"/>
                      <a:pt x="1272" y="1761"/>
                      <a:pt x="1253" y="1760"/>
                    </a:cubicBezTo>
                    <a:cubicBezTo>
                      <a:pt x="873" y="1727"/>
                      <a:pt x="475" y="1393"/>
                      <a:pt x="418" y="1066"/>
                    </a:cubicBezTo>
                    <a:cubicBezTo>
                      <a:pt x="392" y="891"/>
                      <a:pt x="457" y="757"/>
                      <a:pt x="559" y="654"/>
                    </a:cubicBezTo>
                    <a:cubicBezTo>
                      <a:pt x="617" y="654"/>
                      <a:pt x="674" y="628"/>
                      <a:pt x="713" y="577"/>
                    </a:cubicBezTo>
                    <a:cubicBezTo>
                      <a:pt x="745" y="532"/>
                      <a:pt x="784" y="500"/>
                      <a:pt x="822" y="473"/>
                    </a:cubicBezTo>
                    <a:cubicBezTo>
                      <a:pt x="842" y="461"/>
                      <a:pt x="861" y="455"/>
                      <a:pt x="881" y="442"/>
                    </a:cubicBezTo>
                    <a:cubicBezTo>
                      <a:pt x="893" y="435"/>
                      <a:pt x="906" y="429"/>
                      <a:pt x="920" y="422"/>
                    </a:cubicBezTo>
                    <a:cubicBezTo>
                      <a:pt x="983" y="396"/>
                      <a:pt x="1050" y="385"/>
                      <a:pt x="1117" y="385"/>
                    </a:cubicBezTo>
                    <a:close/>
                    <a:moveTo>
                      <a:pt x="1118" y="0"/>
                    </a:moveTo>
                    <a:cubicBezTo>
                      <a:pt x="944" y="0"/>
                      <a:pt x="778" y="45"/>
                      <a:pt x="636" y="134"/>
                    </a:cubicBezTo>
                    <a:cubicBezTo>
                      <a:pt x="0" y="461"/>
                      <a:pt x="6" y="936"/>
                      <a:pt x="39" y="1129"/>
                    </a:cubicBezTo>
                    <a:cubicBezTo>
                      <a:pt x="128" y="1630"/>
                      <a:pt x="668" y="2093"/>
                      <a:pt x="1220" y="2145"/>
                    </a:cubicBezTo>
                    <a:lnTo>
                      <a:pt x="1311" y="2145"/>
                    </a:lnTo>
                    <a:cubicBezTo>
                      <a:pt x="1736" y="2145"/>
                      <a:pt x="2069" y="1894"/>
                      <a:pt x="2231" y="1437"/>
                    </a:cubicBezTo>
                    <a:cubicBezTo>
                      <a:pt x="2430" y="873"/>
                      <a:pt x="2083" y="371"/>
                      <a:pt x="1671" y="146"/>
                    </a:cubicBezTo>
                    <a:cubicBezTo>
                      <a:pt x="1488" y="48"/>
                      <a:pt x="1299" y="0"/>
                      <a:pt x="1118"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20"/>
              <p:cNvSpPr/>
              <p:nvPr/>
            </p:nvSpPr>
            <p:spPr>
              <a:xfrm>
                <a:off x="2682875" y="2871175"/>
                <a:ext cx="40000" cy="34475"/>
              </a:xfrm>
              <a:custGeom>
                <a:avLst/>
                <a:gdLst/>
                <a:ahLst/>
                <a:cxnLst/>
                <a:rect l="l" t="t" r="r" b="b"/>
                <a:pathLst>
                  <a:path w="1600" h="1379" extrusionOk="0">
                    <a:moveTo>
                      <a:pt x="725" y="1"/>
                    </a:moveTo>
                    <a:cubicBezTo>
                      <a:pt x="658" y="1"/>
                      <a:pt x="591" y="12"/>
                      <a:pt x="528" y="38"/>
                    </a:cubicBezTo>
                    <a:cubicBezTo>
                      <a:pt x="514" y="45"/>
                      <a:pt x="501" y="51"/>
                      <a:pt x="489" y="58"/>
                    </a:cubicBezTo>
                    <a:cubicBezTo>
                      <a:pt x="469" y="71"/>
                      <a:pt x="450" y="77"/>
                      <a:pt x="430" y="89"/>
                    </a:cubicBezTo>
                    <a:cubicBezTo>
                      <a:pt x="392" y="116"/>
                      <a:pt x="353" y="148"/>
                      <a:pt x="321" y="193"/>
                    </a:cubicBezTo>
                    <a:cubicBezTo>
                      <a:pt x="282" y="244"/>
                      <a:pt x="225" y="270"/>
                      <a:pt x="167" y="270"/>
                    </a:cubicBezTo>
                    <a:cubicBezTo>
                      <a:pt x="65" y="373"/>
                      <a:pt x="0" y="507"/>
                      <a:pt x="26" y="682"/>
                    </a:cubicBezTo>
                    <a:cubicBezTo>
                      <a:pt x="83" y="1009"/>
                      <a:pt x="481" y="1343"/>
                      <a:pt x="861" y="1376"/>
                    </a:cubicBezTo>
                    <a:cubicBezTo>
                      <a:pt x="880" y="1377"/>
                      <a:pt x="899" y="1378"/>
                      <a:pt x="917" y="1378"/>
                    </a:cubicBezTo>
                    <a:cubicBezTo>
                      <a:pt x="1173" y="1378"/>
                      <a:pt x="1370" y="1219"/>
                      <a:pt x="1478" y="925"/>
                    </a:cubicBezTo>
                    <a:cubicBezTo>
                      <a:pt x="1600" y="572"/>
                      <a:pt x="1376" y="257"/>
                      <a:pt x="1098" y="103"/>
                    </a:cubicBezTo>
                    <a:cubicBezTo>
                      <a:pt x="989" y="43"/>
                      <a:pt x="856" y="1"/>
                      <a:pt x="725"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20"/>
              <p:cNvSpPr/>
              <p:nvPr/>
            </p:nvSpPr>
            <p:spPr>
              <a:xfrm>
                <a:off x="2273600" y="2704850"/>
                <a:ext cx="53225" cy="47900"/>
              </a:xfrm>
              <a:custGeom>
                <a:avLst/>
                <a:gdLst/>
                <a:ahLst/>
                <a:cxnLst/>
                <a:rect l="l" t="t" r="r" b="b"/>
                <a:pathLst>
                  <a:path w="2129" h="1916" extrusionOk="0">
                    <a:moveTo>
                      <a:pt x="1140" y="569"/>
                    </a:moveTo>
                    <a:cubicBezTo>
                      <a:pt x="1290" y="569"/>
                      <a:pt x="1417" y="651"/>
                      <a:pt x="1492" y="759"/>
                    </a:cubicBezTo>
                    <a:cubicBezTo>
                      <a:pt x="1601" y="913"/>
                      <a:pt x="1634" y="1144"/>
                      <a:pt x="1396" y="1337"/>
                    </a:cubicBezTo>
                    <a:cubicBezTo>
                      <a:pt x="1282" y="1432"/>
                      <a:pt x="1172" y="1466"/>
                      <a:pt x="1075" y="1466"/>
                    </a:cubicBezTo>
                    <a:cubicBezTo>
                      <a:pt x="980" y="1466"/>
                      <a:pt x="896" y="1434"/>
                      <a:pt x="830" y="1396"/>
                    </a:cubicBezTo>
                    <a:cubicBezTo>
                      <a:pt x="617" y="1280"/>
                      <a:pt x="477" y="1035"/>
                      <a:pt x="502" y="836"/>
                    </a:cubicBezTo>
                    <a:cubicBezTo>
                      <a:pt x="515" y="747"/>
                      <a:pt x="560" y="682"/>
                      <a:pt x="617" y="625"/>
                    </a:cubicBezTo>
                    <a:cubicBezTo>
                      <a:pt x="659" y="661"/>
                      <a:pt x="713" y="682"/>
                      <a:pt x="768" y="682"/>
                    </a:cubicBezTo>
                    <a:cubicBezTo>
                      <a:pt x="807" y="682"/>
                      <a:pt x="846" y="671"/>
                      <a:pt x="881" y="649"/>
                    </a:cubicBezTo>
                    <a:cubicBezTo>
                      <a:pt x="971" y="593"/>
                      <a:pt x="1059" y="569"/>
                      <a:pt x="1140" y="569"/>
                    </a:cubicBezTo>
                    <a:close/>
                    <a:moveTo>
                      <a:pt x="936" y="1"/>
                    </a:moveTo>
                    <a:cubicBezTo>
                      <a:pt x="918" y="1"/>
                      <a:pt x="899" y="3"/>
                      <a:pt x="881" y="8"/>
                    </a:cubicBezTo>
                    <a:cubicBezTo>
                      <a:pt x="232" y="168"/>
                      <a:pt x="85" y="560"/>
                      <a:pt x="59" y="773"/>
                    </a:cubicBezTo>
                    <a:cubicBezTo>
                      <a:pt x="0" y="1165"/>
                      <a:pt x="232" y="1583"/>
                      <a:pt x="611" y="1794"/>
                    </a:cubicBezTo>
                    <a:cubicBezTo>
                      <a:pt x="759" y="1877"/>
                      <a:pt x="920" y="1916"/>
                      <a:pt x="1074" y="1916"/>
                    </a:cubicBezTo>
                    <a:cubicBezTo>
                      <a:pt x="1293" y="1916"/>
                      <a:pt x="1498" y="1839"/>
                      <a:pt x="1685" y="1691"/>
                    </a:cubicBezTo>
                    <a:cubicBezTo>
                      <a:pt x="2129" y="1325"/>
                      <a:pt x="2090" y="817"/>
                      <a:pt x="1865" y="503"/>
                    </a:cubicBezTo>
                    <a:cubicBezTo>
                      <a:pt x="1705" y="278"/>
                      <a:pt x="1435" y="123"/>
                      <a:pt x="1132" y="117"/>
                    </a:cubicBezTo>
                    <a:cubicBezTo>
                      <a:pt x="1089" y="48"/>
                      <a:pt x="1017" y="1"/>
                      <a:pt x="93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20"/>
              <p:cNvSpPr/>
              <p:nvPr/>
            </p:nvSpPr>
            <p:spPr>
              <a:xfrm>
                <a:off x="2285500" y="2719075"/>
                <a:ext cx="28950" cy="22425"/>
              </a:xfrm>
              <a:custGeom>
                <a:avLst/>
                <a:gdLst/>
                <a:ahLst/>
                <a:cxnLst/>
                <a:rect l="l" t="t" r="r" b="b"/>
                <a:pathLst>
                  <a:path w="1158" h="897" extrusionOk="0">
                    <a:moveTo>
                      <a:pt x="664" y="0"/>
                    </a:moveTo>
                    <a:cubicBezTo>
                      <a:pt x="583" y="0"/>
                      <a:pt x="495" y="24"/>
                      <a:pt x="405" y="80"/>
                    </a:cubicBezTo>
                    <a:cubicBezTo>
                      <a:pt x="370" y="102"/>
                      <a:pt x="331" y="113"/>
                      <a:pt x="292" y="113"/>
                    </a:cubicBezTo>
                    <a:cubicBezTo>
                      <a:pt x="237" y="113"/>
                      <a:pt x="183" y="92"/>
                      <a:pt x="141" y="56"/>
                    </a:cubicBezTo>
                    <a:cubicBezTo>
                      <a:pt x="84" y="113"/>
                      <a:pt x="39" y="178"/>
                      <a:pt x="26" y="267"/>
                    </a:cubicBezTo>
                    <a:cubicBezTo>
                      <a:pt x="1" y="466"/>
                      <a:pt x="141" y="711"/>
                      <a:pt x="354" y="827"/>
                    </a:cubicBezTo>
                    <a:cubicBezTo>
                      <a:pt x="420" y="865"/>
                      <a:pt x="504" y="897"/>
                      <a:pt x="599" y="897"/>
                    </a:cubicBezTo>
                    <a:cubicBezTo>
                      <a:pt x="696" y="897"/>
                      <a:pt x="806" y="863"/>
                      <a:pt x="920" y="768"/>
                    </a:cubicBezTo>
                    <a:cubicBezTo>
                      <a:pt x="1158" y="575"/>
                      <a:pt x="1125" y="344"/>
                      <a:pt x="1016" y="190"/>
                    </a:cubicBezTo>
                    <a:cubicBezTo>
                      <a:pt x="941" y="82"/>
                      <a:pt x="814" y="0"/>
                      <a:pt x="664"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20"/>
              <p:cNvSpPr/>
              <p:nvPr/>
            </p:nvSpPr>
            <p:spPr>
              <a:xfrm>
                <a:off x="4275525" y="2883175"/>
                <a:ext cx="71675" cy="63350"/>
              </a:xfrm>
              <a:custGeom>
                <a:avLst/>
                <a:gdLst/>
                <a:ahLst/>
                <a:cxnLst/>
                <a:rect l="l" t="t" r="r" b="b"/>
                <a:pathLst>
                  <a:path w="2867" h="2534" extrusionOk="0">
                    <a:moveTo>
                      <a:pt x="1311" y="457"/>
                    </a:moveTo>
                    <a:cubicBezTo>
                      <a:pt x="1468" y="457"/>
                      <a:pt x="1625" y="505"/>
                      <a:pt x="1754" y="573"/>
                    </a:cubicBezTo>
                    <a:cubicBezTo>
                      <a:pt x="2083" y="754"/>
                      <a:pt x="2353" y="1127"/>
                      <a:pt x="2198" y="1545"/>
                    </a:cubicBezTo>
                    <a:cubicBezTo>
                      <a:pt x="2073" y="1894"/>
                      <a:pt x="1850" y="2075"/>
                      <a:pt x="1548" y="2075"/>
                    </a:cubicBezTo>
                    <a:cubicBezTo>
                      <a:pt x="1523" y="2075"/>
                      <a:pt x="1498" y="2074"/>
                      <a:pt x="1472" y="2071"/>
                    </a:cubicBezTo>
                    <a:cubicBezTo>
                      <a:pt x="1029" y="2033"/>
                      <a:pt x="559" y="1647"/>
                      <a:pt x="489" y="1255"/>
                    </a:cubicBezTo>
                    <a:cubicBezTo>
                      <a:pt x="457" y="1056"/>
                      <a:pt x="540" y="896"/>
                      <a:pt x="662" y="774"/>
                    </a:cubicBezTo>
                    <a:cubicBezTo>
                      <a:pt x="727" y="774"/>
                      <a:pt x="798" y="742"/>
                      <a:pt x="836" y="683"/>
                    </a:cubicBezTo>
                    <a:cubicBezTo>
                      <a:pt x="881" y="632"/>
                      <a:pt x="926" y="587"/>
                      <a:pt x="971" y="555"/>
                    </a:cubicBezTo>
                    <a:cubicBezTo>
                      <a:pt x="997" y="549"/>
                      <a:pt x="1015" y="535"/>
                      <a:pt x="1035" y="529"/>
                    </a:cubicBezTo>
                    <a:cubicBezTo>
                      <a:pt x="1054" y="522"/>
                      <a:pt x="1068" y="510"/>
                      <a:pt x="1080" y="496"/>
                    </a:cubicBezTo>
                    <a:cubicBezTo>
                      <a:pt x="1155" y="469"/>
                      <a:pt x="1233" y="457"/>
                      <a:pt x="1311" y="457"/>
                    </a:cubicBezTo>
                    <a:close/>
                    <a:moveTo>
                      <a:pt x="1317" y="0"/>
                    </a:moveTo>
                    <a:cubicBezTo>
                      <a:pt x="1110" y="0"/>
                      <a:pt x="914" y="55"/>
                      <a:pt x="745" y="163"/>
                    </a:cubicBezTo>
                    <a:cubicBezTo>
                      <a:pt x="0" y="549"/>
                      <a:pt x="7" y="1101"/>
                      <a:pt x="45" y="1332"/>
                    </a:cubicBezTo>
                    <a:cubicBezTo>
                      <a:pt x="148" y="1923"/>
                      <a:pt x="784" y="2471"/>
                      <a:pt x="1433" y="2528"/>
                    </a:cubicBezTo>
                    <a:cubicBezTo>
                      <a:pt x="1472" y="2528"/>
                      <a:pt x="1511" y="2534"/>
                      <a:pt x="1549" y="2534"/>
                    </a:cubicBezTo>
                    <a:cubicBezTo>
                      <a:pt x="2044" y="2534"/>
                      <a:pt x="2436" y="2232"/>
                      <a:pt x="2629" y="1699"/>
                    </a:cubicBezTo>
                    <a:cubicBezTo>
                      <a:pt x="2866" y="1030"/>
                      <a:pt x="2456" y="445"/>
                      <a:pt x="1973" y="175"/>
                    </a:cubicBezTo>
                    <a:cubicBezTo>
                      <a:pt x="1755" y="58"/>
                      <a:pt x="1530" y="0"/>
                      <a:pt x="1317"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0"/>
              <p:cNvSpPr/>
              <p:nvPr/>
            </p:nvSpPr>
            <p:spPr>
              <a:xfrm>
                <a:off x="4286925" y="2894575"/>
                <a:ext cx="47425" cy="40475"/>
              </a:xfrm>
              <a:custGeom>
                <a:avLst/>
                <a:gdLst/>
                <a:ahLst/>
                <a:cxnLst/>
                <a:rect l="l" t="t" r="r" b="b"/>
                <a:pathLst>
                  <a:path w="1897" h="1619" extrusionOk="0">
                    <a:moveTo>
                      <a:pt x="855" y="1"/>
                    </a:moveTo>
                    <a:cubicBezTo>
                      <a:pt x="777" y="1"/>
                      <a:pt x="699" y="13"/>
                      <a:pt x="624" y="40"/>
                    </a:cubicBezTo>
                    <a:cubicBezTo>
                      <a:pt x="612" y="54"/>
                      <a:pt x="598" y="66"/>
                      <a:pt x="579" y="73"/>
                    </a:cubicBezTo>
                    <a:cubicBezTo>
                      <a:pt x="559" y="79"/>
                      <a:pt x="541" y="93"/>
                      <a:pt x="515" y="99"/>
                    </a:cubicBezTo>
                    <a:cubicBezTo>
                      <a:pt x="470" y="131"/>
                      <a:pt x="425" y="176"/>
                      <a:pt x="380" y="227"/>
                    </a:cubicBezTo>
                    <a:cubicBezTo>
                      <a:pt x="342" y="286"/>
                      <a:pt x="271" y="318"/>
                      <a:pt x="206" y="318"/>
                    </a:cubicBezTo>
                    <a:cubicBezTo>
                      <a:pt x="84" y="440"/>
                      <a:pt x="1" y="600"/>
                      <a:pt x="33" y="799"/>
                    </a:cubicBezTo>
                    <a:cubicBezTo>
                      <a:pt x="103" y="1191"/>
                      <a:pt x="573" y="1577"/>
                      <a:pt x="1016" y="1615"/>
                    </a:cubicBezTo>
                    <a:cubicBezTo>
                      <a:pt x="1042" y="1618"/>
                      <a:pt x="1067" y="1619"/>
                      <a:pt x="1092" y="1619"/>
                    </a:cubicBezTo>
                    <a:cubicBezTo>
                      <a:pt x="1394" y="1619"/>
                      <a:pt x="1617" y="1438"/>
                      <a:pt x="1742" y="1089"/>
                    </a:cubicBezTo>
                    <a:cubicBezTo>
                      <a:pt x="1897" y="671"/>
                      <a:pt x="1627" y="298"/>
                      <a:pt x="1298" y="117"/>
                    </a:cubicBezTo>
                    <a:cubicBezTo>
                      <a:pt x="1169" y="49"/>
                      <a:pt x="1012" y="1"/>
                      <a:pt x="855"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20"/>
              <p:cNvSpPr/>
              <p:nvPr/>
            </p:nvSpPr>
            <p:spPr>
              <a:xfrm>
                <a:off x="1844775" y="2879975"/>
                <a:ext cx="60750" cy="53725"/>
              </a:xfrm>
              <a:custGeom>
                <a:avLst/>
                <a:gdLst/>
                <a:ahLst/>
                <a:cxnLst/>
                <a:rect l="l" t="t" r="r" b="b"/>
                <a:pathLst>
                  <a:path w="2430" h="2149" extrusionOk="0">
                    <a:moveTo>
                      <a:pt x="1105" y="386"/>
                    </a:moveTo>
                    <a:cubicBezTo>
                      <a:pt x="1241" y="386"/>
                      <a:pt x="1376" y="430"/>
                      <a:pt x="1484" y="490"/>
                    </a:cubicBezTo>
                    <a:cubicBezTo>
                      <a:pt x="1760" y="638"/>
                      <a:pt x="1992" y="953"/>
                      <a:pt x="1864" y="1306"/>
                    </a:cubicBezTo>
                    <a:cubicBezTo>
                      <a:pt x="1756" y="1605"/>
                      <a:pt x="1564" y="1759"/>
                      <a:pt x="1305" y="1759"/>
                    </a:cubicBezTo>
                    <a:cubicBezTo>
                      <a:pt x="1286" y="1759"/>
                      <a:pt x="1267" y="1758"/>
                      <a:pt x="1247" y="1756"/>
                    </a:cubicBezTo>
                    <a:cubicBezTo>
                      <a:pt x="867" y="1724"/>
                      <a:pt x="469" y="1396"/>
                      <a:pt x="411" y="1062"/>
                    </a:cubicBezTo>
                    <a:cubicBezTo>
                      <a:pt x="386" y="894"/>
                      <a:pt x="449" y="760"/>
                      <a:pt x="559" y="657"/>
                    </a:cubicBezTo>
                    <a:cubicBezTo>
                      <a:pt x="610" y="657"/>
                      <a:pt x="668" y="624"/>
                      <a:pt x="707" y="580"/>
                    </a:cubicBezTo>
                    <a:cubicBezTo>
                      <a:pt x="739" y="535"/>
                      <a:pt x="778" y="496"/>
                      <a:pt x="822" y="470"/>
                    </a:cubicBezTo>
                    <a:cubicBezTo>
                      <a:pt x="841" y="464"/>
                      <a:pt x="855" y="451"/>
                      <a:pt x="873" y="445"/>
                    </a:cubicBezTo>
                    <a:cubicBezTo>
                      <a:pt x="887" y="439"/>
                      <a:pt x="906" y="431"/>
                      <a:pt x="912" y="419"/>
                    </a:cubicBezTo>
                    <a:cubicBezTo>
                      <a:pt x="974" y="396"/>
                      <a:pt x="1040" y="386"/>
                      <a:pt x="1105" y="386"/>
                    </a:cubicBezTo>
                    <a:close/>
                    <a:moveTo>
                      <a:pt x="1116" y="1"/>
                    </a:moveTo>
                    <a:cubicBezTo>
                      <a:pt x="940" y="1"/>
                      <a:pt x="773" y="47"/>
                      <a:pt x="630" y="137"/>
                    </a:cubicBezTo>
                    <a:cubicBezTo>
                      <a:pt x="0" y="464"/>
                      <a:pt x="0" y="933"/>
                      <a:pt x="39" y="1126"/>
                    </a:cubicBezTo>
                    <a:cubicBezTo>
                      <a:pt x="122" y="1627"/>
                      <a:pt x="662" y="2097"/>
                      <a:pt x="1214" y="2142"/>
                    </a:cubicBezTo>
                    <a:cubicBezTo>
                      <a:pt x="1247" y="2142"/>
                      <a:pt x="1279" y="2148"/>
                      <a:pt x="1311" y="2148"/>
                    </a:cubicBezTo>
                    <a:cubicBezTo>
                      <a:pt x="1728" y="2148"/>
                      <a:pt x="2063" y="1891"/>
                      <a:pt x="2223" y="1442"/>
                    </a:cubicBezTo>
                    <a:cubicBezTo>
                      <a:pt x="2430" y="876"/>
                      <a:pt x="2075" y="374"/>
                      <a:pt x="1671" y="149"/>
                    </a:cubicBezTo>
                    <a:cubicBezTo>
                      <a:pt x="1486" y="49"/>
                      <a:pt x="1296" y="1"/>
                      <a:pt x="111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20"/>
              <p:cNvSpPr/>
              <p:nvPr/>
            </p:nvSpPr>
            <p:spPr>
              <a:xfrm>
                <a:off x="1854400" y="2889625"/>
                <a:ext cx="40175" cy="34350"/>
              </a:xfrm>
              <a:custGeom>
                <a:avLst/>
                <a:gdLst/>
                <a:ahLst/>
                <a:cxnLst/>
                <a:rect l="l" t="t" r="r" b="b"/>
                <a:pathLst>
                  <a:path w="1607" h="1374" extrusionOk="0">
                    <a:moveTo>
                      <a:pt x="720" y="0"/>
                    </a:moveTo>
                    <a:cubicBezTo>
                      <a:pt x="655" y="0"/>
                      <a:pt x="589" y="10"/>
                      <a:pt x="527" y="33"/>
                    </a:cubicBezTo>
                    <a:cubicBezTo>
                      <a:pt x="521" y="45"/>
                      <a:pt x="502" y="53"/>
                      <a:pt x="488" y="59"/>
                    </a:cubicBezTo>
                    <a:cubicBezTo>
                      <a:pt x="470" y="65"/>
                      <a:pt x="456" y="78"/>
                      <a:pt x="437" y="84"/>
                    </a:cubicBezTo>
                    <a:cubicBezTo>
                      <a:pt x="393" y="110"/>
                      <a:pt x="354" y="149"/>
                      <a:pt x="322" y="194"/>
                    </a:cubicBezTo>
                    <a:cubicBezTo>
                      <a:pt x="283" y="238"/>
                      <a:pt x="225" y="271"/>
                      <a:pt x="174" y="271"/>
                    </a:cubicBezTo>
                    <a:cubicBezTo>
                      <a:pt x="64" y="374"/>
                      <a:pt x="1" y="508"/>
                      <a:pt x="26" y="676"/>
                    </a:cubicBezTo>
                    <a:cubicBezTo>
                      <a:pt x="84" y="1010"/>
                      <a:pt x="482" y="1338"/>
                      <a:pt x="862" y="1370"/>
                    </a:cubicBezTo>
                    <a:cubicBezTo>
                      <a:pt x="882" y="1372"/>
                      <a:pt x="901" y="1373"/>
                      <a:pt x="920" y="1373"/>
                    </a:cubicBezTo>
                    <a:cubicBezTo>
                      <a:pt x="1179" y="1373"/>
                      <a:pt x="1371" y="1219"/>
                      <a:pt x="1479" y="920"/>
                    </a:cubicBezTo>
                    <a:cubicBezTo>
                      <a:pt x="1607" y="567"/>
                      <a:pt x="1375" y="252"/>
                      <a:pt x="1099" y="104"/>
                    </a:cubicBezTo>
                    <a:cubicBezTo>
                      <a:pt x="991" y="44"/>
                      <a:pt x="856" y="0"/>
                      <a:pt x="720"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20"/>
              <p:cNvSpPr/>
              <p:nvPr/>
            </p:nvSpPr>
            <p:spPr>
              <a:xfrm>
                <a:off x="3945300" y="2704850"/>
                <a:ext cx="53050" cy="47900"/>
              </a:xfrm>
              <a:custGeom>
                <a:avLst/>
                <a:gdLst/>
                <a:ahLst/>
                <a:cxnLst/>
                <a:rect l="l" t="t" r="r" b="b"/>
                <a:pathLst>
                  <a:path w="2122" h="1916" extrusionOk="0">
                    <a:moveTo>
                      <a:pt x="1135" y="569"/>
                    </a:moveTo>
                    <a:cubicBezTo>
                      <a:pt x="1285" y="569"/>
                      <a:pt x="1413" y="651"/>
                      <a:pt x="1492" y="759"/>
                    </a:cubicBezTo>
                    <a:cubicBezTo>
                      <a:pt x="1596" y="913"/>
                      <a:pt x="1628" y="1144"/>
                      <a:pt x="1389" y="1337"/>
                    </a:cubicBezTo>
                    <a:cubicBezTo>
                      <a:pt x="1279" y="1432"/>
                      <a:pt x="1171" y="1466"/>
                      <a:pt x="1074" y="1466"/>
                    </a:cubicBezTo>
                    <a:cubicBezTo>
                      <a:pt x="979" y="1466"/>
                      <a:pt x="894" y="1434"/>
                      <a:pt x="824" y="1396"/>
                    </a:cubicBezTo>
                    <a:cubicBezTo>
                      <a:pt x="612" y="1280"/>
                      <a:pt x="471" y="1035"/>
                      <a:pt x="496" y="836"/>
                    </a:cubicBezTo>
                    <a:cubicBezTo>
                      <a:pt x="510" y="747"/>
                      <a:pt x="555" y="682"/>
                      <a:pt x="612" y="625"/>
                    </a:cubicBezTo>
                    <a:cubicBezTo>
                      <a:pt x="653" y="661"/>
                      <a:pt x="707" y="682"/>
                      <a:pt x="762" y="682"/>
                    </a:cubicBezTo>
                    <a:cubicBezTo>
                      <a:pt x="801" y="682"/>
                      <a:pt x="841" y="671"/>
                      <a:pt x="875" y="649"/>
                    </a:cubicBezTo>
                    <a:cubicBezTo>
                      <a:pt x="966" y="593"/>
                      <a:pt x="1054" y="569"/>
                      <a:pt x="1135" y="569"/>
                    </a:cubicBezTo>
                    <a:close/>
                    <a:moveTo>
                      <a:pt x="930" y="1"/>
                    </a:moveTo>
                    <a:cubicBezTo>
                      <a:pt x="912" y="1"/>
                      <a:pt x="894" y="3"/>
                      <a:pt x="875" y="8"/>
                    </a:cubicBezTo>
                    <a:cubicBezTo>
                      <a:pt x="226" y="168"/>
                      <a:pt x="78" y="560"/>
                      <a:pt x="53" y="773"/>
                    </a:cubicBezTo>
                    <a:cubicBezTo>
                      <a:pt x="1" y="1165"/>
                      <a:pt x="226" y="1583"/>
                      <a:pt x="605" y="1794"/>
                    </a:cubicBezTo>
                    <a:cubicBezTo>
                      <a:pt x="753" y="1877"/>
                      <a:pt x="914" y="1916"/>
                      <a:pt x="1068" y="1916"/>
                    </a:cubicBezTo>
                    <a:cubicBezTo>
                      <a:pt x="1287" y="1916"/>
                      <a:pt x="1499" y="1839"/>
                      <a:pt x="1679" y="1691"/>
                    </a:cubicBezTo>
                    <a:cubicBezTo>
                      <a:pt x="2122" y="1325"/>
                      <a:pt x="2083" y="817"/>
                      <a:pt x="1859" y="503"/>
                    </a:cubicBezTo>
                    <a:cubicBezTo>
                      <a:pt x="1698" y="278"/>
                      <a:pt x="1428" y="123"/>
                      <a:pt x="1127" y="117"/>
                    </a:cubicBezTo>
                    <a:cubicBezTo>
                      <a:pt x="1084" y="48"/>
                      <a:pt x="1012" y="1"/>
                      <a:pt x="93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0"/>
              <p:cNvSpPr/>
              <p:nvPr/>
            </p:nvSpPr>
            <p:spPr>
              <a:xfrm>
                <a:off x="3957075" y="2719075"/>
                <a:ext cx="28950" cy="22425"/>
              </a:xfrm>
              <a:custGeom>
                <a:avLst/>
                <a:gdLst/>
                <a:ahLst/>
                <a:cxnLst/>
                <a:rect l="l" t="t" r="r" b="b"/>
                <a:pathLst>
                  <a:path w="1158" h="897" extrusionOk="0">
                    <a:moveTo>
                      <a:pt x="664" y="0"/>
                    </a:moveTo>
                    <a:cubicBezTo>
                      <a:pt x="583" y="0"/>
                      <a:pt x="495" y="24"/>
                      <a:pt x="404" y="80"/>
                    </a:cubicBezTo>
                    <a:cubicBezTo>
                      <a:pt x="370" y="102"/>
                      <a:pt x="330" y="113"/>
                      <a:pt x="291" y="113"/>
                    </a:cubicBezTo>
                    <a:cubicBezTo>
                      <a:pt x="236" y="113"/>
                      <a:pt x="182" y="92"/>
                      <a:pt x="141" y="56"/>
                    </a:cubicBezTo>
                    <a:cubicBezTo>
                      <a:pt x="84" y="113"/>
                      <a:pt x="39" y="178"/>
                      <a:pt x="25" y="267"/>
                    </a:cubicBezTo>
                    <a:cubicBezTo>
                      <a:pt x="0" y="466"/>
                      <a:pt x="141" y="711"/>
                      <a:pt x="353" y="827"/>
                    </a:cubicBezTo>
                    <a:cubicBezTo>
                      <a:pt x="423" y="865"/>
                      <a:pt x="508" y="897"/>
                      <a:pt x="603" y="897"/>
                    </a:cubicBezTo>
                    <a:cubicBezTo>
                      <a:pt x="700" y="897"/>
                      <a:pt x="808" y="863"/>
                      <a:pt x="918" y="768"/>
                    </a:cubicBezTo>
                    <a:cubicBezTo>
                      <a:pt x="1157" y="575"/>
                      <a:pt x="1125" y="344"/>
                      <a:pt x="1021" y="190"/>
                    </a:cubicBezTo>
                    <a:cubicBezTo>
                      <a:pt x="942" y="82"/>
                      <a:pt x="814" y="0"/>
                      <a:pt x="664"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0"/>
              <p:cNvSpPr/>
              <p:nvPr/>
            </p:nvSpPr>
            <p:spPr>
              <a:xfrm>
                <a:off x="6057600" y="2861125"/>
                <a:ext cx="71575" cy="63225"/>
              </a:xfrm>
              <a:custGeom>
                <a:avLst/>
                <a:gdLst/>
                <a:ahLst/>
                <a:cxnLst/>
                <a:rect l="l" t="t" r="r" b="b"/>
                <a:pathLst>
                  <a:path w="2863" h="2529" extrusionOk="0">
                    <a:moveTo>
                      <a:pt x="1317" y="454"/>
                    </a:moveTo>
                    <a:cubicBezTo>
                      <a:pt x="1471" y="454"/>
                      <a:pt x="1627" y="504"/>
                      <a:pt x="1750" y="576"/>
                    </a:cubicBezTo>
                    <a:cubicBezTo>
                      <a:pt x="2083" y="755"/>
                      <a:pt x="2347" y="1122"/>
                      <a:pt x="2199" y="1546"/>
                    </a:cubicBezTo>
                    <a:cubicBezTo>
                      <a:pt x="2073" y="1894"/>
                      <a:pt x="1845" y="2075"/>
                      <a:pt x="1537" y="2075"/>
                    </a:cubicBezTo>
                    <a:cubicBezTo>
                      <a:pt x="1517" y="2075"/>
                      <a:pt x="1495" y="2074"/>
                      <a:pt x="1474" y="2072"/>
                    </a:cubicBezTo>
                    <a:cubicBezTo>
                      <a:pt x="1023" y="2034"/>
                      <a:pt x="561" y="1642"/>
                      <a:pt x="490" y="1250"/>
                    </a:cubicBezTo>
                    <a:cubicBezTo>
                      <a:pt x="457" y="1051"/>
                      <a:pt x="534" y="897"/>
                      <a:pt x="656" y="769"/>
                    </a:cubicBezTo>
                    <a:cubicBezTo>
                      <a:pt x="727" y="769"/>
                      <a:pt x="792" y="743"/>
                      <a:pt x="837" y="684"/>
                    </a:cubicBezTo>
                    <a:cubicBezTo>
                      <a:pt x="875" y="633"/>
                      <a:pt x="920" y="588"/>
                      <a:pt x="972" y="556"/>
                    </a:cubicBezTo>
                    <a:cubicBezTo>
                      <a:pt x="991" y="544"/>
                      <a:pt x="1011" y="538"/>
                      <a:pt x="1036" y="524"/>
                    </a:cubicBezTo>
                    <a:cubicBezTo>
                      <a:pt x="1050" y="518"/>
                      <a:pt x="1068" y="505"/>
                      <a:pt x="1080" y="499"/>
                    </a:cubicBezTo>
                    <a:cubicBezTo>
                      <a:pt x="1156" y="468"/>
                      <a:pt x="1236" y="454"/>
                      <a:pt x="1317" y="454"/>
                    </a:cubicBezTo>
                    <a:close/>
                    <a:moveTo>
                      <a:pt x="1313" y="1"/>
                    </a:moveTo>
                    <a:cubicBezTo>
                      <a:pt x="1108" y="1"/>
                      <a:pt x="914" y="54"/>
                      <a:pt x="747" y="158"/>
                    </a:cubicBezTo>
                    <a:cubicBezTo>
                      <a:pt x="1" y="550"/>
                      <a:pt x="1" y="1102"/>
                      <a:pt x="47" y="1327"/>
                    </a:cubicBezTo>
                    <a:cubicBezTo>
                      <a:pt x="149" y="1918"/>
                      <a:pt x="780" y="2472"/>
                      <a:pt x="1435" y="2523"/>
                    </a:cubicBezTo>
                    <a:cubicBezTo>
                      <a:pt x="1466" y="2529"/>
                      <a:pt x="1505" y="2529"/>
                      <a:pt x="1543" y="2529"/>
                    </a:cubicBezTo>
                    <a:cubicBezTo>
                      <a:pt x="2044" y="2529"/>
                      <a:pt x="2430" y="2234"/>
                      <a:pt x="2623" y="1701"/>
                    </a:cubicBezTo>
                    <a:cubicBezTo>
                      <a:pt x="2862" y="1031"/>
                      <a:pt x="2450" y="440"/>
                      <a:pt x="1967" y="177"/>
                    </a:cubicBezTo>
                    <a:cubicBezTo>
                      <a:pt x="1751" y="59"/>
                      <a:pt x="1526" y="1"/>
                      <a:pt x="1313"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0"/>
              <p:cNvSpPr/>
              <p:nvPr/>
            </p:nvSpPr>
            <p:spPr>
              <a:xfrm>
                <a:off x="6069025" y="2872475"/>
                <a:ext cx="47250" cy="40525"/>
              </a:xfrm>
              <a:custGeom>
                <a:avLst/>
                <a:gdLst/>
                <a:ahLst/>
                <a:cxnLst/>
                <a:rect l="l" t="t" r="r" b="b"/>
                <a:pathLst>
                  <a:path w="1890" h="1621" extrusionOk="0">
                    <a:moveTo>
                      <a:pt x="860" y="0"/>
                    </a:moveTo>
                    <a:cubicBezTo>
                      <a:pt x="779" y="0"/>
                      <a:pt x="699" y="14"/>
                      <a:pt x="623" y="45"/>
                    </a:cubicBezTo>
                    <a:cubicBezTo>
                      <a:pt x="611" y="51"/>
                      <a:pt x="593" y="64"/>
                      <a:pt x="579" y="70"/>
                    </a:cubicBezTo>
                    <a:cubicBezTo>
                      <a:pt x="554" y="84"/>
                      <a:pt x="534" y="90"/>
                      <a:pt x="515" y="102"/>
                    </a:cubicBezTo>
                    <a:cubicBezTo>
                      <a:pt x="463" y="134"/>
                      <a:pt x="418" y="179"/>
                      <a:pt x="380" y="230"/>
                    </a:cubicBezTo>
                    <a:cubicBezTo>
                      <a:pt x="335" y="289"/>
                      <a:pt x="270" y="315"/>
                      <a:pt x="199" y="315"/>
                    </a:cubicBezTo>
                    <a:cubicBezTo>
                      <a:pt x="77" y="443"/>
                      <a:pt x="0" y="597"/>
                      <a:pt x="33" y="796"/>
                    </a:cubicBezTo>
                    <a:cubicBezTo>
                      <a:pt x="104" y="1188"/>
                      <a:pt x="566" y="1580"/>
                      <a:pt x="1017" y="1618"/>
                    </a:cubicBezTo>
                    <a:cubicBezTo>
                      <a:pt x="1038" y="1620"/>
                      <a:pt x="1060" y="1621"/>
                      <a:pt x="1080" y="1621"/>
                    </a:cubicBezTo>
                    <a:cubicBezTo>
                      <a:pt x="1388" y="1621"/>
                      <a:pt x="1616" y="1440"/>
                      <a:pt x="1742" y="1092"/>
                    </a:cubicBezTo>
                    <a:cubicBezTo>
                      <a:pt x="1890" y="668"/>
                      <a:pt x="1626" y="301"/>
                      <a:pt x="1293" y="122"/>
                    </a:cubicBezTo>
                    <a:cubicBezTo>
                      <a:pt x="1170" y="50"/>
                      <a:pt x="1014" y="0"/>
                      <a:pt x="860"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20"/>
              <p:cNvSpPr/>
              <p:nvPr/>
            </p:nvSpPr>
            <p:spPr>
              <a:xfrm>
                <a:off x="5349825" y="2920475"/>
                <a:ext cx="60750" cy="53700"/>
              </a:xfrm>
              <a:custGeom>
                <a:avLst/>
                <a:gdLst/>
                <a:ahLst/>
                <a:cxnLst/>
                <a:rect l="l" t="t" r="r" b="b"/>
                <a:pathLst>
                  <a:path w="2430" h="2148" extrusionOk="0">
                    <a:moveTo>
                      <a:pt x="1108" y="386"/>
                    </a:moveTo>
                    <a:cubicBezTo>
                      <a:pt x="1242" y="386"/>
                      <a:pt x="1377" y="429"/>
                      <a:pt x="1486" y="490"/>
                    </a:cubicBezTo>
                    <a:cubicBezTo>
                      <a:pt x="1768" y="644"/>
                      <a:pt x="1993" y="952"/>
                      <a:pt x="1865" y="1306"/>
                    </a:cubicBezTo>
                    <a:cubicBezTo>
                      <a:pt x="1757" y="1604"/>
                      <a:pt x="1565" y="1759"/>
                      <a:pt x="1307" y="1759"/>
                    </a:cubicBezTo>
                    <a:cubicBezTo>
                      <a:pt x="1288" y="1759"/>
                      <a:pt x="1268" y="1758"/>
                      <a:pt x="1248" y="1756"/>
                    </a:cubicBezTo>
                    <a:cubicBezTo>
                      <a:pt x="875" y="1724"/>
                      <a:pt x="477" y="1395"/>
                      <a:pt x="418" y="1062"/>
                    </a:cubicBezTo>
                    <a:cubicBezTo>
                      <a:pt x="386" y="894"/>
                      <a:pt x="457" y="760"/>
                      <a:pt x="560" y="656"/>
                    </a:cubicBezTo>
                    <a:cubicBezTo>
                      <a:pt x="617" y="656"/>
                      <a:pt x="676" y="624"/>
                      <a:pt x="708" y="579"/>
                    </a:cubicBezTo>
                    <a:cubicBezTo>
                      <a:pt x="747" y="534"/>
                      <a:pt x="785" y="496"/>
                      <a:pt x="824" y="470"/>
                    </a:cubicBezTo>
                    <a:cubicBezTo>
                      <a:pt x="842" y="463"/>
                      <a:pt x="862" y="451"/>
                      <a:pt x="881" y="445"/>
                    </a:cubicBezTo>
                    <a:cubicBezTo>
                      <a:pt x="893" y="439"/>
                      <a:pt x="907" y="431"/>
                      <a:pt x="919" y="419"/>
                    </a:cubicBezTo>
                    <a:cubicBezTo>
                      <a:pt x="980" y="396"/>
                      <a:pt x="1044" y="386"/>
                      <a:pt x="1108" y="386"/>
                    </a:cubicBezTo>
                    <a:close/>
                    <a:moveTo>
                      <a:pt x="1123" y="0"/>
                    </a:moveTo>
                    <a:cubicBezTo>
                      <a:pt x="947" y="0"/>
                      <a:pt x="780" y="47"/>
                      <a:pt x="637" y="136"/>
                    </a:cubicBezTo>
                    <a:cubicBezTo>
                      <a:pt x="0" y="463"/>
                      <a:pt x="6" y="932"/>
                      <a:pt x="39" y="1125"/>
                    </a:cubicBezTo>
                    <a:cubicBezTo>
                      <a:pt x="122" y="1627"/>
                      <a:pt x="662" y="2097"/>
                      <a:pt x="1216" y="2142"/>
                    </a:cubicBezTo>
                    <a:cubicBezTo>
                      <a:pt x="1248" y="2142"/>
                      <a:pt x="1279" y="2148"/>
                      <a:pt x="1311" y="2148"/>
                    </a:cubicBezTo>
                    <a:cubicBezTo>
                      <a:pt x="1735" y="2148"/>
                      <a:pt x="2064" y="1890"/>
                      <a:pt x="2224" y="1441"/>
                    </a:cubicBezTo>
                    <a:cubicBezTo>
                      <a:pt x="2430" y="875"/>
                      <a:pt x="2083" y="374"/>
                      <a:pt x="1672" y="149"/>
                    </a:cubicBezTo>
                    <a:cubicBezTo>
                      <a:pt x="1490" y="48"/>
                      <a:pt x="1302" y="0"/>
                      <a:pt x="1123"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20"/>
              <p:cNvSpPr/>
              <p:nvPr/>
            </p:nvSpPr>
            <p:spPr>
              <a:xfrm>
                <a:off x="5359450" y="2930100"/>
                <a:ext cx="40225" cy="34350"/>
              </a:xfrm>
              <a:custGeom>
                <a:avLst/>
                <a:gdLst/>
                <a:ahLst/>
                <a:cxnLst/>
                <a:rect l="l" t="t" r="r" b="b"/>
                <a:pathLst>
                  <a:path w="1609" h="1374" extrusionOk="0">
                    <a:moveTo>
                      <a:pt x="723" y="1"/>
                    </a:moveTo>
                    <a:cubicBezTo>
                      <a:pt x="659" y="1"/>
                      <a:pt x="595" y="11"/>
                      <a:pt x="534" y="34"/>
                    </a:cubicBezTo>
                    <a:cubicBezTo>
                      <a:pt x="522" y="46"/>
                      <a:pt x="508" y="54"/>
                      <a:pt x="496" y="60"/>
                    </a:cubicBezTo>
                    <a:cubicBezTo>
                      <a:pt x="477" y="66"/>
                      <a:pt x="457" y="78"/>
                      <a:pt x="439" y="85"/>
                    </a:cubicBezTo>
                    <a:cubicBezTo>
                      <a:pt x="400" y="111"/>
                      <a:pt x="362" y="149"/>
                      <a:pt x="323" y="194"/>
                    </a:cubicBezTo>
                    <a:cubicBezTo>
                      <a:pt x="291" y="239"/>
                      <a:pt x="232" y="271"/>
                      <a:pt x="175" y="271"/>
                    </a:cubicBezTo>
                    <a:cubicBezTo>
                      <a:pt x="72" y="375"/>
                      <a:pt x="1" y="509"/>
                      <a:pt x="33" y="677"/>
                    </a:cubicBezTo>
                    <a:cubicBezTo>
                      <a:pt x="92" y="1010"/>
                      <a:pt x="490" y="1339"/>
                      <a:pt x="863" y="1371"/>
                    </a:cubicBezTo>
                    <a:cubicBezTo>
                      <a:pt x="883" y="1373"/>
                      <a:pt x="903" y="1374"/>
                      <a:pt x="922" y="1374"/>
                    </a:cubicBezTo>
                    <a:cubicBezTo>
                      <a:pt x="1180" y="1374"/>
                      <a:pt x="1372" y="1219"/>
                      <a:pt x="1480" y="921"/>
                    </a:cubicBezTo>
                    <a:cubicBezTo>
                      <a:pt x="1608" y="567"/>
                      <a:pt x="1383" y="259"/>
                      <a:pt x="1101" y="105"/>
                    </a:cubicBezTo>
                    <a:cubicBezTo>
                      <a:pt x="992" y="44"/>
                      <a:pt x="857" y="1"/>
                      <a:pt x="723"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0"/>
              <p:cNvSpPr/>
              <p:nvPr/>
            </p:nvSpPr>
            <p:spPr>
              <a:xfrm>
                <a:off x="4677850" y="2844800"/>
                <a:ext cx="53200" cy="47900"/>
              </a:xfrm>
              <a:custGeom>
                <a:avLst/>
                <a:gdLst/>
                <a:ahLst/>
                <a:cxnLst/>
                <a:rect l="l" t="t" r="r" b="b"/>
                <a:pathLst>
                  <a:path w="2128" h="1916" extrusionOk="0">
                    <a:moveTo>
                      <a:pt x="1136" y="567"/>
                    </a:moveTo>
                    <a:cubicBezTo>
                      <a:pt x="1289" y="567"/>
                      <a:pt x="1418" y="649"/>
                      <a:pt x="1498" y="759"/>
                    </a:cubicBezTo>
                    <a:cubicBezTo>
                      <a:pt x="1602" y="913"/>
                      <a:pt x="1634" y="1144"/>
                      <a:pt x="1395" y="1337"/>
                    </a:cubicBezTo>
                    <a:cubicBezTo>
                      <a:pt x="1285" y="1432"/>
                      <a:pt x="1176" y="1465"/>
                      <a:pt x="1077" y="1465"/>
                    </a:cubicBezTo>
                    <a:cubicBezTo>
                      <a:pt x="982" y="1465"/>
                      <a:pt x="897" y="1434"/>
                      <a:pt x="830" y="1396"/>
                    </a:cubicBezTo>
                    <a:cubicBezTo>
                      <a:pt x="618" y="1280"/>
                      <a:pt x="477" y="1036"/>
                      <a:pt x="502" y="836"/>
                    </a:cubicBezTo>
                    <a:cubicBezTo>
                      <a:pt x="516" y="746"/>
                      <a:pt x="561" y="675"/>
                      <a:pt x="618" y="624"/>
                    </a:cubicBezTo>
                    <a:cubicBezTo>
                      <a:pt x="659" y="658"/>
                      <a:pt x="713" y="678"/>
                      <a:pt x="768" y="678"/>
                    </a:cubicBezTo>
                    <a:cubicBezTo>
                      <a:pt x="807" y="678"/>
                      <a:pt x="846" y="668"/>
                      <a:pt x="881" y="643"/>
                    </a:cubicBezTo>
                    <a:cubicBezTo>
                      <a:pt x="970" y="590"/>
                      <a:pt x="1056" y="567"/>
                      <a:pt x="1136" y="567"/>
                    </a:cubicBezTo>
                    <a:close/>
                    <a:moveTo>
                      <a:pt x="940" y="0"/>
                    </a:moveTo>
                    <a:cubicBezTo>
                      <a:pt x="921" y="0"/>
                      <a:pt x="901" y="2"/>
                      <a:pt x="881" y="7"/>
                    </a:cubicBezTo>
                    <a:cubicBezTo>
                      <a:pt x="232" y="162"/>
                      <a:pt x="84" y="554"/>
                      <a:pt x="59" y="773"/>
                    </a:cubicBezTo>
                    <a:cubicBezTo>
                      <a:pt x="1" y="1164"/>
                      <a:pt x="232" y="1582"/>
                      <a:pt x="611" y="1794"/>
                    </a:cubicBezTo>
                    <a:cubicBezTo>
                      <a:pt x="759" y="1877"/>
                      <a:pt x="920" y="1916"/>
                      <a:pt x="1074" y="1916"/>
                    </a:cubicBezTo>
                    <a:cubicBezTo>
                      <a:pt x="1293" y="1916"/>
                      <a:pt x="1505" y="1838"/>
                      <a:pt x="1685" y="1684"/>
                    </a:cubicBezTo>
                    <a:cubicBezTo>
                      <a:pt x="2128" y="1319"/>
                      <a:pt x="2089" y="811"/>
                      <a:pt x="1865" y="503"/>
                    </a:cubicBezTo>
                    <a:cubicBezTo>
                      <a:pt x="1704" y="277"/>
                      <a:pt x="1434" y="117"/>
                      <a:pt x="1133" y="117"/>
                    </a:cubicBezTo>
                    <a:cubicBezTo>
                      <a:pt x="1090" y="43"/>
                      <a:pt x="1020" y="0"/>
                      <a:pt x="940"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0"/>
              <p:cNvSpPr/>
              <p:nvPr/>
            </p:nvSpPr>
            <p:spPr>
              <a:xfrm>
                <a:off x="4689775" y="2858975"/>
                <a:ext cx="28950" cy="22475"/>
              </a:xfrm>
              <a:custGeom>
                <a:avLst/>
                <a:gdLst/>
                <a:ahLst/>
                <a:cxnLst/>
                <a:rect l="l" t="t" r="r" b="b"/>
                <a:pathLst>
                  <a:path w="1158" h="899" extrusionOk="0">
                    <a:moveTo>
                      <a:pt x="659" y="0"/>
                    </a:moveTo>
                    <a:cubicBezTo>
                      <a:pt x="579" y="0"/>
                      <a:pt x="493" y="23"/>
                      <a:pt x="404" y="76"/>
                    </a:cubicBezTo>
                    <a:cubicBezTo>
                      <a:pt x="369" y="101"/>
                      <a:pt x="330" y="111"/>
                      <a:pt x="291" y="111"/>
                    </a:cubicBezTo>
                    <a:cubicBezTo>
                      <a:pt x="236" y="111"/>
                      <a:pt x="182" y="91"/>
                      <a:pt x="141" y="57"/>
                    </a:cubicBezTo>
                    <a:cubicBezTo>
                      <a:pt x="84" y="108"/>
                      <a:pt x="39" y="179"/>
                      <a:pt x="25" y="269"/>
                    </a:cubicBezTo>
                    <a:cubicBezTo>
                      <a:pt x="0" y="469"/>
                      <a:pt x="141" y="713"/>
                      <a:pt x="353" y="829"/>
                    </a:cubicBezTo>
                    <a:cubicBezTo>
                      <a:pt x="420" y="867"/>
                      <a:pt x="505" y="898"/>
                      <a:pt x="600" y="898"/>
                    </a:cubicBezTo>
                    <a:cubicBezTo>
                      <a:pt x="699" y="898"/>
                      <a:pt x="808" y="865"/>
                      <a:pt x="918" y="770"/>
                    </a:cubicBezTo>
                    <a:cubicBezTo>
                      <a:pt x="1157" y="577"/>
                      <a:pt x="1125" y="346"/>
                      <a:pt x="1021" y="192"/>
                    </a:cubicBezTo>
                    <a:cubicBezTo>
                      <a:pt x="941" y="82"/>
                      <a:pt x="812" y="0"/>
                      <a:pt x="659"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9" name="Google Shape;859;p20"/>
            <p:cNvSpPr/>
            <p:nvPr/>
          </p:nvSpPr>
          <p:spPr>
            <a:xfrm>
              <a:off x="3020350" y="4441675"/>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20"/>
            <p:cNvSpPr/>
            <p:nvPr/>
          </p:nvSpPr>
          <p:spPr>
            <a:xfrm flipH="1">
              <a:off x="5316450" y="4547413"/>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20"/>
            <p:cNvSpPr/>
            <p:nvPr/>
          </p:nvSpPr>
          <p:spPr>
            <a:xfrm>
              <a:off x="464575" y="4825088"/>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0"/>
            <p:cNvSpPr/>
            <p:nvPr/>
          </p:nvSpPr>
          <p:spPr>
            <a:xfrm flipH="1">
              <a:off x="7987700" y="4740838"/>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
  <p:cSld name="BLANK_1_1_1_1_1_1_1_1">
    <p:spTree>
      <p:nvGrpSpPr>
        <p:cNvPr id="1" name="Shape 1047"/>
        <p:cNvGrpSpPr/>
        <p:nvPr/>
      </p:nvGrpSpPr>
      <p:grpSpPr>
        <a:xfrm>
          <a:off x="0" y="0"/>
          <a:ext cx="0" cy="0"/>
          <a:chOff x="0" y="0"/>
          <a:chExt cx="0" cy="0"/>
        </a:xfrm>
      </p:grpSpPr>
      <p:grpSp>
        <p:nvGrpSpPr>
          <p:cNvPr id="1048" name="Google Shape;1048;p25"/>
          <p:cNvGrpSpPr/>
          <p:nvPr/>
        </p:nvGrpSpPr>
        <p:grpSpPr>
          <a:xfrm flipH="1">
            <a:off x="-57642" y="4693217"/>
            <a:ext cx="9259279" cy="949168"/>
            <a:chOff x="-57639" y="4232675"/>
            <a:chExt cx="9259279" cy="949168"/>
          </a:xfrm>
        </p:grpSpPr>
        <p:grpSp>
          <p:nvGrpSpPr>
            <p:cNvPr id="1049" name="Google Shape;1049;p25"/>
            <p:cNvGrpSpPr/>
            <p:nvPr/>
          </p:nvGrpSpPr>
          <p:grpSpPr>
            <a:xfrm>
              <a:off x="-57639" y="4232675"/>
              <a:ext cx="9259279" cy="949168"/>
              <a:chOff x="238275" y="2491125"/>
              <a:chExt cx="7141750" cy="732100"/>
            </a:xfrm>
          </p:grpSpPr>
          <p:sp>
            <p:nvSpPr>
              <p:cNvPr id="1050" name="Google Shape;1050;p25"/>
              <p:cNvSpPr/>
              <p:nvPr/>
            </p:nvSpPr>
            <p:spPr>
              <a:xfrm>
                <a:off x="238275" y="2491125"/>
                <a:ext cx="7141750" cy="282225"/>
              </a:xfrm>
              <a:custGeom>
                <a:avLst/>
                <a:gdLst/>
                <a:ahLst/>
                <a:cxnLst/>
                <a:rect l="l" t="t" r="r" b="b"/>
                <a:pathLst>
                  <a:path w="285670" h="11289" extrusionOk="0">
                    <a:moveTo>
                      <a:pt x="77087" y="1"/>
                    </a:moveTo>
                    <a:cubicBezTo>
                      <a:pt x="69330" y="1"/>
                      <a:pt x="63721" y="1125"/>
                      <a:pt x="59452" y="1679"/>
                    </a:cubicBezTo>
                    <a:cubicBezTo>
                      <a:pt x="56652" y="2041"/>
                      <a:pt x="53084" y="2152"/>
                      <a:pt x="50569" y="2152"/>
                    </a:cubicBezTo>
                    <a:cubicBezTo>
                      <a:pt x="49072" y="2152"/>
                      <a:pt x="47948" y="2113"/>
                      <a:pt x="47581" y="2064"/>
                    </a:cubicBezTo>
                    <a:cubicBezTo>
                      <a:pt x="46591" y="1936"/>
                      <a:pt x="26970" y="1345"/>
                      <a:pt x="26970" y="1345"/>
                    </a:cubicBezTo>
                    <a:lnTo>
                      <a:pt x="0" y="2746"/>
                    </a:lnTo>
                    <a:lnTo>
                      <a:pt x="1376" y="11288"/>
                    </a:lnTo>
                    <a:lnTo>
                      <a:pt x="284771" y="9874"/>
                    </a:lnTo>
                    <a:lnTo>
                      <a:pt x="285670" y="2746"/>
                    </a:lnTo>
                    <a:lnTo>
                      <a:pt x="278382" y="2746"/>
                    </a:lnTo>
                    <a:cubicBezTo>
                      <a:pt x="278382" y="2746"/>
                      <a:pt x="276833" y="3350"/>
                      <a:pt x="269412" y="3350"/>
                    </a:cubicBezTo>
                    <a:cubicBezTo>
                      <a:pt x="268804" y="3350"/>
                      <a:pt x="268157" y="3346"/>
                      <a:pt x="267468" y="3337"/>
                    </a:cubicBezTo>
                    <a:cubicBezTo>
                      <a:pt x="258367" y="3221"/>
                      <a:pt x="258367" y="2553"/>
                      <a:pt x="248361" y="2354"/>
                    </a:cubicBezTo>
                    <a:cubicBezTo>
                      <a:pt x="243485" y="2254"/>
                      <a:pt x="239630" y="2229"/>
                      <a:pt x="236959" y="2229"/>
                    </a:cubicBezTo>
                    <a:cubicBezTo>
                      <a:pt x="234147" y="2229"/>
                      <a:pt x="232646" y="2257"/>
                      <a:pt x="232646" y="2257"/>
                    </a:cubicBezTo>
                    <a:lnTo>
                      <a:pt x="210273" y="1621"/>
                    </a:lnTo>
                    <a:cubicBezTo>
                      <a:pt x="210273" y="1621"/>
                      <a:pt x="209685" y="1550"/>
                      <a:pt x="208556" y="1550"/>
                    </a:cubicBezTo>
                    <a:cubicBezTo>
                      <a:pt x="207391" y="1550"/>
                      <a:pt x="205650" y="1626"/>
                      <a:pt x="203382" y="1936"/>
                    </a:cubicBezTo>
                    <a:cubicBezTo>
                      <a:pt x="201649" y="2171"/>
                      <a:pt x="198963" y="2243"/>
                      <a:pt x="196326" y="2243"/>
                    </a:cubicBezTo>
                    <a:cubicBezTo>
                      <a:pt x="192169" y="2243"/>
                      <a:pt x="188131" y="2064"/>
                      <a:pt x="188131" y="2064"/>
                    </a:cubicBezTo>
                    <a:cubicBezTo>
                      <a:pt x="188131" y="2064"/>
                      <a:pt x="174437" y="2201"/>
                      <a:pt x="163969" y="2201"/>
                    </a:cubicBezTo>
                    <a:cubicBezTo>
                      <a:pt x="158735" y="2201"/>
                      <a:pt x="154307" y="2167"/>
                      <a:pt x="152801" y="2064"/>
                    </a:cubicBezTo>
                    <a:cubicBezTo>
                      <a:pt x="148282" y="1756"/>
                      <a:pt x="96761" y="927"/>
                      <a:pt x="93993" y="664"/>
                    </a:cubicBezTo>
                    <a:cubicBezTo>
                      <a:pt x="91222" y="400"/>
                      <a:pt x="86459" y="118"/>
                      <a:pt x="78149" y="8"/>
                    </a:cubicBezTo>
                    <a:cubicBezTo>
                      <a:pt x="77791" y="3"/>
                      <a:pt x="77437" y="1"/>
                      <a:pt x="77087"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25"/>
              <p:cNvSpPr/>
              <p:nvPr/>
            </p:nvSpPr>
            <p:spPr>
              <a:xfrm>
                <a:off x="272675" y="2551975"/>
                <a:ext cx="7091125" cy="671250"/>
              </a:xfrm>
              <a:custGeom>
                <a:avLst/>
                <a:gdLst/>
                <a:ahLst/>
                <a:cxnLst/>
                <a:rect l="l" t="t" r="r" b="b"/>
                <a:pathLst>
                  <a:path w="283645" h="26850" extrusionOk="0">
                    <a:moveTo>
                      <a:pt x="134832" y="1"/>
                    </a:moveTo>
                    <a:cubicBezTo>
                      <a:pt x="134792" y="1"/>
                      <a:pt x="134755" y="2"/>
                      <a:pt x="134720" y="3"/>
                    </a:cubicBezTo>
                    <a:cubicBezTo>
                      <a:pt x="133388" y="67"/>
                      <a:pt x="126129" y="738"/>
                      <a:pt x="125164" y="738"/>
                    </a:cubicBezTo>
                    <a:cubicBezTo>
                      <a:pt x="125137" y="738"/>
                      <a:pt x="125116" y="737"/>
                      <a:pt x="125099" y="736"/>
                    </a:cubicBezTo>
                    <a:cubicBezTo>
                      <a:pt x="124476" y="698"/>
                      <a:pt x="118537" y="377"/>
                      <a:pt x="118537" y="377"/>
                    </a:cubicBezTo>
                    <a:cubicBezTo>
                      <a:pt x="118537" y="377"/>
                      <a:pt x="108294" y="62"/>
                      <a:pt x="107177" y="62"/>
                    </a:cubicBezTo>
                    <a:cubicBezTo>
                      <a:pt x="107164" y="62"/>
                      <a:pt x="107152" y="62"/>
                      <a:pt x="107141" y="62"/>
                    </a:cubicBezTo>
                    <a:cubicBezTo>
                      <a:pt x="106235" y="68"/>
                      <a:pt x="103414" y="101"/>
                      <a:pt x="97559" y="736"/>
                    </a:cubicBezTo>
                    <a:cubicBezTo>
                      <a:pt x="91703" y="1366"/>
                      <a:pt x="89100" y="1572"/>
                      <a:pt x="89100" y="1572"/>
                    </a:cubicBezTo>
                    <a:cubicBezTo>
                      <a:pt x="89100" y="1572"/>
                      <a:pt x="85133" y="1222"/>
                      <a:pt x="81765" y="1222"/>
                    </a:cubicBezTo>
                    <a:cubicBezTo>
                      <a:pt x="80976" y="1222"/>
                      <a:pt x="80220" y="1241"/>
                      <a:pt x="79556" y="1288"/>
                    </a:cubicBezTo>
                    <a:cubicBezTo>
                      <a:pt x="76047" y="1534"/>
                      <a:pt x="68784" y="3294"/>
                      <a:pt x="67981" y="3667"/>
                    </a:cubicBezTo>
                    <a:cubicBezTo>
                      <a:pt x="67171" y="4034"/>
                      <a:pt x="25362" y="5557"/>
                      <a:pt x="25362" y="5557"/>
                    </a:cubicBezTo>
                    <a:lnTo>
                      <a:pt x="0" y="7247"/>
                    </a:lnTo>
                    <a:lnTo>
                      <a:pt x="0" y="26849"/>
                    </a:lnTo>
                    <a:lnTo>
                      <a:pt x="283645" y="26849"/>
                    </a:lnTo>
                    <a:lnTo>
                      <a:pt x="283645" y="5628"/>
                    </a:lnTo>
                    <a:lnTo>
                      <a:pt x="283034" y="5364"/>
                    </a:lnTo>
                    <a:lnTo>
                      <a:pt x="249889" y="4805"/>
                    </a:lnTo>
                    <a:cubicBezTo>
                      <a:pt x="249889" y="4805"/>
                      <a:pt x="246822" y="4228"/>
                      <a:pt x="245827" y="4228"/>
                    </a:cubicBezTo>
                    <a:cubicBezTo>
                      <a:pt x="245777" y="4228"/>
                      <a:pt x="245731" y="4230"/>
                      <a:pt x="245692" y="4233"/>
                    </a:cubicBezTo>
                    <a:cubicBezTo>
                      <a:pt x="244889" y="4304"/>
                      <a:pt x="242171" y="4619"/>
                      <a:pt x="242171" y="4619"/>
                    </a:cubicBezTo>
                    <a:lnTo>
                      <a:pt x="233912" y="4233"/>
                    </a:lnTo>
                    <a:cubicBezTo>
                      <a:pt x="233912" y="4233"/>
                      <a:pt x="232138" y="3095"/>
                      <a:pt x="225999" y="2857"/>
                    </a:cubicBezTo>
                    <a:cubicBezTo>
                      <a:pt x="220178" y="2637"/>
                      <a:pt x="216019" y="2632"/>
                      <a:pt x="215613" y="2632"/>
                    </a:cubicBezTo>
                    <a:cubicBezTo>
                      <a:pt x="215592" y="2632"/>
                      <a:pt x="215581" y="2632"/>
                      <a:pt x="215581" y="2632"/>
                    </a:cubicBezTo>
                    <a:lnTo>
                      <a:pt x="202181" y="2053"/>
                    </a:lnTo>
                    <a:cubicBezTo>
                      <a:pt x="202181" y="2053"/>
                      <a:pt x="195990" y="2330"/>
                      <a:pt x="194300" y="2427"/>
                    </a:cubicBezTo>
                    <a:cubicBezTo>
                      <a:pt x="192611" y="2516"/>
                      <a:pt x="187263" y="3005"/>
                      <a:pt x="187263" y="3005"/>
                    </a:cubicBezTo>
                    <a:lnTo>
                      <a:pt x="172828" y="3005"/>
                    </a:lnTo>
                    <a:lnTo>
                      <a:pt x="169434" y="2857"/>
                    </a:lnTo>
                    <a:cubicBezTo>
                      <a:pt x="169434" y="2857"/>
                      <a:pt x="166638" y="2613"/>
                      <a:pt x="165249" y="2472"/>
                    </a:cubicBezTo>
                    <a:cubicBezTo>
                      <a:pt x="163855" y="2330"/>
                      <a:pt x="160358" y="2222"/>
                      <a:pt x="158643" y="2053"/>
                    </a:cubicBezTo>
                    <a:cubicBezTo>
                      <a:pt x="156926" y="1881"/>
                      <a:pt x="152440" y="1418"/>
                      <a:pt x="151933" y="1288"/>
                    </a:cubicBezTo>
                    <a:cubicBezTo>
                      <a:pt x="151766" y="1246"/>
                      <a:pt x="150510" y="1231"/>
                      <a:pt x="148911" y="1231"/>
                    </a:cubicBezTo>
                    <a:cubicBezTo>
                      <a:pt x="145711" y="1231"/>
                      <a:pt x="141135" y="1288"/>
                      <a:pt x="141135" y="1288"/>
                    </a:cubicBezTo>
                    <a:cubicBezTo>
                      <a:pt x="141135" y="1288"/>
                      <a:pt x="136344" y="1"/>
                      <a:pt x="134832" y="1"/>
                    </a:cubicBezTo>
                    <a:close/>
                  </a:path>
                </a:pathLst>
              </a:custGeom>
              <a:solidFill>
                <a:srgbClr val="5E8688"/>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25"/>
              <p:cNvSpPr/>
              <p:nvPr/>
            </p:nvSpPr>
            <p:spPr>
              <a:xfrm>
                <a:off x="3562250" y="2808825"/>
                <a:ext cx="54025" cy="61550"/>
              </a:xfrm>
              <a:custGeom>
                <a:avLst/>
                <a:gdLst/>
                <a:ahLst/>
                <a:cxnLst/>
                <a:rect l="l" t="t" r="r" b="b"/>
                <a:pathLst>
                  <a:path w="2161" h="2462" extrusionOk="0">
                    <a:moveTo>
                      <a:pt x="1036" y="501"/>
                    </a:moveTo>
                    <a:cubicBezTo>
                      <a:pt x="1312" y="637"/>
                      <a:pt x="1556" y="913"/>
                      <a:pt x="1620" y="1195"/>
                    </a:cubicBezTo>
                    <a:cubicBezTo>
                      <a:pt x="1685" y="1440"/>
                      <a:pt x="1614" y="1652"/>
                      <a:pt x="1415" y="1826"/>
                    </a:cubicBezTo>
                    <a:cubicBezTo>
                      <a:pt x="1281" y="1942"/>
                      <a:pt x="1155" y="2001"/>
                      <a:pt x="1040" y="2001"/>
                    </a:cubicBezTo>
                    <a:cubicBezTo>
                      <a:pt x="985" y="2001"/>
                      <a:pt x="932" y="1987"/>
                      <a:pt x="882" y="1960"/>
                    </a:cubicBezTo>
                    <a:cubicBezTo>
                      <a:pt x="638" y="1832"/>
                      <a:pt x="476" y="1408"/>
                      <a:pt x="535" y="1041"/>
                    </a:cubicBezTo>
                    <a:cubicBezTo>
                      <a:pt x="567" y="836"/>
                      <a:pt x="676" y="572"/>
                      <a:pt x="1030" y="501"/>
                    </a:cubicBezTo>
                    <a:close/>
                    <a:moveTo>
                      <a:pt x="930" y="0"/>
                    </a:moveTo>
                    <a:cubicBezTo>
                      <a:pt x="845" y="0"/>
                      <a:pt x="764" y="48"/>
                      <a:pt x="727" y="123"/>
                    </a:cubicBezTo>
                    <a:cubicBezTo>
                      <a:pt x="380" y="263"/>
                      <a:pt x="149" y="566"/>
                      <a:pt x="84" y="978"/>
                    </a:cubicBezTo>
                    <a:cubicBezTo>
                      <a:pt x="1" y="1524"/>
                      <a:pt x="252" y="2141"/>
                      <a:pt x="663" y="2360"/>
                    </a:cubicBezTo>
                    <a:cubicBezTo>
                      <a:pt x="754" y="2411"/>
                      <a:pt x="882" y="2461"/>
                      <a:pt x="1042" y="2461"/>
                    </a:cubicBezTo>
                    <a:cubicBezTo>
                      <a:pt x="1229" y="2461"/>
                      <a:pt x="1460" y="2390"/>
                      <a:pt x="1718" y="2167"/>
                    </a:cubicBezTo>
                    <a:cubicBezTo>
                      <a:pt x="2038" y="1877"/>
                      <a:pt x="2160" y="1497"/>
                      <a:pt x="2065" y="1093"/>
                    </a:cubicBezTo>
                    <a:cubicBezTo>
                      <a:pt x="1941" y="586"/>
                      <a:pt x="1486" y="135"/>
                      <a:pt x="985" y="7"/>
                    </a:cubicBezTo>
                    <a:cubicBezTo>
                      <a:pt x="967" y="3"/>
                      <a:pt x="948" y="0"/>
                      <a:pt x="930"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25"/>
              <p:cNvSpPr/>
              <p:nvPr/>
            </p:nvSpPr>
            <p:spPr>
              <a:xfrm>
                <a:off x="3574125" y="2821325"/>
                <a:ext cx="30275" cy="37525"/>
              </a:xfrm>
              <a:custGeom>
                <a:avLst/>
                <a:gdLst/>
                <a:ahLst/>
                <a:cxnLst/>
                <a:rect l="l" t="t" r="r" b="b"/>
                <a:pathLst>
                  <a:path w="1211" h="1501" extrusionOk="0">
                    <a:moveTo>
                      <a:pt x="555" y="1"/>
                    </a:moveTo>
                    <a:cubicBezTo>
                      <a:pt x="201" y="72"/>
                      <a:pt x="92" y="336"/>
                      <a:pt x="60" y="541"/>
                    </a:cubicBezTo>
                    <a:cubicBezTo>
                      <a:pt x="1" y="908"/>
                      <a:pt x="163" y="1332"/>
                      <a:pt x="407" y="1460"/>
                    </a:cubicBezTo>
                    <a:cubicBezTo>
                      <a:pt x="457" y="1487"/>
                      <a:pt x="510" y="1501"/>
                      <a:pt x="565" y="1501"/>
                    </a:cubicBezTo>
                    <a:cubicBezTo>
                      <a:pt x="680" y="1501"/>
                      <a:pt x="806" y="1442"/>
                      <a:pt x="940" y="1326"/>
                    </a:cubicBezTo>
                    <a:cubicBezTo>
                      <a:pt x="1139" y="1152"/>
                      <a:pt x="1210" y="940"/>
                      <a:pt x="1145" y="695"/>
                    </a:cubicBezTo>
                    <a:cubicBezTo>
                      <a:pt x="1081" y="413"/>
                      <a:pt x="837" y="137"/>
                      <a:pt x="561"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25"/>
              <p:cNvSpPr/>
              <p:nvPr/>
            </p:nvSpPr>
            <p:spPr>
              <a:xfrm>
                <a:off x="1423625" y="2714000"/>
                <a:ext cx="71675" cy="63200"/>
              </a:xfrm>
              <a:custGeom>
                <a:avLst/>
                <a:gdLst/>
                <a:ahLst/>
                <a:cxnLst/>
                <a:rect l="l" t="t" r="r" b="b"/>
                <a:pathLst>
                  <a:path w="2867" h="2528" extrusionOk="0">
                    <a:moveTo>
                      <a:pt x="1313" y="456"/>
                    </a:moveTo>
                    <a:cubicBezTo>
                      <a:pt x="1469" y="456"/>
                      <a:pt x="1626" y="505"/>
                      <a:pt x="1754" y="573"/>
                    </a:cubicBezTo>
                    <a:cubicBezTo>
                      <a:pt x="2083" y="754"/>
                      <a:pt x="2347" y="1126"/>
                      <a:pt x="2198" y="1544"/>
                    </a:cubicBezTo>
                    <a:cubicBezTo>
                      <a:pt x="2073" y="1889"/>
                      <a:pt x="1849" y="2075"/>
                      <a:pt x="1546" y="2075"/>
                    </a:cubicBezTo>
                    <a:cubicBezTo>
                      <a:pt x="1522" y="2075"/>
                      <a:pt x="1497" y="2074"/>
                      <a:pt x="1472" y="2071"/>
                    </a:cubicBezTo>
                    <a:cubicBezTo>
                      <a:pt x="1028" y="2033"/>
                      <a:pt x="559" y="1647"/>
                      <a:pt x="488" y="1255"/>
                    </a:cubicBezTo>
                    <a:cubicBezTo>
                      <a:pt x="457" y="1055"/>
                      <a:pt x="534" y="894"/>
                      <a:pt x="662" y="772"/>
                    </a:cubicBezTo>
                    <a:cubicBezTo>
                      <a:pt x="727" y="772"/>
                      <a:pt x="790" y="740"/>
                      <a:pt x="835" y="683"/>
                    </a:cubicBezTo>
                    <a:cubicBezTo>
                      <a:pt x="873" y="630"/>
                      <a:pt x="926" y="586"/>
                      <a:pt x="971" y="553"/>
                    </a:cubicBezTo>
                    <a:cubicBezTo>
                      <a:pt x="989" y="547"/>
                      <a:pt x="1015" y="535"/>
                      <a:pt x="1035" y="529"/>
                    </a:cubicBezTo>
                    <a:cubicBezTo>
                      <a:pt x="1054" y="515"/>
                      <a:pt x="1066" y="509"/>
                      <a:pt x="1080" y="496"/>
                    </a:cubicBezTo>
                    <a:cubicBezTo>
                      <a:pt x="1155" y="468"/>
                      <a:pt x="1234" y="456"/>
                      <a:pt x="1313" y="456"/>
                    </a:cubicBezTo>
                    <a:close/>
                    <a:moveTo>
                      <a:pt x="1316" y="0"/>
                    </a:moveTo>
                    <a:cubicBezTo>
                      <a:pt x="1109" y="0"/>
                      <a:pt x="913" y="54"/>
                      <a:pt x="745" y="161"/>
                    </a:cubicBezTo>
                    <a:cubicBezTo>
                      <a:pt x="0" y="547"/>
                      <a:pt x="7" y="1101"/>
                      <a:pt x="45" y="1332"/>
                    </a:cubicBezTo>
                    <a:cubicBezTo>
                      <a:pt x="148" y="1923"/>
                      <a:pt x="784" y="2469"/>
                      <a:pt x="1433" y="2528"/>
                    </a:cubicBezTo>
                    <a:lnTo>
                      <a:pt x="1543" y="2528"/>
                    </a:lnTo>
                    <a:cubicBezTo>
                      <a:pt x="2044" y="2528"/>
                      <a:pt x="2436" y="2232"/>
                      <a:pt x="2623" y="1698"/>
                    </a:cubicBezTo>
                    <a:cubicBezTo>
                      <a:pt x="2866" y="1030"/>
                      <a:pt x="2455" y="445"/>
                      <a:pt x="1973" y="175"/>
                    </a:cubicBezTo>
                    <a:cubicBezTo>
                      <a:pt x="1755" y="58"/>
                      <a:pt x="1529" y="0"/>
                      <a:pt x="1316"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25"/>
              <p:cNvSpPr/>
              <p:nvPr/>
            </p:nvSpPr>
            <p:spPr>
              <a:xfrm>
                <a:off x="1435025" y="2725400"/>
                <a:ext cx="47275" cy="40475"/>
              </a:xfrm>
              <a:custGeom>
                <a:avLst/>
                <a:gdLst/>
                <a:ahLst/>
                <a:cxnLst/>
                <a:rect l="l" t="t" r="r" b="b"/>
                <a:pathLst>
                  <a:path w="1891" h="1619" extrusionOk="0">
                    <a:moveTo>
                      <a:pt x="857" y="0"/>
                    </a:moveTo>
                    <a:cubicBezTo>
                      <a:pt x="778" y="0"/>
                      <a:pt x="699" y="12"/>
                      <a:pt x="624" y="40"/>
                    </a:cubicBezTo>
                    <a:cubicBezTo>
                      <a:pt x="610" y="53"/>
                      <a:pt x="598" y="59"/>
                      <a:pt x="579" y="73"/>
                    </a:cubicBezTo>
                    <a:cubicBezTo>
                      <a:pt x="559" y="79"/>
                      <a:pt x="533" y="91"/>
                      <a:pt x="515" y="97"/>
                    </a:cubicBezTo>
                    <a:cubicBezTo>
                      <a:pt x="470" y="130"/>
                      <a:pt x="417" y="174"/>
                      <a:pt x="379" y="227"/>
                    </a:cubicBezTo>
                    <a:cubicBezTo>
                      <a:pt x="334" y="284"/>
                      <a:pt x="271" y="316"/>
                      <a:pt x="206" y="316"/>
                    </a:cubicBezTo>
                    <a:cubicBezTo>
                      <a:pt x="78" y="438"/>
                      <a:pt x="1" y="599"/>
                      <a:pt x="32" y="799"/>
                    </a:cubicBezTo>
                    <a:cubicBezTo>
                      <a:pt x="103" y="1191"/>
                      <a:pt x="572" y="1577"/>
                      <a:pt x="1016" y="1615"/>
                    </a:cubicBezTo>
                    <a:cubicBezTo>
                      <a:pt x="1041" y="1618"/>
                      <a:pt x="1066" y="1619"/>
                      <a:pt x="1090" y="1619"/>
                    </a:cubicBezTo>
                    <a:cubicBezTo>
                      <a:pt x="1393" y="1619"/>
                      <a:pt x="1617" y="1433"/>
                      <a:pt x="1742" y="1088"/>
                    </a:cubicBezTo>
                    <a:cubicBezTo>
                      <a:pt x="1891" y="670"/>
                      <a:pt x="1627" y="298"/>
                      <a:pt x="1298" y="117"/>
                    </a:cubicBezTo>
                    <a:cubicBezTo>
                      <a:pt x="1170" y="49"/>
                      <a:pt x="1013" y="0"/>
                      <a:pt x="857"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25"/>
              <p:cNvSpPr/>
              <p:nvPr/>
            </p:nvSpPr>
            <p:spPr>
              <a:xfrm>
                <a:off x="955225" y="2876425"/>
                <a:ext cx="60775" cy="53725"/>
              </a:xfrm>
              <a:custGeom>
                <a:avLst/>
                <a:gdLst/>
                <a:ahLst/>
                <a:cxnLst/>
                <a:rect l="l" t="t" r="r" b="b"/>
                <a:pathLst>
                  <a:path w="2431" h="2149" extrusionOk="0">
                    <a:moveTo>
                      <a:pt x="1117" y="389"/>
                    </a:moveTo>
                    <a:cubicBezTo>
                      <a:pt x="1249" y="389"/>
                      <a:pt x="1379" y="431"/>
                      <a:pt x="1485" y="490"/>
                    </a:cubicBezTo>
                    <a:cubicBezTo>
                      <a:pt x="1762" y="644"/>
                      <a:pt x="1994" y="953"/>
                      <a:pt x="1864" y="1306"/>
                    </a:cubicBezTo>
                    <a:cubicBezTo>
                      <a:pt x="1757" y="1605"/>
                      <a:pt x="1567" y="1759"/>
                      <a:pt x="1309" y="1759"/>
                    </a:cubicBezTo>
                    <a:cubicBezTo>
                      <a:pt x="1289" y="1759"/>
                      <a:pt x="1268" y="1758"/>
                      <a:pt x="1247" y="1757"/>
                    </a:cubicBezTo>
                    <a:cubicBezTo>
                      <a:pt x="868" y="1724"/>
                      <a:pt x="470" y="1397"/>
                      <a:pt x="419" y="1062"/>
                    </a:cubicBezTo>
                    <a:cubicBezTo>
                      <a:pt x="386" y="896"/>
                      <a:pt x="451" y="760"/>
                      <a:pt x="559" y="658"/>
                    </a:cubicBezTo>
                    <a:cubicBezTo>
                      <a:pt x="618" y="658"/>
                      <a:pt x="675" y="626"/>
                      <a:pt x="707" y="581"/>
                    </a:cubicBezTo>
                    <a:cubicBezTo>
                      <a:pt x="746" y="535"/>
                      <a:pt x="784" y="496"/>
                      <a:pt x="823" y="472"/>
                    </a:cubicBezTo>
                    <a:cubicBezTo>
                      <a:pt x="843" y="465"/>
                      <a:pt x="855" y="452"/>
                      <a:pt x="875" y="445"/>
                    </a:cubicBezTo>
                    <a:cubicBezTo>
                      <a:pt x="894" y="439"/>
                      <a:pt x="906" y="433"/>
                      <a:pt x="914" y="427"/>
                    </a:cubicBezTo>
                    <a:cubicBezTo>
                      <a:pt x="980" y="401"/>
                      <a:pt x="1049" y="389"/>
                      <a:pt x="1117" y="389"/>
                    </a:cubicBezTo>
                    <a:close/>
                    <a:moveTo>
                      <a:pt x="1118" y="1"/>
                    </a:moveTo>
                    <a:cubicBezTo>
                      <a:pt x="941" y="1"/>
                      <a:pt x="774" y="47"/>
                      <a:pt x="630" y="137"/>
                    </a:cubicBezTo>
                    <a:cubicBezTo>
                      <a:pt x="1" y="465"/>
                      <a:pt x="1" y="934"/>
                      <a:pt x="39" y="1127"/>
                    </a:cubicBezTo>
                    <a:cubicBezTo>
                      <a:pt x="123" y="1629"/>
                      <a:pt x="663" y="2097"/>
                      <a:pt x="1215" y="2142"/>
                    </a:cubicBezTo>
                    <a:cubicBezTo>
                      <a:pt x="1247" y="2142"/>
                      <a:pt x="1280" y="2148"/>
                      <a:pt x="1312" y="2148"/>
                    </a:cubicBezTo>
                    <a:cubicBezTo>
                      <a:pt x="1730" y="2148"/>
                      <a:pt x="2063" y="1892"/>
                      <a:pt x="2225" y="1442"/>
                    </a:cubicBezTo>
                    <a:cubicBezTo>
                      <a:pt x="2430" y="876"/>
                      <a:pt x="2077" y="374"/>
                      <a:pt x="1671" y="149"/>
                    </a:cubicBezTo>
                    <a:cubicBezTo>
                      <a:pt x="1487" y="49"/>
                      <a:pt x="1298" y="1"/>
                      <a:pt x="1118"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25"/>
              <p:cNvSpPr/>
              <p:nvPr/>
            </p:nvSpPr>
            <p:spPr>
              <a:xfrm>
                <a:off x="964875" y="2886150"/>
                <a:ext cx="40200" cy="34275"/>
              </a:xfrm>
              <a:custGeom>
                <a:avLst/>
                <a:gdLst/>
                <a:ahLst/>
                <a:cxnLst/>
                <a:rect l="l" t="t" r="r" b="b"/>
                <a:pathLst>
                  <a:path w="1608" h="1371" extrusionOk="0">
                    <a:moveTo>
                      <a:pt x="731" y="0"/>
                    </a:moveTo>
                    <a:cubicBezTo>
                      <a:pt x="663" y="0"/>
                      <a:pt x="594" y="12"/>
                      <a:pt x="528" y="38"/>
                    </a:cubicBezTo>
                    <a:cubicBezTo>
                      <a:pt x="520" y="44"/>
                      <a:pt x="508" y="50"/>
                      <a:pt x="489" y="56"/>
                    </a:cubicBezTo>
                    <a:cubicBezTo>
                      <a:pt x="469" y="63"/>
                      <a:pt x="457" y="76"/>
                      <a:pt x="437" y="83"/>
                    </a:cubicBezTo>
                    <a:cubicBezTo>
                      <a:pt x="398" y="107"/>
                      <a:pt x="360" y="146"/>
                      <a:pt x="321" y="192"/>
                    </a:cubicBezTo>
                    <a:cubicBezTo>
                      <a:pt x="289" y="237"/>
                      <a:pt x="232" y="269"/>
                      <a:pt x="173" y="269"/>
                    </a:cubicBezTo>
                    <a:cubicBezTo>
                      <a:pt x="65" y="371"/>
                      <a:pt x="0" y="507"/>
                      <a:pt x="33" y="673"/>
                    </a:cubicBezTo>
                    <a:cubicBezTo>
                      <a:pt x="84" y="1008"/>
                      <a:pt x="482" y="1335"/>
                      <a:pt x="861" y="1368"/>
                    </a:cubicBezTo>
                    <a:cubicBezTo>
                      <a:pt x="882" y="1369"/>
                      <a:pt x="903" y="1370"/>
                      <a:pt x="923" y="1370"/>
                    </a:cubicBezTo>
                    <a:cubicBezTo>
                      <a:pt x="1181" y="1370"/>
                      <a:pt x="1371" y="1216"/>
                      <a:pt x="1478" y="917"/>
                    </a:cubicBezTo>
                    <a:cubicBezTo>
                      <a:pt x="1608" y="564"/>
                      <a:pt x="1376" y="255"/>
                      <a:pt x="1099" y="101"/>
                    </a:cubicBezTo>
                    <a:cubicBezTo>
                      <a:pt x="993" y="42"/>
                      <a:pt x="863" y="0"/>
                      <a:pt x="731"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25"/>
              <p:cNvSpPr/>
              <p:nvPr/>
            </p:nvSpPr>
            <p:spPr>
              <a:xfrm>
                <a:off x="6766850" y="2754775"/>
                <a:ext cx="58025" cy="46850"/>
              </a:xfrm>
              <a:custGeom>
                <a:avLst/>
                <a:gdLst/>
                <a:ahLst/>
                <a:cxnLst/>
                <a:rect l="l" t="t" r="r" b="b"/>
                <a:pathLst>
                  <a:path w="2321" h="1874" extrusionOk="0">
                    <a:moveTo>
                      <a:pt x="1106" y="451"/>
                    </a:moveTo>
                    <a:cubicBezTo>
                      <a:pt x="1327" y="451"/>
                      <a:pt x="1561" y="529"/>
                      <a:pt x="1698" y="671"/>
                    </a:cubicBezTo>
                    <a:cubicBezTo>
                      <a:pt x="1748" y="722"/>
                      <a:pt x="1903" y="883"/>
                      <a:pt x="1665" y="1197"/>
                    </a:cubicBezTo>
                    <a:cubicBezTo>
                      <a:pt x="1556" y="1347"/>
                      <a:pt x="1420" y="1421"/>
                      <a:pt x="1263" y="1421"/>
                    </a:cubicBezTo>
                    <a:cubicBezTo>
                      <a:pt x="1190" y="1421"/>
                      <a:pt x="1111" y="1405"/>
                      <a:pt x="1030" y="1372"/>
                    </a:cubicBezTo>
                    <a:cubicBezTo>
                      <a:pt x="707" y="1236"/>
                      <a:pt x="484" y="909"/>
                      <a:pt x="508" y="729"/>
                    </a:cubicBezTo>
                    <a:cubicBezTo>
                      <a:pt x="514" y="665"/>
                      <a:pt x="561" y="627"/>
                      <a:pt x="624" y="594"/>
                    </a:cubicBezTo>
                    <a:cubicBezTo>
                      <a:pt x="650" y="588"/>
                      <a:pt x="676" y="580"/>
                      <a:pt x="701" y="568"/>
                    </a:cubicBezTo>
                    <a:cubicBezTo>
                      <a:pt x="746" y="550"/>
                      <a:pt x="798" y="542"/>
                      <a:pt x="843" y="536"/>
                    </a:cubicBezTo>
                    <a:cubicBezTo>
                      <a:pt x="900" y="530"/>
                      <a:pt x="953" y="503"/>
                      <a:pt x="991" y="459"/>
                    </a:cubicBezTo>
                    <a:cubicBezTo>
                      <a:pt x="1029" y="454"/>
                      <a:pt x="1067" y="451"/>
                      <a:pt x="1106" y="451"/>
                    </a:cubicBezTo>
                    <a:close/>
                    <a:moveTo>
                      <a:pt x="1106" y="1"/>
                    </a:moveTo>
                    <a:cubicBezTo>
                      <a:pt x="890" y="1"/>
                      <a:pt x="679" y="51"/>
                      <a:pt x="508" y="156"/>
                    </a:cubicBezTo>
                    <a:cubicBezTo>
                      <a:pt x="155" y="286"/>
                      <a:pt x="78" y="542"/>
                      <a:pt x="59" y="665"/>
                    </a:cubicBezTo>
                    <a:cubicBezTo>
                      <a:pt x="1" y="1082"/>
                      <a:pt x="360" y="1583"/>
                      <a:pt x="855" y="1790"/>
                    </a:cubicBezTo>
                    <a:cubicBezTo>
                      <a:pt x="997" y="1847"/>
                      <a:pt x="1131" y="1873"/>
                      <a:pt x="1267" y="1873"/>
                    </a:cubicBezTo>
                    <a:cubicBezTo>
                      <a:pt x="1563" y="1873"/>
                      <a:pt x="1833" y="1737"/>
                      <a:pt x="2032" y="1467"/>
                    </a:cubicBezTo>
                    <a:cubicBezTo>
                      <a:pt x="2321" y="1082"/>
                      <a:pt x="2321" y="665"/>
                      <a:pt x="2018" y="357"/>
                    </a:cubicBezTo>
                    <a:cubicBezTo>
                      <a:pt x="1795" y="125"/>
                      <a:pt x="1445" y="1"/>
                      <a:pt x="110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25"/>
              <p:cNvSpPr/>
              <p:nvPr/>
            </p:nvSpPr>
            <p:spPr>
              <a:xfrm>
                <a:off x="6778925" y="2766050"/>
                <a:ext cx="35500" cy="24275"/>
              </a:xfrm>
              <a:custGeom>
                <a:avLst/>
                <a:gdLst/>
                <a:ahLst/>
                <a:cxnLst/>
                <a:rect l="l" t="t" r="r" b="b"/>
                <a:pathLst>
                  <a:path w="1420" h="971" extrusionOk="0">
                    <a:moveTo>
                      <a:pt x="623" y="0"/>
                    </a:moveTo>
                    <a:cubicBezTo>
                      <a:pt x="584" y="0"/>
                      <a:pt x="546" y="3"/>
                      <a:pt x="508" y="8"/>
                    </a:cubicBezTo>
                    <a:cubicBezTo>
                      <a:pt x="470" y="52"/>
                      <a:pt x="417" y="79"/>
                      <a:pt x="360" y="85"/>
                    </a:cubicBezTo>
                    <a:cubicBezTo>
                      <a:pt x="315" y="91"/>
                      <a:pt x="263" y="99"/>
                      <a:pt x="218" y="117"/>
                    </a:cubicBezTo>
                    <a:cubicBezTo>
                      <a:pt x="193" y="129"/>
                      <a:pt x="167" y="137"/>
                      <a:pt x="141" y="143"/>
                    </a:cubicBezTo>
                    <a:cubicBezTo>
                      <a:pt x="78" y="176"/>
                      <a:pt x="31" y="214"/>
                      <a:pt x="25" y="278"/>
                    </a:cubicBezTo>
                    <a:cubicBezTo>
                      <a:pt x="1" y="458"/>
                      <a:pt x="224" y="785"/>
                      <a:pt x="547" y="921"/>
                    </a:cubicBezTo>
                    <a:cubicBezTo>
                      <a:pt x="628" y="954"/>
                      <a:pt x="707" y="970"/>
                      <a:pt x="780" y="970"/>
                    </a:cubicBezTo>
                    <a:cubicBezTo>
                      <a:pt x="937" y="970"/>
                      <a:pt x="1073" y="896"/>
                      <a:pt x="1182" y="746"/>
                    </a:cubicBezTo>
                    <a:cubicBezTo>
                      <a:pt x="1420" y="432"/>
                      <a:pt x="1265" y="271"/>
                      <a:pt x="1215" y="220"/>
                    </a:cubicBezTo>
                    <a:cubicBezTo>
                      <a:pt x="1078" y="78"/>
                      <a:pt x="844" y="0"/>
                      <a:pt x="623"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25"/>
              <p:cNvSpPr/>
              <p:nvPr/>
            </p:nvSpPr>
            <p:spPr>
              <a:xfrm>
                <a:off x="482175" y="2771375"/>
                <a:ext cx="53050" cy="47900"/>
              </a:xfrm>
              <a:custGeom>
                <a:avLst/>
                <a:gdLst/>
                <a:ahLst/>
                <a:cxnLst/>
                <a:rect l="l" t="t" r="r" b="b"/>
                <a:pathLst>
                  <a:path w="2122" h="1916" extrusionOk="0">
                    <a:moveTo>
                      <a:pt x="1130" y="567"/>
                    </a:moveTo>
                    <a:cubicBezTo>
                      <a:pt x="1283" y="567"/>
                      <a:pt x="1412" y="649"/>
                      <a:pt x="1492" y="759"/>
                    </a:cubicBezTo>
                    <a:cubicBezTo>
                      <a:pt x="1596" y="907"/>
                      <a:pt x="1626" y="1138"/>
                      <a:pt x="1389" y="1337"/>
                    </a:cubicBezTo>
                    <a:cubicBezTo>
                      <a:pt x="1277" y="1430"/>
                      <a:pt x="1168" y="1463"/>
                      <a:pt x="1070" y="1463"/>
                    </a:cubicBezTo>
                    <a:cubicBezTo>
                      <a:pt x="977" y="1463"/>
                      <a:pt x="893" y="1433"/>
                      <a:pt x="824" y="1396"/>
                    </a:cubicBezTo>
                    <a:cubicBezTo>
                      <a:pt x="611" y="1274"/>
                      <a:pt x="470" y="1035"/>
                      <a:pt x="496" y="830"/>
                    </a:cubicBezTo>
                    <a:cubicBezTo>
                      <a:pt x="508" y="746"/>
                      <a:pt x="554" y="675"/>
                      <a:pt x="611" y="625"/>
                    </a:cubicBezTo>
                    <a:cubicBezTo>
                      <a:pt x="652" y="657"/>
                      <a:pt x="705" y="676"/>
                      <a:pt x="759" y="676"/>
                    </a:cubicBezTo>
                    <a:cubicBezTo>
                      <a:pt x="799" y="676"/>
                      <a:pt x="840" y="665"/>
                      <a:pt x="875" y="643"/>
                    </a:cubicBezTo>
                    <a:cubicBezTo>
                      <a:pt x="964" y="590"/>
                      <a:pt x="1050" y="567"/>
                      <a:pt x="1130" y="567"/>
                    </a:cubicBezTo>
                    <a:close/>
                    <a:moveTo>
                      <a:pt x="935" y="0"/>
                    </a:moveTo>
                    <a:cubicBezTo>
                      <a:pt x="915" y="0"/>
                      <a:pt x="895" y="2"/>
                      <a:pt x="875" y="7"/>
                    </a:cubicBezTo>
                    <a:cubicBezTo>
                      <a:pt x="226" y="162"/>
                      <a:pt x="78" y="554"/>
                      <a:pt x="53" y="773"/>
                    </a:cubicBezTo>
                    <a:cubicBezTo>
                      <a:pt x="1" y="1158"/>
                      <a:pt x="226" y="1582"/>
                      <a:pt x="605" y="1788"/>
                    </a:cubicBezTo>
                    <a:cubicBezTo>
                      <a:pt x="760" y="1871"/>
                      <a:pt x="914" y="1916"/>
                      <a:pt x="1068" y="1916"/>
                    </a:cubicBezTo>
                    <a:cubicBezTo>
                      <a:pt x="1287" y="1916"/>
                      <a:pt x="1498" y="1838"/>
                      <a:pt x="1679" y="1684"/>
                    </a:cubicBezTo>
                    <a:cubicBezTo>
                      <a:pt x="2122" y="1319"/>
                      <a:pt x="2083" y="811"/>
                      <a:pt x="1858" y="495"/>
                    </a:cubicBezTo>
                    <a:cubicBezTo>
                      <a:pt x="1697" y="271"/>
                      <a:pt x="1427" y="117"/>
                      <a:pt x="1125" y="109"/>
                    </a:cubicBezTo>
                    <a:cubicBezTo>
                      <a:pt x="1089" y="42"/>
                      <a:pt x="1016" y="0"/>
                      <a:pt x="935"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25"/>
              <p:cNvSpPr/>
              <p:nvPr/>
            </p:nvSpPr>
            <p:spPr>
              <a:xfrm>
                <a:off x="493900" y="2785550"/>
                <a:ext cx="28950" cy="22425"/>
              </a:xfrm>
              <a:custGeom>
                <a:avLst/>
                <a:gdLst/>
                <a:ahLst/>
                <a:cxnLst/>
                <a:rect l="l" t="t" r="r" b="b"/>
                <a:pathLst>
                  <a:path w="1158" h="897" extrusionOk="0">
                    <a:moveTo>
                      <a:pt x="661" y="0"/>
                    </a:moveTo>
                    <a:cubicBezTo>
                      <a:pt x="581" y="0"/>
                      <a:pt x="495" y="23"/>
                      <a:pt x="406" y="76"/>
                    </a:cubicBezTo>
                    <a:cubicBezTo>
                      <a:pt x="371" y="98"/>
                      <a:pt x="330" y="109"/>
                      <a:pt x="290" y="109"/>
                    </a:cubicBezTo>
                    <a:cubicBezTo>
                      <a:pt x="236" y="109"/>
                      <a:pt x="183" y="90"/>
                      <a:pt x="142" y="58"/>
                    </a:cubicBezTo>
                    <a:cubicBezTo>
                      <a:pt x="85" y="108"/>
                      <a:pt x="39" y="179"/>
                      <a:pt x="27" y="263"/>
                    </a:cubicBezTo>
                    <a:cubicBezTo>
                      <a:pt x="1" y="468"/>
                      <a:pt x="142" y="707"/>
                      <a:pt x="355" y="829"/>
                    </a:cubicBezTo>
                    <a:cubicBezTo>
                      <a:pt x="424" y="866"/>
                      <a:pt x="508" y="896"/>
                      <a:pt x="601" y="896"/>
                    </a:cubicBezTo>
                    <a:cubicBezTo>
                      <a:pt x="699" y="896"/>
                      <a:pt x="808" y="863"/>
                      <a:pt x="920" y="770"/>
                    </a:cubicBezTo>
                    <a:cubicBezTo>
                      <a:pt x="1157" y="571"/>
                      <a:pt x="1127" y="340"/>
                      <a:pt x="1023" y="192"/>
                    </a:cubicBezTo>
                    <a:cubicBezTo>
                      <a:pt x="943" y="82"/>
                      <a:pt x="814" y="0"/>
                      <a:pt x="661"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25"/>
              <p:cNvSpPr/>
              <p:nvPr/>
            </p:nvSpPr>
            <p:spPr>
              <a:xfrm>
                <a:off x="6319050" y="2710125"/>
                <a:ext cx="71525" cy="63375"/>
              </a:xfrm>
              <a:custGeom>
                <a:avLst/>
                <a:gdLst/>
                <a:ahLst/>
                <a:cxnLst/>
                <a:rect l="l" t="t" r="r" b="b"/>
                <a:pathLst>
                  <a:path w="2861" h="2535" extrusionOk="0">
                    <a:moveTo>
                      <a:pt x="1308" y="457"/>
                    </a:moveTo>
                    <a:cubicBezTo>
                      <a:pt x="1463" y="457"/>
                      <a:pt x="1620" y="505"/>
                      <a:pt x="1749" y="574"/>
                    </a:cubicBezTo>
                    <a:cubicBezTo>
                      <a:pt x="2076" y="761"/>
                      <a:pt x="2346" y="1126"/>
                      <a:pt x="2199" y="1544"/>
                    </a:cubicBezTo>
                    <a:cubicBezTo>
                      <a:pt x="2074" y="1895"/>
                      <a:pt x="1851" y="2076"/>
                      <a:pt x="1549" y="2076"/>
                    </a:cubicBezTo>
                    <a:cubicBezTo>
                      <a:pt x="1524" y="2076"/>
                      <a:pt x="1499" y="2074"/>
                      <a:pt x="1473" y="2072"/>
                    </a:cubicBezTo>
                    <a:cubicBezTo>
                      <a:pt x="1022" y="2033"/>
                      <a:pt x="553" y="1648"/>
                      <a:pt x="488" y="1256"/>
                    </a:cubicBezTo>
                    <a:cubicBezTo>
                      <a:pt x="456" y="1055"/>
                      <a:pt x="533" y="895"/>
                      <a:pt x="657" y="773"/>
                    </a:cubicBezTo>
                    <a:cubicBezTo>
                      <a:pt x="726" y="773"/>
                      <a:pt x="791" y="741"/>
                      <a:pt x="835" y="684"/>
                    </a:cubicBezTo>
                    <a:cubicBezTo>
                      <a:pt x="874" y="631"/>
                      <a:pt x="919" y="586"/>
                      <a:pt x="971" y="562"/>
                    </a:cubicBezTo>
                    <a:cubicBezTo>
                      <a:pt x="990" y="548"/>
                      <a:pt x="1010" y="536"/>
                      <a:pt x="1034" y="529"/>
                    </a:cubicBezTo>
                    <a:cubicBezTo>
                      <a:pt x="1048" y="523"/>
                      <a:pt x="1067" y="509"/>
                      <a:pt x="1081" y="497"/>
                    </a:cubicBezTo>
                    <a:cubicBezTo>
                      <a:pt x="1153" y="469"/>
                      <a:pt x="1231" y="457"/>
                      <a:pt x="1308" y="457"/>
                    </a:cubicBezTo>
                    <a:close/>
                    <a:moveTo>
                      <a:pt x="1316" y="1"/>
                    </a:moveTo>
                    <a:cubicBezTo>
                      <a:pt x="1110" y="1"/>
                      <a:pt x="914" y="55"/>
                      <a:pt x="746" y="162"/>
                    </a:cubicBezTo>
                    <a:cubicBezTo>
                      <a:pt x="1" y="548"/>
                      <a:pt x="1" y="1102"/>
                      <a:pt x="46" y="1333"/>
                    </a:cubicBezTo>
                    <a:cubicBezTo>
                      <a:pt x="141" y="1924"/>
                      <a:pt x="778" y="2470"/>
                      <a:pt x="1434" y="2528"/>
                    </a:cubicBezTo>
                    <a:cubicBezTo>
                      <a:pt x="1466" y="2528"/>
                      <a:pt x="1505" y="2535"/>
                      <a:pt x="1543" y="2535"/>
                    </a:cubicBezTo>
                    <a:cubicBezTo>
                      <a:pt x="2037" y="2535"/>
                      <a:pt x="2430" y="2232"/>
                      <a:pt x="2623" y="1699"/>
                    </a:cubicBezTo>
                    <a:cubicBezTo>
                      <a:pt x="2861" y="1031"/>
                      <a:pt x="2449" y="446"/>
                      <a:pt x="1968" y="176"/>
                    </a:cubicBezTo>
                    <a:cubicBezTo>
                      <a:pt x="1752" y="59"/>
                      <a:pt x="1529" y="1"/>
                      <a:pt x="131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25"/>
              <p:cNvSpPr/>
              <p:nvPr/>
            </p:nvSpPr>
            <p:spPr>
              <a:xfrm>
                <a:off x="6330450" y="2721525"/>
                <a:ext cx="47250" cy="40500"/>
              </a:xfrm>
              <a:custGeom>
                <a:avLst/>
                <a:gdLst/>
                <a:ahLst/>
                <a:cxnLst/>
                <a:rect l="l" t="t" r="r" b="b"/>
                <a:pathLst>
                  <a:path w="1890" h="1620" extrusionOk="0">
                    <a:moveTo>
                      <a:pt x="852" y="1"/>
                    </a:moveTo>
                    <a:cubicBezTo>
                      <a:pt x="775" y="1"/>
                      <a:pt x="697" y="13"/>
                      <a:pt x="625" y="41"/>
                    </a:cubicBezTo>
                    <a:cubicBezTo>
                      <a:pt x="611" y="53"/>
                      <a:pt x="592" y="67"/>
                      <a:pt x="578" y="73"/>
                    </a:cubicBezTo>
                    <a:cubicBezTo>
                      <a:pt x="554" y="80"/>
                      <a:pt x="534" y="92"/>
                      <a:pt x="515" y="106"/>
                    </a:cubicBezTo>
                    <a:cubicBezTo>
                      <a:pt x="463" y="130"/>
                      <a:pt x="418" y="175"/>
                      <a:pt x="379" y="228"/>
                    </a:cubicBezTo>
                    <a:cubicBezTo>
                      <a:pt x="335" y="285"/>
                      <a:pt x="270" y="317"/>
                      <a:pt x="201" y="317"/>
                    </a:cubicBezTo>
                    <a:cubicBezTo>
                      <a:pt x="77" y="439"/>
                      <a:pt x="0" y="599"/>
                      <a:pt x="32" y="800"/>
                    </a:cubicBezTo>
                    <a:cubicBezTo>
                      <a:pt x="97" y="1192"/>
                      <a:pt x="566" y="1577"/>
                      <a:pt x="1017" y="1616"/>
                    </a:cubicBezTo>
                    <a:cubicBezTo>
                      <a:pt x="1043" y="1618"/>
                      <a:pt x="1068" y="1620"/>
                      <a:pt x="1093" y="1620"/>
                    </a:cubicBezTo>
                    <a:cubicBezTo>
                      <a:pt x="1395" y="1620"/>
                      <a:pt x="1618" y="1439"/>
                      <a:pt x="1743" y="1088"/>
                    </a:cubicBezTo>
                    <a:cubicBezTo>
                      <a:pt x="1890" y="670"/>
                      <a:pt x="1620" y="305"/>
                      <a:pt x="1293" y="118"/>
                    </a:cubicBezTo>
                    <a:cubicBezTo>
                      <a:pt x="1164" y="49"/>
                      <a:pt x="1007" y="1"/>
                      <a:pt x="852"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25"/>
              <p:cNvSpPr/>
              <p:nvPr/>
            </p:nvSpPr>
            <p:spPr>
              <a:xfrm>
                <a:off x="5725350" y="2780575"/>
                <a:ext cx="60750" cy="53675"/>
              </a:xfrm>
              <a:custGeom>
                <a:avLst/>
                <a:gdLst/>
                <a:ahLst/>
                <a:cxnLst/>
                <a:rect l="l" t="t" r="r" b="b"/>
                <a:pathLst>
                  <a:path w="2430" h="2147" extrusionOk="0">
                    <a:moveTo>
                      <a:pt x="1117" y="385"/>
                    </a:moveTo>
                    <a:cubicBezTo>
                      <a:pt x="1248" y="385"/>
                      <a:pt x="1381" y="428"/>
                      <a:pt x="1490" y="488"/>
                    </a:cubicBezTo>
                    <a:cubicBezTo>
                      <a:pt x="1768" y="642"/>
                      <a:pt x="1992" y="951"/>
                      <a:pt x="1870" y="1310"/>
                    </a:cubicBezTo>
                    <a:cubicBezTo>
                      <a:pt x="1760" y="1608"/>
                      <a:pt x="1560" y="1762"/>
                      <a:pt x="1298" y="1762"/>
                    </a:cubicBezTo>
                    <a:cubicBezTo>
                      <a:pt x="1283" y="1762"/>
                      <a:pt x="1268" y="1761"/>
                      <a:pt x="1253" y="1760"/>
                    </a:cubicBezTo>
                    <a:cubicBezTo>
                      <a:pt x="873" y="1728"/>
                      <a:pt x="475" y="1393"/>
                      <a:pt x="418" y="1066"/>
                    </a:cubicBezTo>
                    <a:cubicBezTo>
                      <a:pt x="392" y="892"/>
                      <a:pt x="457" y="758"/>
                      <a:pt x="559" y="654"/>
                    </a:cubicBezTo>
                    <a:cubicBezTo>
                      <a:pt x="617" y="654"/>
                      <a:pt x="674" y="628"/>
                      <a:pt x="713" y="577"/>
                    </a:cubicBezTo>
                    <a:cubicBezTo>
                      <a:pt x="745" y="533"/>
                      <a:pt x="784" y="500"/>
                      <a:pt x="822" y="474"/>
                    </a:cubicBezTo>
                    <a:cubicBezTo>
                      <a:pt x="842" y="462"/>
                      <a:pt x="861" y="449"/>
                      <a:pt x="881" y="443"/>
                    </a:cubicBezTo>
                    <a:cubicBezTo>
                      <a:pt x="893" y="435"/>
                      <a:pt x="906" y="429"/>
                      <a:pt x="920" y="423"/>
                    </a:cubicBezTo>
                    <a:cubicBezTo>
                      <a:pt x="983" y="397"/>
                      <a:pt x="1050" y="385"/>
                      <a:pt x="1117" y="385"/>
                    </a:cubicBezTo>
                    <a:close/>
                    <a:moveTo>
                      <a:pt x="1118" y="1"/>
                    </a:moveTo>
                    <a:cubicBezTo>
                      <a:pt x="944" y="1"/>
                      <a:pt x="778" y="46"/>
                      <a:pt x="636" y="135"/>
                    </a:cubicBezTo>
                    <a:cubicBezTo>
                      <a:pt x="0" y="462"/>
                      <a:pt x="6" y="931"/>
                      <a:pt x="39" y="1130"/>
                    </a:cubicBezTo>
                    <a:cubicBezTo>
                      <a:pt x="128" y="1631"/>
                      <a:pt x="668" y="2094"/>
                      <a:pt x="1220" y="2140"/>
                    </a:cubicBezTo>
                    <a:cubicBezTo>
                      <a:pt x="1247" y="2146"/>
                      <a:pt x="1279" y="2146"/>
                      <a:pt x="1311" y="2146"/>
                    </a:cubicBezTo>
                    <a:cubicBezTo>
                      <a:pt x="1736" y="2146"/>
                      <a:pt x="2069" y="1895"/>
                      <a:pt x="2231" y="1438"/>
                    </a:cubicBezTo>
                    <a:cubicBezTo>
                      <a:pt x="2430" y="874"/>
                      <a:pt x="2083" y="372"/>
                      <a:pt x="1671" y="147"/>
                    </a:cubicBezTo>
                    <a:cubicBezTo>
                      <a:pt x="1488" y="49"/>
                      <a:pt x="1299" y="1"/>
                      <a:pt x="1118"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25"/>
              <p:cNvSpPr/>
              <p:nvPr/>
            </p:nvSpPr>
            <p:spPr>
              <a:xfrm>
                <a:off x="5735150" y="2790200"/>
                <a:ext cx="40000" cy="34425"/>
              </a:xfrm>
              <a:custGeom>
                <a:avLst/>
                <a:gdLst/>
                <a:ahLst/>
                <a:cxnLst/>
                <a:rect l="l" t="t" r="r" b="b"/>
                <a:pathLst>
                  <a:path w="1600" h="1377" extrusionOk="0">
                    <a:moveTo>
                      <a:pt x="725" y="0"/>
                    </a:moveTo>
                    <a:cubicBezTo>
                      <a:pt x="658" y="0"/>
                      <a:pt x="591" y="12"/>
                      <a:pt x="528" y="38"/>
                    </a:cubicBezTo>
                    <a:cubicBezTo>
                      <a:pt x="514" y="44"/>
                      <a:pt x="501" y="50"/>
                      <a:pt x="489" y="58"/>
                    </a:cubicBezTo>
                    <a:cubicBezTo>
                      <a:pt x="469" y="64"/>
                      <a:pt x="450" y="77"/>
                      <a:pt x="430" y="89"/>
                    </a:cubicBezTo>
                    <a:cubicBezTo>
                      <a:pt x="392" y="115"/>
                      <a:pt x="353" y="148"/>
                      <a:pt x="321" y="192"/>
                    </a:cubicBezTo>
                    <a:cubicBezTo>
                      <a:pt x="282" y="243"/>
                      <a:pt x="225" y="269"/>
                      <a:pt x="167" y="269"/>
                    </a:cubicBezTo>
                    <a:cubicBezTo>
                      <a:pt x="65" y="373"/>
                      <a:pt x="0" y="507"/>
                      <a:pt x="26" y="681"/>
                    </a:cubicBezTo>
                    <a:cubicBezTo>
                      <a:pt x="83" y="1008"/>
                      <a:pt x="481" y="1343"/>
                      <a:pt x="861" y="1375"/>
                    </a:cubicBezTo>
                    <a:cubicBezTo>
                      <a:pt x="876" y="1376"/>
                      <a:pt x="891" y="1377"/>
                      <a:pt x="906" y="1377"/>
                    </a:cubicBezTo>
                    <a:cubicBezTo>
                      <a:pt x="1168" y="1377"/>
                      <a:pt x="1368" y="1223"/>
                      <a:pt x="1478" y="925"/>
                    </a:cubicBezTo>
                    <a:cubicBezTo>
                      <a:pt x="1600" y="566"/>
                      <a:pt x="1376" y="257"/>
                      <a:pt x="1098" y="103"/>
                    </a:cubicBezTo>
                    <a:cubicBezTo>
                      <a:pt x="989" y="43"/>
                      <a:pt x="856" y="0"/>
                      <a:pt x="725"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25"/>
              <p:cNvSpPr/>
              <p:nvPr/>
            </p:nvSpPr>
            <p:spPr>
              <a:xfrm>
                <a:off x="5042425" y="2727025"/>
                <a:ext cx="53250" cy="47900"/>
              </a:xfrm>
              <a:custGeom>
                <a:avLst/>
                <a:gdLst/>
                <a:ahLst/>
                <a:cxnLst/>
                <a:rect l="l" t="t" r="r" b="b"/>
                <a:pathLst>
                  <a:path w="2130" h="1916" extrusionOk="0">
                    <a:moveTo>
                      <a:pt x="1135" y="567"/>
                    </a:moveTo>
                    <a:cubicBezTo>
                      <a:pt x="1285" y="567"/>
                      <a:pt x="1412" y="650"/>
                      <a:pt x="1492" y="759"/>
                    </a:cubicBezTo>
                    <a:cubicBezTo>
                      <a:pt x="1602" y="907"/>
                      <a:pt x="1634" y="1138"/>
                      <a:pt x="1397" y="1337"/>
                    </a:cubicBezTo>
                    <a:cubicBezTo>
                      <a:pt x="1281" y="1430"/>
                      <a:pt x="1170" y="1463"/>
                      <a:pt x="1072" y="1463"/>
                    </a:cubicBezTo>
                    <a:cubicBezTo>
                      <a:pt x="978" y="1463"/>
                      <a:pt x="896" y="1433"/>
                      <a:pt x="831" y="1396"/>
                    </a:cubicBezTo>
                    <a:cubicBezTo>
                      <a:pt x="611" y="1274"/>
                      <a:pt x="477" y="1035"/>
                      <a:pt x="502" y="830"/>
                    </a:cubicBezTo>
                    <a:cubicBezTo>
                      <a:pt x="516" y="746"/>
                      <a:pt x="554" y="676"/>
                      <a:pt x="611" y="625"/>
                    </a:cubicBezTo>
                    <a:cubicBezTo>
                      <a:pt x="656" y="657"/>
                      <a:pt x="708" y="676"/>
                      <a:pt x="762" y="676"/>
                    </a:cubicBezTo>
                    <a:cubicBezTo>
                      <a:pt x="802" y="676"/>
                      <a:pt x="843" y="666"/>
                      <a:pt x="881" y="643"/>
                    </a:cubicBezTo>
                    <a:cubicBezTo>
                      <a:pt x="970" y="590"/>
                      <a:pt x="1056" y="567"/>
                      <a:pt x="1135" y="567"/>
                    </a:cubicBezTo>
                    <a:close/>
                    <a:moveTo>
                      <a:pt x="935" y="0"/>
                    </a:moveTo>
                    <a:cubicBezTo>
                      <a:pt x="915" y="0"/>
                      <a:pt x="895" y="3"/>
                      <a:pt x="875" y="8"/>
                    </a:cubicBezTo>
                    <a:cubicBezTo>
                      <a:pt x="232" y="162"/>
                      <a:pt x="85" y="554"/>
                      <a:pt x="53" y="773"/>
                    </a:cubicBezTo>
                    <a:cubicBezTo>
                      <a:pt x="1" y="1158"/>
                      <a:pt x="232" y="1583"/>
                      <a:pt x="611" y="1788"/>
                    </a:cubicBezTo>
                    <a:cubicBezTo>
                      <a:pt x="760" y="1871"/>
                      <a:pt x="920" y="1916"/>
                      <a:pt x="1074" y="1916"/>
                    </a:cubicBezTo>
                    <a:cubicBezTo>
                      <a:pt x="1287" y="1916"/>
                      <a:pt x="1498" y="1839"/>
                      <a:pt x="1685" y="1684"/>
                    </a:cubicBezTo>
                    <a:cubicBezTo>
                      <a:pt x="2129" y="1319"/>
                      <a:pt x="2083" y="811"/>
                      <a:pt x="1866" y="495"/>
                    </a:cubicBezTo>
                    <a:cubicBezTo>
                      <a:pt x="1705" y="271"/>
                      <a:pt x="1435" y="117"/>
                      <a:pt x="1127" y="109"/>
                    </a:cubicBezTo>
                    <a:cubicBezTo>
                      <a:pt x="1089" y="42"/>
                      <a:pt x="1016" y="0"/>
                      <a:pt x="935"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25"/>
              <p:cNvSpPr/>
              <p:nvPr/>
            </p:nvSpPr>
            <p:spPr>
              <a:xfrm>
                <a:off x="5054350" y="2741200"/>
                <a:ext cx="28950" cy="22425"/>
              </a:xfrm>
              <a:custGeom>
                <a:avLst/>
                <a:gdLst/>
                <a:ahLst/>
                <a:cxnLst/>
                <a:rect l="l" t="t" r="r" b="b"/>
                <a:pathLst>
                  <a:path w="1158" h="897" extrusionOk="0">
                    <a:moveTo>
                      <a:pt x="658" y="0"/>
                    </a:moveTo>
                    <a:cubicBezTo>
                      <a:pt x="579" y="0"/>
                      <a:pt x="493" y="23"/>
                      <a:pt x="404" y="76"/>
                    </a:cubicBezTo>
                    <a:cubicBezTo>
                      <a:pt x="366" y="99"/>
                      <a:pt x="325" y="109"/>
                      <a:pt x="285" y="109"/>
                    </a:cubicBezTo>
                    <a:cubicBezTo>
                      <a:pt x="231" y="109"/>
                      <a:pt x="179" y="90"/>
                      <a:pt x="134" y="58"/>
                    </a:cubicBezTo>
                    <a:cubicBezTo>
                      <a:pt x="77" y="109"/>
                      <a:pt x="39" y="179"/>
                      <a:pt x="25" y="263"/>
                    </a:cubicBezTo>
                    <a:cubicBezTo>
                      <a:pt x="0" y="468"/>
                      <a:pt x="134" y="707"/>
                      <a:pt x="354" y="829"/>
                    </a:cubicBezTo>
                    <a:cubicBezTo>
                      <a:pt x="419" y="866"/>
                      <a:pt x="501" y="896"/>
                      <a:pt x="595" y="896"/>
                    </a:cubicBezTo>
                    <a:cubicBezTo>
                      <a:pt x="693" y="896"/>
                      <a:pt x="804" y="863"/>
                      <a:pt x="920" y="770"/>
                    </a:cubicBezTo>
                    <a:cubicBezTo>
                      <a:pt x="1157" y="571"/>
                      <a:pt x="1125" y="340"/>
                      <a:pt x="1015" y="192"/>
                    </a:cubicBezTo>
                    <a:cubicBezTo>
                      <a:pt x="935" y="83"/>
                      <a:pt x="808" y="0"/>
                      <a:pt x="658"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25"/>
              <p:cNvSpPr/>
              <p:nvPr/>
            </p:nvSpPr>
            <p:spPr>
              <a:xfrm>
                <a:off x="3075250" y="2721200"/>
                <a:ext cx="71675" cy="63225"/>
              </a:xfrm>
              <a:custGeom>
                <a:avLst/>
                <a:gdLst/>
                <a:ahLst/>
                <a:cxnLst/>
                <a:rect l="l" t="t" r="r" b="b"/>
                <a:pathLst>
                  <a:path w="2867" h="2529" extrusionOk="0">
                    <a:moveTo>
                      <a:pt x="1311" y="454"/>
                    </a:moveTo>
                    <a:cubicBezTo>
                      <a:pt x="1468" y="454"/>
                      <a:pt x="1625" y="506"/>
                      <a:pt x="1754" y="574"/>
                    </a:cubicBezTo>
                    <a:cubicBezTo>
                      <a:pt x="2083" y="754"/>
                      <a:pt x="2346" y="1128"/>
                      <a:pt x="2198" y="1546"/>
                    </a:cubicBezTo>
                    <a:cubicBezTo>
                      <a:pt x="2073" y="1890"/>
                      <a:pt x="1849" y="2075"/>
                      <a:pt x="1546" y="2075"/>
                    </a:cubicBezTo>
                    <a:cubicBezTo>
                      <a:pt x="1522" y="2075"/>
                      <a:pt x="1497" y="2074"/>
                      <a:pt x="1472" y="2072"/>
                    </a:cubicBezTo>
                    <a:cubicBezTo>
                      <a:pt x="1029" y="2033"/>
                      <a:pt x="559" y="1647"/>
                      <a:pt x="489" y="1256"/>
                    </a:cubicBezTo>
                    <a:cubicBezTo>
                      <a:pt x="457" y="1057"/>
                      <a:pt x="534" y="896"/>
                      <a:pt x="662" y="774"/>
                    </a:cubicBezTo>
                    <a:cubicBezTo>
                      <a:pt x="727" y="774"/>
                      <a:pt x="798" y="742"/>
                      <a:pt x="836" y="683"/>
                    </a:cubicBezTo>
                    <a:cubicBezTo>
                      <a:pt x="881" y="632"/>
                      <a:pt x="926" y="588"/>
                      <a:pt x="970" y="555"/>
                    </a:cubicBezTo>
                    <a:cubicBezTo>
                      <a:pt x="997" y="543"/>
                      <a:pt x="1015" y="535"/>
                      <a:pt x="1035" y="523"/>
                    </a:cubicBezTo>
                    <a:cubicBezTo>
                      <a:pt x="1054" y="517"/>
                      <a:pt x="1068" y="511"/>
                      <a:pt x="1080" y="497"/>
                    </a:cubicBezTo>
                    <a:cubicBezTo>
                      <a:pt x="1155" y="467"/>
                      <a:pt x="1233" y="454"/>
                      <a:pt x="1311" y="454"/>
                    </a:cubicBezTo>
                    <a:close/>
                    <a:moveTo>
                      <a:pt x="1317" y="1"/>
                    </a:moveTo>
                    <a:cubicBezTo>
                      <a:pt x="1110" y="1"/>
                      <a:pt x="913" y="55"/>
                      <a:pt x="745" y="163"/>
                    </a:cubicBezTo>
                    <a:cubicBezTo>
                      <a:pt x="0" y="549"/>
                      <a:pt x="6" y="1101"/>
                      <a:pt x="45" y="1333"/>
                    </a:cubicBezTo>
                    <a:cubicBezTo>
                      <a:pt x="148" y="1923"/>
                      <a:pt x="784" y="2471"/>
                      <a:pt x="1433" y="2528"/>
                    </a:cubicBezTo>
                    <a:lnTo>
                      <a:pt x="1543" y="2528"/>
                    </a:lnTo>
                    <a:cubicBezTo>
                      <a:pt x="2044" y="2528"/>
                      <a:pt x="2436" y="2232"/>
                      <a:pt x="2623" y="1700"/>
                    </a:cubicBezTo>
                    <a:cubicBezTo>
                      <a:pt x="2866" y="1030"/>
                      <a:pt x="2456" y="440"/>
                      <a:pt x="1973" y="176"/>
                    </a:cubicBezTo>
                    <a:cubicBezTo>
                      <a:pt x="1755" y="59"/>
                      <a:pt x="1530" y="1"/>
                      <a:pt x="1317"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25"/>
              <p:cNvSpPr/>
              <p:nvPr/>
            </p:nvSpPr>
            <p:spPr>
              <a:xfrm>
                <a:off x="3086650" y="2732550"/>
                <a:ext cx="47275" cy="40550"/>
              </a:xfrm>
              <a:custGeom>
                <a:avLst/>
                <a:gdLst/>
                <a:ahLst/>
                <a:cxnLst/>
                <a:rect l="l" t="t" r="r" b="b"/>
                <a:pathLst>
                  <a:path w="1891" h="1622" extrusionOk="0">
                    <a:moveTo>
                      <a:pt x="855" y="0"/>
                    </a:moveTo>
                    <a:cubicBezTo>
                      <a:pt x="777" y="0"/>
                      <a:pt x="699" y="13"/>
                      <a:pt x="624" y="43"/>
                    </a:cubicBezTo>
                    <a:cubicBezTo>
                      <a:pt x="612" y="57"/>
                      <a:pt x="598" y="63"/>
                      <a:pt x="579" y="69"/>
                    </a:cubicBezTo>
                    <a:cubicBezTo>
                      <a:pt x="559" y="81"/>
                      <a:pt x="541" y="89"/>
                      <a:pt x="514" y="101"/>
                    </a:cubicBezTo>
                    <a:cubicBezTo>
                      <a:pt x="470" y="134"/>
                      <a:pt x="425" y="178"/>
                      <a:pt x="380" y="229"/>
                    </a:cubicBezTo>
                    <a:cubicBezTo>
                      <a:pt x="342" y="288"/>
                      <a:pt x="271" y="320"/>
                      <a:pt x="206" y="320"/>
                    </a:cubicBezTo>
                    <a:cubicBezTo>
                      <a:pt x="78" y="442"/>
                      <a:pt x="1" y="603"/>
                      <a:pt x="33" y="802"/>
                    </a:cubicBezTo>
                    <a:cubicBezTo>
                      <a:pt x="103" y="1193"/>
                      <a:pt x="573" y="1579"/>
                      <a:pt x="1016" y="1618"/>
                    </a:cubicBezTo>
                    <a:cubicBezTo>
                      <a:pt x="1041" y="1620"/>
                      <a:pt x="1066" y="1621"/>
                      <a:pt x="1090" y="1621"/>
                    </a:cubicBezTo>
                    <a:cubicBezTo>
                      <a:pt x="1393" y="1621"/>
                      <a:pt x="1617" y="1436"/>
                      <a:pt x="1742" y="1092"/>
                    </a:cubicBezTo>
                    <a:cubicBezTo>
                      <a:pt x="1890" y="674"/>
                      <a:pt x="1627" y="300"/>
                      <a:pt x="1298" y="120"/>
                    </a:cubicBezTo>
                    <a:cubicBezTo>
                      <a:pt x="1169" y="52"/>
                      <a:pt x="1012" y="0"/>
                      <a:pt x="855"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25"/>
              <p:cNvSpPr/>
              <p:nvPr/>
            </p:nvSpPr>
            <p:spPr>
              <a:xfrm>
                <a:off x="2673075" y="2861575"/>
                <a:ext cx="60750" cy="53650"/>
              </a:xfrm>
              <a:custGeom>
                <a:avLst/>
                <a:gdLst/>
                <a:ahLst/>
                <a:cxnLst/>
                <a:rect l="l" t="t" r="r" b="b"/>
                <a:pathLst>
                  <a:path w="2430" h="2146" extrusionOk="0">
                    <a:moveTo>
                      <a:pt x="1117" y="385"/>
                    </a:moveTo>
                    <a:cubicBezTo>
                      <a:pt x="1248" y="385"/>
                      <a:pt x="1381" y="427"/>
                      <a:pt x="1490" y="487"/>
                    </a:cubicBezTo>
                    <a:cubicBezTo>
                      <a:pt x="1768" y="641"/>
                      <a:pt x="1992" y="956"/>
                      <a:pt x="1870" y="1309"/>
                    </a:cubicBezTo>
                    <a:cubicBezTo>
                      <a:pt x="1762" y="1603"/>
                      <a:pt x="1565" y="1762"/>
                      <a:pt x="1309" y="1762"/>
                    </a:cubicBezTo>
                    <a:cubicBezTo>
                      <a:pt x="1291" y="1762"/>
                      <a:pt x="1272" y="1761"/>
                      <a:pt x="1253" y="1760"/>
                    </a:cubicBezTo>
                    <a:cubicBezTo>
                      <a:pt x="873" y="1727"/>
                      <a:pt x="475" y="1393"/>
                      <a:pt x="418" y="1066"/>
                    </a:cubicBezTo>
                    <a:cubicBezTo>
                      <a:pt x="392" y="891"/>
                      <a:pt x="457" y="757"/>
                      <a:pt x="559" y="654"/>
                    </a:cubicBezTo>
                    <a:cubicBezTo>
                      <a:pt x="617" y="654"/>
                      <a:pt x="674" y="628"/>
                      <a:pt x="713" y="577"/>
                    </a:cubicBezTo>
                    <a:cubicBezTo>
                      <a:pt x="745" y="532"/>
                      <a:pt x="784" y="500"/>
                      <a:pt x="822" y="473"/>
                    </a:cubicBezTo>
                    <a:cubicBezTo>
                      <a:pt x="842" y="461"/>
                      <a:pt x="861" y="455"/>
                      <a:pt x="881" y="442"/>
                    </a:cubicBezTo>
                    <a:cubicBezTo>
                      <a:pt x="893" y="435"/>
                      <a:pt x="906" y="429"/>
                      <a:pt x="920" y="422"/>
                    </a:cubicBezTo>
                    <a:cubicBezTo>
                      <a:pt x="983" y="396"/>
                      <a:pt x="1050" y="385"/>
                      <a:pt x="1117" y="385"/>
                    </a:cubicBezTo>
                    <a:close/>
                    <a:moveTo>
                      <a:pt x="1118" y="0"/>
                    </a:moveTo>
                    <a:cubicBezTo>
                      <a:pt x="944" y="0"/>
                      <a:pt x="778" y="45"/>
                      <a:pt x="636" y="134"/>
                    </a:cubicBezTo>
                    <a:cubicBezTo>
                      <a:pt x="0" y="461"/>
                      <a:pt x="6" y="936"/>
                      <a:pt x="39" y="1129"/>
                    </a:cubicBezTo>
                    <a:cubicBezTo>
                      <a:pt x="128" y="1630"/>
                      <a:pt x="668" y="2093"/>
                      <a:pt x="1220" y="2145"/>
                    </a:cubicBezTo>
                    <a:lnTo>
                      <a:pt x="1311" y="2145"/>
                    </a:lnTo>
                    <a:cubicBezTo>
                      <a:pt x="1736" y="2145"/>
                      <a:pt x="2069" y="1894"/>
                      <a:pt x="2231" y="1437"/>
                    </a:cubicBezTo>
                    <a:cubicBezTo>
                      <a:pt x="2430" y="873"/>
                      <a:pt x="2083" y="371"/>
                      <a:pt x="1671" y="146"/>
                    </a:cubicBezTo>
                    <a:cubicBezTo>
                      <a:pt x="1488" y="48"/>
                      <a:pt x="1299" y="0"/>
                      <a:pt x="1118"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25"/>
              <p:cNvSpPr/>
              <p:nvPr/>
            </p:nvSpPr>
            <p:spPr>
              <a:xfrm>
                <a:off x="2682875" y="2871175"/>
                <a:ext cx="40000" cy="34475"/>
              </a:xfrm>
              <a:custGeom>
                <a:avLst/>
                <a:gdLst/>
                <a:ahLst/>
                <a:cxnLst/>
                <a:rect l="l" t="t" r="r" b="b"/>
                <a:pathLst>
                  <a:path w="1600" h="1379" extrusionOk="0">
                    <a:moveTo>
                      <a:pt x="725" y="1"/>
                    </a:moveTo>
                    <a:cubicBezTo>
                      <a:pt x="658" y="1"/>
                      <a:pt x="591" y="12"/>
                      <a:pt x="528" y="38"/>
                    </a:cubicBezTo>
                    <a:cubicBezTo>
                      <a:pt x="514" y="45"/>
                      <a:pt x="501" y="51"/>
                      <a:pt x="489" y="58"/>
                    </a:cubicBezTo>
                    <a:cubicBezTo>
                      <a:pt x="469" y="71"/>
                      <a:pt x="450" y="77"/>
                      <a:pt x="430" y="89"/>
                    </a:cubicBezTo>
                    <a:cubicBezTo>
                      <a:pt x="392" y="116"/>
                      <a:pt x="353" y="148"/>
                      <a:pt x="321" y="193"/>
                    </a:cubicBezTo>
                    <a:cubicBezTo>
                      <a:pt x="282" y="244"/>
                      <a:pt x="225" y="270"/>
                      <a:pt x="167" y="270"/>
                    </a:cubicBezTo>
                    <a:cubicBezTo>
                      <a:pt x="65" y="373"/>
                      <a:pt x="0" y="507"/>
                      <a:pt x="26" y="682"/>
                    </a:cubicBezTo>
                    <a:cubicBezTo>
                      <a:pt x="83" y="1009"/>
                      <a:pt x="481" y="1343"/>
                      <a:pt x="861" y="1376"/>
                    </a:cubicBezTo>
                    <a:cubicBezTo>
                      <a:pt x="880" y="1377"/>
                      <a:pt x="899" y="1378"/>
                      <a:pt x="917" y="1378"/>
                    </a:cubicBezTo>
                    <a:cubicBezTo>
                      <a:pt x="1173" y="1378"/>
                      <a:pt x="1370" y="1219"/>
                      <a:pt x="1478" y="925"/>
                    </a:cubicBezTo>
                    <a:cubicBezTo>
                      <a:pt x="1600" y="572"/>
                      <a:pt x="1376" y="257"/>
                      <a:pt x="1098" y="103"/>
                    </a:cubicBezTo>
                    <a:cubicBezTo>
                      <a:pt x="989" y="43"/>
                      <a:pt x="856" y="1"/>
                      <a:pt x="725"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25"/>
              <p:cNvSpPr/>
              <p:nvPr/>
            </p:nvSpPr>
            <p:spPr>
              <a:xfrm>
                <a:off x="2273600" y="2704850"/>
                <a:ext cx="53225" cy="47900"/>
              </a:xfrm>
              <a:custGeom>
                <a:avLst/>
                <a:gdLst/>
                <a:ahLst/>
                <a:cxnLst/>
                <a:rect l="l" t="t" r="r" b="b"/>
                <a:pathLst>
                  <a:path w="2129" h="1916" extrusionOk="0">
                    <a:moveTo>
                      <a:pt x="1140" y="569"/>
                    </a:moveTo>
                    <a:cubicBezTo>
                      <a:pt x="1290" y="569"/>
                      <a:pt x="1417" y="651"/>
                      <a:pt x="1492" y="759"/>
                    </a:cubicBezTo>
                    <a:cubicBezTo>
                      <a:pt x="1601" y="913"/>
                      <a:pt x="1634" y="1144"/>
                      <a:pt x="1396" y="1337"/>
                    </a:cubicBezTo>
                    <a:cubicBezTo>
                      <a:pt x="1282" y="1432"/>
                      <a:pt x="1172" y="1466"/>
                      <a:pt x="1075" y="1466"/>
                    </a:cubicBezTo>
                    <a:cubicBezTo>
                      <a:pt x="980" y="1466"/>
                      <a:pt x="896" y="1434"/>
                      <a:pt x="830" y="1396"/>
                    </a:cubicBezTo>
                    <a:cubicBezTo>
                      <a:pt x="617" y="1280"/>
                      <a:pt x="477" y="1035"/>
                      <a:pt x="502" y="836"/>
                    </a:cubicBezTo>
                    <a:cubicBezTo>
                      <a:pt x="515" y="747"/>
                      <a:pt x="560" y="682"/>
                      <a:pt x="617" y="625"/>
                    </a:cubicBezTo>
                    <a:cubicBezTo>
                      <a:pt x="659" y="661"/>
                      <a:pt x="713" y="682"/>
                      <a:pt x="768" y="682"/>
                    </a:cubicBezTo>
                    <a:cubicBezTo>
                      <a:pt x="807" y="682"/>
                      <a:pt x="846" y="671"/>
                      <a:pt x="881" y="649"/>
                    </a:cubicBezTo>
                    <a:cubicBezTo>
                      <a:pt x="971" y="593"/>
                      <a:pt x="1059" y="569"/>
                      <a:pt x="1140" y="569"/>
                    </a:cubicBezTo>
                    <a:close/>
                    <a:moveTo>
                      <a:pt x="936" y="1"/>
                    </a:moveTo>
                    <a:cubicBezTo>
                      <a:pt x="918" y="1"/>
                      <a:pt x="899" y="3"/>
                      <a:pt x="881" y="8"/>
                    </a:cubicBezTo>
                    <a:cubicBezTo>
                      <a:pt x="232" y="168"/>
                      <a:pt x="85" y="560"/>
                      <a:pt x="59" y="773"/>
                    </a:cubicBezTo>
                    <a:cubicBezTo>
                      <a:pt x="0" y="1165"/>
                      <a:pt x="232" y="1583"/>
                      <a:pt x="611" y="1794"/>
                    </a:cubicBezTo>
                    <a:cubicBezTo>
                      <a:pt x="759" y="1877"/>
                      <a:pt x="920" y="1916"/>
                      <a:pt x="1074" y="1916"/>
                    </a:cubicBezTo>
                    <a:cubicBezTo>
                      <a:pt x="1293" y="1916"/>
                      <a:pt x="1498" y="1839"/>
                      <a:pt x="1685" y="1691"/>
                    </a:cubicBezTo>
                    <a:cubicBezTo>
                      <a:pt x="2129" y="1325"/>
                      <a:pt x="2090" y="817"/>
                      <a:pt x="1865" y="503"/>
                    </a:cubicBezTo>
                    <a:cubicBezTo>
                      <a:pt x="1705" y="278"/>
                      <a:pt x="1435" y="123"/>
                      <a:pt x="1132" y="117"/>
                    </a:cubicBezTo>
                    <a:cubicBezTo>
                      <a:pt x="1089" y="48"/>
                      <a:pt x="1017" y="1"/>
                      <a:pt x="93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25"/>
              <p:cNvSpPr/>
              <p:nvPr/>
            </p:nvSpPr>
            <p:spPr>
              <a:xfrm>
                <a:off x="2285500" y="2719075"/>
                <a:ext cx="28950" cy="22425"/>
              </a:xfrm>
              <a:custGeom>
                <a:avLst/>
                <a:gdLst/>
                <a:ahLst/>
                <a:cxnLst/>
                <a:rect l="l" t="t" r="r" b="b"/>
                <a:pathLst>
                  <a:path w="1158" h="897" extrusionOk="0">
                    <a:moveTo>
                      <a:pt x="664" y="0"/>
                    </a:moveTo>
                    <a:cubicBezTo>
                      <a:pt x="583" y="0"/>
                      <a:pt x="495" y="24"/>
                      <a:pt x="405" y="80"/>
                    </a:cubicBezTo>
                    <a:cubicBezTo>
                      <a:pt x="370" y="102"/>
                      <a:pt x="331" y="113"/>
                      <a:pt x="292" y="113"/>
                    </a:cubicBezTo>
                    <a:cubicBezTo>
                      <a:pt x="237" y="113"/>
                      <a:pt x="183" y="92"/>
                      <a:pt x="141" y="56"/>
                    </a:cubicBezTo>
                    <a:cubicBezTo>
                      <a:pt x="84" y="113"/>
                      <a:pt x="39" y="178"/>
                      <a:pt x="26" y="267"/>
                    </a:cubicBezTo>
                    <a:cubicBezTo>
                      <a:pt x="1" y="466"/>
                      <a:pt x="141" y="711"/>
                      <a:pt x="354" y="827"/>
                    </a:cubicBezTo>
                    <a:cubicBezTo>
                      <a:pt x="420" y="865"/>
                      <a:pt x="504" y="897"/>
                      <a:pt x="599" y="897"/>
                    </a:cubicBezTo>
                    <a:cubicBezTo>
                      <a:pt x="696" y="897"/>
                      <a:pt x="806" y="863"/>
                      <a:pt x="920" y="768"/>
                    </a:cubicBezTo>
                    <a:cubicBezTo>
                      <a:pt x="1158" y="575"/>
                      <a:pt x="1125" y="344"/>
                      <a:pt x="1016" y="190"/>
                    </a:cubicBezTo>
                    <a:cubicBezTo>
                      <a:pt x="941" y="82"/>
                      <a:pt x="814" y="0"/>
                      <a:pt x="664"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25"/>
              <p:cNvSpPr/>
              <p:nvPr/>
            </p:nvSpPr>
            <p:spPr>
              <a:xfrm>
                <a:off x="4275525" y="2883175"/>
                <a:ext cx="71675" cy="63350"/>
              </a:xfrm>
              <a:custGeom>
                <a:avLst/>
                <a:gdLst/>
                <a:ahLst/>
                <a:cxnLst/>
                <a:rect l="l" t="t" r="r" b="b"/>
                <a:pathLst>
                  <a:path w="2867" h="2534" extrusionOk="0">
                    <a:moveTo>
                      <a:pt x="1311" y="457"/>
                    </a:moveTo>
                    <a:cubicBezTo>
                      <a:pt x="1468" y="457"/>
                      <a:pt x="1625" y="505"/>
                      <a:pt x="1754" y="573"/>
                    </a:cubicBezTo>
                    <a:cubicBezTo>
                      <a:pt x="2083" y="754"/>
                      <a:pt x="2353" y="1127"/>
                      <a:pt x="2198" y="1545"/>
                    </a:cubicBezTo>
                    <a:cubicBezTo>
                      <a:pt x="2073" y="1894"/>
                      <a:pt x="1850" y="2075"/>
                      <a:pt x="1548" y="2075"/>
                    </a:cubicBezTo>
                    <a:cubicBezTo>
                      <a:pt x="1523" y="2075"/>
                      <a:pt x="1498" y="2074"/>
                      <a:pt x="1472" y="2071"/>
                    </a:cubicBezTo>
                    <a:cubicBezTo>
                      <a:pt x="1029" y="2033"/>
                      <a:pt x="559" y="1647"/>
                      <a:pt x="489" y="1255"/>
                    </a:cubicBezTo>
                    <a:cubicBezTo>
                      <a:pt x="457" y="1056"/>
                      <a:pt x="540" y="896"/>
                      <a:pt x="662" y="774"/>
                    </a:cubicBezTo>
                    <a:cubicBezTo>
                      <a:pt x="727" y="774"/>
                      <a:pt x="798" y="742"/>
                      <a:pt x="836" y="683"/>
                    </a:cubicBezTo>
                    <a:cubicBezTo>
                      <a:pt x="881" y="632"/>
                      <a:pt x="926" y="587"/>
                      <a:pt x="971" y="555"/>
                    </a:cubicBezTo>
                    <a:cubicBezTo>
                      <a:pt x="997" y="549"/>
                      <a:pt x="1015" y="535"/>
                      <a:pt x="1035" y="529"/>
                    </a:cubicBezTo>
                    <a:cubicBezTo>
                      <a:pt x="1054" y="522"/>
                      <a:pt x="1068" y="510"/>
                      <a:pt x="1080" y="496"/>
                    </a:cubicBezTo>
                    <a:cubicBezTo>
                      <a:pt x="1155" y="469"/>
                      <a:pt x="1233" y="457"/>
                      <a:pt x="1311" y="457"/>
                    </a:cubicBezTo>
                    <a:close/>
                    <a:moveTo>
                      <a:pt x="1317" y="0"/>
                    </a:moveTo>
                    <a:cubicBezTo>
                      <a:pt x="1110" y="0"/>
                      <a:pt x="914" y="55"/>
                      <a:pt x="745" y="163"/>
                    </a:cubicBezTo>
                    <a:cubicBezTo>
                      <a:pt x="0" y="549"/>
                      <a:pt x="7" y="1101"/>
                      <a:pt x="45" y="1332"/>
                    </a:cubicBezTo>
                    <a:cubicBezTo>
                      <a:pt x="148" y="1923"/>
                      <a:pt x="784" y="2471"/>
                      <a:pt x="1433" y="2528"/>
                    </a:cubicBezTo>
                    <a:cubicBezTo>
                      <a:pt x="1472" y="2528"/>
                      <a:pt x="1511" y="2534"/>
                      <a:pt x="1549" y="2534"/>
                    </a:cubicBezTo>
                    <a:cubicBezTo>
                      <a:pt x="2044" y="2534"/>
                      <a:pt x="2436" y="2232"/>
                      <a:pt x="2629" y="1699"/>
                    </a:cubicBezTo>
                    <a:cubicBezTo>
                      <a:pt x="2866" y="1030"/>
                      <a:pt x="2456" y="445"/>
                      <a:pt x="1973" y="175"/>
                    </a:cubicBezTo>
                    <a:cubicBezTo>
                      <a:pt x="1755" y="58"/>
                      <a:pt x="1530" y="0"/>
                      <a:pt x="1317"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25"/>
              <p:cNvSpPr/>
              <p:nvPr/>
            </p:nvSpPr>
            <p:spPr>
              <a:xfrm>
                <a:off x="4286925" y="2894575"/>
                <a:ext cx="47425" cy="40475"/>
              </a:xfrm>
              <a:custGeom>
                <a:avLst/>
                <a:gdLst/>
                <a:ahLst/>
                <a:cxnLst/>
                <a:rect l="l" t="t" r="r" b="b"/>
                <a:pathLst>
                  <a:path w="1897" h="1619" extrusionOk="0">
                    <a:moveTo>
                      <a:pt x="855" y="1"/>
                    </a:moveTo>
                    <a:cubicBezTo>
                      <a:pt x="777" y="1"/>
                      <a:pt x="699" y="13"/>
                      <a:pt x="624" y="40"/>
                    </a:cubicBezTo>
                    <a:cubicBezTo>
                      <a:pt x="612" y="54"/>
                      <a:pt x="598" y="66"/>
                      <a:pt x="579" y="73"/>
                    </a:cubicBezTo>
                    <a:cubicBezTo>
                      <a:pt x="559" y="79"/>
                      <a:pt x="541" y="93"/>
                      <a:pt x="515" y="99"/>
                    </a:cubicBezTo>
                    <a:cubicBezTo>
                      <a:pt x="470" y="131"/>
                      <a:pt x="425" y="176"/>
                      <a:pt x="380" y="227"/>
                    </a:cubicBezTo>
                    <a:cubicBezTo>
                      <a:pt x="342" y="286"/>
                      <a:pt x="271" y="318"/>
                      <a:pt x="206" y="318"/>
                    </a:cubicBezTo>
                    <a:cubicBezTo>
                      <a:pt x="84" y="440"/>
                      <a:pt x="1" y="600"/>
                      <a:pt x="33" y="799"/>
                    </a:cubicBezTo>
                    <a:cubicBezTo>
                      <a:pt x="103" y="1191"/>
                      <a:pt x="573" y="1577"/>
                      <a:pt x="1016" y="1615"/>
                    </a:cubicBezTo>
                    <a:cubicBezTo>
                      <a:pt x="1042" y="1618"/>
                      <a:pt x="1067" y="1619"/>
                      <a:pt x="1092" y="1619"/>
                    </a:cubicBezTo>
                    <a:cubicBezTo>
                      <a:pt x="1394" y="1619"/>
                      <a:pt x="1617" y="1438"/>
                      <a:pt x="1742" y="1089"/>
                    </a:cubicBezTo>
                    <a:cubicBezTo>
                      <a:pt x="1897" y="671"/>
                      <a:pt x="1627" y="298"/>
                      <a:pt x="1298" y="117"/>
                    </a:cubicBezTo>
                    <a:cubicBezTo>
                      <a:pt x="1169" y="49"/>
                      <a:pt x="1012" y="1"/>
                      <a:pt x="855"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25"/>
              <p:cNvSpPr/>
              <p:nvPr/>
            </p:nvSpPr>
            <p:spPr>
              <a:xfrm>
                <a:off x="1844775" y="2879975"/>
                <a:ext cx="60750" cy="53725"/>
              </a:xfrm>
              <a:custGeom>
                <a:avLst/>
                <a:gdLst/>
                <a:ahLst/>
                <a:cxnLst/>
                <a:rect l="l" t="t" r="r" b="b"/>
                <a:pathLst>
                  <a:path w="2430" h="2149" extrusionOk="0">
                    <a:moveTo>
                      <a:pt x="1105" y="386"/>
                    </a:moveTo>
                    <a:cubicBezTo>
                      <a:pt x="1241" y="386"/>
                      <a:pt x="1376" y="430"/>
                      <a:pt x="1484" y="490"/>
                    </a:cubicBezTo>
                    <a:cubicBezTo>
                      <a:pt x="1760" y="638"/>
                      <a:pt x="1992" y="953"/>
                      <a:pt x="1864" y="1306"/>
                    </a:cubicBezTo>
                    <a:cubicBezTo>
                      <a:pt x="1756" y="1605"/>
                      <a:pt x="1564" y="1759"/>
                      <a:pt x="1305" y="1759"/>
                    </a:cubicBezTo>
                    <a:cubicBezTo>
                      <a:pt x="1286" y="1759"/>
                      <a:pt x="1267" y="1758"/>
                      <a:pt x="1247" y="1756"/>
                    </a:cubicBezTo>
                    <a:cubicBezTo>
                      <a:pt x="867" y="1724"/>
                      <a:pt x="469" y="1396"/>
                      <a:pt x="411" y="1062"/>
                    </a:cubicBezTo>
                    <a:cubicBezTo>
                      <a:pt x="386" y="894"/>
                      <a:pt x="449" y="760"/>
                      <a:pt x="559" y="657"/>
                    </a:cubicBezTo>
                    <a:cubicBezTo>
                      <a:pt x="610" y="657"/>
                      <a:pt x="668" y="624"/>
                      <a:pt x="707" y="580"/>
                    </a:cubicBezTo>
                    <a:cubicBezTo>
                      <a:pt x="739" y="535"/>
                      <a:pt x="778" y="496"/>
                      <a:pt x="822" y="470"/>
                    </a:cubicBezTo>
                    <a:cubicBezTo>
                      <a:pt x="841" y="464"/>
                      <a:pt x="855" y="451"/>
                      <a:pt x="873" y="445"/>
                    </a:cubicBezTo>
                    <a:cubicBezTo>
                      <a:pt x="887" y="439"/>
                      <a:pt x="906" y="431"/>
                      <a:pt x="912" y="419"/>
                    </a:cubicBezTo>
                    <a:cubicBezTo>
                      <a:pt x="974" y="396"/>
                      <a:pt x="1040" y="386"/>
                      <a:pt x="1105" y="386"/>
                    </a:cubicBezTo>
                    <a:close/>
                    <a:moveTo>
                      <a:pt x="1116" y="1"/>
                    </a:moveTo>
                    <a:cubicBezTo>
                      <a:pt x="940" y="1"/>
                      <a:pt x="773" y="47"/>
                      <a:pt x="630" y="137"/>
                    </a:cubicBezTo>
                    <a:cubicBezTo>
                      <a:pt x="0" y="464"/>
                      <a:pt x="0" y="933"/>
                      <a:pt x="39" y="1126"/>
                    </a:cubicBezTo>
                    <a:cubicBezTo>
                      <a:pt x="122" y="1627"/>
                      <a:pt x="662" y="2097"/>
                      <a:pt x="1214" y="2142"/>
                    </a:cubicBezTo>
                    <a:cubicBezTo>
                      <a:pt x="1247" y="2142"/>
                      <a:pt x="1279" y="2148"/>
                      <a:pt x="1311" y="2148"/>
                    </a:cubicBezTo>
                    <a:cubicBezTo>
                      <a:pt x="1728" y="2148"/>
                      <a:pt x="2063" y="1891"/>
                      <a:pt x="2223" y="1442"/>
                    </a:cubicBezTo>
                    <a:cubicBezTo>
                      <a:pt x="2430" y="876"/>
                      <a:pt x="2075" y="374"/>
                      <a:pt x="1671" y="149"/>
                    </a:cubicBezTo>
                    <a:cubicBezTo>
                      <a:pt x="1486" y="49"/>
                      <a:pt x="1296" y="1"/>
                      <a:pt x="111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25"/>
              <p:cNvSpPr/>
              <p:nvPr/>
            </p:nvSpPr>
            <p:spPr>
              <a:xfrm>
                <a:off x="1854400" y="2889625"/>
                <a:ext cx="40175" cy="34350"/>
              </a:xfrm>
              <a:custGeom>
                <a:avLst/>
                <a:gdLst/>
                <a:ahLst/>
                <a:cxnLst/>
                <a:rect l="l" t="t" r="r" b="b"/>
                <a:pathLst>
                  <a:path w="1607" h="1374" extrusionOk="0">
                    <a:moveTo>
                      <a:pt x="720" y="0"/>
                    </a:moveTo>
                    <a:cubicBezTo>
                      <a:pt x="655" y="0"/>
                      <a:pt x="589" y="10"/>
                      <a:pt x="527" y="33"/>
                    </a:cubicBezTo>
                    <a:cubicBezTo>
                      <a:pt x="521" y="45"/>
                      <a:pt x="502" y="53"/>
                      <a:pt x="488" y="59"/>
                    </a:cubicBezTo>
                    <a:cubicBezTo>
                      <a:pt x="470" y="65"/>
                      <a:pt x="456" y="78"/>
                      <a:pt x="437" y="84"/>
                    </a:cubicBezTo>
                    <a:cubicBezTo>
                      <a:pt x="393" y="110"/>
                      <a:pt x="354" y="149"/>
                      <a:pt x="322" y="194"/>
                    </a:cubicBezTo>
                    <a:cubicBezTo>
                      <a:pt x="283" y="238"/>
                      <a:pt x="225" y="271"/>
                      <a:pt x="174" y="271"/>
                    </a:cubicBezTo>
                    <a:cubicBezTo>
                      <a:pt x="64" y="374"/>
                      <a:pt x="1" y="508"/>
                      <a:pt x="26" y="676"/>
                    </a:cubicBezTo>
                    <a:cubicBezTo>
                      <a:pt x="84" y="1010"/>
                      <a:pt x="482" y="1338"/>
                      <a:pt x="862" y="1370"/>
                    </a:cubicBezTo>
                    <a:cubicBezTo>
                      <a:pt x="882" y="1372"/>
                      <a:pt x="901" y="1373"/>
                      <a:pt x="920" y="1373"/>
                    </a:cubicBezTo>
                    <a:cubicBezTo>
                      <a:pt x="1179" y="1373"/>
                      <a:pt x="1371" y="1219"/>
                      <a:pt x="1479" y="920"/>
                    </a:cubicBezTo>
                    <a:cubicBezTo>
                      <a:pt x="1607" y="567"/>
                      <a:pt x="1375" y="252"/>
                      <a:pt x="1099" y="104"/>
                    </a:cubicBezTo>
                    <a:cubicBezTo>
                      <a:pt x="991" y="44"/>
                      <a:pt x="856" y="0"/>
                      <a:pt x="720"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25"/>
              <p:cNvSpPr/>
              <p:nvPr/>
            </p:nvSpPr>
            <p:spPr>
              <a:xfrm>
                <a:off x="3945300" y="2704850"/>
                <a:ext cx="53050" cy="47900"/>
              </a:xfrm>
              <a:custGeom>
                <a:avLst/>
                <a:gdLst/>
                <a:ahLst/>
                <a:cxnLst/>
                <a:rect l="l" t="t" r="r" b="b"/>
                <a:pathLst>
                  <a:path w="2122" h="1916" extrusionOk="0">
                    <a:moveTo>
                      <a:pt x="1135" y="569"/>
                    </a:moveTo>
                    <a:cubicBezTo>
                      <a:pt x="1285" y="569"/>
                      <a:pt x="1413" y="651"/>
                      <a:pt x="1492" y="759"/>
                    </a:cubicBezTo>
                    <a:cubicBezTo>
                      <a:pt x="1596" y="913"/>
                      <a:pt x="1628" y="1144"/>
                      <a:pt x="1389" y="1337"/>
                    </a:cubicBezTo>
                    <a:cubicBezTo>
                      <a:pt x="1279" y="1432"/>
                      <a:pt x="1171" y="1466"/>
                      <a:pt x="1074" y="1466"/>
                    </a:cubicBezTo>
                    <a:cubicBezTo>
                      <a:pt x="979" y="1466"/>
                      <a:pt x="894" y="1434"/>
                      <a:pt x="824" y="1396"/>
                    </a:cubicBezTo>
                    <a:cubicBezTo>
                      <a:pt x="612" y="1280"/>
                      <a:pt x="471" y="1035"/>
                      <a:pt x="496" y="836"/>
                    </a:cubicBezTo>
                    <a:cubicBezTo>
                      <a:pt x="510" y="747"/>
                      <a:pt x="555" y="682"/>
                      <a:pt x="612" y="625"/>
                    </a:cubicBezTo>
                    <a:cubicBezTo>
                      <a:pt x="653" y="661"/>
                      <a:pt x="707" y="682"/>
                      <a:pt x="762" y="682"/>
                    </a:cubicBezTo>
                    <a:cubicBezTo>
                      <a:pt x="801" y="682"/>
                      <a:pt x="841" y="671"/>
                      <a:pt x="875" y="649"/>
                    </a:cubicBezTo>
                    <a:cubicBezTo>
                      <a:pt x="966" y="593"/>
                      <a:pt x="1054" y="569"/>
                      <a:pt x="1135" y="569"/>
                    </a:cubicBezTo>
                    <a:close/>
                    <a:moveTo>
                      <a:pt x="930" y="1"/>
                    </a:moveTo>
                    <a:cubicBezTo>
                      <a:pt x="912" y="1"/>
                      <a:pt x="894" y="3"/>
                      <a:pt x="875" y="8"/>
                    </a:cubicBezTo>
                    <a:cubicBezTo>
                      <a:pt x="226" y="168"/>
                      <a:pt x="78" y="560"/>
                      <a:pt x="53" y="773"/>
                    </a:cubicBezTo>
                    <a:cubicBezTo>
                      <a:pt x="1" y="1165"/>
                      <a:pt x="226" y="1583"/>
                      <a:pt x="605" y="1794"/>
                    </a:cubicBezTo>
                    <a:cubicBezTo>
                      <a:pt x="753" y="1877"/>
                      <a:pt x="914" y="1916"/>
                      <a:pt x="1068" y="1916"/>
                    </a:cubicBezTo>
                    <a:cubicBezTo>
                      <a:pt x="1287" y="1916"/>
                      <a:pt x="1499" y="1839"/>
                      <a:pt x="1679" y="1691"/>
                    </a:cubicBezTo>
                    <a:cubicBezTo>
                      <a:pt x="2122" y="1325"/>
                      <a:pt x="2083" y="817"/>
                      <a:pt x="1859" y="503"/>
                    </a:cubicBezTo>
                    <a:cubicBezTo>
                      <a:pt x="1698" y="278"/>
                      <a:pt x="1428" y="123"/>
                      <a:pt x="1127" y="117"/>
                    </a:cubicBezTo>
                    <a:cubicBezTo>
                      <a:pt x="1084" y="48"/>
                      <a:pt x="1012" y="1"/>
                      <a:pt x="93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25"/>
              <p:cNvSpPr/>
              <p:nvPr/>
            </p:nvSpPr>
            <p:spPr>
              <a:xfrm>
                <a:off x="3957075" y="2719075"/>
                <a:ext cx="28950" cy="22425"/>
              </a:xfrm>
              <a:custGeom>
                <a:avLst/>
                <a:gdLst/>
                <a:ahLst/>
                <a:cxnLst/>
                <a:rect l="l" t="t" r="r" b="b"/>
                <a:pathLst>
                  <a:path w="1158" h="897" extrusionOk="0">
                    <a:moveTo>
                      <a:pt x="664" y="0"/>
                    </a:moveTo>
                    <a:cubicBezTo>
                      <a:pt x="583" y="0"/>
                      <a:pt x="495" y="24"/>
                      <a:pt x="404" y="80"/>
                    </a:cubicBezTo>
                    <a:cubicBezTo>
                      <a:pt x="370" y="102"/>
                      <a:pt x="330" y="113"/>
                      <a:pt x="291" y="113"/>
                    </a:cubicBezTo>
                    <a:cubicBezTo>
                      <a:pt x="236" y="113"/>
                      <a:pt x="182" y="92"/>
                      <a:pt x="141" y="56"/>
                    </a:cubicBezTo>
                    <a:cubicBezTo>
                      <a:pt x="84" y="113"/>
                      <a:pt x="39" y="178"/>
                      <a:pt x="25" y="267"/>
                    </a:cubicBezTo>
                    <a:cubicBezTo>
                      <a:pt x="0" y="466"/>
                      <a:pt x="141" y="711"/>
                      <a:pt x="353" y="827"/>
                    </a:cubicBezTo>
                    <a:cubicBezTo>
                      <a:pt x="423" y="865"/>
                      <a:pt x="508" y="897"/>
                      <a:pt x="603" y="897"/>
                    </a:cubicBezTo>
                    <a:cubicBezTo>
                      <a:pt x="700" y="897"/>
                      <a:pt x="808" y="863"/>
                      <a:pt x="918" y="768"/>
                    </a:cubicBezTo>
                    <a:cubicBezTo>
                      <a:pt x="1157" y="575"/>
                      <a:pt x="1125" y="344"/>
                      <a:pt x="1021" y="190"/>
                    </a:cubicBezTo>
                    <a:cubicBezTo>
                      <a:pt x="942" y="82"/>
                      <a:pt x="814" y="0"/>
                      <a:pt x="664"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25"/>
              <p:cNvSpPr/>
              <p:nvPr/>
            </p:nvSpPr>
            <p:spPr>
              <a:xfrm>
                <a:off x="6057600" y="2861125"/>
                <a:ext cx="71575" cy="63225"/>
              </a:xfrm>
              <a:custGeom>
                <a:avLst/>
                <a:gdLst/>
                <a:ahLst/>
                <a:cxnLst/>
                <a:rect l="l" t="t" r="r" b="b"/>
                <a:pathLst>
                  <a:path w="2863" h="2529" extrusionOk="0">
                    <a:moveTo>
                      <a:pt x="1317" y="454"/>
                    </a:moveTo>
                    <a:cubicBezTo>
                      <a:pt x="1471" y="454"/>
                      <a:pt x="1627" y="504"/>
                      <a:pt x="1750" y="576"/>
                    </a:cubicBezTo>
                    <a:cubicBezTo>
                      <a:pt x="2083" y="755"/>
                      <a:pt x="2347" y="1122"/>
                      <a:pt x="2199" y="1546"/>
                    </a:cubicBezTo>
                    <a:cubicBezTo>
                      <a:pt x="2073" y="1894"/>
                      <a:pt x="1845" y="2075"/>
                      <a:pt x="1537" y="2075"/>
                    </a:cubicBezTo>
                    <a:cubicBezTo>
                      <a:pt x="1517" y="2075"/>
                      <a:pt x="1495" y="2074"/>
                      <a:pt x="1474" y="2072"/>
                    </a:cubicBezTo>
                    <a:cubicBezTo>
                      <a:pt x="1023" y="2034"/>
                      <a:pt x="561" y="1642"/>
                      <a:pt x="490" y="1250"/>
                    </a:cubicBezTo>
                    <a:cubicBezTo>
                      <a:pt x="457" y="1051"/>
                      <a:pt x="534" y="897"/>
                      <a:pt x="656" y="769"/>
                    </a:cubicBezTo>
                    <a:cubicBezTo>
                      <a:pt x="727" y="769"/>
                      <a:pt x="792" y="743"/>
                      <a:pt x="837" y="684"/>
                    </a:cubicBezTo>
                    <a:cubicBezTo>
                      <a:pt x="875" y="633"/>
                      <a:pt x="920" y="588"/>
                      <a:pt x="972" y="556"/>
                    </a:cubicBezTo>
                    <a:cubicBezTo>
                      <a:pt x="991" y="544"/>
                      <a:pt x="1011" y="538"/>
                      <a:pt x="1036" y="524"/>
                    </a:cubicBezTo>
                    <a:cubicBezTo>
                      <a:pt x="1050" y="518"/>
                      <a:pt x="1068" y="505"/>
                      <a:pt x="1080" y="499"/>
                    </a:cubicBezTo>
                    <a:cubicBezTo>
                      <a:pt x="1156" y="468"/>
                      <a:pt x="1236" y="454"/>
                      <a:pt x="1317" y="454"/>
                    </a:cubicBezTo>
                    <a:close/>
                    <a:moveTo>
                      <a:pt x="1313" y="1"/>
                    </a:moveTo>
                    <a:cubicBezTo>
                      <a:pt x="1108" y="1"/>
                      <a:pt x="914" y="54"/>
                      <a:pt x="747" y="158"/>
                    </a:cubicBezTo>
                    <a:cubicBezTo>
                      <a:pt x="1" y="550"/>
                      <a:pt x="1" y="1102"/>
                      <a:pt x="47" y="1327"/>
                    </a:cubicBezTo>
                    <a:cubicBezTo>
                      <a:pt x="149" y="1918"/>
                      <a:pt x="780" y="2472"/>
                      <a:pt x="1435" y="2523"/>
                    </a:cubicBezTo>
                    <a:cubicBezTo>
                      <a:pt x="1466" y="2529"/>
                      <a:pt x="1505" y="2529"/>
                      <a:pt x="1543" y="2529"/>
                    </a:cubicBezTo>
                    <a:cubicBezTo>
                      <a:pt x="2044" y="2529"/>
                      <a:pt x="2430" y="2234"/>
                      <a:pt x="2623" y="1701"/>
                    </a:cubicBezTo>
                    <a:cubicBezTo>
                      <a:pt x="2862" y="1031"/>
                      <a:pt x="2450" y="440"/>
                      <a:pt x="1967" y="177"/>
                    </a:cubicBezTo>
                    <a:cubicBezTo>
                      <a:pt x="1751" y="59"/>
                      <a:pt x="1526" y="1"/>
                      <a:pt x="1313"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25"/>
              <p:cNvSpPr/>
              <p:nvPr/>
            </p:nvSpPr>
            <p:spPr>
              <a:xfrm>
                <a:off x="6069025" y="2872475"/>
                <a:ext cx="47250" cy="40525"/>
              </a:xfrm>
              <a:custGeom>
                <a:avLst/>
                <a:gdLst/>
                <a:ahLst/>
                <a:cxnLst/>
                <a:rect l="l" t="t" r="r" b="b"/>
                <a:pathLst>
                  <a:path w="1890" h="1621" extrusionOk="0">
                    <a:moveTo>
                      <a:pt x="860" y="0"/>
                    </a:moveTo>
                    <a:cubicBezTo>
                      <a:pt x="779" y="0"/>
                      <a:pt x="699" y="14"/>
                      <a:pt x="623" y="45"/>
                    </a:cubicBezTo>
                    <a:cubicBezTo>
                      <a:pt x="611" y="51"/>
                      <a:pt x="593" y="64"/>
                      <a:pt x="579" y="70"/>
                    </a:cubicBezTo>
                    <a:cubicBezTo>
                      <a:pt x="554" y="84"/>
                      <a:pt x="534" y="90"/>
                      <a:pt x="515" y="102"/>
                    </a:cubicBezTo>
                    <a:cubicBezTo>
                      <a:pt x="463" y="134"/>
                      <a:pt x="418" y="179"/>
                      <a:pt x="380" y="230"/>
                    </a:cubicBezTo>
                    <a:cubicBezTo>
                      <a:pt x="335" y="289"/>
                      <a:pt x="270" y="315"/>
                      <a:pt x="199" y="315"/>
                    </a:cubicBezTo>
                    <a:cubicBezTo>
                      <a:pt x="77" y="443"/>
                      <a:pt x="0" y="597"/>
                      <a:pt x="33" y="796"/>
                    </a:cubicBezTo>
                    <a:cubicBezTo>
                      <a:pt x="104" y="1188"/>
                      <a:pt x="566" y="1580"/>
                      <a:pt x="1017" y="1618"/>
                    </a:cubicBezTo>
                    <a:cubicBezTo>
                      <a:pt x="1038" y="1620"/>
                      <a:pt x="1060" y="1621"/>
                      <a:pt x="1080" y="1621"/>
                    </a:cubicBezTo>
                    <a:cubicBezTo>
                      <a:pt x="1388" y="1621"/>
                      <a:pt x="1616" y="1440"/>
                      <a:pt x="1742" y="1092"/>
                    </a:cubicBezTo>
                    <a:cubicBezTo>
                      <a:pt x="1890" y="668"/>
                      <a:pt x="1626" y="301"/>
                      <a:pt x="1293" y="122"/>
                    </a:cubicBezTo>
                    <a:cubicBezTo>
                      <a:pt x="1170" y="50"/>
                      <a:pt x="1014" y="0"/>
                      <a:pt x="860"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25"/>
              <p:cNvSpPr/>
              <p:nvPr/>
            </p:nvSpPr>
            <p:spPr>
              <a:xfrm>
                <a:off x="5349825" y="2920475"/>
                <a:ext cx="60750" cy="53700"/>
              </a:xfrm>
              <a:custGeom>
                <a:avLst/>
                <a:gdLst/>
                <a:ahLst/>
                <a:cxnLst/>
                <a:rect l="l" t="t" r="r" b="b"/>
                <a:pathLst>
                  <a:path w="2430" h="2148" extrusionOk="0">
                    <a:moveTo>
                      <a:pt x="1108" y="386"/>
                    </a:moveTo>
                    <a:cubicBezTo>
                      <a:pt x="1242" y="386"/>
                      <a:pt x="1377" y="429"/>
                      <a:pt x="1486" y="490"/>
                    </a:cubicBezTo>
                    <a:cubicBezTo>
                      <a:pt x="1768" y="644"/>
                      <a:pt x="1993" y="952"/>
                      <a:pt x="1865" y="1306"/>
                    </a:cubicBezTo>
                    <a:cubicBezTo>
                      <a:pt x="1757" y="1604"/>
                      <a:pt x="1565" y="1759"/>
                      <a:pt x="1307" y="1759"/>
                    </a:cubicBezTo>
                    <a:cubicBezTo>
                      <a:pt x="1288" y="1759"/>
                      <a:pt x="1268" y="1758"/>
                      <a:pt x="1248" y="1756"/>
                    </a:cubicBezTo>
                    <a:cubicBezTo>
                      <a:pt x="875" y="1724"/>
                      <a:pt x="477" y="1395"/>
                      <a:pt x="418" y="1062"/>
                    </a:cubicBezTo>
                    <a:cubicBezTo>
                      <a:pt x="386" y="894"/>
                      <a:pt x="457" y="760"/>
                      <a:pt x="560" y="656"/>
                    </a:cubicBezTo>
                    <a:cubicBezTo>
                      <a:pt x="617" y="656"/>
                      <a:pt x="676" y="624"/>
                      <a:pt x="708" y="579"/>
                    </a:cubicBezTo>
                    <a:cubicBezTo>
                      <a:pt x="747" y="534"/>
                      <a:pt x="785" y="496"/>
                      <a:pt x="824" y="470"/>
                    </a:cubicBezTo>
                    <a:cubicBezTo>
                      <a:pt x="842" y="463"/>
                      <a:pt x="862" y="451"/>
                      <a:pt x="881" y="445"/>
                    </a:cubicBezTo>
                    <a:cubicBezTo>
                      <a:pt x="893" y="439"/>
                      <a:pt x="907" y="431"/>
                      <a:pt x="919" y="419"/>
                    </a:cubicBezTo>
                    <a:cubicBezTo>
                      <a:pt x="980" y="396"/>
                      <a:pt x="1044" y="386"/>
                      <a:pt x="1108" y="386"/>
                    </a:cubicBezTo>
                    <a:close/>
                    <a:moveTo>
                      <a:pt x="1123" y="0"/>
                    </a:moveTo>
                    <a:cubicBezTo>
                      <a:pt x="947" y="0"/>
                      <a:pt x="780" y="47"/>
                      <a:pt x="637" y="136"/>
                    </a:cubicBezTo>
                    <a:cubicBezTo>
                      <a:pt x="0" y="463"/>
                      <a:pt x="6" y="932"/>
                      <a:pt x="39" y="1125"/>
                    </a:cubicBezTo>
                    <a:cubicBezTo>
                      <a:pt x="122" y="1627"/>
                      <a:pt x="662" y="2097"/>
                      <a:pt x="1216" y="2142"/>
                    </a:cubicBezTo>
                    <a:cubicBezTo>
                      <a:pt x="1248" y="2142"/>
                      <a:pt x="1279" y="2148"/>
                      <a:pt x="1311" y="2148"/>
                    </a:cubicBezTo>
                    <a:cubicBezTo>
                      <a:pt x="1735" y="2148"/>
                      <a:pt x="2064" y="1890"/>
                      <a:pt x="2224" y="1441"/>
                    </a:cubicBezTo>
                    <a:cubicBezTo>
                      <a:pt x="2430" y="875"/>
                      <a:pt x="2083" y="374"/>
                      <a:pt x="1672" y="149"/>
                    </a:cubicBezTo>
                    <a:cubicBezTo>
                      <a:pt x="1490" y="48"/>
                      <a:pt x="1302" y="0"/>
                      <a:pt x="1123"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25"/>
              <p:cNvSpPr/>
              <p:nvPr/>
            </p:nvSpPr>
            <p:spPr>
              <a:xfrm>
                <a:off x="5359450" y="2930100"/>
                <a:ext cx="40225" cy="34350"/>
              </a:xfrm>
              <a:custGeom>
                <a:avLst/>
                <a:gdLst/>
                <a:ahLst/>
                <a:cxnLst/>
                <a:rect l="l" t="t" r="r" b="b"/>
                <a:pathLst>
                  <a:path w="1609" h="1374" extrusionOk="0">
                    <a:moveTo>
                      <a:pt x="723" y="1"/>
                    </a:moveTo>
                    <a:cubicBezTo>
                      <a:pt x="659" y="1"/>
                      <a:pt x="595" y="11"/>
                      <a:pt x="534" y="34"/>
                    </a:cubicBezTo>
                    <a:cubicBezTo>
                      <a:pt x="522" y="46"/>
                      <a:pt x="508" y="54"/>
                      <a:pt x="496" y="60"/>
                    </a:cubicBezTo>
                    <a:cubicBezTo>
                      <a:pt x="477" y="66"/>
                      <a:pt x="457" y="78"/>
                      <a:pt x="439" y="85"/>
                    </a:cubicBezTo>
                    <a:cubicBezTo>
                      <a:pt x="400" y="111"/>
                      <a:pt x="362" y="149"/>
                      <a:pt x="323" y="194"/>
                    </a:cubicBezTo>
                    <a:cubicBezTo>
                      <a:pt x="291" y="239"/>
                      <a:pt x="232" y="271"/>
                      <a:pt x="175" y="271"/>
                    </a:cubicBezTo>
                    <a:cubicBezTo>
                      <a:pt x="72" y="375"/>
                      <a:pt x="1" y="509"/>
                      <a:pt x="33" y="677"/>
                    </a:cubicBezTo>
                    <a:cubicBezTo>
                      <a:pt x="92" y="1010"/>
                      <a:pt x="490" y="1339"/>
                      <a:pt x="863" y="1371"/>
                    </a:cubicBezTo>
                    <a:cubicBezTo>
                      <a:pt x="883" y="1373"/>
                      <a:pt x="903" y="1374"/>
                      <a:pt x="922" y="1374"/>
                    </a:cubicBezTo>
                    <a:cubicBezTo>
                      <a:pt x="1180" y="1374"/>
                      <a:pt x="1372" y="1219"/>
                      <a:pt x="1480" y="921"/>
                    </a:cubicBezTo>
                    <a:cubicBezTo>
                      <a:pt x="1608" y="567"/>
                      <a:pt x="1383" y="259"/>
                      <a:pt x="1101" y="105"/>
                    </a:cubicBezTo>
                    <a:cubicBezTo>
                      <a:pt x="992" y="44"/>
                      <a:pt x="857" y="1"/>
                      <a:pt x="723"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25"/>
              <p:cNvSpPr/>
              <p:nvPr/>
            </p:nvSpPr>
            <p:spPr>
              <a:xfrm>
                <a:off x="4677850" y="2844800"/>
                <a:ext cx="53200" cy="47900"/>
              </a:xfrm>
              <a:custGeom>
                <a:avLst/>
                <a:gdLst/>
                <a:ahLst/>
                <a:cxnLst/>
                <a:rect l="l" t="t" r="r" b="b"/>
                <a:pathLst>
                  <a:path w="2128" h="1916" extrusionOk="0">
                    <a:moveTo>
                      <a:pt x="1136" y="567"/>
                    </a:moveTo>
                    <a:cubicBezTo>
                      <a:pt x="1289" y="567"/>
                      <a:pt x="1418" y="649"/>
                      <a:pt x="1498" y="759"/>
                    </a:cubicBezTo>
                    <a:cubicBezTo>
                      <a:pt x="1602" y="913"/>
                      <a:pt x="1634" y="1144"/>
                      <a:pt x="1395" y="1337"/>
                    </a:cubicBezTo>
                    <a:cubicBezTo>
                      <a:pt x="1285" y="1432"/>
                      <a:pt x="1176" y="1465"/>
                      <a:pt x="1077" y="1465"/>
                    </a:cubicBezTo>
                    <a:cubicBezTo>
                      <a:pt x="982" y="1465"/>
                      <a:pt x="897" y="1434"/>
                      <a:pt x="830" y="1396"/>
                    </a:cubicBezTo>
                    <a:cubicBezTo>
                      <a:pt x="618" y="1280"/>
                      <a:pt x="477" y="1036"/>
                      <a:pt x="502" y="836"/>
                    </a:cubicBezTo>
                    <a:cubicBezTo>
                      <a:pt x="516" y="746"/>
                      <a:pt x="561" y="675"/>
                      <a:pt x="618" y="624"/>
                    </a:cubicBezTo>
                    <a:cubicBezTo>
                      <a:pt x="659" y="658"/>
                      <a:pt x="713" y="678"/>
                      <a:pt x="768" y="678"/>
                    </a:cubicBezTo>
                    <a:cubicBezTo>
                      <a:pt x="807" y="678"/>
                      <a:pt x="846" y="668"/>
                      <a:pt x="881" y="643"/>
                    </a:cubicBezTo>
                    <a:cubicBezTo>
                      <a:pt x="970" y="590"/>
                      <a:pt x="1056" y="567"/>
                      <a:pt x="1136" y="567"/>
                    </a:cubicBezTo>
                    <a:close/>
                    <a:moveTo>
                      <a:pt x="940" y="0"/>
                    </a:moveTo>
                    <a:cubicBezTo>
                      <a:pt x="921" y="0"/>
                      <a:pt x="901" y="2"/>
                      <a:pt x="881" y="7"/>
                    </a:cubicBezTo>
                    <a:cubicBezTo>
                      <a:pt x="232" y="162"/>
                      <a:pt x="84" y="554"/>
                      <a:pt x="59" y="773"/>
                    </a:cubicBezTo>
                    <a:cubicBezTo>
                      <a:pt x="1" y="1164"/>
                      <a:pt x="232" y="1582"/>
                      <a:pt x="611" y="1794"/>
                    </a:cubicBezTo>
                    <a:cubicBezTo>
                      <a:pt x="759" y="1877"/>
                      <a:pt x="920" y="1916"/>
                      <a:pt x="1074" y="1916"/>
                    </a:cubicBezTo>
                    <a:cubicBezTo>
                      <a:pt x="1293" y="1916"/>
                      <a:pt x="1505" y="1838"/>
                      <a:pt x="1685" y="1684"/>
                    </a:cubicBezTo>
                    <a:cubicBezTo>
                      <a:pt x="2128" y="1319"/>
                      <a:pt x="2089" y="811"/>
                      <a:pt x="1865" y="503"/>
                    </a:cubicBezTo>
                    <a:cubicBezTo>
                      <a:pt x="1704" y="277"/>
                      <a:pt x="1434" y="117"/>
                      <a:pt x="1133" y="117"/>
                    </a:cubicBezTo>
                    <a:cubicBezTo>
                      <a:pt x="1090" y="43"/>
                      <a:pt x="1020" y="0"/>
                      <a:pt x="940"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25"/>
              <p:cNvSpPr/>
              <p:nvPr/>
            </p:nvSpPr>
            <p:spPr>
              <a:xfrm>
                <a:off x="4689775" y="2858975"/>
                <a:ext cx="28950" cy="22475"/>
              </a:xfrm>
              <a:custGeom>
                <a:avLst/>
                <a:gdLst/>
                <a:ahLst/>
                <a:cxnLst/>
                <a:rect l="l" t="t" r="r" b="b"/>
                <a:pathLst>
                  <a:path w="1158" h="899" extrusionOk="0">
                    <a:moveTo>
                      <a:pt x="659" y="0"/>
                    </a:moveTo>
                    <a:cubicBezTo>
                      <a:pt x="579" y="0"/>
                      <a:pt x="493" y="23"/>
                      <a:pt x="404" y="76"/>
                    </a:cubicBezTo>
                    <a:cubicBezTo>
                      <a:pt x="369" y="101"/>
                      <a:pt x="330" y="111"/>
                      <a:pt x="291" y="111"/>
                    </a:cubicBezTo>
                    <a:cubicBezTo>
                      <a:pt x="236" y="111"/>
                      <a:pt x="182" y="91"/>
                      <a:pt x="141" y="57"/>
                    </a:cubicBezTo>
                    <a:cubicBezTo>
                      <a:pt x="84" y="108"/>
                      <a:pt x="39" y="179"/>
                      <a:pt x="25" y="269"/>
                    </a:cubicBezTo>
                    <a:cubicBezTo>
                      <a:pt x="0" y="469"/>
                      <a:pt x="141" y="713"/>
                      <a:pt x="353" y="829"/>
                    </a:cubicBezTo>
                    <a:cubicBezTo>
                      <a:pt x="420" y="867"/>
                      <a:pt x="505" y="898"/>
                      <a:pt x="600" y="898"/>
                    </a:cubicBezTo>
                    <a:cubicBezTo>
                      <a:pt x="699" y="898"/>
                      <a:pt x="808" y="865"/>
                      <a:pt x="918" y="770"/>
                    </a:cubicBezTo>
                    <a:cubicBezTo>
                      <a:pt x="1157" y="577"/>
                      <a:pt x="1125" y="346"/>
                      <a:pt x="1021" y="192"/>
                    </a:cubicBezTo>
                    <a:cubicBezTo>
                      <a:pt x="941" y="82"/>
                      <a:pt x="812" y="0"/>
                      <a:pt x="659"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86" name="Google Shape;1086;p25"/>
            <p:cNvSpPr/>
            <p:nvPr/>
          </p:nvSpPr>
          <p:spPr>
            <a:xfrm>
              <a:off x="3020350" y="4441675"/>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25"/>
            <p:cNvSpPr/>
            <p:nvPr/>
          </p:nvSpPr>
          <p:spPr>
            <a:xfrm flipH="1">
              <a:off x="5316450" y="4547413"/>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25"/>
            <p:cNvSpPr/>
            <p:nvPr/>
          </p:nvSpPr>
          <p:spPr>
            <a:xfrm>
              <a:off x="464575" y="4825088"/>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25"/>
            <p:cNvSpPr/>
            <p:nvPr/>
          </p:nvSpPr>
          <p:spPr>
            <a:xfrm flipH="1">
              <a:off x="7987700" y="4740838"/>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BLANK_1_1_1_1_1_1_1_1_1">
    <p:spTree>
      <p:nvGrpSpPr>
        <p:cNvPr id="1" name="Shape 1090"/>
        <p:cNvGrpSpPr/>
        <p:nvPr/>
      </p:nvGrpSpPr>
      <p:grpSpPr>
        <a:xfrm>
          <a:off x="0" y="0"/>
          <a:ext cx="0" cy="0"/>
          <a:chOff x="0" y="0"/>
          <a:chExt cx="0" cy="0"/>
        </a:xfrm>
      </p:grpSpPr>
      <p:grpSp>
        <p:nvGrpSpPr>
          <p:cNvPr id="1091" name="Google Shape;1091;p26"/>
          <p:cNvGrpSpPr/>
          <p:nvPr/>
        </p:nvGrpSpPr>
        <p:grpSpPr>
          <a:xfrm>
            <a:off x="-57639" y="4232675"/>
            <a:ext cx="9259279" cy="949168"/>
            <a:chOff x="-57639" y="4232675"/>
            <a:chExt cx="9259279" cy="949168"/>
          </a:xfrm>
        </p:grpSpPr>
        <p:grpSp>
          <p:nvGrpSpPr>
            <p:cNvPr id="1092" name="Google Shape;1092;p26"/>
            <p:cNvGrpSpPr/>
            <p:nvPr/>
          </p:nvGrpSpPr>
          <p:grpSpPr>
            <a:xfrm>
              <a:off x="-57639" y="4232675"/>
              <a:ext cx="9259279" cy="949168"/>
              <a:chOff x="238275" y="2491125"/>
              <a:chExt cx="7141750" cy="732100"/>
            </a:xfrm>
          </p:grpSpPr>
          <p:sp>
            <p:nvSpPr>
              <p:cNvPr id="1093" name="Google Shape;1093;p26"/>
              <p:cNvSpPr/>
              <p:nvPr/>
            </p:nvSpPr>
            <p:spPr>
              <a:xfrm>
                <a:off x="238275" y="2491125"/>
                <a:ext cx="7141750" cy="282225"/>
              </a:xfrm>
              <a:custGeom>
                <a:avLst/>
                <a:gdLst/>
                <a:ahLst/>
                <a:cxnLst/>
                <a:rect l="l" t="t" r="r" b="b"/>
                <a:pathLst>
                  <a:path w="285670" h="11289" extrusionOk="0">
                    <a:moveTo>
                      <a:pt x="77087" y="1"/>
                    </a:moveTo>
                    <a:cubicBezTo>
                      <a:pt x="69330" y="1"/>
                      <a:pt x="63721" y="1125"/>
                      <a:pt x="59452" y="1679"/>
                    </a:cubicBezTo>
                    <a:cubicBezTo>
                      <a:pt x="56652" y="2041"/>
                      <a:pt x="53084" y="2152"/>
                      <a:pt x="50569" y="2152"/>
                    </a:cubicBezTo>
                    <a:cubicBezTo>
                      <a:pt x="49072" y="2152"/>
                      <a:pt x="47948" y="2113"/>
                      <a:pt x="47581" y="2064"/>
                    </a:cubicBezTo>
                    <a:cubicBezTo>
                      <a:pt x="46591" y="1936"/>
                      <a:pt x="26970" y="1345"/>
                      <a:pt x="26970" y="1345"/>
                    </a:cubicBezTo>
                    <a:lnTo>
                      <a:pt x="0" y="2746"/>
                    </a:lnTo>
                    <a:lnTo>
                      <a:pt x="1376" y="11288"/>
                    </a:lnTo>
                    <a:lnTo>
                      <a:pt x="284771" y="9874"/>
                    </a:lnTo>
                    <a:lnTo>
                      <a:pt x="285670" y="2746"/>
                    </a:lnTo>
                    <a:lnTo>
                      <a:pt x="278382" y="2746"/>
                    </a:lnTo>
                    <a:cubicBezTo>
                      <a:pt x="278382" y="2746"/>
                      <a:pt x="276833" y="3350"/>
                      <a:pt x="269412" y="3350"/>
                    </a:cubicBezTo>
                    <a:cubicBezTo>
                      <a:pt x="268804" y="3350"/>
                      <a:pt x="268157" y="3346"/>
                      <a:pt x="267468" y="3337"/>
                    </a:cubicBezTo>
                    <a:cubicBezTo>
                      <a:pt x="258367" y="3221"/>
                      <a:pt x="258367" y="2553"/>
                      <a:pt x="248361" y="2354"/>
                    </a:cubicBezTo>
                    <a:cubicBezTo>
                      <a:pt x="243485" y="2254"/>
                      <a:pt x="239630" y="2229"/>
                      <a:pt x="236959" y="2229"/>
                    </a:cubicBezTo>
                    <a:cubicBezTo>
                      <a:pt x="234147" y="2229"/>
                      <a:pt x="232646" y="2257"/>
                      <a:pt x="232646" y="2257"/>
                    </a:cubicBezTo>
                    <a:lnTo>
                      <a:pt x="210273" y="1621"/>
                    </a:lnTo>
                    <a:cubicBezTo>
                      <a:pt x="210273" y="1621"/>
                      <a:pt x="209685" y="1550"/>
                      <a:pt x="208556" y="1550"/>
                    </a:cubicBezTo>
                    <a:cubicBezTo>
                      <a:pt x="207391" y="1550"/>
                      <a:pt x="205650" y="1626"/>
                      <a:pt x="203382" y="1936"/>
                    </a:cubicBezTo>
                    <a:cubicBezTo>
                      <a:pt x="201649" y="2171"/>
                      <a:pt x="198963" y="2243"/>
                      <a:pt x="196326" y="2243"/>
                    </a:cubicBezTo>
                    <a:cubicBezTo>
                      <a:pt x="192169" y="2243"/>
                      <a:pt x="188131" y="2064"/>
                      <a:pt x="188131" y="2064"/>
                    </a:cubicBezTo>
                    <a:cubicBezTo>
                      <a:pt x="188131" y="2064"/>
                      <a:pt x="174437" y="2201"/>
                      <a:pt x="163969" y="2201"/>
                    </a:cubicBezTo>
                    <a:cubicBezTo>
                      <a:pt x="158735" y="2201"/>
                      <a:pt x="154307" y="2167"/>
                      <a:pt x="152801" y="2064"/>
                    </a:cubicBezTo>
                    <a:cubicBezTo>
                      <a:pt x="148282" y="1756"/>
                      <a:pt x="96761" y="927"/>
                      <a:pt x="93993" y="664"/>
                    </a:cubicBezTo>
                    <a:cubicBezTo>
                      <a:pt x="91222" y="400"/>
                      <a:pt x="86459" y="118"/>
                      <a:pt x="78149" y="8"/>
                    </a:cubicBezTo>
                    <a:cubicBezTo>
                      <a:pt x="77791" y="3"/>
                      <a:pt x="77437" y="1"/>
                      <a:pt x="77087"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26"/>
              <p:cNvSpPr/>
              <p:nvPr/>
            </p:nvSpPr>
            <p:spPr>
              <a:xfrm>
                <a:off x="272675" y="2551975"/>
                <a:ext cx="7091125" cy="671250"/>
              </a:xfrm>
              <a:custGeom>
                <a:avLst/>
                <a:gdLst/>
                <a:ahLst/>
                <a:cxnLst/>
                <a:rect l="l" t="t" r="r" b="b"/>
                <a:pathLst>
                  <a:path w="283645" h="26850" extrusionOk="0">
                    <a:moveTo>
                      <a:pt x="134832" y="1"/>
                    </a:moveTo>
                    <a:cubicBezTo>
                      <a:pt x="134792" y="1"/>
                      <a:pt x="134755" y="2"/>
                      <a:pt x="134720" y="3"/>
                    </a:cubicBezTo>
                    <a:cubicBezTo>
                      <a:pt x="133388" y="67"/>
                      <a:pt x="126129" y="738"/>
                      <a:pt x="125164" y="738"/>
                    </a:cubicBezTo>
                    <a:cubicBezTo>
                      <a:pt x="125137" y="738"/>
                      <a:pt x="125116" y="737"/>
                      <a:pt x="125099" y="736"/>
                    </a:cubicBezTo>
                    <a:cubicBezTo>
                      <a:pt x="124476" y="698"/>
                      <a:pt x="118537" y="377"/>
                      <a:pt x="118537" y="377"/>
                    </a:cubicBezTo>
                    <a:cubicBezTo>
                      <a:pt x="118537" y="377"/>
                      <a:pt x="108294" y="62"/>
                      <a:pt x="107177" y="62"/>
                    </a:cubicBezTo>
                    <a:cubicBezTo>
                      <a:pt x="107164" y="62"/>
                      <a:pt x="107152" y="62"/>
                      <a:pt x="107141" y="62"/>
                    </a:cubicBezTo>
                    <a:cubicBezTo>
                      <a:pt x="106235" y="68"/>
                      <a:pt x="103414" y="101"/>
                      <a:pt x="97559" y="736"/>
                    </a:cubicBezTo>
                    <a:cubicBezTo>
                      <a:pt x="91703" y="1366"/>
                      <a:pt x="89100" y="1572"/>
                      <a:pt x="89100" y="1572"/>
                    </a:cubicBezTo>
                    <a:cubicBezTo>
                      <a:pt x="89100" y="1572"/>
                      <a:pt x="85133" y="1222"/>
                      <a:pt x="81765" y="1222"/>
                    </a:cubicBezTo>
                    <a:cubicBezTo>
                      <a:pt x="80976" y="1222"/>
                      <a:pt x="80220" y="1241"/>
                      <a:pt x="79556" y="1288"/>
                    </a:cubicBezTo>
                    <a:cubicBezTo>
                      <a:pt x="76047" y="1534"/>
                      <a:pt x="68784" y="3294"/>
                      <a:pt x="67981" y="3667"/>
                    </a:cubicBezTo>
                    <a:cubicBezTo>
                      <a:pt x="67171" y="4034"/>
                      <a:pt x="25362" y="5557"/>
                      <a:pt x="25362" y="5557"/>
                    </a:cubicBezTo>
                    <a:lnTo>
                      <a:pt x="0" y="7247"/>
                    </a:lnTo>
                    <a:lnTo>
                      <a:pt x="0" y="26849"/>
                    </a:lnTo>
                    <a:lnTo>
                      <a:pt x="283645" y="26849"/>
                    </a:lnTo>
                    <a:lnTo>
                      <a:pt x="283645" y="5628"/>
                    </a:lnTo>
                    <a:lnTo>
                      <a:pt x="283034" y="5364"/>
                    </a:lnTo>
                    <a:lnTo>
                      <a:pt x="249889" y="4805"/>
                    </a:lnTo>
                    <a:cubicBezTo>
                      <a:pt x="249889" y="4805"/>
                      <a:pt x="246822" y="4228"/>
                      <a:pt x="245827" y="4228"/>
                    </a:cubicBezTo>
                    <a:cubicBezTo>
                      <a:pt x="245777" y="4228"/>
                      <a:pt x="245731" y="4230"/>
                      <a:pt x="245692" y="4233"/>
                    </a:cubicBezTo>
                    <a:cubicBezTo>
                      <a:pt x="244889" y="4304"/>
                      <a:pt x="242171" y="4619"/>
                      <a:pt x="242171" y="4619"/>
                    </a:cubicBezTo>
                    <a:lnTo>
                      <a:pt x="233912" y="4233"/>
                    </a:lnTo>
                    <a:cubicBezTo>
                      <a:pt x="233912" y="4233"/>
                      <a:pt x="232138" y="3095"/>
                      <a:pt x="225999" y="2857"/>
                    </a:cubicBezTo>
                    <a:cubicBezTo>
                      <a:pt x="220178" y="2637"/>
                      <a:pt x="216019" y="2632"/>
                      <a:pt x="215613" y="2632"/>
                    </a:cubicBezTo>
                    <a:cubicBezTo>
                      <a:pt x="215592" y="2632"/>
                      <a:pt x="215581" y="2632"/>
                      <a:pt x="215581" y="2632"/>
                    </a:cubicBezTo>
                    <a:lnTo>
                      <a:pt x="202181" y="2053"/>
                    </a:lnTo>
                    <a:cubicBezTo>
                      <a:pt x="202181" y="2053"/>
                      <a:pt x="195990" y="2330"/>
                      <a:pt x="194300" y="2427"/>
                    </a:cubicBezTo>
                    <a:cubicBezTo>
                      <a:pt x="192611" y="2516"/>
                      <a:pt x="187263" y="3005"/>
                      <a:pt x="187263" y="3005"/>
                    </a:cubicBezTo>
                    <a:lnTo>
                      <a:pt x="172828" y="3005"/>
                    </a:lnTo>
                    <a:lnTo>
                      <a:pt x="169434" y="2857"/>
                    </a:lnTo>
                    <a:cubicBezTo>
                      <a:pt x="169434" y="2857"/>
                      <a:pt x="166638" y="2613"/>
                      <a:pt x="165249" y="2472"/>
                    </a:cubicBezTo>
                    <a:cubicBezTo>
                      <a:pt x="163855" y="2330"/>
                      <a:pt x="160358" y="2222"/>
                      <a:pt x="158643" y="2053"/>
                    </a:cubicBezTo>
                    <a:cubicBezTo>
                      <a:pt x="156926" y="1881"/>
                      <a:pt x="152440" y="1418"/>
                      <a:pt x="151933" y="1288"/>
                    </a:cubicBezTo>
                    <a:cubicBezTo>
                      <a:pt x="151766" y="1246"/>
                      <a:pt x="150510" y="1231"/>
                      <a:pt x="148911" y="1231"/>
                    </a:cubicBezTo>
                    <a:cubicBezTo>
                      <a:pt x="145711" y="1231"/>
                      <a:pt x="141135" y="1288"/>
                      <a:pt x="141135" y="1288"/>
                    </a:cubicBezTo>
                    <a:cubicBezTo>
                      <a:pt x="141135" y="1288"/>
                      <a:pt x="136344" y="1"/>
                      <a:pt x="134832" y="1"/>
                    </a:cubicBezTo>
                    <a:close/>
                  </a:path>
                </a:pathLst>
              </a:custGeom>
              <a:solidFill>
                <a:srgbClr val="5E8688"/>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26"/>
              <p:cNvSpPr/>
              <p:nvPr/>
            </p:nvSpPr>
            <p:spPr>
              <a:xfrm>
                <a:off x="3562250" y="2808825"/>
                <a:ext cx="54025" cy="61550"/>
              </a:xfrm>
              <a:custGeom>
                <a:avLst/>
                <a:gdLst/>
                <a:ahLst/>
                <a:cxnLst/>
                <a:rect l="l" t="t" r="r" b="b"/>
                <a:pathLst>
                  <a:path w="2161" h="2462" extrusionOk="0">
                    <a:moveTo>
                      <a:pt x="1036" y="501"/>
                    </a:moveTo>
                    <a:cubicBezTo>
                      <a:pt x="1312" y="637"/>
                      <a:pt x="1556" y="913"/>
                      <a:pt x="1620" y="1195"/>
                    </a:cubicBezTo>
                    <a:cubicBezTo>
                      <a:pt x="1685" y="1440"/>
                      <a:pt x="1614" y="1652"/>
                      <a:pt x="1415" y="1826"/>
                    </a:cubicBezTo>
                    <a:cubicBezTo>
                      <a:pt x="1281" y="1942"/>
                      <a:pt x="1155" y="2001"/>
                      <a:pt x="1040" y="2001"/>
                    </a:cubicBezTo>
                    <a:cubicBezTo>
                      <a:pt x="985" y="2001"/>
                      <a:pt x="932" y="1987"/>
                      <a:pt x="882" y="1960"/>
                    </a:cubicBezTo>
                    <a:cubicBezTo>
                      <a:pt x="638" y="1832"/>
                      <a:pt x="476" y="1408"/>
                      <a:pt x="535" y="1041"/>
                    </a:cubicBezTo>
                    <a:cubicBezTo>
                      <a:pt x="567" y="836"/>
                      <a:pt x="676" y="572"/>
                      <a:pt x="1030" y="501"/>
                    </a:cubicBezTo>
                    <a:close/>
                    <a:moveTo>
                      <a:pt x="930" y="0"/>
                    </a:moveTo>
                    <a:cubicBezTo>
                      <a:pt x="845" y="0"/>
                      <a:pt x="764" y="48"/>
                      <a:pt x="727" y="123"/>
                    </a:cubicBezTo>
                    <a:cubicBezTo>
                      <a:pt x="380" y="263"/>
                      <a:pt x="149" y="566"/>
                      <a:pt x="84" y="978"/>
                    </a:cubicBezTo>
                    <a:cubicBezTo>
                      <a:pt x="1" y="1524"/>
                      <a:pt x="252" y="2141"/>
                      <a:pt x="663" y="2360"/>
                    </a:cubicBezTo>
                    <a:cubicBezTo>
                      <a:pt x="754" y="2411"/>
                      <a:pt x="882" y="2461"/>
                      <a:pt x="1042" y="2461"/>
                    </a:cubicBezTo>
                    <a:cubicBezTo>
                      <a:pt x="1229" y="2461"/>
                      <a:pt x="1460" y="2390"/>
                      <a:pt x="1718" y="2167"/>
                    </a:cubicBezTo>
                    <a:cubicBezTo>
                      <a:pt x="2038" y="1877"/>
                      <a:pt x="2160" y="1497"/>
                      <a:pt x="2065" y="1093"/>
                    </a:cubicBezTo>
                    <a:cubicBezTo>
                      <a:pt x="1941" y="586"/>
                      <a:pt x="1486" y="135"/>
                      <a:pt x="985" y="7"/>
                    </a:cubicBezTo>
                    <a:cubicBezTo>
                      <a:pt x="967" y="3"/>
                      <a:pt x="948" y="0"/>
                      <a:pt x="930"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26"/>
              <p:cNvSpPr/>
              <p:nvPr/>
            </p:nvSpPr>
            <p:spPr>
              <a:xfrm>
                <a:off x="3574125" y="2821325"/>
                <a:ext cx="30275" cy="37525"/>
              </a:xfrm>
              <a:custGeom>
                <a:avLst/>
                <a:gdLst/>
                <a:ahLst/>
                <a:cxnLst/>
                <a:rect l="l" t="t" r="r" b="b"/>
                <a:pathLst>
                  <a:path w="1211" h="1501" extrusionOk="0">
                    <a:moveTo>
                      <a:pt x="555" y="1"/>
                    </a:moveTo>
                    <a:cubicBezTo>
                      <a:pt x="201" y="72"/>
                      <a:pt x="92" y="336"/>
                      <a:pt x="60" y="541"/>
                    </a:cubicBezTo>
                    <a:cubicBezTo>
                      <a:pt x="1" y="908"/>
                      <a:pt x="163" y="1332"/>
                      <a:pt x="407" y="1460"/>
                    </a:cubicBezTo>
                    <a:cubicBezTo>
                      <a:pt x="457" y="1487"/>
                      <a:pt x="510" y="1501"/>
                      <a:pt x="565" y="1501"/>
                    </a:cubicBezTo>
                    <a:cubicBezTo>
                      <a:pt x="680" y="1501"/>
                      <a:pt x="806" y="1442"/>
                      <a:pt x="940" y="1326"/>
                    </a:cubicBezTo>
                    <a:cubicBezTo>
                      <a:pt x="1139" y="1152"/>
                      <a:pt x="1210" y="940"/>
                      <a:pt x="1145" y="695"/>
                    </a:cubicBezTo>
                    <a:cubicBezTo>
                      <a:pt x="1081" y="413"/>
                      <a:pt x="837" y="137"/>
                      <a:pt x="561"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26"/>
              <p:cNvSpPr/>
              <p:nvPr/>
            </p:nvSpPr>
            <p:spPr>
              <a:xfrm>
                <a:off x="1423625" y="2714000"/>
                <a:ext cx="71675" cy="63200"/>
              </a:xfrm>
              <a:custGeom>
                <a:avLst/>
                <a:gdLst/>
                <a:ahLst/>
                <a:cxnLst/>
                <a:rect l="l" t="t" r="r" b="b"/>
                <a:pathLst>
                  <a:path w="2867" h="2528" extrusionOk="0">
                    <a:moveTo>
                      <a:pt x="1313" y="456"/>
                    </a:moveTo>
                    <a:cubicBezTo>
                      <a:pt x="1469" y="456"/>
                      <a:pt x="1626" y="505"/>
                      <a:pt x="1754" y="573"/>
                    </a:cubicBezTo>
                    <a:cubicBezTo>
                      <a:pt x="2083" y="754"/>
                      <a:pt x="2347" y="1126"/>
                      <a:pt x="2198" y="1544"/>
                    </a:cubicBezTo>
                    <a:cubicBezTo>
                      <a:pt x="2073" y="1889"/>
                      <a:pt x="1849" y="2075"/>
                      <a:pt x="1546" y="2075"/>
                    </a:cubicBezTo>
                    <a:cubicBezTo>
                      <a:pt x="1522" y="2075"/>
                      <a:pt x="1497" y="2074"/>
                      <a:pt x="1472" y="2071"/>
                    </a:cubicBezTo>
                    <a:cubicBezTo>
                      <a:pt x="1028" y="2033"/>
                      <a:pt x="559" y="1647"/>
                      <a:pt x="488" y="1255"/>
                    </a:cubicBezTo>
                    <a:cubicBezTo>
                      <a:pt x="457" y="1055"/>
                      <a:pt x="534" y="894"/>
                      <a:pt x="662" y="772"/>
                    </a:cubicBezTo>
                    <a:cubicBezTo>
                      <a:pt x="727" y="772"/>
                      <a:pt x="790" y="740"/>
                      <a:pt x="835" y="683"/>
                    </a:cubicBezTo>
                    <a:cubicBezTo>
                      <a:pt x="873" y="630"/>
                      <a:pt x="926" y="586"/>
                      <a:pt x="971" y="553"/>
                    </a:cubicBezTo>
                    <a:cubicBezTo>
                      <a:pt x="989" y="547"/>
                      <a:pt x="1015" y="535"/>
                      <a:pt x="1035" y="529"/>
                    </a:cubicBezTo>
                    <a:cubicBezTo>
                      <a:pt x="1054" y="515"/>
                      <a:pt x="1066" y="509"/>
                      <a:pt x="1080" y="496"/>
                    </a:cubicBezTo>
                    <a:cubicBezTo>
                      <a:pt x="1155" y="468"/>
                      <a:pt x="1234" y="456"/>
                      <a:pt x="1313" y="456"/>
                    </a:cubicBezTo>
                    <a:close/>
                    <a:moveTo>
                      <a:pt x="1316" y="0"/>
                    </a:moveTo>
                    <a:cubicBezTo>
                      <a:pt x="1109" y="0"/>
                      <a:pt x="913" y="54"/>
                      <a:pt x="745" y="161"/>
                    </a:cubicBezTo>
                    <a:cubicBezTo>
                      <a:pt x="0" y="547"/>
                      <a:pt x="7" y="1101"/>
                      <a:pt x="45" y="1332"/>
                    </a:cubicBezTo>
                    <a:cubicBezTo>
                      <a:pt x="148" y="1923"/>
                      <a:pt x="784" y="2469"/>
                      <a:pt x="1433" y="2528"/>
                    </a:cubicBezTo>
                    <a:lnTo>
                      <a:pt x="1543" y="2528"/>
                    </a:lnTo>
                    <a:cubicBezTo>
                      <a:pt x="2044" y="2528"/>
                      <a:pt x="2436" y="2232"/>
                      <a:pt x="2623" y="1698"/>
                    </a:cubicBezTo>
                    <a:cubicBezTo>
                      <a:pt x="2866" y="1030"/>
                      <a:pt x="2455" y="445"/>
                      <a:pt x="1973" y="175"/>
                    </a:cubicBezTo>
                    <a:cubicBezTo>
                      <a:pt x="1755" y="58"/>
                      <a:pt x="1529" y="0"/>
                      <a:pt x="1316"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26"/>
              <p:cNvSpPr/>
              <p:nvPr/>
            </p:nvSpPr>
            <p:spPr>
              <a:xfrm>
                <a:off x="1435025" y="2725400"/>
                <a:ext cx="47275" cy="40475"/>
              </a:xfrm>
              <a:custGeom>
                <a:avLst/>
                <a:gdLst/>
                <a:ahLst/>
                <a:cxnLst/>
                <a:rect l="l" t="t" r="r" b="b"/>
                <a:pathLst>
                  <a:path w="1891" h="1619" extrusionOk="0">
                    <a:moveTo>
                      <a:pt x="857" y="0"/>
                    </a:moveTo>
                    <a:cubicBezTo>
                      <a:pt x="778" y="0"/>
                      <a:pt x="699" y="12"/>
                      <a:pt x="624" y="40"/>
                    </a:cubicBezTo>
                    <a:cubicBezTo>
                      <a:pt x="610" y="53"/>
                      <a:pt x="598" y="59"/>
                      <a:pt x="579" y="73"/>
                    </a:cubicBezTo>
                    <a:cubicBezTo>
                      <a:pt x="559" y="79"/>
                      <a:pt x="533" y="91"/>
                      <a:pt x="515" y="97"/>
                    </a:cubicBezTo>
                    <a:cubicBezTo>
                      <a:pt x="470" y="130"/>
                      <a:pt x="417" y="174"/>
                      <a:pt x="379" y="227"/>
                    </a:cubicBezTo>
                    <a:cubicBezTo>
                      <a:pt x="334" y="284"/>
                      <a:pt x="271" y="316"/>
                      <a:pt x="206" y="316"/>
                    </a:cubicBezTo>
                    <a:cubicBezTo>
                      <a:pt x="78" y="438"/>
                      <a:pt x="1" y="599"/>
                      <a:pt x="32" y="799"/>
                    </a:cubicBezTo>
                    <a:cubicBezTo>
                      <a:pt x="103" y="1191"/>
                      <a:pt x="572" y="1577"/>
                      <a:pt x="1016" y="1615"/>
                    </a:cubicBezTo>
                    <a:cubicBezTo>
                      <a:pt x="1041" y="1618"/>
                      <a:pt x="1066" y="1619"/>
                      <a:pt x="1090" y="1619"/>
                    </a:cubicBezTo>
                    <a:cubicBezTo>
                      <a:pt x="1393" y="1619"/>
                      <a:pt x="1617" y="1433"/>
                      <a:pt x="1742" y="1088"/>
                    </a:cubicBezTo>
                    <a:cubicBezTo>
                      <a:pt x="1891" y="670"/>
                      <a:pt x="1627" y="298"/>
                      <a:pt x="1298" y="117"/>
                    </a:cubicBezTo>
                    <a:cubicBezTo>
                      <a:pt x="1170" y="49"/>
                      <a:pt x="1013" y="0"/>
                      <a:pt x="857"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26"/>
              <p:cNvSpPr/>
              <p:nvPr/>
            </p:nvSpPr>
            <p:spPr>
              <a:xfrm>
                <a:off x="955225" y="2876425"/>
                <a:ext cx="60775" cy="53725"/>
              </a:xfrm>
              <a:custGeom>
                <a:avLst/>
                <a:gdLst/>
                <a:ahLst/>
                <a:cxnLst/>
                <a:rect l="l" t="t" r="r" b="b"/>
                <a:pathLst>
                  <a:path w="2431" h="2149" extrusionOk="0">
                    <a:moveTo>
                      <a:pt x="1117" y="389"/>
                    </a:moveTo>
                    <a:cubicBezTo>
                      <a:pt x="1249" y="389"/>
                      <a:pt x="1379" y="431"/>
                      <a:pt x="1485" y="490"/>
                    </a:cubicBezTo>
                    <a:cubicBezTo>
                      <a:pt x="1762" y="644"/>
                      <a:pt x="1994" y="953"/>
                      <a:pt x="1864" y="1306"/>
                    </a:cubicBezTo>
                    <a:cubicBezTo>
                      <a:pt x="1757" y="1605"/>
                      <a:pt x="1567" y="1759"/>
                      <a:pt x="1309" y="1759"/>
                    </a:cubicBezTo>
                    <a:cubicBezTo>
                      <a:pt x="1289" y="1759"/>
                      <a:pt x="1268" y="1758"/>
                      <a:pt x="1247" y="1757"/>
                    </a:cubicBezTo>
                    <a:cubicBezTo>
                      <a:pt x="868" y="1724"/>
                      <a:pt x="470" y="1397"/>
                      <a:pt x="419" y="1062"/>
                    </a:cubicBezTo>
                    <a:cubicBezTo>
                      <a:pt x="386" y="896"/>
                      <a:pt x="451" y="760"/>
                      <a:pt x="559" y="658"/>
                    </a:cubicBezTo>
                    <a:cubicBezTo>
                      <a:pt x="618" y="658"/>
                      <a:pt x="675" y="626"/>
                      <a:pt x="707" y="581"/>
                    </a:cubicBezTo>
                    <a:cubicBezTo>
                      <a:pt x="746" y="535"/>
                      <a:pt x="784" y="496"/>
                      <a:pt x="823" y="472"/>
                    </a:cubicBezTo>
                    <a:cubicBezTo>
                      <a:pt x="843" y="465"/>
                      <a:pt x="855" y="452"/>
                      <a:pt x="875" y="445"/>
                    </a:cubicBezTo>
                    <a:cubicBezTo>
                      <a:pt x="894" y="439"/>
                      <a:pt x="906" y="433"/>
                      <a:pt x="914" y="427"/>
                    </a:cubicBezTo>
                    <a:cubicBezTo>
                      <a:pt x="980" y="401"/>
                      <a:pt x="1049" y="389"/>
                      <a:pt x="1117" y="389"/>
                    </a:cubicBezTo>
                    <a:close/>
                    <a:moveTo>
                      <a:pt x="1118" y="1"/>
                    </a:moveTo>
                    <a:cubicBezTo>
                      <a:pt x="941" y="1"/>
                      <a:pt x="774" y="47"/>
                      <a:pt x="630" y="137"/>
                    </a:cubicBezTo>
                    <a:cubicBezTo>
                      <a:pt x="1" y="465"/>
                      <a:pt x="1" y="934"/>
                      <a:pt x="39" y="1127"/>
                    </a:cubicBezTo>
                    <a:cubicBezTo>
                      <a:pt x="123" y="1629"/>
                      <a:pt x="663" y="2097"/>
                      <a:pt x="1215" y="2142"/>
                    </a:cubicBezTo>
                    <a:cubicBezTo>
                      <a:pt x="1247" y="2142"/>
                      <a:pt x="1280" y="2148"/>
                      <a:pt x="1312" y="2148"/>
                    </a:cubicBezTo>
                    <a:cubicBezTo>
                      <a:pt x="1730" y="2148"/>
                      <a:pt x="2063" y="1892"/>
                      <a:pt x="2225" y="1442"/>
                    </a:cubicBezTo>
                    <a:cubicBezTo>
                      <a:pt x="2430" y="876"/>
                      <a:pt x="2077" y="374"/>
                      <a:pt x="1671" y="149"/>
                    </a:cubicBezTo>
                    <a:cubicBezTo>
                      <a:pt x="1487" y="49"/>
                      <a:pt x="1298" y="1"/>
                      <a:pt x="1118"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26"/>
              <p:cNvSpPr/>
              <p:nvPr/>
            </p:nvSpPr>
            <p:spPr>
              <a:xfrm>
                <a:off x="964875" y="2886150"/>
                <a:ext cx="40200" cy="34275"/>
              </a:xfrm>
              <a:custGeom>
                <a:avLst/>
                <a:gdLst/>
                <a:ahLst/>
                <a:cxnLst/>
                <a:rect l="l" t="t" r="r" b="b"/>
                <a:pathLst>
                  <a:path w="1608" h="1371" extrusionOk="0">
                    <a:moveTo>
                      <a:pt x="731" y="0"/>
                    </a:moveTo>
                    <a:cubicBezTo>
                      <a:pt x="663" y="0"/>
                      <a:pt x="594" y="12"/>
                      <a:pt x="528" y="38"/>
                    </a:cubicBezTo>
                    <a:cubicBezTo>
                      <a:pt x="520" y="44"/>
                      <a:pt x="508" y="50"/>
                      <a:pt x="489" y="56"/>
                    </a:cubicBezTo>
                    <a:cubicBezTo>
                      <a:pt x="469" y="63"/>
                      <a:pt x="457" y="76"/>
                      <a:pt x="437" y="83"/>
                    </a:cubicBezTo>
                    <a:cubicBezTo>
                      <a:pt x="398" y="107"/>
                      <a:pt x="360" y="146"/>
                      <a:pt x="321" y="192"/>
                    </a:cubicBezTo>
                    <a:cubicBezTo>
                      <a:pt x="289" y="237"/>
                      <a:pt x="232" y="269"/>
                      <a:pt x="173" y="269"/>
                    </a:cubicBezTo>
                    <a:cubicBezTo>
                      <a:pt x="65" y="371"/>
                      <a:pt x="0" y="507"/>
                      <a:pt x="33" y="673"/>
                    </a:cubicBezTo>
                    <a:cubicBezTo>
                      <a:pt x="84" y="1008"/>
                      <a:pt x="482" y="1335"/>
                      <a:pt x="861" y="1368"/>
                    </a:cubicBezTo>
                    <a:cubicBezTo>
                      <a:pt x="882" y="1369"/>
                      <a:pt x="903" y="1370"/>
                      <a:pt x="923" y="1370"/>
                    </a:cubicBezTo>
                    <a:cubicBezTo>
                      <a:pt x="1181" y="1370"/>
                      <a:pt x="1371" y="1216"/>
                      <a:pt x="1478" y="917"/>
                    </a:cubicBezTo>
                    <a:cubicBezTo>
                      <a:pt x="1608" y="564"/>
                      <a:pt x="1376" y="255"/>
                      <a:pt x="1099" y="101"/>
                    </a:cubicBezTo>
                    <a:cubicBezTo>
                      <a:pt x="993" y="42"/>
                      <a:pt x="863" y="0"/>
                      <a:pt x="731"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26"/>
              <p:cNvSpPr/>
              <p:nvPr/>
            </p:nvSpPr>
            <p:spPr>
              <a:xfrm>
                <a:off x="6766850" y="2754775"/>
                <a:ext cx="58025" cy="46850"/>
              </a:xfrm>
              <a:custGeom>
                <a:avLst/>
                <a:gdLst/>
                <a:ahLst/>
                <a:cxnLst/>
                <a:rect l="l" t="t" r="r" b="b"/>
                <a:pathLst>
                  <a:path w="2321" h="1874" extrusionOk="0">
                    <a:moveTo>
                      <a:pt x="1106" y="451"/>
                    </a:moveTo>
                    <a:cubicBezTo>
                      <a:pt x="1327" y="451"/>
                      <a:pt x="1561" y="529"/>
                      <a:pt x="1698" y="671"/>
                    </a:cubicBezTo>
                    <a:cubicBezTo>
                      <a:pt x="1748" y="722"/>
                      <a:pt x="1903" y="883"/>
                      <a:pt x="1665" y="1197"/>
                    </a:cubicBezTo>
                    <a:cubicBezTo>
                      <a:pt x="1556" y="1347"/>
                      <a:pt x="1420" y="1421"/>
                      <a:pt x="1263" y="1421"/>
                    </a:cubicBezTo>
                    <a:cubicBezTo>
                      <a:pt x="1190" y="1421"/>
                      <a:pt x="1111" y="1405"/>
                      <a:pt x="1030" y="1372"/>
                    </a:cubicBezTo>
                    <a:cubicBezTo>
                      <a:pt x="707" y="1236"/>
                      <a:pt x="484" y="909"/>
                      <a:pt x="508" y="729"/>
                    </a:cubicBezTo>
                    <a:cubicBezTo>
                      <a:pt x="514" y="665"/>
                      <a:pt x="561" y="627"/>
                      <a:pt x="624" y="594"/>
                    </a:cubicBezTo>
                    <a:cubicBezTo>
                      <a:pt x="650" y="588"/>
                      <a:pt x="676" y="580"/>
                      <a:pt x="701" y="568"/>
                    </a:cubicBezTo>
                    <a:cubicBezTo>
                      <a:pt x="746" y="550"/>
                      <a:pt x="798" y="542"/>
                      <a:pt x="843" y="536"/>
                    </a:cubicBezTo>
                    <a:cubicBezTo>
                      <a:pt x="900" y="530"/>
                      <a:pt x="953" y="503"/>
                      <a:pt x="991" y="459"/>
                    </a:cubicBezTo>
                    <a:cubicBezTo>
                      <a:pt x="1029" y="454"/>
                      <a:pt x="1067" y="451"/>
                      <a:pt x="1106" y="451"/>
                    </a:cubicBezTo>
                    <a:close/>
                    <a:moveTo>
                      <a:pt x="1106" y="1"/>
                    </a:moveTo>
                    <a:cubicBezTo>
                      <a:pt x="890" y="1"/>
                      <a:pt x="679" y="51"/>
                      <a:pt x="508" y="156"/>
                    </a:cubicBezTo>
                    <a:cubicBezTo>
                      <a:pt x="155" y="286"/>
                      <a:pt x="78" y="542"/>
                      <a:pt x="59" y="665"/>
                    </a:cubicBezTo>
                    <a:cubicBezTo>
                      <a:pt x="1" y="1082"/>
                      <a:pt x="360" y="1583"/>
                      <a:pt x="855" y="1790"/>
                    </a:cubicBezTo>
                    <a:cubicBezTo>
                      <a:pt x="997" y="1847"/>
                      <a:pt x="1131" y="1873"/>
                      <a:pt x="1267" y="1873"/>
                    </a:cubicBezTo>
                    <a:cubicBezTo>
                      <a:pt x="1563" y="1873"/>
                      <a:pt x="1833" y="1737"/>
                      <a:pt x="2032" y="1467"/>
                    </a:cubicBezTo>
                    <a:cubicBezTo>
                      <a:pt x="2321" y="1082"/>
                      <a:pt x="2321" y="665"/>
                      <a:pt x="2018" y="357"/>
                    </a:cubicBezTo>
                    <a:cubicBezTo>
                      <a:pt x="1795" y="125"/>
                      <a:pt x="1445" y="1"/>
                      <a:pt x="110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26"/>
              <p:cNvSpPr/>
              <p:nvPr/>
            </p:nvSpPr>
            <p:spPr>
              <a:xfrm>
                <a:off x="6778925" y="2766050"/>
                <a:ext cx="35500" cy="24275"/>
              </a:xfrm>
              <a:custGeom>
                <a:avLst/>
                <a:gdLst/>
                <a:ahLst/>
                <a:cxnLst/>
                <a:rect l="l" t="t" r="r" b="b"/>
                <a:pathLst>
                  <a:path w="1420" h="971" extrusionOk="0">
                    <a:moveTo>
                      <a:pt x="623" y="0"/>
                    </a:moveTo>
                    <a:cubicBezTo>
                      <a:pt x="584" y="0"/>
                      <a:pt x="546" y="3"/>
                      <a:pt x="508" y="8"/>
                    </a:cubicBezTo>
                    <a:cubicBezTo>
                      <a:pt x="470" y="52"/>
                      <a:pt x="417" y="79"/>
                      <a:pt x="360" y="85"/>
                    </a:cubicBezTo>
                    <a:cubicBezTo>
                      <a:pt x="315" y="91"/>
                      <a:pt x="263" y="99"/>
                      <a:pt x="218" y="117"/>
                    </a:cubicBezTo>
                    <a:cubicBezTo>
                      <a:pt x="193" y="129"/>
                      <a:pt x="167" y="137"/>
                      <a:pt x="141" y="143"/>
                    </a:cubicBezTo>
                    <a:cubicBezTo>
                      <a:pt x="78" y="176"/>
                      <a:pt x="31" y="214"/>
                      <a:pt x="25" y="278"/>
                    </a:cubicBezTo>
                    <a:cubicBezTo>
                      <a:pt x="1" y="458"/>
                      <a:pt x="224" y="785"/>
                      <a:pt x="547" y="921"/>
                    </a:cubicBezTo>
                    <a:cubicBezTo>
                      <a:pt x="628" y="954"/>
                      <a:pt x="707" y="970"/>
                      <a:pt x="780" y="970"/>
                    </a:cubicBezTo>
                    <a:cubicBezTo>
                      <a:pt x="937" y="970"/>
                      <a:pt x="1073" y="896"/>
                      <a:pt x="1182" y="746"/>
                    </a:cubicBezTo>
                    <a:cubicBezTo>
                      <a:pt x="1420" y="432"/>
                      <a:pt x="1265" y="271"/>
                      <a:pt x="1215" y="220"/>
                    </a:cubicBezTo>
                    <a:cubicBezTo>
                      <a:pt x="1078" y="78"/>
                      <a:pt x="844" y="0"/>
                      <a:pt x="623"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26"/>
              <p:cNvSpPr/>
              <p:nvPr/>
            </p:nvSpPr>
            <p:spPr>
              <a:xfrm>
                <a:off x="482175" y="2771375"/>
                <a:ext cx="53050" cy="47900"/>
              </a:xfrm>
              <a:custGeom>
                <a:avLst/>
                <a:gdLst/>
                <a:ahLst/>
                <a:cxnLst/>
                <a:rect l="l" t="t" r="r" b="b"/>
                <a:pathLst>
                  <a:path w="2122" h="1916" extrusionOk="0">
                    <a:moveTo>
                      <a:pt x="1130" y="567"/>
                    </a:moveTo>
                    <a:cubicBezTo>
                      <a:pt x="1283" y="567"/>
                      <a:pt x="1412" y="649"/>
                      <a:pt x="1492" y="759"/>
                    </a:cubicBezTo>
                    <a:cubicBezTo>
                      <a:pt x="1596" y="907"/>
                      <a:pt x="1626" y="1138"/>
                      <a:pt x="1389" y="1337"/>
                    </a:cubicBezTo>
                    <a:cubicBezTo>
                      <a:pt x="1277" y="1430"/>
                      <a:pt x="1168" y="1463"/>
                      <a:pt x="1070" y="1463"/>
                    </a:cubicBezTo>
                    <a:cubicBezTo>
                      <a:pt x="977" y="1463"/>
                      <a:pt x="893" y="1433"/>
                      <a:pt x="824" y="1396"/>
                    </a:cubicBezTo>
                    <a:cubicBezTo>
                      <a:pt x="611" y="1274"/>
                      <a:pt x="470" y="1035"/>
                      <a:pt x="496" y="830"/>
                    </a:cubicBezTo>
                    <a:cubicBezTo>
                      <a:pt x="508" y="746"/>
                      <a:pt x="554" y="675"/>
                      <a:pt x="611" y="625"/>
                    </a:cubicBezTo>
                    <a:cubicBezTo>
                      <a:pt x="652" y="657"/>
                      <a:pt x="705" y="676"/>
                      <a:pt x="759" y="676"/>
                    </a:cubicBezTo>
                    <a:cubicBezTo>
                      <a:pt x="799" y="676"/>
                      <a:pt x="840" y="665"/>
                      <a:pt x="875" y="643"/>
                    </a:cubicBezTo>
                    <a:cubicBezTo>
                      <a:pt x="964" y="590"/>
                      <a:pt x="1050" y="567"/>
                      <a:pt x="1130" y="567"/>
                    </a:cubicBezTo>
                    <a:close/>
                    <a:moveTo>
                      <a:pt x="935" y="0"/>
                    </a:moveTo>
                    <a:cubicBezTo>
                      <a:pt x="915" y="0"/>
                      <a:pt x="895" y="2"/>
                      <a:pt x="875" y="7"/>
                    </a:cubicBezTo>
                    <a:cubicBezTo>
                      <a:pt x="226" y="162"/>
                      <a:pt x="78" y="554"/>
                      <a:pt x="53" y="773"/>
                    </a:cubicBezTo>
                    <a:cubicBezTo>
                      <a:pt x="1" y="1158"/>
                      <a:pt x="226" y="1582"/>
                      <a:pt x="605" y="1788"/>
                    </a:cubicBezTo>
                    <a:cubicBezTo>
                      <a:pt x="760" y="1871"/>
                      <a:pt x="914" y="1916"/>
                      <a:pt x="1068" y="1916"/>
                    </a:cubicBezTo>
                    <a:cubicBezTo>
                      <a:pt x="1287" y="1916"/>
                      <a:pt x="1498" y="1838"/>
                      <a:pt x="1679" y="1684"/>
                    </a:cubicBezTo>
                    <a:cubicBezTo>
                      <a:pt x="2122" y="1319"/>
                      <a:pt x="2083" y="811"/>
                      <a:pt x="1858" y="495"/>
                    </a:cubicBezTo>
                    <a:cubicBezTo>
                      <a:pt x="1697" y="271"/>
                      <a:pt x="1427" y="117"/>
                      <a:pt x="1125" y="109"/>
                    </a:cubicBezTo>
                    <a:cubicBezTo>
                      <a:pt x="1089" y="42"/>
                      <a:pt x="1016" y="0"/>
                      <a:pt x="935"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26"/>
              <p:cNvSpPr/>
              <p:nvPr/>
            </p:nvSpPr>
            <p:spPr>
              <a:xfrm>
                <a:off x="493900" y="2785550"/>
                <a:ext cx="28950" cy="22425"/>
              </a:xfrm>
              <a:custGeom>
                <a:avLst/>
                <a:gdLst/>
                <a:ahLst/>
                <a:cxnLst/>
                <a:rect l="l" t="t" r="r" b="b"/>
                <a:pathLst>
                  <a:path w="1158" h="897" extrusionOk="0">
                    <a:moveTo>
                      <a:pt x="661" y="0"/>
                    </a:moveTo>
                    <a:cubicBezTo>
                      <a:pt x="581" y="0"/>
                      <a:pt x="495" y="23"/>
                      <a:pt x="406" y="76"/>
                    </a:cubicBezTo>
                    <a:cubicBezTo>
                      <a:pt x="371" y="98"/>
                      <a:pt x="330" y="109"/>
                      <a:pt x="290" y="109"/>
                    </a:cubicBezTo>
                    <a:cubicBezTo>
                      <a:pt x="236" y="109"/>
                      <a:pt x="183" y="90"/>
                      <a:pt x="142" y="58"/>
                    </a:cubicBezTo>
                    <a:cubicBezTo>
                      <a:pt x="85" y="108"/>
                      <a:pt x="39" y="179"/>
                      <a:pt x="27" y="263"/>
                    </a:cubicBezTo>
                    <a:cubicBezTo>
                      <a:pt x="1" y="468"/>
                      <a:pt x="142" y="707"/>
                      <a:pt x="355" y="829"/>
                    </a:cubicBezTo>
                    <a:cubicBezTo>
                      <a:pt x="424" y="866"/>
                      <a:pt x="508" y="896"/>
                      <a:pt x="601" y="896"/>
                    </a:cubicBezTo>
                    <a:cubicBezTo>
                      <a:pt x="699" y="896"/>
                      <a:pt x="808" y="863"/>
                      <a:pt x="920" y="770"/>
                    </a:cubicBezTo>
                    <a:cubicBezTo>
                      <a:pt x="1157" y="571"/>
                      <a:pt x="1127" y="340"/>
                      <a:pt x="1023" y="192"/>
                    </a:cubicBezTo>
                    <a:cubicBezTo>
                      <a:pt x="943" y="82"/>
                      <a:pt x="814" y="0"/>
                      <a:pt x="661"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26"/>
              <p:cNvSpPr/>
              <p:nvPr/>
            </p:nvSpPr>
            <p:spPr>
              <a:xfrm>
                <a:off x="6319050" y="2710125"/>
                <a:ext cx="71525" cy="63375"/>
              </a:xfrm>
              <a:custGeom>
                <a:avLst/>
                <a:gdLst/>
                <a:ahLst/>
                <a:cxnLst/>
                <a:rect l="l" t="t" r="r" b="b"/>
                <a:pathLst>
                  <a:path w="2861" h="2535" extrusionOk="0">
                    <a:moveTo>
                      <a:pt x="1308" y="457"/>
                    </a:moveTo>
                    <a:cubicBezTo>
                      <a:pt x="1463" y="457"/>
                      <a:pt x="1620" y="505"/>
                      <a:pt x="1749" y="574"/>
                    </a:cubicBezTo>
                    <a:cubicBezTo>
                      <a:pt x="2076" y="761"/>
                      <a:pt x="2346" y="1126"/>
                      <a:pt x="2199" y="1544"/>
                    </a:cubicBezTo>
                    <a:cubicBezTo>
                      <a:pt x="2074" y="1895"/>
                      <a:pt x="1851" y="2076"/>
                      <a:pt x="1549" y="2076"/>
                    </a:cubicBezTo>
                    <a:cubicBezTo>
                      <a:pt x="1524" y="2076"/>
                      <a:pt x="1499" y="2074"/>
                      <a:pt x="1473" y="2072"/>
                    </a:cubicBezTo>
                    <a:cubicBezTo>
                      <a:pt x="1022" y="2033"/>
                      <a:pt x="553" y="1648"/>
                      <a:pt x="488" y="1256"/>
                    </a:cubicBezTo>
                    <a:cubicBezTo>
                      <a:pt x="456" y="1055"/>
                      <a:pt x="533" y="895"/>
                      <a:pt x="657" y="773"/>
                    </a:cubicBezTo>
                    <a:cubicBezTo>
                      <a:pt x="726" y="773"/>
                      <a:pt x="791" y="741"/>
                      <a:pt x="835" y="684"/>
                    </a:cubicBezTo>
                    <a:cubicBezTo>
                      <a:pt x="874" y="631"/>
                      <a:pt x="919" y="586"/>
                      <a:pt x="971" y="562"/>
                    </a:cubicBezTo>
                    <a:cubicBezTo>
                      <a:pt x="990" y="548"/>
                      <a:pt x="1010" y="536"/>
                      <a:pt x="1034" y="529"/>
                    </a:cubicBezTo>
                    <a:cubicBezTo>
                      <a:pt x="1048" y="523"/>
                      <a:pt x="1067" y="509"/>
                      <a:pt x="1081" y="497"/>
                    </a:cubicBezTo>
                    <a:cubicBezTo>
                      <a:pt x="1153" y="469"/>
                      <a:pt x="1231" y="457"/>
                      <a:pt x="1308" y="457"/>
                    </a:cubicBezTo>
                    <a:close/>
                    <a:moveTo>
                      <a:pt x="1316" y="1"/>
                    </a:moveTo>
                    <a:cubicBezTo>
                      <a:pt x="1110" y="1"/>
                      <a:pt x="914" y="55"/>
                      <a:pt x="746" y="162"/>
                    </a:cubicBezTo>
                    <a:cubicBezTo>
                      <a:pt x="1" y="548"/>
                      <a:pt x="1" y="1102"/>
                      <a:pt x="46" y="1333"/>
                    </a:cubicBezTo>
                    <a:cubicBezTo>
                      <a:pt x="141" y="1924"/>
                      <a:pt x="778" y="2470"/>
                      <a:pt x="1434" y="2528"/>
                    </a:cubicBezTo>
                    <a:cubicBezTo>
                      <a:pt x="1466" y="2528"/>
                      <a:pt x="1505" y="2535"/>
                      <a:pt x="1543" y="2535"/>
                    </a:cubicBezTo>
                    <a:cubicBezTo>
                      <a:pt x="2037" y="2535"/>
                      <a:pt x="2430" y="2232"/>
                      <a:pt x="2623" y="1699"/>
                    </a:cubicBezTo>
                    <a:cubicBezTo>
                      <a:pt x="2861" y="1031"/>
                      <a:pt x="2449" y="446"/>
                      <a:pt x="1968" y="176"/>
                    </a:cubicBezTo>
                    <a:cubicBezTo>
                      <a:pt x="1752" y="59"/>
                      <a:pt x="1529" y="1"/>
                      <a:pt x="131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26"/>
              <p:cNvSpPr/>
              <p:nvPr/>
            </p:nvSpPr>
            <p:spPr>
              <a:xfrm>
                <a:off x="6330450" y="2721525"/>
                <a:ext cx="47250" cy="40500"/>
              </a:xfrm>
              <a:custGeom>
                <a:avLst/>
                <a:gdLst/>
                <a:ahLst/>
                <a:cxnLst/>
                <a:rect l="l" t="t" r="r" b="b"/>
                <a:pathLst>
                  <a:path w="1890" h="1620" extrusionOk="0">
                    <a:moveTo>
                      <a:pt x="852" y="1"/>
                    </a:moveTo>
                    <a:cubicBezTo>
                      <a:pt x="775" y="1"/>
                      <a:pt x="697" y="13"/>
                      <a:pt x="625" y="41"/>
                    </a:cubicBezTo>
                    <a:cubicBezTo>
                      <a:pt x="611" y="53"/>
                      <a:pt x="592" y="67"/>
                      <a:pt x="578" y="73"/>
                    </a:cubicBezTo>
                    <a:cubicBezTo>
                      <a:pt x="554" y="80"/>
                      <a:pt x="534" y="92"/>
                      <a:pt x="515" y="106"/>
                    </a:cubicBezTo>
                    <a:cubicBezTo>
                      <a:pt x="463" y="130"/>
                      <a:pt x="418" y="175"/>
                      <a:pt x="379" y="228"/>
                    </a:cubicBezTo>
                    <a:cubicBezTo>
                      <a:pt x="335" y="285"/>
                      <a:pt x="270" y="317"/>
                      <a:pt x="201" y="317"/>
                    </a:cubicBezTo>
                    <a:cubicBezTo>
                      <a:pt x="77" y="439"/>
                      <a:pt x="0" y="599"/>
                      <a:pt x="32" y="800"/>
                    </a:cubicBezTo>
                    <a:cubicBezTo>
                      <a:pt x="97" y="1192"/>
                      <a:pt x="566" y="1577"/>
                      <a:pt x="1017" y="1616"/>
                    </a:cubicBezTo>
                    <a:cubicBezTo>
                      <a:pt x="1043" y="1618"/>
                      <a:pt x="1068" y="1620"/>
                      <a:pt x="1093" y="1620"/>
                    </a:cubicBezTo>
                    <a:cubicBezTo>
                      <a:pt x="1395" y="1620"/>
                      <a:pt x="1618" y="1439"/>
                      <a:pt x="1743" y="1088"/>
                    </a:cubicBezTo>
                    <a:cubicBezTo>
                      <a:pt x="1890" y="670"/>
                      <a:pt x="1620" y="305"/>
                      <a:pt x="1293" y="118"/>
                    </a:cubicBezTo>
                    <a:cubicBezTo>
                      <a:pt x="1164" y="49"/>
                      <a:pt x="1007" y="1"/>
                      <a:pt x="852"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26"/>
              <p:cNvSpPr/>
              <p:nvPr/>
            </p:nvSpPr>
            <p:spPr>
              <a:xfrm>
                <a:off x="5725350" y="2780575"/>
                <a:ext cx="60750" cy="53675"/>
              </a:xfrm>
              <a:custGeom>
                <a:avLst/>
                <a:gdLst/>
                <a:ahLst/>
                <a:cxnLst/>
                <a:rect l="l" t="t" r="r" b="b"/>
                <a:pathLst>
                  <a:path w="2430" h="2147" extrusionOk="0">
                    <a:moveTo>
                      <a:pt x="1117" y="385"/>
                    </a:moveTo>
                    <a:cubicBezTo>
                      <a:pt x="1248" y="385"/>
                      <a:pt x="1381" y="428"/>
                      <a:pt x="1490" y="488"/>
                    </a:cubicBezTo>
                    <a:cubicBezTo>
                      <a:pt x="1768" y="642"/>
                      <a:pt x="1992" y="951"/>
                      <a:pt x="1870" y="1310"/>
                    </a:cubicBezTo>
                    <a:cubicBezTo>
                      <a:pt x="1760" y="1608"/>
                      <a:pt x="1560" y="1762"/>
                      <a:pt x="1298" y="1762"/>
                    </a:cubicBezTo>
                    <a:cubicBezTo>
                      <a:pt x="1283" y="1762"/>
                      <a:pt x="1268" y="1761"/>
                      <a:pt x="1253" y="1760"/>
                    </a:cubicBezTo>
                    <a:cubicBezTo>
                      <a:pt x="873" y="1728"/>
                      <a:pt x="475" y="1393"/>
                      <a:pt x="418" y="1066"/>
                    </a:cubicBezTo>
                    <a:cubicBezTo>
                      <a:pt x="392" y="892"/>
                      <a:pt x="457" y="758"/>
                      <a:pt x="559" y="654"/>
                    </a:cubicBezTo>
                    <a:cubicBezTo>
                      <a:pt x="617" y="654"/>
                      <a:pt x="674" y="628"/>
                      <a:pt x="713" y="577"/>
                    </a:cubicBezTo>
                    <a:cubicBezTo>
                      <a:pt x="745" y="533"/>
                      <a:pt x="784" y="500"/>
                      <a:pt x="822" y="474"/>
                    </a:cubicBezTo>
                    <a:cubicBezTo>
                      <a:pt x="842" y="462"/>
                      <a:pt x="861" y="449"/>
                      <a:pt x="881" y="443"/>
                    </a:cubicBezTo>
                    <a:cubicBezTo>
                      <a:pt x="893" y="435"/>
                      <a:pt x="906" y="429"/>
                      <a:pt x="920" y="423"/>
                    </a:cubicBezTo>
                    <a:cubicBezTo>
                      <a:pt x="983" y="397"/>
                      <a:pt x="1050" y="385"/>
                      <a:pt x="1117" y="385"/>
                    </a:cubicBezTo>
                    <a:close/>
                    <a:moveTo>
                      <a:pt x="1118" y="1"/>
                    </a:moveTo>
                    <a:cubicBezTo>
                      <a:pt x="944" y="1"/>
                      <a:pt x="778" y="46"/>
                      <a:pt x="636" y="135"/>
                    </a:cubicBezTo>
                    <a:cubicBezTo>
                      <a:pt x="0" y="462"/>
                      <a:pt x="6" y="931"/>
                      <a:pt x="39" y="1130"/>
                    </a:cubicBezTo>
                    <a:cubicBezTo>
                      <a:pt x="128" y="1631"/>
                      <a:pt x="668" y="2094"/>
                      <a:pt x="1220" y="2140"/>
                    </a:cubicBezTo>
                    <a:cubicBezTo>
                      <a:pt x="1247" y="2146"/>
                      <a:pt x="1279" y="2146"/>
                      <a:pt x="1311" y="2146"/>
                    </a:cubicBezTo>
                    <a:cubicBezTo>
                      <a:pt x="1736" y="2146"/>
                      <a:pt x="2069" y="1895"/>
                      <a:pt x="2231" y="1438"/>
                    </a:cubicBezTo>
                    <a:cubicBezTo>
                      <a:pt x="2430" y="874"/>
                      <a:pt x="2083" y="372"/>
                      <a:pt x="1671" y="147"/>
                    </a:cubicBezTo>
                    <a:cubicBezTo>
                      <a:pt x="1488" y="49"/>
                      <a:pt x="1299" y="1"/>
                      <a:pt x="1118"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26"/>
              <p:cNvSpPr/>
              <p:nvPr/>
            </p:nvSpPr>
            <p:spPr>
              <a:xfrm>
                <a:off x="5735150" y="2790200"/>
                <a:ext cx="40000" cy="34425"/>
              </a:xfrm>
              <a:custGeom>
                <a:avLst/>
                <a:gdLst/>
                <a:ahLst/>
                <a:cxnLst/>
                <a:rect l="l" t="t" r="r" b="b"/>
                <a:pathLst>
                  <a:path w="1600" h="1377" extrusionOk="0">
                    <a:moveTo>
                      <a:pt x="725" y="0"/>
                    </a:moveTo>
                    <a:cubicBezTo>
                      <a:pt x="658" y="0"/>
                      <a:pt x="591" y="12"/>
                      <a:pt x="528" y="38"/>
                    </a:cubicBezTo>
                    <a:cubicBezTo>
                      <a:pt x="514" y="44"/>
                      <a:pt x="501" y="50"/>
                      <a:pt x="489" y="58"/>
                    </a:cubicBezTo>
                    <a:cubicBezTo>
                      <a:pt x="469" y="64"/>
                      <a:pt x="450" y="77"/>
                      <a:pt x="430" y="89"/>
                    </a:cubicBezTo>
                    <a:cubicBezTo>
                      <a:pt x="392" y="115"/>
                      <a:pt x="353" y="148"/>
                      <a:pt x="321" y="192"/>
                    </a:cubicBezTo>
                    <a:cubicBezTo>
                      <a:pt x="282" y="243"/>
                      <a:pt x="225" y="269"/>
                      <a:pt x="167" y="269"/>
                    </a:cubicBezTo>
                    <a:cubicBezTo>
                      <a:pt x="65" y="373"/>
                      <a:pt x="0" y="507"/>
                      <a:pt x="26" y="681"/>
                    </a:cubicBezTo>
                    <a:cubicBezTo>
                      <a:pt x="83" y="1008"/>
                      <a:pt x="481" y="1343"/>
                      <a:pt x="861" y="1375"/>
                    </a:cubicBezTo>
                    <a:cubicBezTo>
                      <a:pt x="876" y="1376"/>
                      <a:pt x="891" y="1377"/>
                      <a:pt x="906" y="1377"/>
                    </a:cubicBezTo>
                    <a:cubicBezTo>
                      <a:pt x="1168" y="1377"/>
                      <a:pt x="1368" y="1223"/>
                      <a:pt x="1478" y="925"/>
                    </a:cubicBezTo>
                    <a:cubicBezTo>
                      <a:pt x="1600" y="566"/>
                      <a:pt x="1376" y="257"/>
                      <a:pt x="1098" y="103"/>
                    </a:cubicBezTo>
                    <a:cubicBezTo>
                      <a:pt x="989" y="43"/>
                      <a:pt x="856" y="0"/>
                      <a:pt x="725"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26"/>
              <p:cNvSpPr/>
              <p:nvPr/>
            </p:nvSpPr>
            <p:spPr>
              <a:xfrm>
                <a:off x="5042425" y="2727025"/>
                <a:ext cx="53250" cy="47900"/>
              </a:xfrm>
              <a:custGeom>
                <a:avLst/>
                <a:gdLst/>
                <a:ahLst/>
                <a:cxnLst/>
                <a:rect l="l" t="t" r="r" b="b"/>
                <a:pathLst>
                  <a:path w="2130" h="1916" extrusionOk="0">
                    <a:moveTo>
                      <a:pt x="1135" y="567"/>
                    </a:moveTo>
                    <a:cubicBezTo>
                      <a:pt x="1285" y="567"/>
                      <a:pt x="1412" y="650"/>
                      <a:pt x="1492" y="759"/>
                    </a:cubicBezTo>
                    <a:cubicBezTo>
                      <a:pt x="1602" y="907"/>
                      <a:pt x="1634" y="1138"/>
                      <a:pt x="1397" y="1337"/>
                    </a:cubicBezTo>
                    <a:cubicBezTo>
                      <a:pt x="1281" y="1430"/>
                      <a:pt x="1170" y="1463"/>
                      <a:pt x="1072" y="1463"/>
                    </a:cubicBezTo>
                    <a:cubicBezTo>
                      <a:pt x="978" y="1463"/>
                      <a:pt x="896" y="1433"/>
                      <a:pt x="831" y="1396"/>
                    </a:cubicBezTo>
                    <a:cubicBezTo>
                      <a:pt x="611" y="1274"/>
                      <a:pt x="477" y="1035"/>
                      <a:pt x="502" y="830"/>
                    </a:cubicBezTo>
                    <a:cubicBezTo>
                      <a:pt x="516" y="746"/>
                      <a:pt x="554" y="676"/>
                      <a:pt x="611" y="625"/>
                    </a:cubicBezTo>
                    <a:cubicBezTo>
                      <a:pt x="656" y="657"/>
                      <a:pt x="708" y="676"/>
                      <a:pt x="762" y="676"/>
                    </a:cubicBezTo>
                    <a:cubicBezTo>
                      <a:pt x="802" y="676"/>
                      <a:pt x="843" y="666"/>
                      <a:pt x="881" y="643"/>
                    </a:cubicBezTo>
                    <a:cubicBezTo>
                      <a:pt x="970" y="590"/>
                      <a:pt x="1056" y="567"/>
                      <a:pt x="1135" y="567"/>
                    </a:cubicBezTo>
                    <a:close/>
                    <a:moveTo>
                      <a:pt x="935" y="0"/>
                    </a:moveTo>
                    <a:cubicBezTo>
                      <a:pt x="915" y="0"/>
                      <a:pt x="895" y="3"/>
                      <a:pt x="875" y="8"/>
                    </a:cubicBezTo>
                    <a:cubicBezTo>
                      <a:pt x="232" y="162"/>
                      <a:pt x="85" y="554"/>
                      <a:pt x="53" y="773"/>
                    </a:cubicBezTo>
                    <a:cubicBezTo>
                      <a:pt x="1" y="1158"/>
                      <a:pt x="232" y="1583"/>
                      <a:pt x="611" y="1788"/>
                    </a:cubicBezTo>
                    <a:cubicBezTo>
                      <a:pt x="760" y="1871"/>
                      <a:pt x="920" y="1916"/>
                      <a:pt x="1074" y="1916"/>
                    </a:cubicBezTo>
                    <a:cubicBezTo>
                      <a:pt x="1287" y="1916"/>
                      <a:pt x="1498" y="1839"/>
                      <a:pt x="1685" y="1684"/>
                    </a:cubicBezTo>
                    <a:cubicBezTo>
                      <a:pt x="2129" y="1319"/>
                      <a:pt x="2083" y="811"/>
                      <a:pt x="1866" y="495"/>
                    </a:cubicBezTo>
                    <a:cubicBezTo>
                      <a:pt x="1705" y="271"/>
                      <a:pt x="1435" y="117"/>
                      <a:pt x="1127" y="109"/>
                    </a:cubicBezTo>
                    <a:cubicBezTo>
                      <a:pt x="1089" y="42"/>
                      <a:pt x="1016" y="0"/>
                      <a:pt x="935"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26"/>
              <p:cNvSpPr/>
              <p:nvPr/>
            </p:nvSpPr>
            <p:spPr>
              <a:xfrm>
                <a:off x="5054350" y="2741200"/>
                <a:ext cx="28950" cy="22425"/>
              </a:xfrm>
              <a:custGeom>
                <a:avLst/>
                <a:gdLst/>
                <a:ahLst/>
                <a:cxnLst/>
                <a:rect l="l" t="t" r="r" b="b"/>
                <a:pathLst>
                  <a:path w="1158" h="897" extrusionOk="0">
                    <a:moveTo>
                      <a:pt x="658" y="0"/>
                    </a:moveTo>
                    <a:cubicBezTo>
                      <a:pt x="579" y="0"/>
                      <a:pt x="493" y="23"/>
                      <a:pt x="404" y="76"/>
                    </a:cubicBezTo>
                    <a:cubicBezTo>
                      <a:pt x="366" y="99"/>
                      <a:pt x="325" y="109"/>
                      <a:pt x="285" y="109"/>
                    </a:cubicBezTo>
                    <a:cubicBezTo>
                      <a:pt x="231" y="109"/>
                      <a:pt x="179" y="90"/>
                      <a:pt x="134" y="58"/>
                    </a:cubicBezTo>
                    <a:cubicBezTo>
                      <a:pt x="77" y="109"/>
                      <a:pt x="39" y="179"/>
                      <a:pt x="25" y="263"/>
                    </a:cubicBezTo>
                    <a:cubicBezTo>
                      <a:pt x="0" y="468"/>
                      <a:pt x="134" y="707"/>
                      <a:pt x="354" y="829"/>
                    </a:cubicBezTo>
                    <a:cubicBezTo>
                      <a:pt x="419" y="866"/>
                      <a:pt x="501" y="896"/>
                      <a:pt x="595" y="896"/>
                    </a:cubicBezTo>
                    <a:cubicBezTo>
                      <a:pt x="693" y="896"/>
                      <a:pt x="804" y="863"/>
                      <a:pt x="920" y="770"/>
                    </a:cubicBezTo>
                    <a:cubicBezTo>
                      <a:pt x="1157" y="571"/>
                      <a:pt x="1125" y="340"/>
                      <a:pt x="1015" y="192"/>
                    </a:cubicBezTo>
                    <a:cubicBezTo>
                      <a:pt x="935" y="83"/>
                      <a:pt x="808" y="0"/>
                      <a:pt x="658"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26"/>
              <p:cNvSpPr/>
              <p:nvPr/>
            </p:nvSpPr>
            <p:spPr>
              <a:xfrm>
                <a:off x="3075250" y="2721200"/>
                <a:ext cx="71675" cy="63225"/>
              </a:xfrm>
              <a:custGeom>
                <a:avLst/>
                <a:gdLst/>
                <a:ahLst/>
                <a:cxnLst/>
                <a:rect l="l" t="t" r="r" b="b"/>
                <a:pathLst>
                  <a:path w="2867" h="2529" extrusionOk="0">
                    <a:moveTo>
                      <a:pt x="1311" y="454"/>
                    </a:moveTo>
                    <a:cubicBezTo>
                      <a:pt x="1468" y="454"/>
                      <a:pt x="1625" y="506"/>
                      <a:pt x="1754" y="574"/>
                    </a:cubicBezTo>
                    <a:cubicBezTo>
                      <a:pt x="2083" y="754"/>
                      <a:pt x="2346" y="1128"/>
                      <a:pt x="2198" y="1546"/>
                    </a:cubicBezTo>
                    <a:cubicBezTo>
                      <a:pt x="2073" y="1890"/>
                      <a:pt x="1849" y="2075"/>
                      <a:pt x="1546" y="2075"/>
                    </a:cubicBezTo>
                    <a:cubicBezTo>
                      <a:pt x="1522" y="2075"/>
                      <a:pt x="1497" y="2074"/>
                      <a:pt x="1472" y="2072"/>
                    </a:cubicBezTo>
                    <a:cubicBezTo>
                      <a:pt x="1029" y="2033"/>
                      <a:pt x="559" y="1647"/>
                      <a:pt x="489" y="1256"/>
                    </a:cubicBezTo>
                    <a:cubicBezTo>
                      <a:pt x="457" y="1057"/>
                      <a:pt x="534" y="896"/>
                      <a:pt x="662" y="774"/>
                    </a:cubicBezTo>
                    <a:cubicBezTo>
                      <a:pt x="727" y="774"/>
                      <a:pt x="798" y="742"/>
                      <a:pt x="836" y="683"/>
                    </a:cubicBezTo>
                    <a:cubicBezTo>
                      <a:pt x="881" y="632"/>
                      <a:pt x="926" y="588"/>
                      <a:pt x="970" y="555"/>
                    </a:cubicBezTo>
                    <a:cubicBezTo>
                      <a:pt x="997" y="543"/>
                      <a:pt x="1015" y="535"/>
                      <a:pt x="1035" y="523"/>
                    </a:cubicBezTo>
                    <a:cubicBezTo>
                      <a:pt x="1054" y="517"/>
                      <a:pt x="1068" y="511"/>
                      <a:pt x="1080" y="497"/>
                    </a:cubicBezTo>
                    <a:cubicBezTo>
                      <a:pt x="1155" y="467"/>
                      <a:pt x="1233" y="454"/>
                      <a:pt x="1311" y="454"/>
                    </a:cubicBezTo>
                    <a:close/>
                    <a:moveTo>
                      <a:pt x="1317" y="1"/>
                    </a:moveTo>
                    <a:cubicBezTo>
                      <a:pt x="1110" y="1"/>
                      <a:pt x="913" y="55"/>
                      <a:pt x="745" y="163"/>
                    </a:cubicBezTo>
                    <a:cubicBezTo>
                      <a:pt x="0" y="549"/>
                      <a:pt x="6" y="1101"/>
                      <a:pt x="45" y="1333"/>
                    </a:cubicBezTo>
                    <a:cubicBezTo>
                      <a:pt x="148" y="1923"/>
                      <a:pt x="784" y="2471"/>
                      <a:pt x="1433" y="2528"/>
                    </a:cubicBezTo>
                    <a:lnTo>
                      <a:pt x="1543" y="2528"/>
                    </a:lnTo>
                    <a:cubicBezTo>
                      <a:pt x="2044" y="2528"/>
                      <a:pt x="2436" y="2232"/>
                      <a:pt x="2623" y="1700"/>
                    </a:cubicBezTo>
                    <a:cubicBezTo>
                      <a:pt x="2866" y="1030"/>
                      <a:pt x="2456" y="440"/>
                      <a:pt x="1973" y="176"/>
                    </a:cubicBezTo>
                    <a:cubicBezTo>
                      <a:pt x="1755" y="59"/>
                      <a:pt x="1530" y="1"/>
                      <a:pt x="1317"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26"/>
              <p:cNvSpPr/>
              <p:nvPr/>
            </p:nvSpPr>
            <p:spPr>
              <a:xfrm>
                <a:off x="3086650" y="2732550"/>
                <a:ext cx="47275" cy="40550"/>
              </a:xfrm>
              <a:custGeom>
                <a:avLst/>
                <a:gdLst/>
                <a:ahLst/>
                <a:cxnLst/>
                <a:rect l="l" t="t" r="r" b="b"/>
                <a:pathLst>
                  <a:path w="1891" h="1622" extrusionOk="0">
                    <a:moveTo>
                      <a:pt x="855" y="0"/>
                    </a:moveTo>
                    <a:cubicBezTo>
                      <a:pt x="777" y="0"/>
                      <a:pt x="699" y="13"/>
                      <a:pt x="624" y="43"/>
                    </a:cubicBezTo>
                    <a:cubicBezTo>
                      <a:pt x="612" y="57"/>
                      <a:pt x="598" y="63"/>
                      <a:pt x="579" y="69"/>
                    </a:cubicBezTo>
                    <a:cubicBezTo>
                      <a:pt x="559" y="81"/>
                      <a:pt x="541" y="89"/>
                      <a:pt x="514" y="101"/>
                    </a:cubicBezTo>
                    <a:cubicBezTo>
                      <a:pt x="470" y="134"/>
                      <a:pt x="425" y="178"/>
                      <a:pt x="380" y="229"/>
                    </a:cubicBezTo>
                    <a:cubicBezTo>
                      <a:pt x="342" y="288"/>
                      <a:pt x="271" y="320"/>
                      <a:pt x="206" y="320"/>
                    </a:cubicBezTo>
                    <a:cubicBezTo>
                      <a:pt x="78" y="442"/>
                      <a:pt x="1" y="603"/>
                      <a:pt x="33" y="802"/>
                    </a:cubicBezTo>
                    <a:cubicBezTo>
                      <a:pt x="103" y="1193"/>
                      <a:pt x="573" y="1579"/>
                      <a:pt x="1016" y="1618"/>
                    </a:cubicBezTo>
                    <a:cubicBezTo>
                      <a:pt x="1041" y="1620"/>
                      <a:pt x="1066" y="1621"/>
                      <a:pt x="1090" y="1621"/>
                    </a:cubicBezTo>
                    <a:cubicBezTo>
                      <a:pt x="1393" y="1621"/>
                      <a:pt x="1617" y="1436"/>
                      <a:pt x="1742" y="1092"/>
                    </a:cubicBezTo>
                    <a:cubicBezTo>
                      <a:pt x="1890" y="674"/>
                      <a:pt x="1627" y="300"/>
                      <a:pt x="1298" y="120"/>
                    </a:cubicBezTo>
                    <a:cubicBezTo>
                      <a:pt x="1169" y="52"/>
                      <a:pt x="1012" y="0"/>
                      <a:pt x="855"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26"/>
              <p:cNvSpPr/>
              <p:nvPr/>
            </p:nvSpPr>
            <p:spPr>
              <a:xfrm>
                <a:off x="2673075" y="2861575"/>
                <a:ext cx="60750" cy="53650"/>
              </a:xfrm>
              <a:custGeom>
                <a:avLst/>
                <a:gdLst/>
                <a:ahLst/>
                <a:cxnLst/>
                <a:rect l="l" t="t" r="r" b="b"/>
                <a:pathLst>
                  <a:path w="2430" h="2146" extrusionOk="0">
                    <a:moveTo>
                      <a:pt x="1117" y="385"/>
                    </a:moveTo>
                    <a:cubicBezTo>
                      <a:pt x="1248" y="385"/>
                      <a:pt x="1381" y="427"/>
                      <a:pt x="1490" y="487"/>
                    </a:cubicBezTo>
                    <a:cubicBezTo>
                      <a:pt x="1768" y="641"/>
                      <a:pt x="1992" y="956"/>
                      <a:pt x="1870" y="1309"/>
                    </a:cubicBezTo>
                    <a:cubicBezTo>
                      <a:pt x="1762" y="1603"/>
                      <a:pt x="1565" y="1762"/>
                      <a:pt x="1309" y="1762"/>
                    </a:cubicBezTo>
                    <a:cubicBezTo>
                      <a:pt x="1291" y="1762"/>
                      <a:pt x="1272" y="1761"/>
                      <a:pt x="1253" y="1760"/>
                    </a:cubicBezTo>
                    <a:cubicBezTo>
                      <a:pt x="873" y="1727"/>
                      <a:pt x="475" y="1393"/>
                      <a:pt x="418" y="1066"/>
                    </a:cubicBezTo>
                    <a:cubicBezTo>
                      <a:pt x="392" y="891"/>
                      <a:pt x="457" y="757"/>
                      <a:pt x="559" y="654"/>
                    </a:cubicBezTo>
                    <a:cubicBezTo>
                      <a:pt x="617" y="654"/>
                      <a:pt x="674" y="628"/>
                      <a:pt x="713" y="577"/>
                    </a:cubicBezTo>
                    <a:cubicBezTo>
                      <a:pt x="745" y="532"/>
                      <a:pt x="784" y="500"/>
                      <a:pt x="822" y="473"/>
                    </a:cubicBezTo>
                    <a:cubicBezTo>
                      <a:pt x="842" y="461"/>
                      <a:pt x="861" y="455"/>
                      <a:pt x="881" y="442"/>
                    </a:cubicBezTo>
                    <a:cubicBezTo>
                      <a:pt x="893" y="435"/>
                      <a:pt x="906" y="429"/>
                      <a:pt x="920" y="422"/>
                    </a:cubicBezTo>
                    <a:cubicBezTo>
                      <a:pt x="983" y="396"/>
                      <a:pt x="1050" y="385"/>
                      <a:pt x="1117" y="385"/>
                    </a:cubicBezTo>
                    <a:close/>
                    <a:moveTo>
                      <a:pt x="1118" y="0"/>
                    </a:moveTo>
                    <a:cubicBezTo>
                      <a:pt x="944" y="0"/>
                      <a:pt x="778" y="45"/>
                      <a:pt x="636" y="134"/>
                    </a:cubicBezTo>
                    <a:cubicBezTo>
                      <a:pt x="0" y="461"/>
                      <a:pt x="6" y="936"/>
                      <a:pt x="39" y="1129"/>
                    </a:cubicBezTo>
                    <a:cubicBezTo>
                      <a:pt x="128" y="1630"/>
                      <a:pt x="668" y="2093"/>
                      <a:pt x="1220" y="2145"/>
                    </a:cubicBezTo>
                    <a:lnTo>
                      <a:pt x="1311" y="2145"/>
                    </a:lnTo>
                    <a:cubicBezTo>
                      <a:pt x="1736" y="2145"/>
                      <a:pt x="2069" y="1894"/>
                      <a:pt x="2231" y="1437"/>
                    </a:cubicBezTo>
                    <a:cubicBezTo>
                      <a:pt x="2430" y="873"/>
                      <a:pt x="2083" y="371"/>
                      <a:pt x="1671" y="146"/>
                    </a:cubicBezTo>
                    <a:cubicBezTo>
                      <a:pt x="1488" y="48"/>
                      <a:pt x="1299" y="0"/>
                      <a:pt x="1118"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26"/>
              <p:cNvSpPr/>
              <p:nvPr/>
            </p:nvSpPr>
            <p:spPr>
              <a:xfrm>
                <a:off x="2682875" y="2871175"/>
                <a:ext cx="40000" cy="34475"/>
              </a:xfrm>
              <a:custGeom>
                <a:avLst/>
                <a:gdLst/>
                <a:ahLst/>
                <a:cxnLst/>
                <a:rect l="l" t="t" r="r" b="b"/>
                <a:pathLst>
                  <a:path w="1600" h="1379" extrusionOk="0">
                    <a:moveTo>
                      <a:pt x="725" y="1"/>
                    </a:moveTo>
                    <a:cubicBezTo>
                      <a:pt x="658" y="1"/>
                      <a:pt x="591" y="12"/>
                      <a:pt x="528" y="38"/>
                    </a:cubicBezTo>
                    <a:cubicBezTo>
                      <a:pt x="514" y="45"/>
                      <a:pt x="501" y="51"/>
                      <a:pt x="489" y="58"/>
                    </a:cubicBezTo>
                    <a:cubicBezTo>
                      <a:pt x="469" y="71"/>
                      <a:pt x="450" y="77"/>
                      <a:pt x="430" y="89"/>
                    </a:cubicBezTo>
                    <a:cubicBezTo>
                      <a:pt x="392" y="116"/>
                      <a:pt x="353" y="148"/>
                      <a:pt x="321" y="193"/>
                    </a:cubicBezTo>
                    <a:cubicBezTo>
                      <a:pt x="282" y="244"/>
                      <a:pt x="225" y="270"/>
                      <a:pt x="167" y="270"/>
                    </a:cubicBezTo>
                    <a:cubicBezTo>
                      <a:pt x="65" y="373"/>
                      <a:pt x="0" y="507"/>
                      <a:pt x="26" y="682"/>
                    </a:cubicBezTo>
                    <a:cubicBezTo>
                      <a:pt x="83" y="1009"/>
                      <a:pt x="481" y="1343"/>
                      <a:pt x="861" y="1376"/>
                    </a:cubicBezTo>
                    <a:cubicBezTo>
                      <a:pt x="880" y="1377"/>
                      <a:pt x="899" y="1378"/>
                      <a:pt x="917" y="1378"/>
                    </a:cubicBezTo>
                    <a:cubicBezTo>
                      <a:pt x="1173" y="1378"/>
                      <a:pt x="1370" y="1219"/>
                      <a:pt x="1478" y="925"/>
                    </a:cubicBezTo>
                    <a:cubicBezTo>
                      <a:pt x="1600" y="572"/>
                      <a:pt x="1376" y="257"/>
                      <a:pt x="1098" y="103"/>
                    </a:cubicBezTo>
                    <a:cubicBezTo>
                      <a:pt x="989" y="43"/>
                      <a:pt x="856" y="1"/>
                      <a:pt x="725"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26"/>
              <p:cNvSpPr/>
              <p:nvPr/>
            </p:nvSpPr>
            <p:spPr>
              <a:xfrm>
                <a:off x="2273600" y="2704850"/>
                <a:ext cx="53225" cy="47900"/>
              </a:xfrm>
              <a:custGeom>
                <a:avLst/>
                <a:gdLst/>
                <a:ahLst/>
                <a:cxnLst/>
                <a:rect l="l" t="t" r="r" b="b"/>
                <a:pathLst>
                  <a:path w="2129" h="1916" extrusionOk="0">
                    <a:moveTo>
                      <a:pt x="1140" y="569"/>
                    </a:moveTo>
                    <a:cubicBezTo>
                      <a:pt x="1290" y="569"/>
                      <a:pt x="1417" y="651"/>
                      <a:pt x="1492" y="759"/>
                    </a:cubicBezTo>
                    <a:cubicBezTo>
                      <a:pt x="1601" y="913"/>
                      <a:pt x="1634" y="1144"/>
                      <a:pt x="1396" y="1337"/>
                    </a:cubicBezTo>
                    <a:cubicBezTo>
                      <a:pt x="1282" y="1432"/>
                      <a:pt x="1172" y="1466"/>
                      <a:pt x="1075" y="1466"/>
                    </a:cubicBezTo>
                    <a:cubicBezTo>
                      <a:pt x="980" y="1466"/>
                      <a:pt x="896" y="1434"/>
                      <a:pt x="830" y="1396"/>
                    </a:cubicBezTo>
                    <a:cubicBezTo>
                      <a:pt x="617" y="1280"/>
                      <a:pt x="477" y="1035"/>
                      <a:pt x="502" y="836"/>
                    </a:cubicBezTo>
                    <a:cubicBezTo>
                      <a:pt x="515" y="747"/>
                      <a:pt x="560" y="682"/>
                      <a:pt x="617" y="625"/>
                    </a:cubicBezTo>
                    <a:cubicBezTo>
                      <a:pt x="659" y="661"/>
                      <a:pt x="713" y="682"/>
                      <a:pt x="768" y="682"/>
                    </a:cubicBezTo>
                    <a:cubicBezTo>
                      <a:pt x="807" y="682"/>
                      <a:pt x="846" y="671"/>
                      <a:pt x="881" y="649"/>
                    </a:cubicBezTo>
                    <a:cubicBezTo>
                      <a:pt x="971" y="593"/>
                      <a:pt x="1059" y="569"/>
                      <a:pt x="1140" y="569"/>
                    </a:cubicBezTo>
                    <a:close/>
                    <a:moveTo>
                      <a:pt x="936" y="1"/>
                    </a:moveTo>
                    <a:cubicBezTo>
                      <a:pt x="918" y="1"/>
                      <a:pt x="899" y="3"/>
                      <a:pt x="881" y="8"/>
                    </a:cubicBezTo>
                    <a:cubicBezTo>
                      <a:pt x="232" y="168"/>
                      <a:pt x="85" y="560"/>
                      <a:pt x="59" y="773"/>
                    </a:cubicBezTo>
                    <a:cubicBezTo>
                      <a:pt x="0" y="1165"/>
                      <a:pt x="232" y="1583"/>
                      <a:pt x="611" y="1794"/>
                    </a:cubicBezTo>
                    <a:cubicBezTo>
                      <a:pt x="759" y="1877"/>
                      <a:pt x="920" y="1916"/>
                      <a:pt x="1074" y="1916"/>
                    </a:cubicBezTo>
                    <a:cubicBezTo>
                      <a:pt x="1293" y="1916"/>
                      <a:pt x="1498" y="1839"/>
                      <a:pt x="1685" y="1691"/>
                    </a:cubicBezTo>
                    <a:cubicBezTo>
                      <a:pt x="2129" y="1325"/>
                      <a:pt x="2090" y="817"/>
                      <a:pt x="1865" y="503"/>
                    </a:cubicBezTo>
                    <a:cubicBezTo>
                      <a:pt x="1705" y="278"/>
                      <a:pt x="1435" y="123"/>
                      <a:pt x="1132" y="117"/>
                    </a:cubicBezTo>
                    <a:cubicBezTo>
                      <a:pt x="1089" y="48"/>
                      <a:pt x="1017" y="1"/>
                      <a:pt x="93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26"/>
              <p:cNvSpPr/>
              <p:nvPr/>
            </p:nvSpPr>
            <p:spPr>
              <a:xfrm>
                <a:off x="2285500" y="2719075"/>
                <a:ext cx="28950" cy="22425"/>
              </a:xfrm>
              <a:custGeom>
                <a:avLst/>
                <a:gdLst/>
                <a:ahLst/>
                <a:cxnLst/>
                <a:rect l="l" t="t" r="r" b="b"/>
                <a:pathLst>
                  <a:path w="1158" h="897" extrusionOk="0">
                    <a:moveTo>
                      <a:pt x="664" y="0"/>
                    </a:moveTo>
                    <a:cubicBezTo>
                      <a:pt x="583" y="0"/>
                      <a:pt x="495" y="24"/>
                      <a:pt x="405" y="80"/>
                    </a:cubicBezTo>
                    <a:cubicBezTo>
                      <a:pt x="370" y="102"/>
                      <a:pt x="331" y="113"/>
                      <a:pt x="292" y="113"/>
                    </a:cubicBezTo>
                    <a:cubicBezTo>
                      <a:pt x="237" y="113"/>
                      <a:pt x="183" y="92"/>
                      <a:pt x="141" y="56"/>
                    </a:cubicBezTo>
                    <a:cubicBezTo>
                      <a:pt x="84" y="113"/>
                      <a:pt x="39" y="178"/>
                      <a:pt x="26" y="267"/>
                    </a:cubicBezTo>
                    <a:cubicBezTo>
                      <a:pt x="1" y="466"/>
                      <a:pt x="141" y="711"/>
                      <a:pt x="354" y="827"/>
                    </a:cubicBezTo>
                    <a:cubicBezTo>
                      <a:pt x="420" y="865"/>
                      <a:pt x="504" y="897"/>
                      <a:pt x="599" y="897"/>
                    </a:cubicBezTo>
                    <a:cubicBezTo>
                      <a:pt x="696" y="897"/>
                      <a:pt x="806" y="863"/>
                      <a:pt x="920" y="768"/>
                    </a:cubicBezTo>
                    <a:cubicBezTo>
                      <a:pt x="1158" y="575"/>
                      <a:pt x="1125" y="344"/>
                      <a:pt x="1016" y="190"/>
                    </a:cubicBezTo>
                    <a:cubicBezTo>
                      <a:pt x="941" y="82"/>
                      <a:pt x="814" y="0"/>
                      <a:pt x="664"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26"/>
              <p:cNvSpPr/>
              <p:nvPr/>
            </p:nvSpPr>
            <p:spPr>
              <a:xfrm>
                <a:off x="4275525" y="2883175"/>
                <a:ext cx="71675" cy="63350"/>
              </a:xfrm>
              <a:custGeom>
                <a:avLst/>
                <a:gdLst/>
                <a:ahLst/>
                <a:cxnLst/>
                <a:rect l="l" t="t" r="r" b="b"/>
                <a:pathLst>
                  <a:path w="2867" h="2534" extrusionOk="0">
                    <a:moveTo>
                      <a:pt x="1311" y="457"/>
                    </a:moveTo>
                    <a:cubicBezTo>
                      <a:pt x="1468" y="457"/>
                      <a:pt x="1625" y="505"/>
                      <a:pt x="1754" y="573"/>
                    </a:cubicBezTo>
                    <a:cubicBezTo>
                      <a:pt x="2083" y="754"/>
                      <a:pt x="2353" y="1127"/>
                      <a:pt x="2198" y="1545"/>
                    </a:cubicBezTo>
                    <a:cubicBezTo>
                      <a:pt x="2073" y="1894"/>
                      <a:pt x="1850" y="2075"/>
                      <a:pt x="1548" y="2075"/>
                    </a:cubicBezTo>
                    <a:cubicBezTo>
                      <a:pt x="1523" y="2075"/>
                      <a:pt x="1498" y="2074"/>
                      <a:pt x="1472" y="2071"/>
                    </a:cubicBezTo>
                    <a:cubicBezTo>
                      <a:pt x="1029" y="2033"/>
                      <a:pt x="559" y="1647"/>
                      <a:pt x="489" y="1255"/>
                    </a:cubicBezTo>
                    <a:cubicBezTo>
                      <a:pt x="457" y="1056"/>
                      <a:pt x="540" y="896"/>
                      <a:pt x="662" y="774"/>
                    </a:cubicBezTo>
                    <a:cubicBezTo>
                      <a:pt x="727" y="774"/>
                      <a:pt x="798" y="742"/>
                      <a:pt x="836" y="683"/>
                    </a:cubicBezTo>
                    <a:cubicBezTo>
                      <a:pt x="881" y="632"/>
                      <a:pt x="926" y="587"/>
                      <a:pt x="971" y="555"/>
                    </a:cubicBezTo>
                    <a:cubicBezTo>
                      <a:pt x="997" y="549"/>
                      <a:pt x="1015" y="535"/>
                      <a:pt x="1035" y="529"/>
                    </a:cubicBezTo>
                    <a:cubicBezTo>
                      <a:pt x="1054" y="522"/>
                      <a:pt x="1068" y="510"/>
                      <a:pt x="1080" y="496"/>
                    </a:cubicBezTo>
                    <a:cubicBezTo>
                      <a:pt x="1155" y="469"/>
                      <a:pt x="1233" y="457"/>
                      <a:pt x="1311" y="457"/>
                    </a:cubicBezTo>
                    <a:close/>
                    <a:moveTo>
                      <a:pt x="1317" y="0"/>
                    </a:moveTo>
                    <a:cubicBezTo>
                      <a:pt x="1110" y="0"/>
                      <a:pt x="914" y="55"/>
                      <a:pt x="745" y="163"/>
                    </a:cubicBezTo>
                    <a:cubicBezTo>
                      <a:pt x="0" y="549"/>
                      <a:pt x="7" y="1101"/>
                      <a:pt x="45" y="1332"/>
                    </a:cubicBezTo>
                    <a:cubicBezTo>
                      <a:pt x="148" y="1923"/>
                      <a:pt x="784" y="2471"/>
                      <a:pt x="1433" y="2528"/>
                    </a:cubicBezTo>
                    <a:cubicBezTo>
                      <a:pt x="1472" y="2528"/>
                      <a:pt x="1511" y="2534"/>
                      <a:pt x="1549" y="2534"/>
                    </a:cubicBezTo>
                    <a:cubicBezTo>
                      <a:pt x="2044" y="2534"/>
                      <a:pt x="2436" y="2232"/>
                      <a:pt x="2629" y="1699"/>
                    </a:cubicBezTo>
                    <a:cubicBezTo>
                      <a:pt x="2866" y="1030"/>
                      <a:pt x="2456" y="445"/>
                      <a:pt x="1973" y="175"/>
                    </a:cubicBezTo>
                    <a:cubicBezTo>
                      <a:pt x="1755" y="58"/>
                      <a:pt x="1530" y="0"/>
                      <a:pt x="1317"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26"/>
              <p:cNvSpPr/>
              <p:nvPr/>
            </p:nvSpPr>
            <p:spPr>
              <a:xfrm>
                <a:off x="4286925" y="2894575"/>
                <a:ext cx="47425" cy="40475"/>
              </a:xfrm>
              <a:custGeom>
                <a:avLst/>
                <a:gdLst/>
                <a:ahLst/>
                <a:cxnLst/>
                <a:rect l="l" t="t" r="r" b="b"/>
                <a:pathLst>
                  <a:path w="1897" h="1619" extrusionOk="0">
                    <a:moveTo>
                      <a:pt x="855" y="1"/>
                    </a:moveTo>
                    <a:cubicBezTo>
                      <a:pt x="777" y="1"/>
                      <a:pt x="699" y="13"/>
                      <a:pt x="624" y="40"/>
                    </a:cubicBezTo>
                    <a:cubicBezTo>
                      <a:pt x="612" y="54"/>
                      <a:pt x="598" y="66"/>
                      <a:pt x="579" y="73"/>
                    </a:cubicBezTo>
                    <a:cubicBezTo>
                      <a:pt x="559" y="79"/>
                      <a:pt x="541" y="93"/>
                      <a:pt x="515" y="99"/>
                    </a:cubicBezTo>
                    <a:cubicBezTo>
                      <a:pt x="470" y="131"/>
                      <a:pt x="425" y="176"/>
                      <a:pt x="380" y="227"/>
                    </a:cubicBezTo>
                    <a:cubicBezTo>
                      <a:pt x="342" y="286"/>
                      <a:pt x="271" y="318"/>
                      <a:pt x="206" y="318"/>
                    </a:cubicBezTo>
                    <a:cubicBezTo>
                      <a:pt x="84" y="440"/>
                      <a:pt x="1" y="600"/>
                      <a:pt x="33" y="799"/>
                    </a:cubicBezTo>
                    <a:cubicBezTo>
                      <a:pt x="103" y="1191"/>
                      <a:pt x="573" y="1577"/>
                      <a:pt x="1016" y="1615"/>
                    </a:cubicBezTo>
                    <a:cubicBezTo>
                      <a:pt x="1042" y="1618"/>
                      <a:pt x="1067" y="1619"/>
                      <a:pt x="1092" y="1619"/>
                    </a:cubicBezTo>
                    <a:cubicBezTo>
                      <a:pt x="1394" y="1619"/>
                      <a:pt x="1617" y="1438"/>
                      <a:pt x="1742" y="1089"/>
                    </a:cubicBezTo>
                    <a:cubicBezTo>
                      <a:pt x="1897" y="671"/>
                      <a:pt x="1627" y="298"/>
                      <a:pt x="1298" y="117"/>
                    </a:cubicBezTo>
                    <a:cubicBezTo>
                      <a:pt x="1169" y="49"/>
                      <a:pt x="1012" y="1"/>
                      <a:pt x="855"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26"/>
              <p:cNvSpPr/>
              <p:nvPr/>
            </p:nvSpPr>
            <p:spPr>
              <a:xfrm>
                <a:off x="1844775" y="2879975"/>
                <a:ext cx="60750" cy="53725"/>
              </a:xfrm>
              <a:custGeom>
                <a:avLst/>
                <a:gdLst/>
                <a:ahLst/>
                <a:cxnLst/>
                <a:rect l="l" t="t" r="r" b="b"/>
                <a:pathLst>
                  <a:path w="2430" h="2149" extrusionOk="0">
                    <a:moveTo>
                      <a:pt x="1105" y="386"/>
                    </a:moveTo>
                    <a:cubicBezTo>
                      <a:pt x="1241" y="386"/>
                      <a:pt x="1376" y="430"/>
                      <a:pt x="1484" y="490"/>
                    </a:cubicBezTo>
                    <a:cubicBezTo>
                      <a:pt x="1760" y="638"/>
                      <a:pt x="1992" y="953"/>
                      <a:pt x="1864" y="1306"/>
                    </a:cubicBezTo>
                    <a:cubicBezTo>
                      <a:pt x="1756" y="1605"/>
                      <a:pt x="1564" y="1759"/>
                      <a:pt x="1305" y="1759"/>
                    </a:cubicBezTo>
                    <a:cubicBezTo>
                      <a:pt x="1286" y="1759"/>
                      <a:pt x="1267" y="1758"/>
                      <a:pt x="1247" y="1756"/>
                    </a:cubicBezTo>
                    <a:cubicBezTo>
                      <a:pt x="867" y="1724"/>
                      <a:pt x="469" y="1396"/>
                      <a:pt x="411" y="1062"/>
                    </a:cubicBezTo>
                    <a:cubicBezTo>
                      <a:pt x="386" y="894"/>
                      <a:pt x="449" y="760"/>
                      <a:pt x="559" y="657"/>
                    </a:cubicBezTo>
                    <a:cubicBezTo>
                      <a:pt x="610" y="657"/>
                      <a:pt x="668" y="624"/>
                      <a:pt x="707" y="580"/>
                    </a:cubicBezTo>
                    <a:cubicBezTo>
                      <a:pt x="739" y="535"/>
                      <a:pt x="778" y="496"/>
                      <a:pt x="822" y="470"/>
                    </a:cubicBezTo>
                    <a:cubicBezTo>
                      <a:pt x="841" y="464"/>
                      <a:pt x="855" y="451"/>
                      <a:pt x="873" y="445"/>
                    </a:cubicBezTo>
                    <a:cubicBezTo>
                      <a:pt x="887" y="439"/>
                      <a:pt x="906" y="431"/>
                      <a:pt x="912" y="419"/>
                    </a:cubicBezTo>
                    <a:cubicBezTo>
                      <a:pt x="974" y="396"/>
                      <a:pt x="1040" y="386"/>
                      <a:pt x="1105" y="386"/>
                    </a:cubicBezTo>
                    <a:close/>
                    <a:moveTo>
                      <a:pt x="1116" y="1"/>
                    </a:moveTo>
                    <a:cubicBezTo>
                      <a:pt x="940" y="1"/>
                      <a:pt x="773" y="47"/>
                      <a:pt x="630" y="137"/>
                    </a:cubicBezTo>
                    <a:cubicBezTo>
                      <a:pt x="0" y="464"/>
                      <a:pt x="0" y="933"/>
                      <a:pt x="39" y="1126"/>
                    </a:cubicBezTo>
                    <a:cubicBezTo>
                      <a:pt x="122" y="1627"/>
                      <a:pt x="662" y="2097"/>
                      <a:pt x="1214" y="2142"/>
                    </a:cubicBezTo>
                    <a:cubicBezTo>
                      <a:pt x="1247" y="2142"/>
                      <a:pt x="1279" y="2148"/>
                      <a:pt x="1311" y="2148"/>
                    </a:cubicBezTo>
                    <a:cubicBezTo>
                      <a:pt x="1728" y="2148"/>
                      <a:pt x="2063" y="1891"/>
                      <a:pt x="2223" y="1442"/>
                    </a:cubicBezTo>
                    <a:cubicBezTo>
                      <a:pt x="2430" y="876"/>
                      <a:pt x="2075" y="374"/>
                      <a:pt x="1671" y="149"/>
                    </a:cubicBezTo>
                    <a:cubicBezTo>
                      <a:pt x="1486" y="49"/>
                      <a:pt x="1296" y="1"/>
                      <a:pt x="111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26"/>
              <p:cNvSpPr/>
              <p:nvPr/>
            </p:nvSpPr>
            <p:spPr>
              <a:xfrm>
                <a:off x="1854400" y="2889625"/>
                <a:ext cx="40175" cy="34350"/>
              </a:xfrm>
              <a:custGeom>
                <a:avLst/>
                <a:gdLst/>
                <a:ahLst/>
                <a:cxnLst/>
                <a:rect l="l" t="t" r="r" b="b"/>
                <a:pathLst>
                  <a:path w="1607" h="1374" extrusionOk="0">
                    <a:moveTo>
                      <a:pt x="720" y="0"/>
                    </a:moveTo>
                    <a:cubicBezTo>
                      <a:pt x="655" y="0"/>
                      <a:pt x="589" y="10"/>
                      <a:pt x="527" y="33"/>
                    </a:cubicBezTo>
                    <a:cubicBezTo>
                      <a:pt x="521" y="45"/>
                      <a:pt x="502" y="53"/>
                      <a:pt x="488" y="59"/>
                    </a:cubicBezTo>
                    <a:cubicBezTo>
                      <a:pt x="470" y="65"/>
                      <a:pt x="456" y="78"/>
                      <a:pt x="437" y="84"/>
                    </a:cubicBezTo>
                    <a:cubicBezTo>
                      <a:pt x="393" y="110"/>
                      <a:pt x="354" y="149"/>
                      <a:pt x="322" y="194"/>
                    </a:cubicBezTo>
                    <a:cubicBezTo>
                      <a:pt x="283" y="238"/>
                      <a:pt x="225" y="271"/>
                      <a:pt x="174" y="271"/>
                    </a:cubicBezTo>
                    <a:cubicBezTo>
                      <a:pt x="64" y="374"/>
                      <a:pt x="1" y="508"/>
                      <a:pt x="26" y="676"/>
                    </a:cubicBezTo>
                    <a:cubicBezTo>
                      <a:pt x="84" y="1010"/>
                      <a:pt x="482" y="1338"/>
                      <a:pt x="862" y="1370"/>
                    </a:cubicBezTo>
                    <a:cubicBezTo>
                      <a:pt x="882" y="1372"/>
                      <a:pt x="901" y="1373"/>
                      <a:pt x="920" y="1373"/>
                    </a:cubicBezTo>
                    <a:cubicBezTo>
                      <a:pt x="1179" y="1373"/>
                      <a:pt x="1371" y="1219"/>
                      <a:pt x="1479" y="920"/>
                    </a:cubicBezTo>
                    <a:cubicBezTo>
                      <a:pt x="1607" y="567"/>
                      <a:pt x="1375" y="252"/>
                      <a:pt x="1099" y="104"/>
                    </a:cubicBezTo>
                    <a:cubicBezTo>
                      <a:pt x="991" y="44"/>
                      <a:pt x="856" y="0"/>
                      <a:pt x="720"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26"/>
              <p:cNvSpPr/>
              <p:nvPr/>
            </p:nvSpPr>
            <p:spPr>
              <a:xfrm>
                <a:off x="3945300" y="2704850"/>
                <a:ext cx="53050" cy="47900"/>
              </a:xfrm>
              <a:custGeom>
                <a:avLst/>
                <a:gdLst/>
                <a:ahLst/>
                <a:cxnLst/>
                <a:rect l="l" t="t" r="r" b="b"/>
                <a:pathLst>
                  <a:path w="2122" h="1916" extrusionOk="0">
                    <a:moveTo>
                      <a:pt x="1135" y="569"/>
                    </a:moveTo>
                    <a:cubicBezTo>
                      <a:pt x="1285" y="569"/>
                      <a:pt x="1413" y="651"/>
                      <a:pt x="1492" y="759"/>
                    </a:cubicBezTo>
                    <a:cubicBezTo>
                      <a:pt x="1596" y="913"/>
                      <a:pt x="1628" y="1144"/>
                      <a:pt x="1389" y="1337"/>
                    </a:cubicBezTo>
                    <a:cubicBezTo>
                      <a:pt x="1279" y="1432"/>
                      <a:pt x="1171" y="1466"/>
                      <a:pt x="1074" y="1466"/>
                    </a:cubicBezTo>
                    <a:cubicBezTo>
                      <a:pt x="979" y="1466"/>
                      <a:pt x="894" y="1434"/>
                      <a:pt x="824" y="1396"/>
                    </a:cubicBezTo>
                    <a:cubicBezTo>
                      <a:pt x="612" y="1280"/>
                      <a:pt x="471" y="1035"/>
                      <a:pt x="496" y="836"/>
                    </a:cubicBezTo>
                    <a:cubicBezTo>
                      <a:pt x="510" y="747"/>
                      <a:pt x="555" y="682"/>
                      <a:pt x="612" y="625"/>
                    </a:cubicBezTo>
                    <a:cubicBezTo>
                      <a:pt x="653" y="661"/>
                      <a:pt x="707" y="682"/>
                      <a:pt x="762" y="682"/>
                    </a:cubicBezTo>
                    <a:cubicBezTo>
                      <a:pt x="801" y="682"/>
                      <a:pt x="841" y="671"/>
                      <a:pt x="875" y="649"/>
                    </a:cubicBezTo>
                    <a:cubicBezTo>
                      <a:pt x="966" y="593"/>
                      <a:pt x="1054" y="569"/>
                      <a:pt x="1135" y="569"/>
                    </a:cubicBezTo>
                    <a:close/>
                    <a:moveTo>
                      <a:pt x="930" y="1"/>
                    </a:moveTo>
                    <a:cubicBezTo>
                      <a:pt x="912" y="1"/>
                      <a:pt x="894" y="3"/>
                      <a:pt x="875" y="8"/>
                    </a:cubicBezTo>
                    <a:cubicBezTo>
                      <a:pt x="226" y="168"/>
                      <a:pt x="78" y="560"/>
                      <a:pt x="53" y="773"/>
                    </a:cubicBezTo>
                    <a:cubicBezTo>
                      <a:pt x="1" y="1165"/>
                      <a:pt x="226" y="1583"/>
                      <a:pt x="605" y="1794"/>
                    </a:cubicBezTo>
                    <a:cubicBezTo>
                      <a:pt x="753" y="1877"/>
                      <a:pt x="914" y="1916"/>
                      <a:pt x="1068" y="1916"/>
                    </a:cubicBezTo>
                    <a:cubicBezTo>
                      <a:pt x="1287" y="1916"/>
                      <a:pt x="1499" y="1839"/>
                      <a:pt x="1679" y="1691"/>
                    </a:cubicBezTo>
                    <a:cubicBezTo>
                      <a:pt x="2122" y="1325"/>
                      <a:pt x="2083" y="817"/>
                      <a:pt x="1859" y="503"/>
                    </a:cubicBezTo>
                    <a:cubicBezTo>
                      <a:pt x="1698" y="278"/>
                      <a:pt x="1428" y="123"/>
                      <a:pt x="1127" y="117"/>
                    </a:cubicBezTo>
                    <a:cubicBezTo>
                      <a:pt x="1084" y="48"/>
                      <a:pt x="1012" y="1"/>
                      <a:pt x="93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26"/>
              <p:cNvSpPr/>
              <p:nvPr/>
            </p:nvSpPr>
            <p:spPr>
              <a:xfrm>
                <a:off x="3957075" y="2719075"/>
                <a:ext cx="28950" cy="22425"/>
              </a:xfrm>
              <a:custGeom>
                <a:avLst/>
                <a:gdLst/>
                <a:ahLst/>
                <a:cxnLst/>
                <a:rect l="l" t="t" r="r" b="b"/>
                <a:pathLst>
                  <a:path w="1158" h="897" extrusionOk="0">
                    <a:moveTo>
                      <a:pt x="664" y="0"/>
                    </a:moveTo>
                    <a:cubicBezTo>
                      <a:pt x="583" y="0"/>
                      <a:pt x="495" y="24"/>
                      <a:pt x="404" y="80"/>
                    </a:cubicBezTo>
                    <a:cubicBezTo>
                      <a:pt x="370" y="102"/>
                      <a:pt x="330" y="113"/>
                      <a:pt x="291" y="113"/>
                    </a:cubicBezTo>
                    <a:cubicBezTo>
                      <a:pt x="236" y="113"/>
                      <a:pt x="182" y="92"/>
                      <a:pt x="141" y="56"/>
                    </a:cubicBezTo>
                    <a:cubicBezTo>
                      <a:pt x="84" y="113"/>
                      <a:pt x="39" y="178"/>
                      <a:pt x="25" y="267"/>
                    </a:cubicBezTo>
                    <a:cubicBezTo>
                      <a:pt x="0" y="466"/>
                      <a:pt x="141" y="711"/>
                      <a:pt x="353" y="827"/>
                    </a:cubicBezTo>
                    <a:cubicBezTo>
                      <a:pt x="423" y="865"/>
                      <a:pt x="508" y="897"/>
                      <a:pt x="603" y="897"/>
                    </a:cubicBezTo>
                    <a:cubicBezTo>
                      <a:pt x="700" y="897"/>
                      <a:pt x="808" y="863"/>
                      <a:pt x="918" y="768"/>
                    </a:cubicBezTo>
                    <a:cubicBezTo>
                      <a:pt x="1157" y="575"/>
                      <a:pt x="1125" y="344"/>
                      <a:pt x="1021" y="190"/>
                    </a:cubicBezTo>
                    <a:cubicBezTo>
                      <a:pt x="942" y="82"/>
                      <a:pt x="814" y="0"/>
                      <a:pt x="664"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26"/>
              <p:cNvSpPr/>
              <p:nvPr/>
            </p:nvSpPr>
            <p:spPr>
              <a:xfrm>
                <a:off x="6057600" y="2861125"/>
                <a:ext cx="71575" cy="63225"/>
              </a:xfrm>
              <a:custGeom>
                <a:avLst/>
                <a:gdLst/>
                <a:ahLst/>
                <a:cxnLst/>
                <a:rect l="l" t="t" r="r" b="b"/>
                <a:pathLst>
                  <a:path w="2863" h="2529" extrusionOk="0">
                    <a:moveTo>
                      <a:pt x="1317" y="454"/>
                    </a:moveTo>
                    <a:cubicBezTo>
                      <a:pt x="1471" y="454"/>
                      <a:pt x="1627" y="504"/>
                      <a:pt x="1750" y="576"/>
                    </a:cubicBezTo>
                    <a:cubicBezTo>
                      <a:pt x="2083" y="755"/>
                      <a:pt x="2347" y="1122"/>
                      <a:pt x="2199" y="1546"/>
                    </a:cubicBezTo>
                    <a:cubicBezTo>
                      <a:pt x="2073" y="1894"/>
                      <a:pt x="1845" y="2075"/>
                      <a:pt x="1537" y="2075"/>
                    </a:cubicBezTo>
                    <a:cubicBezTo>
                      <a:pt x="1517" y="2075"/>
                      <a:pt x="1495" y="2074"/>
                      <a:pt x="1474" y="2072"/>
                    </a:cubicBezTo>
                    <a:cubicBezTo>
                      <a:pt x="1023" y="2034"/>
                      <a:pt x="561" y="1642"/>
                      <a:pt x="490" y="1250"/>
                    </a:cubicBezTo>
                    <a:cubicBezTo>
                      <a:pt x="457" y="1051"/>
                      <a:pt x="534" y="897"/>
                      <a:pt x="656" y="769"/>
                    </a:cubicBezTo>
                    <a:cubicBezTo>
                      <a:pt x="727" y="769"/>
                      <a:pt x="792" y="743"/>
                      <a:pt x="837" y="684"/>
                    </a:cubicBezTo>
                    <a:cubicBezTo>
                      <a:pt x="875" y="633"/>
                      <a:pt x="920" y="588"/>
                      <a:pt x="972" y="556"/>
                    </a:cubicBezTo>
                    <a:cubicBezTo>
                      <a:pt x="991" y="544"/>
                      <a:pt x="1011" y="538"/>
                      <a:pt x="1036" y="524"/>
                    </a:cubicBezTo>
                    <a:cubicBezTo>
                      <a:pt x="1050" y="518"/>
                      <a:pt x="1068" y="505"/>
                      <a:pt x="1080" y="499"/>
                    </a:cubicBezTo>
                    <a:cubicBezTo>
                      <a:pt x="1156" y="468"/>
                      <a:pt x="1236" y="454"/>
                      <a:pt x="1317" y="454"/>
                    </a:cubicBezTo>
                    <a:close/>
                    <a:moveTo>
                      <a:pt x="1313" y="1"/>
                    </a:moveTo>
                    <a:cubicBezTo>
                      <a:pt x="1108" y="1"/>
                      <a:pt x="914" y="54"/>
                      <a:pt x="747" y="158"/>
                    </a:cubicBezTo>
                    <a:cubicBezTo>
                      <a:pt x="1" y="550"/>
                      <a:pt x="1" y="1102"/>
                      <a:pt x="47" y="1327"/>
                    </a:cubicBezTo>
                    <a:cubicBezTo>
                      <a:pt x="149" y="1918"/>
                      <a:pt x="780" y="2472"/>
                      <a:pt x="1435" y="2523"/>
                    </a:cubicBezTo>
                    <a:cubicBezTo>
                      <a:pt x="1466" y="2529"/>
                      <a:pt x="1505" y="2529"/>
                      <a:pt x="1543" y="2529"/>
                    </a:cubicBezTo>
                    <a:cubicBezTo>
                      <a:pt x="2044" y="2529"/>
                      <a:pt x="2430" y="2234"/>
                      <a:pt x="2623" y="1701"/>
                    </a:cubicBezTo>
                    <a:cubicBezTo>
                      <a:pt x="2862" y="1031"/>
                      <a:pt x="2450" y="440"/>
                      <a:pt x="1967" y="177"/>
                    </a:cubicBezTo>
                    <a:cubicBezTo>
                      <a:pt x="1751" y="59"/>
                      <a:pt x="1526" y="1"/>
                      <a:pt x="1313"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26"/>
              <p:cNvSpPr/>
              <p:nvPr/>
            </p:nvSpPr>
            <p:spPr>
              <a:xfrm>
                <a:off x="6069025" y="2872475"/>
                <a:ext cx="47250" cy="40525"/>
              </a:xfrm>
              <a:custGeom>
                <a:avLst/>
                <a:gdLst/>
                <a:ahLst/>
                <a:cxnLst/>
                <a:rect l="l" t="t" r="r" b="b"/>
                <a:pathLst>
                  <a:path w="1890" h="1621" extrusionOk="0">
                    <a:moveTo>
                      <a:pt x="860" y="0"/>
                    </a:moveTo>
                    <a:cubicBezTo>
                      <a:pt x="779" y="0"/>
                      <a:pt x="699" y="14"/>
                      <a:pt x="623" y="45"/>
                    </a:cubicBezTo>
                    <a:cubicBezTo>
                      <a:pt x="611" y="51"/>
                      <a:pt x="593" y="64"/>
                      <a:pt x="579" y="70"/>
                    </a:cubicBezTo>
                    <a:cubicBezTo>
                      <a:pt x="554" y="84"/>
                      <a:pt x="534" y="90"/>
                      <a:pt x="515" y="102"/>
                    </a:cubicBezTo>
                    <a:cubicBezTo>
                      <a:pt x="463" y="134"/>
                      <a:pt x="418" y="179"/>
                      <a:pt x="380" y="230"/>
                    </a:cubicBezTo>
                    <a:cubicBezTo>
                      <a:pt x="335" y="289"/>
                      <a:pt x="270" y="315"/>
                      <a:pt x="199" y="315"/>
                    </a:cubicBezTo>
                    <a:cubicBezTo>
                      <a:pt x="77" y="443"/>
                      <a:pt x="0" y="597"/>
                      <a:pt x="33" y="796"/>
                    </a:cubicBezTo>
                    <a:cubicBezTo>
                      <a:pt x="104" y="1188"/>
                      <a:pt x="566" y="1580"/>
                      <a:pt x="1017" y="1618"/>
                    </a:cubicBezTo>
                    <a:cubicBezTo>
                      <a:pt x="1038" y="1620"/>
                      <a:pt x="1060" y="1621"/>
                      <a:pt x="1080" y="1621"/>
                    </a:cubicBezTo>
                    <a:cubicBezTo>
                      <a:pt x="1388" y="1621"/>
                      <a:pt x="1616" y="1440"/>
                      <a:pt x="1742" y="1092"/>
                    </a:cubicBezTo>
                    <a:cubicBezTo>
                      <a:pt x="1890" y="668"/>
                      <a:pt x="1626" y="301"/>
                      <a:pt x="1293" y="122"/>
                    </a:cubicBezTo>
                    <a:cubicBezTo>
                      <a:pt x="1170" y="50"/>
                      <a:pt x="1014" y="0"/>
                      <a:pt x="860"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26"/>
              <p:cNvSpPr/>
              <p:nvPr/>
            </p:nvSpPr>
            <p:spPr>
              <a:xfrm>
                <a:off x="5349825" y="2920475"/>
                <a:ext cx="60750" cy="53700"/>
              </a:xfrm>
              <a:custGeom>
                <a:avLst/>
                <a:gdLst/>
                <a:ahLst/>
                <a:cxnLst/>
                <a:rect l="l" t="t" r="r" b="b"/>
                <a:pathLst>
                  <a:path w="2430" h="2148" extrusionOk="0">
                    <a:moveTo>
                      <a:pt x="1108" y="386"/>
                    </a:moveTo>
                    <a:cubicBezTo>
                      <a:pt x="1242" y="386"/>
                      <a:pt x="1377" y="429"/>
                      <a:pt x="1486" y="490"/>
                    </a:cubicBezTo>
                    <a:cubicBezTo>
                      <a:pt x="1768" y="644"/>
                      <a:pt x="1993" y="952"/>
                      <a:pt x="1865" y="1306"/>
                    </a:cubicBezTo>
                    <a:cubicBezTo>
                      <a:pt x="1757" y="1604"/>
                      <a:pt x="1565" y="1759"/>
                      <a:pt x="1307" y="1759"/>
                    </a:cubicBezTo>
                    <a:cubicBezTo>
                      <a:pt x="1288" y="1759"/>
                      <a:pt x="1268" y="1758"/>
                      <a:pt x="1248" y="1756"/>
                    </a:cubicBezTo>
                    <a:cubicBezTo>
                      <a:pt x="875" y="1724"/>
                      <a:pt x="477" y="1395"/>
                      <a:pt x="418" y="1062"/>
                    </a:cubicBezTo>
                    <a:cubicBezTo>
                      <a:pt x="386" y="894"/>
                      <a:pt x="457" y="760"/>
                      <a:pt x="560" y="656"/>
                    </a:cubicBezTo>
                    <a:cubicBezTo>
                      <a:pt x="617" y="656"/>
                      <a:pt x="676" y="624"/>
                      <a:pt x="708" y="579"/>
                    </a:cubicBezTo>
                    <a:cubicBezTo>
                      <a:pt x="747" y="534"/>
                      <a:pt x="785" y="496"/>
                      <a:pt x="824" y="470"/>
                    </a:cubicBezTo>
                    <a:cubicBezTo>
                      <a:pt x="842" y="463"/>
                      <a:pt x="862" y="451"/>
                      <a:pt x="881" y="445"/>
                    </a:cubicBezTo>
                    <a:cubicBezTo>
                      <a:pt x="893" y="439"/>
                      <a:pt x="907" y="431"/>
                      <a:pt x="919" y="419"/>
                    </a:cubicBezTo>
                    <a:cubicBezTo>
                      <a:pt x="980" y="396"/>
                      <a:pt x="1044" y="386"/>
                      <a:pt x="1108" y="386"/>
                    </a:cubicBezTo>
                    <a:close/>
                    <a:moveTo>
                      <a:pt x="1123" y="0"/>
                    </a:moveTo>
                    <a:cubicBezTo>
                      <a:pt x="947" y="0"/>
                      <a:pt x="780" y="47"/>
                      <a:pt x="637" y="136"/>
                    </a:cubicBezTo>
                    <a:cubicBezTo>
                      <a:pt x="0" y="463"/>
                      <a:pt x="6" y="932"/>
                      <a:pt x="39" y="1125"/>
                    </a:cubicBezTo>
                    <a:cubicBezTo>
                      <a:pt x="122" y="1627"/>
                      <a:pt x="662" y="2097"/>
                      <a:pt x="1216" y="2142"/>
                    </a:cubicBezTo>
                    <a:cubicBezTo>
                      <a:pt x="1248" y="2142"/>
                      <a:pt x="1279" y="2148"/>
                      <a:pt x="1311" y="2148"/>
                    </a:cubicBezTo>
                    <a:cubicBezTo>
                      <a:pt x="1735" y="2148"/>
                      <a:pt x="2064" y="1890"/>
                      <a:pt x="2224" y="1441"/>
                    </a:cubicBezTo>
                    <a:cubicBezTo>
                      <a:pt x="2430" y="875"/>
                      <a:pt x="2083" y="374"/>
                      <a:pt x="1672" y="149"/>
                    </a:cubicBezTo>
                    <a:cubicBezTo>
                      <a:pt x="1490" y="48"/>
                      <a:pt x="1302" y="0"/>
                      <a:pt x="1123"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26"/>
              <p:cNvSpPr/>
              <p:nvPr/>
            </p:nvSpPr>
            <p:spPr>
              <a:xfrm>
                <a:off x="5359450" y="2930100"/>
                <a:ext cx="40225" cy="34350"/>
              </a:xfrm>
              <a:custGeom>
                <a:avLst/>
                <a:gdLst/>
                <a:ahLst/>
                <a:cxnLst/>
                <a:rect l="l" t="t" r="r" b="b"/>
                <a:pathLst>
                  <a:path w="1609" h="1374" extrusionOk="0">
                    <a:moveTo>
                      <a:pt x="723" y="1"/>
                    </a:moveTo>
                    <a:cubicBezTo>
                      <a:pt x="659" y="1"/>
                      <a:pt x="595" y="11"/>
                      <a:pt x="534" y="34"/>
                    </a:cubicBezTo>
                    <a:cubicBezTo>
                      <a:pt x="522" y="46"/>
                      <a:pt x="508" y="54"/>
                      <a:pt x="496" y="60"/>
                    </a:cubicBezTo>
                    <a:cubicBezTo>
                      <a:pt x="477" y="66"/>
                      <a:pt x="457" y="78"/>
                      <a:pt x="439" y="85"/>
                    </a:cubicBezTo>
                    <a:cubicBezTo>
                      <a:pt x="400" y="111"/>
                      <a:pt x="362" y="149"/>
                      <a:pt x="323" y="194"/>
                    </a:cubicBezTo>
                    <a:cubicBezTo>
                      <a:pt x="291" y="239"/>
                      <a:pt x="232" y="271"/>
                      <a:pt x="175" y="271"/>
                    </a:cubicBezTo>
                    <a:cubicBezTo>
                      <a:pt x="72" y="375"/>
                      <a:pt x="1" y="509"/>
                      <a:pt x="33" y="677"/>
                    </a:cubicBezTo>
                    <a:cubicBezTo>
                      <a:pt x="92" y="1010"/>
                      <a:pt x="490" y="1339"/>
                      <a:pt x="863" y="1371"/>
                    </a:cubicBezTo>
                    <a:cubicBezTo>
                      <a:pt x="883" y="1373"/>
                      <a:pt x="903" y="1374"/>
                      <a:pt x="922" y="1374"/>
                    </a:cubicBezTo>
                    <a:cubicBezTo>
                      <a:pt x="1180" y="1374"/>
                      <a:pt x="1372" y="1219"/>
                      <a:pt x="1480" y="921"/>
                    </a:cubicBezTo>
                    <a:cubicBezTo>
                      <a:pt x="1608" y="567"/>
                      <a:pt x="1383" y="259"/>
                      <a:pt x="1101" y="105"/>
                    </a:cubicBezTo>
                    <a:cubicBezTo>
                      <a:pt x="992" y="44"/>
                      <a:pt x="857" y="1"/>
                      <a:pt x="723"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26"/>
              <p:cNvSpPr/>
              <p:nvPr/>
            </p:nvSpPr>
            <p:spPr>
              <a:xfrm>
                <a:off x="4677850" y="2844800"/>
                <a:ext cx="53200" cy="47900"/>
              </a:xfrm>
              <a:custGeom>
                <a:avLst/>
                <a:gdLst/>
                <a:ahLst/>
                <a:cxnLst/>
                <a:rect l="l" t="t" r="r" b="b"/>
                <a:pathLst>
                  <a:path w="2128" h="1916" extrusionOk="0">
                    <a:moveTo>
                      <a:pt x="1136" y="567"/>
                    </a:moveTo>
                    <a:cubicBezTo>
                      <a:pt x="1289" y="567"/>
                      <a:pt x="1418" y="649"/>
                      <a:pt x="1498" y="759"/>
                    </a:cubicBezTo>
                    <a:cubicBezTo>
                      <a:pt x="1602" y="913"/>
                      <a:pt x="1634" y="1144"/>
                      <a:pt x="1395" y="1337"/>
                    </a:cubicBezTo>
                    <a:cubicBezTo>
                      <a:pt x="1285" y="1432"/>
                      <a:pt x="1176" y="1465"/>
                      <a:pt x="1077" y="1465"/>
                    </a:cubicBezTo>
                    <a:cubicBezTo>
                      <a:pt x="982" y="1465"/>
                      <a:pt x="897" y="1434"/>
                      <a:pt x="830" y="1396"/>
                    </a:cubicBezTo>
                    <a:cubicBezTo>
                      <a:pt x="618" y="1280"/>
                      <a:pt x="477" y="1036"/>
                      <a:pt x="502" y="836"/>
                    </a:cubicBezTo>
                    <a:cubicBezTo>
                      <a:pt x="516" y="746"/>
                      <a:pt x="561" y="675"/>
                      <a:pt x="618" y="624"/>
                    </a:cubicBezTo>
                    <a:cubicBezTo>
                      <a:pt x="659" y="658"/>
                      <a:pt x="713" y="678"/>
                      <a:pt x="768" y="678"/>
                    </a:cubicBezTo>
                    <a:cubicBezTo>
                      <a:pt x="807" y="678"/>
                      <a:pt x="846" y="668"/>
                      <a:pt x="881" y="643"/>
                    </a:cubicBezTo>
                    <a:cubicBezTo>
                      <a:pt x="970" y="590"/>
                      <a:pt x="1056" y="567"/>
                      <a:pt x="1136" y="567"/>
                    </a:cubicBezTo>
                    <a:close/>
                    <a:moveTo>
                      <a:pt x="940" y="0"/>
                    </a:moveTo>
                    <a:cubicBezTo>
                      <a:pt x="921" y="0"/>
                      <a:pt x="901" y="2"/>
                      <a:pt x="881" y="7"/>
                    </a:cubicBezTo>
                    <a:cubicBezTo>
                      <a:pt x="232" y="162"/>
                      <a:pt x="84" y="554"/>
                      <a:pt x="59" y="773"/>
                    </a:cubicBezTo>
                    <a:cubicBezTo>
                      <a:pt x="1" y="1164"/>
                      <a:pt x="232" y="1582"/>
                      <a:pt x="611" y="1794"/>
                    </a:cubicBezTo>
                    <a:cubicBezTo>
                      <a:pt x="759" y="1877"/>
                      <a:pt x="920" y="1916"/>
                      <a:pt x="1074" y="1916"/>
                    </a:cubicBezTo>
                    <a:cubicBezTo>
                      <a:pt x="1293" y="1916"/>
                      <a:pt x="1505" y="1838"/>
                      <a:pt x="1685" y="1684"/>
                    </a:cubicBezTo>
                    <a:cubicBezTo>
                      <a:pt x="2128" y="1319"/>
                      <a:pt x="2089" y="811"/>
                      <a:pt x="1865" y="503"/>
                    </a:cubicBezTo>
                    <a:cubicBezTo>
                      <a:pt x="1704" y="277"/>
                      <a:pt x="1434" y="117"/>
                      <a:pt x="1133" y="117"/>
                    </a:cubicBezTo>
                    <a:cubicBezTo>
                      <a:pt x="1090" y="43"/>
                      <a:pt x="1020" y="0"/>
                      <a:pt x="940"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26"/>
              <p:cNvSpPr/>
              <p:nvPr/>
            </p:nvSpPr>
            <p:spPr>
              <a:xfrm>
                <a:off x="4689775" y="2858975"/>
                <a:ext cx="28950" cy="22475"/>
              </a:xfrm>
              <a:custGeom>
                <a:avLst/>
                <a:gdLst/>
                <a:ahLst/>
                <a:cxnLst/>
                <a:rect l="l" t="t" r="r" b="b"/>
                <a:pathLst>
                  <a:path w="1158" h="899" extrusionOk="0">
                    <a:moveTo>
                      <a:pt x="659" y="0"/>
                    </a:moveTo>
                    <a:cubicBezTo>
                      <a:pt x="579" y="0"/>
                      <a:pt x="493" y="23"/>
                      <a:pt x="404" y="76"/>
                    </a:cubicBezTo>
                    <a:cubicBezTo>
                      <a:pt x="369" y="101"/>
                      <a:pt x="330" y="111"/>
                      <a:pt x="291" y="111"/>
                    </a:cubicBezTo>
                    <a:cubicBezTo>
                      <a:pt x="236" y="111"/>
                      <a:pt x="182" y="91"/>
                      <a:pt x="141" y="57"/>
                    </a:cubicBezTo>
                    <a:cubicBezTo>
                      <a:pt x="84" y="108"/>
                      <a:pt x="39" y="179"/>
                      <a:pt x="25" y="269"/>
                    </a:cubicBezTo>
                    <a:cubicBezTo>
                      <a:pt x="0" y="469"/>
                      <a:pt x="141" y="713"/>
                      <a:pt x="353" y="829"/>
                    </a:cubicBezTo>
                    <a:cubicBezTo>
                      <a:pt x="420" y="867"/>
                      <a:pt x="505" y="898"/>
                      <a:pt x="600" y="898"/>
                    </a:cubicBezTo>
                    <a:cubicBezTo>
                      <a:pt x="699" y="898"/>
                      <a:pt x="808" y="865"/>
                      <a:pt x="918" y="770"/>
                    </a:cubicBezTo>
                    <a:cubicBezTo>
                      <a:pt x="1157" y="577"/>
                      <a:pt x="1125" y="346"/>
                      <a:pt x="1021" y="192"/>
                    </a:cubicBezTo>
                    <a:cubicBezTo>
                      <a:pt x="941" y="82"/>
                      <a:pt x="812" y="0"/>
                      <a:pt x="659"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29" name="Google Shape;1129;p26"/>
            <p:cNvSpPr/>
            <p:nvPr/>
          </p:nvSpPr>
          <p:spPr>
            <a:xfrm>
              <a:off x="3020350" y="4441675"/>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26"/>
            <p:cNvSpPr/>
            <p:nvPr/>
          </p:nvSpPr>
          <p:spPr>
            <a:xfrm flipH="1">
              <a:off x="5316450" y="4547413"/>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26"/>
            <p:cNvSpPr/>
            <p:nvPr/>
          </p:nvSpPr>
          <p:spPr>
            <a:xfrm>
              <a:off x="464575" y="4825088"/>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26"/>
            <p:cNvSpPr/>
            <p:nvPr/>
          </p:nvSpPr>
          <p:spPr>
            <a:xfrm flipH="1">
              <a:off x="7987700" y="4740838"/>
              <a:ext cx="197252" cy="42924"/>
            </a:xfrm>
            <a:custGeom>
              <a:avLst/>
              <a:gdLst/>
              <a:ahLst/>
              <a:cxnLst/>
              <a:rect l="l" t="t" r="r" b="b"/>
              <a:pathLst>
                <a:path w="4983" h="1084" extrusionOk="0">
                  <a:moveTo>
                    <a:pt x="2540" y="1"/>
                  </a:moveTo>
                  <a:cubicBezTo>
                    <a:pt x="1750" y="1"/>
                    <a:pt x="946" y="194"/>
                    <a:pt x="108" y="743"/>
                  </a:cubicBezTo>
                  <a:cubicBezTo>
                    <a:pt x="19" y="801"/>
                    <a:pt x="1" y="914"/>
                    <a:pt x="57" y="1002"/>
                  </a:cubicBezTo>
                  <a:cubicBezTo>
                    <a:pt x="89" y="1053"/>
                    <a:pt x="152" y="1084"/>
                    <a:pt x="208" y="1084"/>
                  </a:cubicBezTo>
                  <a:cubicBezTo>
                    <a:pt x="246" y="1084"/>
                    <a:pt x="278" y="1072"/>
                    <a:pt x="310" y="1053"/>
                  </a:cubicBezTo>
                  <a:cubicBezTo>
                    <a:pt x="1071" y="551"/>
                    <a:pt x="1812" y="373"/>
                    <a:pt x="2545" y="373"/>
                  </a:cubicBezTo>
                  <a:cubicBezTo>
                    <a:pt x="3275" y="373"/>
                    <a:pt x="3997" y="549"/>
                    <a:pt x="4724" y="757"/>
                  </a:cubicBezTo>
                  <a:cubicBezTo>
                    <a:pt x="4740" y="761"/>
                    <a:pt x="4755" y="762"/>
                    <a:pt x="4771" y="762"/>
                  </a:cubicBezTo>
                  <a:cubicBezTo>
                    <a:pt x="4854" y="762"/>
                    <a:pt x="4930" y="709"/>
                    <a:pt x="4957" y="624"/>
                  </a:cubicBezTo>
                  <a:cubicBezTo>
                    <a:pt x="4983" y="530"/>
                    <a:pt x="4925" y="428"/>
                    <a:pt x="4824" y="397"/>
                  </a:cubicBezTo>
                  <a:cubicBezTo>
                    <a:pt x="4063" y="183"/>
                    <a:pt x="3308" y="1"/>
                    <a:pt x="254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rgbClr val="FCEFE3"/>
            </a:gs>
            <a:gs pos="100000">
              <a:srgbClr val="FBDFC7"/>
            </a:gs>
          </a:gsLst>
          <a:lin ang="5400700"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3300"/>
              <a:buFont typeface="Belleza"/>
              <a:buNone/>
              <a:defRPr sz="3300">
                <a:solidFill>
                  <a:schemeClr val="dk2"/>
                </a:solidFill>
                <a:latin typeface="Belleza"/>
                <a:ea typeface="Belleza"/>
                <a:cs typeface="Belleza"/>
                <a:sym typeface="Belleza"/>
              </a:defRPr>
            </a:lvl1pPr>
            <a:lvl2pPr lvl="1" rtl="0">
              <a:spcBef>
                <a:spcPts val="0"/>
              </a:spcBef>
              <a:spcAft>
                <a:spcPts val="0"/>
              </a:spcAft>
              <a:buClr>
                <a:schemeClr val="dk2"/>
              </a:buClr>
              <a:buSzPts val="3300"/>
              <a:buFont typeface="Belleza"/>
              <a:buNone/>
              <a:defRPr sz="3300">
                <a:solidFill>
                  <a:schemeClr val="dk2"/>
                </a:solidFill>
                <a:latin typeface="Belleza"/>
                <a:ea typeface="Belleza"/>
                <a:cs typeface="Belleza"/>
                <a:sym typeface="Belleza"/>
              </a:defRPr>
            </a:lvl2pPr>
            <a:lvl3pPr lvl="2" rtl="0">
              <a:spcBef>
                <a:spcPts val="0"/>
              </a:spcBef>
              <a:spcAft>
                <a:spcPts val="0"/>
              </a:spcAft>
              <a:buClr>
                <a:schemeClr val="dk2"/>
              </a:buClr>
              <a:buSzPts val="3300"/>
              <a:buFont typeface="Belleza"/>
              <a:buNone/>
              <a:defRPr sz="3300">
                <a:solidFill>
                  <a:schemeClr val="dk2"/>
                </a:solidFill>
                <a:latin typeface="Belleza"/>
                <a:ea typeface="Belleza"/>
                <a:cs typeface="Belleza"/>
                <a:sym typeface="Belleza"/>
              </a:defRPr>
            </a:lvl3pPr>
            <a:lvl4pPr lvl="3" rtl="0">
              <a:spcBef>
                <a:spcPts val="0"/>
              </a:spcBef>
              <a:spcAft>
                <a:spcPts val="0"/>
              </a:spcAft>
              <a:buClr>
                <a:schemeClr val="dk2"/>
              </a:buClr>
              <a:buSzPts val="3300"/>
              <a:buFont typeface="Belleza"/>
              <a:buNone/>
              <a:defRPr sz="3300">
                <a:solidFill>
                  <a:schemeClr val="dk2"/>
                </a:solidFill>
                <a:latin typeface="Belleza"/>
                <a:ea typeface="Belleza"/>
                <a:cs typeface="Belleza"/>
                <a:sym typeface="Belleza"/>
              </a:defRPr>
            </a:lvl4pPr>
            <a:lvl5pPr lvl="4" rtl="0">
              <a:spcBef>
                <a:spcPts val="0"/>
              </a:spcBef>
              <a:spcAft>
                <a:spcPts val="0"/>
              </a:spcAft>
              <a:buClr>
                <a:schemeClr val="dk2"/>
              </a:buClr>
              <a:buSzPts val="3300"/>
              <a:buFont typeface="Belleza"/>
              <a:buNone/>
              <a:defRPr sz="3300">
                <a:solidFill>
                  <a:schemeClr val="dk2"/>
                </a:solidFill>
                <a:latin typeface="Belleza"/>
                <a:ea typeface="Belleza"/>
                <a:cs typeface="Belleza"/>
                <a:sym typeface="Belleza"/>
              </a:defRPr>
            </a:lvl5pPr>
            <a:lvl6pPr lvl="5" rtl="0">
              <a:spcBef>
                <a:spcPts val="0"/>
              </a:spcBef>
              <a:spcAft>
                <a:spcPts val="0"/>
              </a:spcAft>
              <a:buClr>
                <a:schemeClr val="dk2"/>
              </a:buClr>
              <a:buSzPts val="3300"/>
              <a:buFont typeface="Belleza"/>
              <a:buNone/>
              <a:defRPr sz="3300">
                <a:solidFill>
                  <a:schemeClr val="dk2"/>
                </a:solidFill>
                <a:latin typeface="Belleza"/>
                <a:ea typeface="Belleza"/>
                <a:cs typeface="Belleza"/>
                <a:sym typeface="Belleza"/>
              </a:defRPr>
            </a:lvl6pPr>
            <a:lvl7pPr lvl="6" rtl="0">
              <a:spcBef>
                <a:spcPts val="0"/>
              </a:spcBef>
              <a:spcAft>
                <a:spcPts val="0"/>
              </a:spcAft>
              <a:buClr>
                <a:schemeClr val="dk2"/>
              </a:buClr>
              <a:buSzPts val="3300"/>
              <a:buFont typeface="Belleza"/>
              <a:buNone/>
              <a:defRPr sz="3300">
                <a:solidFill>
                  <a:schemeClr val="dk2"/>
                </a:solidFill>
                <a:latin typeface="Belleza"/>
                <a:ea typeface="Belleza"/>
                <a:cs typeface="Belleza"/>
                <a:sym typeface="Belleza"/>
              </a:defRPr>
            </a:lvl7pPr>
            <a:lvl8pPr lvl="7" rtl="0">
              <a:spcBef>
                <a:spcPts val="0"/>
              </a:spcBef>
              <a:spcAft>
                <a:spcPts val="0"/>
              </a:spcAft>
              <a:buClr>
                <a:schemeClr val="dk2"/>
              </a:buClr>
              <a:buSzPts val="3300"/>
              <a:buFont typeface="Belleza"/>
              <a:buNone/>
              <a:defRPr sz="3300">
                <a:solidFill>
                  <a:schemeClr val="dk2"/>
                </a:solidFill>
                <a:latin typeface="Belleza"/>
                <a:ea typeface="Belleza"/>
                <a:cs typeface="Belleza"/>
                <a:sym typeface="Belleza"/>
              </a:defRPr>
            </a:lvl8pPr>
            <a:lvl9pPr lvl="8" rtl="0">
              <a:spcBef>
                <a:spcPts val="0"/>
              </a:spcBef>
              <a:spcAft>
                <a:spcPts val="0"/>
              </a:spcAft>
              <a:buClr>
                <a:schemeClr val="dk2"/>
              </a:buClr>
              <a:buSzPts val="3300"/>
              <a:buFont typeface="Belleza"/>
              <a:buNone/>
              <a:defRPr sz="3300">
                <a:solidFill>
                  <a:schemeClr val="dk2"/>
                </a:solidFill>
                <a:latin typeface="Belleza"/>
                <a:ea typeface="Belleza"/>
                <a:cs typeface="Belleza"/>
                <a:sym typeface="Belleza"/>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Bellota Text"/>
              <a:buChar char="●"/>
              <a:defRPr>
                <a:solidFill>
                  <a:schemeClr val="dk1"/>
                </a:solidFill>
                <a:latin typeface="Bellota Text"/>
                <a:ea typeface="Bellota Text"/>
                <a:cs typeface="Bellota Text"/>
                <a:sym typeface="Bellota Text"/>
              </a:defRPr>
            </a:lvl1pPr>
            <a:lvl2pPr marL="914400" lvl="1" indent="-317500">
              <a:lnSpc>
                <a:spcPct val="115000"/>
              </a:lnSpc>
              <a:spcBef>
                <a:spcPts val="1600"/>
              </a:spcBef>
              <a:spcAft>
                <a:spcPts val="0"/>
              </a:spcAft>
              <a:buClr>
                <a:schemeClr val="dk1"/>
              </a:buClr>
              <a:buSzPts val="1400"/>
              <a:buFont typeface="Bellota Text"/>
              <a:buChar char="○"/>
              <a:defRPr>
                <a:solidFill>
                  <a:schemeClr val="dk1"/>
                </a:solidFill>
                <a:latin typeface="Bellota Text"/>
                <a:ea typeface="Bellota Text"/>
                <a:cs typeface="Bellota Text"/>
                <a:sym typeface="Bellota Text"/>
              </a:defRPr>
            </a:lvl2pPr>
            <a:lvl3pPr marL="1371600" lvl="2" indent="-317500">
              <a:lnSpc>
                <a:spcPct val="115000"/>
              </a:lnSpc>
              <a:spcBef>
                <a:spcPts val="1600"/>
              </a:spcBef>
              <a:spcAft>
                <a:spcPts val="0"/>
              </a:spcAft>
              <a:buClr>
                <a:schemeClr val="dk1"/>
              </a:buClr>
              <a:buSzPts val="1400"/>
              <a:buFont typeface="Bellota Text"/>
              <a:buChar char="■"/>
              <a:defRPr>
                <a:solidFill>
                  <a:schemeClr val="dk1"/>
                </a:solidFill>
                <a:latin typeface="Bellota Text"/>
                <a:ea typeface="Bellota Text"/>
                <a:cs typeface="Bellota Text"/>
                <a:sym typeface="Bellota Text"/>
              </a:defRPr>
            </a:lvl3pPr>
            <a:lvl4pPr marL="1828800" lvl="3" indent="-317500">
              <a:lnSpc>
                <a:spcPct val="115000"/>
              </a:lnSpc>
              <a:spcBef>
                <a:spcPts val="1600"/>
              </a:spcBef>
              <a:spcAft>
                <a:spcPts val="0"/>
              </a:spcAft>
              <a:buClr>
                <a:schemeClr val="dk1"/>
              </a:buClr>
              <a:buSzPts val="1400"/>
              <a:buFont typeface="Bellota Text"/>
              <a:buChar char="●"/>
              <a:defRPr>
                <a:solidFill>
                  <a:schemeClr val="dk1"/>
                </a:solidFill>
                <a:latin typeface="Bellota Text"/>
                <a:ea typeface="Bellota Text"/>
                <a:cs typeface="Bellota Text"/>
                <a:sym typeface="Bellota Text"/>
              </a:defRPr>
            </a:lvl4pPr>
            <a:lvl5pPr marL="2286000" lvl="4" indent="-317500">
              <a:lnSpc>
                <a:spcPct val="115000"/>
              </a:lnSpc>
              <a:spcBef>
                <a:spcPts val="1600"/>
              </a:spcBef>
              <a:spcAft>
                <a:spcPts val="0"/>
              </a:spcAft>
              <a:buClr>
                <a:schemeClr val="dk1"/>
              </a:buClr>
              <a:buSzPts val="1400"/>
              <a:buFont typeface="Bellota Text"/>
              <a:buChar char="○"/>
              <a:defRPr>
                <a:solidFill>
                  <a:schemeClr val="dk1"/>
                </a:solidFill>
                <a:latin typeface="Bellota Text"/>
                <a:ea typeface="Bellota Text"/>
                <a:cs typeface="Bellota Text"/>
                <a:sym typeface="Bellota Text"/>
              </a:defRPr>
            </a:lvl5pPr>
            <a:lvl6pPr marL="2743200" lvl="5" indent="-317500">
              <a:lnSpc>
                <a:spcPct val="115000"/>
              </a:lnSpc>
              <a:spcBef>
                <a:spcPts val="1600"/>
              </a:spcBef>
              <a:spcAft>
                <a:spcPts val="0"/>
              </a:spcAft>
              <a:buClr>
                <a:schemeClr val="dk1"/>
              </a:buClr>
              <a:buSzPts val="1400"/>
              <a:buFont typeface="Bellota Text"/>
              <a:buChar char="■"/>
              <a:defRPr>
                <a:solidFill>
                  <a:schemeClr val="dk1"/>
                </a:solidFill>
                <a:latin typeface="Bellota Text"/>
                <a:ea typeface="Bellota Text"/>
                <a:cs typeface="Bellota Text"/>
                <a:sym typeface="Bellota Text"/>
              </a:defRPr>
            </a:lvl6pPr>
            <a:lvl7pPr marL="3200400" lvl="6" indent="-317500">
              <a:lnSpc>
                <a:spcPct val="115000"/>
              </a:lnSpc>
              <a:spcBef>
                <a:spcPts val="1600"/>
              </a:spcBef>
              <a:spcAft>
                <a:spcPts val="0"/>
              </a:spcAft>
              <a:buClr>
                <a:schemeClr val="dk1"/>
              </a:buClr>
              <a:buSzPts val="1400"/>
              <a:buFont typeface="Bellota Text"/>
              <a:buChar char="●"/>
              <a:defRPr>
                <a:solidFill>
                  <a:schemeClr val="dk1"/>
                </a:solidFill>
                <a:latin typeface="Bellota Text"/>
                <a:ea typeface="Bellota Text"/>
                <a:cs typeface="Bellota Text"/>
                <a:sym typeface="Bellota Text"/>
              </a:defRPr>
            </a:lvl7pPr>
            <a:lvl8pPr marL="3657600" lvl="7" indent="-317500">
              <a:lnSpc>
                <a:spcPct val="115000"/>
              </a:lnSpc>
              <a:spcBef>
                <a:spcPts val="1600"/>
              </a:spcBef>
              <a:spcAft>
                <a:spcPts val="0"/>
              </a:spcAft>
              <a:buClr>
                <a:schemeClr val="dk1"/>
              </a:buClr>
              <a:buSzPts val="1400"/>
              <a:buFont typeface="Bellota Text"/>
              <a:buChar char="○"/>
              <a:defRPr>
                <a:solidFill>
                  <a:schemeClr val="dk1"/>
                </a:solidFill>
                <a:latin typeface="Bellota Text"/>
                <a:ea typeface="Bellota Text"/>
                <a:cs typeface="Bellota Text"/>
                <a:sym typeface="Bellota Text"/>
              </a:defRPr>
            </a:lvl8pPr>
            <a:lvl9pPr marL="4114800" lvl="8" indent="-317500">
              <a:lnSpc>
                <a:spcPct val="115000"/>
              </a:lnSpc>
              <a:spcBef>
                <a:spcPts val="1600"/>
              </a:spcBef>
              <a:spcAft>
                <a:spcPts val="1600"/>
              </a:spcAft>
              <a:buClr>
                <a:schemeClr val="dk1"/>
              </a:buClr>
              <a:buSzPts val="1400"/>
              <a:buFont typeface="Bellota Text"/>
              <a:buChar char="■"/>
              <a:defRPr>
                <a:solidFill>
                  <a:schemeClr val="dk1"/>
                </a:solidFill>
                <a:latin typeface="Bellota Text"/>
                <a:ea typeface="Bellota Text"/>
                <a:cs typeface="Bellota Text"/>
                <a:sym typeface="Bellota Tex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4" r:id="rId4"/>
    <p:sldLayoutId id="2147483655" r:id="rId5"/>
    <p:sldLayoutId id="2147483658" r:id="rId6"/>
    <p:sldLayoutId id="2147483660" r:id="rId7"/>
    <p:sldLayoutId id="2147483662" r:id="rId8"/>
    <p:sldLayoutId id="2147483664" r:id="rId9"/>
    <p:sldLayoutId id="2147483665" r:id="rId10"/>
    <p:sldLayoutId id="2147483666" r:id="rId11"/>
    <p:sldLayoutId id="2147483671" r:id="rId12"/>
    <p:sldLayoutId id="2147483672"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hyperlink" Target="https://jovian.ai/outlink?url=https%3A%2F%2Fscroll.in%2Farticle%2F753496%2Fcrimes-against-women-reported-every-two-minutes-in-india" TargetMode="Externa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1.xml"/><Relationship Id="rId5" Type="http://schemas.openxmlformats.org/officeDocument/2006/relationships/image" Target="../media/image5.png"/><Relationship Id="rId4" Type="http://schemas.microsoft.com/office/2007/relationships/hdphoto" Target="../media/hdphoto2.wdp"/></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42"/>
        <p:cNvGrpSpPr/>
        <p:nvPr/>
      </p:nvGrpSpPr>
      <p:grpSpPr>
        <a:xfrm>
          <a:off x="0" y="0"/>
          <a:ext cx="0" cy="0"/>
          <a:chOff x="0" y="0"/>
          <a:chExt cx="0" cy="0"/>
        </a:xfrm>
      </p:grpSpPr>
      <p:sp>
        <p:nvSpPr>
          <p:cNvPr id="1143" name="Google Shape;1143;p30"/>
          <p:cNvSpPr txBox="1">
            <a:spLocks noGrp="1"/>
          </p:cNvSpPr>
          <p:nvPr>
            <p:ph type="ctrTitle"/>
          </p:nvPr>
        </p:nvSpPr>
        <p:spPr>
          <a:xfrm>
            <a:off x="648363" y="877550"/>
            <a:ext cx="5189400" cy="2027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dirty="0">
                <a:solidFill>
                  <a:schemeClr val="dk1"/>
                </a:solidFill>
              </a:rPr>
              <a:t>C</a:t>
            </a:r>
            <a:r>
              <a:rPr lang="en" dirty="0">
                <a:solidFill>
                  <a:schemeClr val="dk1"/>
                </a:solidFill>
              </a:rPr>
              <a:t>rimes against women - India</a:t>
            </a:r>
            <a:endParaRPr dirty="0">
              <a:solidFill>
                <a:schemeClr val="dk1"/>
              </a:solidFill>
            </a:endParaRPr>
          </a:p>
        </p:txBody>
      </p:sp>
      <p:sp>
        <p:nvSpPr>
          <p:cNvPr id="1144" name="Google Shape;1144;p30"/>
          <p:cNvSpPr txBox="1">
            <a:spLocks noGrp="1"/>
          </p:cNvSpPr>
          <p:nvPr>
            <p:ph type="subTitle" idx="1"/>
          </p:nvPr>
        </p:nvSpPr>
        <p:spPr>
          <a:xfrm>
            <a:off x="648363" y="3094400"/>
            <a:ext cx="5057700" cy="418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S</a:t>
            </a:r>
            <a:r>
              <a:rPr lang="en" dirty="0"/>
              <a:t>ubmitted to Mr. RAMA KRISHNA K</a:t>
            </a:r>
            <a:endParaRPr dirty="0"/>
          </a:p>
        </p:txBody>
      </p:sp>
      <p:cxnSp>
        <p:nvCxnSpPr>
          <p:cNvPr id="1145" name="Google Shape;1145;p30"/>
          <p:cNvCxnSpPr/>
          <p:nvPr/>
        </p:nvCxnSpPr>
        <p:spPr>
          <a:xfrm>
            <a:off x="765259" y="3073425"/>
            <a:ext cx="5054700" cy="0"/>
          </a:xfrm>
          <a:prstGeom prst="straightConnector1">
            <a:avLst/>
          </a:prstGeom>
          <a:noFill/>
          <a:ln w="9525" cap="flat" cmpd="sng">
            <a:solidFill>
              <a:srgbClr val="261734"/>
            </a:solidFill>
            <a:prstDash val="solid"/>
            <a:round/>
            <a:headEnd type="none" w="med" len="med"/>
            <a:tailEnd type="none" w="med" len="med"/>
          </a:ln>
        </p:spPr>
      </p:cxnSp>
      <p:grpSp>
        <p:nvGrpSpPr>
          <p:cNvPr id="1146" name="Google Shape;1146;p30"/>
          <p:cNvGrpSpPr/>
          <p:nvPr/>
        </p:nvGrpSpPr>
        <p:grpSpPr>
          <a:xfrm>
            <a:off x="6570669" y="966767"/>
            <a:ext cx="1731784" cy="2459366"/>
            <a:chOff x="6679907" y="945892"/>
            <a:chExt cx="1731784" cy="2459366"/>
          </a:xfrm>
        </p:grpSpPr>
        <p:sp>
          <p:nvSpPr>
            <p:cNvPr id="1147" name="Google Shape;1147;p30"/>
            <p:cNvSpPr/>
            <p:nvPr/>
          </p:nvSpPr>
          <p:spPr>
            <a:xfrm>
              <a:off x="7125664" y="1272691"/>
              <a:ext cx="724979" cy="646537"/>
            </a:xfrm>
            <a:custGeom>
              <a:avLst/>
              <a:gdLst/>
              <a:ahLst/>
              <a:cxnLst/>
              <a:rect l="l" t="t" r="r" b="b"/>
              <a:pathLst>
                <a:path w="19917" h="17762" extrusionOk="0">
                  <a:moveTo>
                    <a:pt x="9439" y="432"/>
                  </a:moveTo>
                  <a:cubicBezTo>
                    <a:pt x="11030" y="432"/>
                    <a:pt x="12611" y="681"/>
                    <a:pt x="13980" y="1185"/>
                  </a:cubicBezTo>
                  <a:cubicBezTo>
                    <a:pt x="16198" y="1999"/>
                    <a:pt x="17911" y="3802"/>
                    <a:pt x="18674" y="6136"/>
                  </a:cubicBezTo>
                  <a:cubicBezTo>
                    <a:pt x="19467" y="8551"/>
                    <a:pt x="19143" y="11198"/>
                    <a:pt x="17804" y="13224"/>
                  </a:cubicBezTo>
                  <a:cubicBezTo>
                    <a:pt x="17158" y="14199"/>
                    <a:pt x="16370" y="15018"/>
                    <a:pt x="15470" y="15665"/>
                  </a:cubicBezTo>
                  <a:cubicBezTo>
                    <a:pt x="15547" y="15559"/>
                    <a:pt x="15617" y="15447"/>
                    <a:pt x="15687" y="15337"/>
                  </a:cubicBezTo>
                  <a:cubicBezTo>
                    <a:pt x="17123" y="13089"/>
                    <a:pt x="17450" y="10158"/>
                    <a:pt x="16571" y="7490"/>
                  </a:cubicBezTo>
                  <a:cubicBezTo>
                    <a:pt x="15748" y="5004"/>
                    <a:pt x="13954" y="3074"/>
                    <a:pt x="11655" y="2195"/>
                  </a:cubicBezTo>
                  <a:cubicBezTo>
                    <a:pt x="10259" y="1662"/>
                    <a:pt x="8629" y="1393"/>
                    <a:pt x="6979" y="1393"/>
                  </a:cubicBezTo>
                  <a:cubicBezTo>
                    <a:pt x="5908" y="1393"/>
                    <a:pt x="4828" y="1507"/>
                    <a:pt x="3799" y="1735"/>
                  </a:cubicBezTo>
                  <a:cubicBezTo>
                    <a:pt x="4027" y="1569"/>
                    <a:pt x="4264" y="1423"/>
                    <a:pt x="4517" y="1296"/>
                  </a:cubicBezTo>
                  <a:cubicBezTo>
                    <a:pt x="5998" y="722"/>
                    <a:pt x="7724" y="432"/>
                    <a:pt x="9439" y="432"/>
                  </a:cubicBezTo>
                  <a:close/>
                  <a:moveTo>
                    <a:pt x="6958" y="1821"/>
                  </a:moveTo>
                  <a:cubicBezTo>
                    <a:pt x="8561" y="1821"/>
                    <a:pt x="10146" y="2083"/>
                    <a:pt x="11504" y="2600"/>
                  </a:cubicBezTo>
                  <a:cubicBezTo>
                    <a:pt x="13682" y="3428"/>
                    <a:pt x="15374" y="5262"/>
                    <a:pt x="16162" y="7626"/>
                  </a:cubicBezTo>
                  <a:cubicBezTo>
                    <a:pt x="17002" y="10168"/>
                    <a:pt x="16688" y="12967"/>
                    <a:pt x="15323" y="15104"/>
                  </a:cubicBezTo>
                  <a:cubicBezTo>
                    <a:pt x="15051" y="15533"/>
                    <a:pt x="14743" y="15938"/>
                    <a:pt x="14409" y="16316"/>
                  </a:cubicBezTo>
                  <a:cubicBezTo>
                    <a:pt x="13515" y="16776"/>
                    <a:pt x="12539" y="17095"/>
                    <a:pt x="11509" y="17235"/>
                  </a:cubicBezTo>
                  <a:cubicBezTo>
                    <a:pt x="11071" y="17297"/>
                    <a:pt x="10630" y="17327"/>
                    <a:pt x="10189" y="17327"/>
                  </a:cubicBezTo>
                  <a:cubicBezTo>
                    <a:pt x="7714" y="17327"/>
                    <a:pt x="5220" y="16378"/>
                    <a:pt x="3183" y="14628"/>
                  </a:cubicBezTo>
                  <a:cubicBezTo>
                    <a:pt x="1178" y="12912"/>
                    <a:pt x="450" y="10648"/>
                    <a:pt x="814" y="7299"/>
                  </a:cubicBezTo>
                  <a:cubicBezTo>
                    <a:pt x="996" y="5606"/>
                    <a:pt x="1754" y="3680"/>
                    <a:pt x="3067" y="2357"/>
                  </a:cubicBezTo>
                  <a:cubicBezTo>
                    <a:pt x="3077" y="2357"/>
                    <a:pt x="3092" y="2357"/>
                    <a:pt x="3102" y="2351"/>
                  </a:cubicBezTo>
                  <a:cubicBezTo>
                    <a:pt x="4323" y="1997"/>
                    <a:pt x="5647" y="1821"/>
                    <a:pt x="6958" y="1821"/>
                  </a:cubicBezTo>
                  <a:close/>
                  <a:moveTo>
                    <a:pt x="9443" y="0"/>
                  </a:moveTo>
                  <a:cubicBezTo>
                    <a:pt x="8105" y="0"/>
                    <a:pt x="6760" y="170"/>
                    <a:pt x="5522" y="508"/>
                  </a:cubicBezTo>
                  <a:cubicBezTo>
                    <a:pt x="5497" y="501"/>
                    <a:pt x="5470" y="497"/>
                    <a:pt x="5443" y="497"/>
                  </a:cubicBezTo>
                  <a:cubicBezTo>
                    <a:pt x="5427" y="497"/>
                    <a:pt x="5411" y="499"/>
                    <a:pt x="5396" y="502"/>
                  </a:cubicBezTo>
                  <a:cubicBezTo>
                    <a:pt x="5022" y="599"/>
                    <a:pt x="4674" y="730"/>
                    <a:pt x="4340" y="896"/>
                  </a:cubicBezTo>
                  <a:cubicBezTo>
                    <a:pt x="4264" y="927"/>
                    <a:pt x="4184" y="963"/>
                    <a:pt x="4102" y="993"/>
                  </a:cubicBezTo>
                  <a:cubicBezTo>
                    <a:pt x="4062" y="1013"/>
                    <a:pt x="4027" y="1043"/>
                    <a:pt x="4002" y="1084"/>
                  </a:cubicBezTo>
                  <a:cubicBezTo>
                    <a:pt x="1850" y="2347"/>
                    <a:pt x="626" y="4995"/>
                    <a:pt x="384" y="7253"/>
                  </a:cubicBezTo>
                  <a:cubicBezTo>
                    <a:pt x="0" y="10759"/>
                    <a:pt x="778" y="13133"/>
                    <a:pt x="2900" y="14957"/>
                  </a:cubicBezTo>
                  <a:cubicBezTo>
                    <a:pt x="5017" y="16776"/>
                    <a:pt x="7614" y="17762"/>
                    <a:pt x="10196" y="17762"/>
                  </a:cubicBezTo>
                  <a:cubicBezTo>
                    <a:pt x="10655" y="17762"/>
                    <a:pt x="11115" y="17727"/>
                    <a:pt x="11569" y="17666"/>
                  </a:cubicBezTo>
                  <a:cubicBezTo>
                    <a:pt x="12651" y="17514"/>
                    <a:pt x="13677" y="17181"/>
                    <a:pt x="14616" y="16696"/>
                  </a:cubicBezTo>
                  <a:cubicBezTo>
                    <a:pt x="14621" y="16690"/>
                    <a:pt x="14631" y="16685"/>
                    <a:pt x="14637" y="16680"/>
                  </a:cubicBezTo>
                  <a:cubicBezTo>
                    <a:pt x="16036" y="15948"/>
                    <a:pt x="17244" y="14856"/>
                    <a:pt x="18163" y="13462"/>
                  </a:cubicBezTo>
                  <a:cubicBezTo>
                    <a:pt x="19572" y="11330"/>
                    <a:pt x="19917" y="8541"/>
                    <a:pt x="19082" y="6000"/>
                  </a:cubicBezTo>
                  <a:cubicBezTo>
                    <a:pt x="18280" y="3545"/>
                    <a:pt x="16470" y="1640"/>
                    <a:pt x="14131" y="775"/>
                  </a:cubicBezTo>
                  <a:cubicBezTo>
                    <a:pt x="12719" y="257"/>
                    <a:pt x="11086" y="0"/>
                    <a:pt x="9443"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0"/>
            <p:cNvSpPr/>
            <p:nvPr/>
          </p:nvSpPr>
          <p:spPr>
            <a:xfrm>
              <a:off x="6813758" y="1086400"/>
              <a:ext cx="1233487" cy="2088705"/>
            </a:xfrm>
            <a:custGeom>
              <a:avLst/>
              <a:gdLst/>
              <a:ahLst/>
              <a:cxnLst/>
              <a:rect l="l" t="t" r="r" b="b"/>
              <a:pathLst>
                <a:path w="33887" h="57382" extrusionOk="0">
                  <a:moveTo>
                    <a:pt x="26196" y="26537"/>
                  </a:moveTo>
                  <a:lnTo>
                    <a:pt x="26196" y="26537"/>
                  </a:lnTo>
                  <a:cubicBezTo>
                    <a:pt x="25146" y="27618"/>
                    <a:pt x="23706" y="28346"/>
                    <a:pt x="23150" y="28624"/>
                  </a:cubicBezTo>
                  <a:lnTo>
                    <a:pt x="22999" y="28695"/>
                  </a:lnTo>
                  <a:cubicBezTo>
                    <a:pt x="22983" y="28705"/>
                    <a:pt x="22964" y="28715"/>
                    <a:pt x="22948" y="28719"/>
                  </a:cubicBezTo>
                  <a:cubicBezTo>
                    <a:pt x="22918" y="28447"/>
                    <a:pt x="22887" y="28190"/>
                    <a:pt x="22862" y="27942"/>
                  </a:cubicBezTo>
                  <a:cubicBezTo>
                    <a:pt x="23776" y="27695"/>
                    <a:pt x="24671" y="27350"/>
                    <a:pt x="25515" y="26921"/>
                  </a:cubicBezTo>
                  <a:cubicBezTo>
                    <a:pt x="25737" y="26805"/>
                    <a:pt x="25965" y="26674"/>
                    <a:pt x="26196" y="26537"/>
                  </a:cubicBezTo>
                  <a:close/>
                  <a:moveTo>
                    <a:pt x="7690" y="3635"/>
                  </a:moveTo>
                  <a:cubicBezTo>
                    <a:pt x="7094" y="4165"/>
                    <a:pt x="6564" y="4681"/>
                    <a:pt x="6159" y="5090"/>
                  </a:cubicBezTo>
                  <a:cubicBezTo>
                    <a:pt x="4603" y="6657"/>
                    <a:pt x="3946" y="8460"/>
                    <a:pt x="3391" y="10860"/>
                  </a:cubicBezTo>
                  <a:cubicBezTo>
                    <a:pt x="2577" y="14366"/>
                    <a:pt x="3032" y="18110"/>
                    <a:pt x="4603" y="20889"/>
                  </a:cubicBezTo>
                  <a:cubicBezTo>
                    <a:pt x="6786" y="24743"/>
                    <a:pt x="10519" y="27502"/>
                    <a:pt x="14339" y="28099"/>
                  </a:cubicBezTo>
                  <a:cubicBezTo>
                    <a:pt x="14541" y="28129"/>
                    <a:pt x="14728" y="28154"/>
                    <a:pt x="14910" y="28185"/>
                  </a:cubicBezTo>
                  <a:cubicBezTo>
                    <a:pt x="14707" y="28392"/>
                    <a:pt x="14481" y="28654"/>
                    <a:pt x="14248" y="28927"/>
                  </a:cubicBezTo>
                  <a:cubicBezTo>
                    <a:pt x="14076" y="29124"/>
                    <a:pt x="13900" y="29326"/>
                    <a:pt x="13737" y="29503"/>
                  </a:cubicBezTo>
                  <a:cubicBezTo>
                    <a:pt x="13646" y="29518"/>
                    <a:pt x="13576" y="29589"/>
                    <a:pt x="13566" y="29685"/>
                  </a:cubicBezTo>
                  <a:cubicBezTo>
                    <a:pt x="13551" y="29696"/>
                    <a:pt x="13541" y="29705"/>
                    <a:pt x="13530" y="29720"/>
                  </a:cubicBezTo>
                  <a:cubicBezTo>
                    <a:pt x="13334" y="29689"/>
                    <a:pt x="13131" y="29659"/>
                    <a:pt x="12930" y="29629"/>
                  </a:cubicBezTo>
                  <a:lnTo>
                    <a:pt x="12853" y="29619"/>
                  </a:lnTo>
                  <a:cubicBezTo>
                    <a:pt x="9034" y="29029"/>
                    <a:pt x="4447" y="25734"/>
                    <a:pt x="2400" y="22122"/>
                  </a:cubicBezTo>
                  <a:cubicBezTo>
                    <a:pt x="879" y="19443"/>
                    <a:pt x="445" y="15812"/>
                    <a:pt x="1229" y="12406"/>
                  </a:cubicBezTo>
                  <a:cubicBezTo>
                    <a:pt x="1763" y="10082"/>
                    <a:pt x="2395" y="8339"/>
                    <a:pt x="3890" y="6839"/>
                  </a:cubicBezTo>
                  <a:cubicBezTo>
                    <a:pt x="4496" y="6233"/>
                    <a:pt x="6033" y="4687"/>
                    <a:pt x="7690" y="3635"/>
                  </a:cubicBezTo>
                  <a:close/>
                  <a:moveTo>
                    <a:pt x="15299" y="28402"/>
                  </a:moveTo>
                  <a:cubicBezTo>
                    <a:pt x="15325" y="28998"/>
                    <a:pt x="15349" y="29605"/>
                    <a:pt x="15379" y="30205"/>
                  </a:cubicBezTo>
                  <a:cubicBezTo>
                    <a:pt x="15537" y="33333"/>
                    <a:pt x="15779" y="36617"/>
                    <a:pt x="16113" y="40239"/>
                  </a:cubicBezTo>
                  <a:cubicBezTo>
                    <a:pt x="15652" y="40294"/>
                    <a:pt x="15208" y="40350"/>
                    <a:pt x="14779" y="40406"/>
                  </a:cubicBezTo>
                  <a:cubicBezTo>
                    <a:pt x="14556" y="39420"/>
                    <a:pt x="14481" y="38350"/>
                    <a:pt x="14409" y="37309"/>
                  </a:cubicBezTo>
                  <a:cubicBezTo>
                    <a:pt x="14379" y="36844"/>
                    <a:pt x="14348" y="36358"/>
                    <a:pt x="14304" y="35899"/>
                  </a:cubicBezTo>
                  <a:cubicBezTo>
                    <a:pt x="14253" y="35409"/>
                    <a:pt x="14182" y="34894"/>
                    <a:pt x="14106" y="34348"/>
                  </a:cubicBezTo>
                  <a:cubicBezTo>
                    <a:pt x="13900" y="32893"/>
                    <a:pt x="13672" y="31251"/>
                    <a:pt x="13914" y="29948"/>
                  </a:cubicBezTo>
                  <a:cubicBezTo>
                    <a:pt x="14122" y="29731"/>
                    <a:pt x="14348" y="29468"/>
                    <a:pt x="14572" y="29204"/>
                  </a:cubicBezTo>
                  <a:cubicBezTo>
                    <a:pt x="14829" y="28912"/>
                    <a:pt x="15087" y="28614"/>
                    <a:pt x="15299" y="28402"/>
                  </a:cubicBezTo>
                  <a:close/>
                  <a:moveTo>
                    <a:pt x="29728" y="46084"/>
                  </a:moveTo>
                  <a:cubicBezTo>
                    <a:pt x="29279" y="46767"/>
                    <a:pt x="28915" y="47484"/>
                    <a:pt x="28663" y="48187"/>
                  </a:cubicBezTo>
                  <a:cubicBezTo>
                    <a:pt x="28101" y="48332"/>
                    <a:pt x="27490" y="48423"/>
                    <a:pt x="26893" y="48505"/>
                  </a:cubicBezTo>
                  <a:cubicBezTo>
                    <a:pt x="26196" y="48600"/>
                    <a:pt x="25484" y="48696"/>
                    <a:pt x="24818" y="48904"/>
                  </a:cubicBezTo>
                  <a:cubicBezTo>
                    <a:pt x="24776" y="48242"/>
                    <a:pt x="24731" y="47544"/>
                    <a:pt x="24681" y="46833"/>
                  </a:cubicBezTo>
                  <a:cubicBezTo>
                    <a:pt x="25100" y="46777"/>
                    <a:pt x="25575" y="46742"/>
                    <a:pt x="26075" y="46702"/>
                  </a:cubicBezTo>
                  <a:cubicBezTo>
                    <a:pt x="27318" y="46611"/>
                    <a:pt x="28703" y="46504"/>
                    <a:pt x="29728" y="46084"/>
                  </a:cubicBezTo>
                  <a:close/>
                  <a:moveTo>
                    <a:pt x="10256" y="41745"/>
                  </a:moveTo>
                  <a:cubicBezTo>
                    <a:pt x="10363" y="42290"/>
                    <a:pt x="10444" y="42992"/>
                    <a:pt x="10519" y="43725"/>
                  </a:cubicBezTo>
                  <a:cubicBezTo>
                    <a:pt x="10687" y="45200"/>
                    <a:pt x="10868" y="46853"/>
                    <a:pt x="11358" y="47949"/>
                  </a:cubicBezTo>
                  <a:cubicBezTo>
                    <a:pt x="11105" y="48308"/>
                    <a:pt x="10832" y="48636"/>
                    <a:pt x="10565" y="48955"/>
                  </a:cubicBezTo>
                  <a:cubicBezTo>
                    <a:pt x="10292" y="49278"/>
                    <a:pt x="10014" y="49606"/>
                    <a:pt x="9761" y="49965"/>
                  </a:cubicBezTo>
                  <a:cubicBezTo>
                    <a:pt x="9691" y="49419"/>
                    <a:pt x="9584" y="48817"/>
                    <a:pt x="9474" y="48181"/>
                  </a:cubicBezTo>
                  <a:cubicBezTo>
                    <a:pt x="9225" y="46742"/>
                    <a:pt x="8963" y="45251"/>
                    <a:pt x="9004" y="44074"/>
                  </a:cubicBezTo>
                  <a:cubicBezTo>
                    <a:pt x="9195" y="43468"/>
                    <a:pt x="9468" y="43038"/>
                    <a:pt x="9777" y="42549"/>
                  </a:cubicBezTo>
                  <a:cubicBezTo>
                    <a:pt x="9923" y="42311"/>
                    <a:pt x="10090" y="42048"/>
                    <a:pt x="10256" y="41745"/>
                  </a:cubicBezTo>
                  <a:close/>
                  <a:moveTo>
                    <a:pt x="16386" y="48040"/>
                  </a:moveTo>
                  <a:cubicBezTo>
                    <a:pt x="16365" y="48080"/>
                    <a:pt x="16339" y="48111"/>
                    <a:pt x="16319" y="48151"/>
                  </a:cubicBezTo>
                  <a:cubicBezTo>
                    <a:pt x="16052" y="48600"/>
                    <a:pt x="15779" y="49066"/>
                    <a:pt x="15591" y="49551"/>
                  </a:cubicBezTo>
                  <a:cubicBezTo>
                    <a:pt x="14597" y="49556"/>
                    <a:pt x="13606" y="49717"/>
                    <a:pt x="12646" y="49874"/>
                  </a:cubicBezTo>
                  <a:cubicBezTo>
                    <a:pt x="11832" y="50011"/>
                    <a:pt x="10995" y="50146"/>
                    <a:pt x="10135" y="50193"/>
                  </a:cubicBezTo>
                  <a:cubicBezTo>
                    <a:pt x="10368" y="49864"/>
                    <a:pt x="10626" y="49551"/>
                    <a:pt x="10893" y="49232"/>
                  </a:cubicBezTo>
                  <a:cubicBezTo>
                    <a:pt x="11135" y="48945"/>
                    <a:pt x="11378" y="48651"/>
                    <a:pt x="11615" y="48332"/>
                  </a:cubicBezTo>
                  <a:cubicBezTo>
                    <a:pt x="11636" y="48339"/>
                    <a:pt x="11651" y="48343"/>
                    <a:pt x="11671" y="48343"/>
                  </a:cubicBezTo>
                  <a:lnTo>
                    <a:pt x="11687" y="48343"/>
                  </a:lnTo>
                  <a:cubicBezTo>
                    <a:pt x="12389" y="48343"/>
                    <a:pt x="13131" y="48318"/>
                    <a:pt x="13909" y="48267"/>
                  </a:cubicBezTo>
                  <a:cubicBezTo>
                    <a:pt x="14688" y="48211"/>
                    <a:pt x="15511" y="48141"/>
                    <a:pt x="16386" y="48040"/>
                  </a:cubicBezTo>
                  <a:close/>
                  <a:moveTo>
                    <a:pt x="17971" y="434"/>
                  </a:moveTo>
                  <a:cubicBezTo>
                    <a:pt x="21905" y="434"/>
                    <a:pt x="25106" y="1748"/>
                    <a:pt x="28334" y="4550"/>
                  </a:cubicBezTo>
                  <a:cubicBezTo>
                    <a:pt x="31653" y="7425"/>
                    <a:pt x="33446" y="11542"/>
                    <a:pt x="33133" y="15549"/>
                  </a:cubicBezTo>
                  <a:cubicBezTo>
                    <a:pt x="32805" y="19823"/>
                    <a:pt x="28747" y="24769"/>
                    <a:pt x="25312" y="26537"/>
                  </a:cubicBezTo>
                  <a:cubicBezTo>
                    <a:pt x="24443" y="26982"/>
                    <a:pt x="23524" y="27331"/>
                    <a:pt x="22579" y="27574"/>
                  </a:cubicBezTo>
                  <a:cubicBezTo>
                    <a:pt x="22570" y="27578"/>
                    <a:pt x="22563" y="27583"/>
                    <a:pt x="22559" y="27583"/>
                  </a:cubicBezTo>
                  <a:cubicBezTo>
                    <a:pt x="22544" y="27588"/>
                    <a:pt x="22528" y="27593"/>
                    <a:pt x="22519" y="27604"/>
                  </a:cubicBezTo>
                  <a:cubicBezTo>
                    <a:pt x="22503" y="27609"/>
                    <a:pt x="22498" y="27618"/>
                    <a:pt x="22488" y="27628"/>
                  </a:cubicBezTo>
                  <a:cubicBezTo>
                    <a:pt x="22479" y="27639"/>
                    <a:pt x="22468" y="27649"/>
                    <a:pt x="22458" y="27658"/>
                  </a:cubicBezTo>
                  <a:cubicBezTo>
                    <a:pt x="22453" y="27669"/>
                    <a:pt x="22442" y="27684"/>
                    <a:pt x="22437" y="27695"/>
                  </a:cubicBezTo>
                  <a:cubicBezTo>
                    <a:pt x="22432" y="27709"/>
                    <a:pt x="22428" y="27719"/>
                    <a:pt x="22428" y="27735"/>
                  </a:cubicBezTo>
                  <a:cubicBezTo>
                    <a:pt x="22423" y="27749"/>
                    <a:pt x="22423" y="27760"/>
                    <a:pt x="22423" y="27775"/>
                  </a:cubicBezTo>
                  <a:cubicBezTo>
                    <a:pt x="22423" y="27786"/>
                    <a:pt x="22418" y="27795"/>
                    <a:pt x="22418" y="27800"/>
                  </a:cubicBezTo>
                  <a:cubicBezTo>
                    <a:pt x="22453" y="28199"/>
                    <a:pt x="22498" y="28614"/>
                    <a:pt x="22559" y="29078"/>
                  </a:cubicBezTo>
                  <a:cubicBezTo>
                    <a:pt x="22624" y="29594"/>
                    <a:pt x="22696" y="30114"/>
                    <a:pt x="22771" y="30629"/>
                  </a:cubicBezTo>
                  <a:cubicBezTo>
                    <a:pt x="22933" y="31762"/>
                    <a:pt x="23099" y="32923"/>
                    <a:pt x="23170" y="34080"/>
                  </a:cubicBezTo>
                  <a:cubicBezTo>
                    <a:pt x="23272" y="35793"/>
                    <a:pt x="23412" y="37647"/>
                    <a:pt x="23605" y="39739"/>
                  </a:cubicBezTo>
                  <a:lnTo>
                    <a:pt x="23605" y="39744"/>
                  </a:lnTo>
                  <a:cubicBezTo>
                    <a:pt x="23605" y="39760"/>
                    <a:pt x="23615" y="39774"/>
                    <a:pt x="23620" y="39790"/>
                  </a:cubicBezTo>
                  <a:cubicBezTo>
                    <a:pt x="23620" y="39800"/>
                    <a:pt x="23620" y="39809"/>
                    <a:pt x="23630" y="39820"/>
                  </a:cubicBezTo>
                  <a:cubicBezTo>
                    <a:pt x="23635" y="39835"/>
                    <a:pt x="23650" y="39851"/>
                    <a:pt x="23666" y="39865"/>
                  </a:cubicBezTo>
                  <a:cubicBezTo>
                    <a:pt x="23666" y="39870"/>
                    <a:pt x="23671" y="39875"/>
                    <a:pt x="23675" y="39881"/>
                  </a:cubicBezTo>
                  <a:cubicBezTo>
                    <a:pt x="23691" y="39896"/>
                    <a:pt x="23706" y="39905"/>
                    <a:pt x="23726" y="39916"/>
                  </a:cubicBezTo>
                  <a:cubicBezTo>
                    <a:pt x="23731" y="39916"/>
                    <a:pt x="23736" y="39921"/>
                    <a:pt x="23741" y="39921"/>
                  </a:cubicBezTo>
                  <a:cubicBezTo>
                    <a:pt x="23766" y="39936"/>
                    <a:pt x="23792" y="39936"/>
                    <a:pt x="23822" y="39936"/>
                  </a:cubicBezTo>
                  <a:lnTo>
                    <a:pt x="23837" y="39936"/>
                  </a:lnTo>
                  <a:lnTo>
                    <a:pt x="25079" y="39835"/>
                  </a:lnTo>
                  <a:cubicBezTo>
                    <a:pt x="26606" y="39714"/>
                    <a:pt x="28045" y="39597"/>
                    <a:pt x="29329" y="39481"/>
                  </a:cubicBezTo>
                  <a:cubicBezTo>
                    <a:pt x="29708" y="40815"/>
                    <a:pt x="29834" y="42700"/>
                    <a:pt x="29936" y="44230"/>
                  </a:cubicBezTo>
                  <a:cubicBezTo>
                    <a:pt x="29966" y="44664"/>
                    <a:pt x="29990" y="45074"/>
                    <a:pt x="30021" y="45453"/>
                  </a:cubicBezTo>
                  <a:cubicBezTo>
                    <a:pt x="29071" y="46044"/>
                    <a:pt x="27465" y="46166"/>
                    <a:pt x="26040" y="46271"/>
                  </a:cubicBezTo>
                  <a:cubicBezTo>
                    <a:pt x="25474" y="46312"/>
                    <a:pt x="24939" y="46357"/>
                    <a:pt x="24473" y="46423"/>
                  </a:cubicBezTo>
                  <a:lnTo>
                    <a:pt x="24423" y="46429"/>
                  </a:lnTo>
                  <a:cubicBezTo>
                    <a:pt x="24413" y="46429"/>
                    <a:pt x="24403" y="46434"/>
                    <a:pt x="24388" y="46438"/>
                  </a:cubicBezTo>
                  <a:cubicBezTo>
                    <a:pt x="24373" y="46443"/>
                    <a:pt x="24358" y="46443"/>
                    <a:pt x="24347" y="46453"/>
                  </a:cubicBezTo>
                  <a:cubicBezTo>
                    <a:pt x="24337" y="46464"/>
                    <a:pt x="24328" y="46469"/>
                    <a:pt x="24317" y="46478"/>
                  </a:cubicBezTo>
                  <a:cubicBezTo>
                    <a:pt x="24307" y="46489"/>
                    <a:pt x="24291" y="46494"/>
                    <a:pt x="24286" y="46509"/>
                  </a:cubicBezTo>
                  <a:cubicBezTo>
                    <a:pt x="24277" y="46520"/>
                    <a:pt x="24272" y="46529"/>
                    <a:pt x="24267" y="46539"/>
                  </a:cubicBezTo>
                  <a:cubicBezTo>
                    <a:pt x="24256" y="46555"/>
                    <a:pt x="24251" y="46565"/>
                    <a:pt x="24246" y="46580"/>
                  </a:cubicBezTo>
                  <a:cubicBezTo>
                    <a:pt x="24242" y="46590"/>
                    <a:pt x="24242" y="46605"/>
                    <a:pt x="24242" y="46620"/>
                  </a:cubicBezTo>
                  <a:cubicBezTo>
                    <a:pt x="24242" y="46635"/>
                    <a:pt x="24237" y="46646"/>
                    <a:pt x="24237" y="46656"/>
                  </a:cubicBezTo>
                  <a:cubicBezTo>
                    <a:pt x="24388" y="48817"/>
                    <a:pt x="24554" y="51697"/>
                    <a:pt x="24564" y="53456"/>
                  </a:cubicBezTo>
                  <a:cubicBezTo>
                    <a:pt x="23680" y="53553"/>
                    <a:pt x="22782" y="53709"/>
                    <a:pt x="21912" y="53861"/>
                  </a:cubicBezTo>
                  <a:cubicBezTo>
                    <a:pt x="20660" y="54082"/>
                    <a:pt x="19366" y="54310"/>
                    <a:pt x="18062" y="54376"/>
                  </a:cubicBezTo>
                  <a:cubicBezTo>
                    <a:pt x="17936" y="53103"/>
                    <a:pt x="17724" y="51294"/>
                    <a:pt x="17522" y="49551"/>
                  </a:cubicBezTo>
                  <a:cubicBezTo>
                    <a:pt x="17446" y="48919"/>
                    <a:pt x="17375" y="48297"/>
                    <a:pt x="17309" y="47716"/>
                  </a:cubicBezTo>
                  <a:lnTo>
                    <a:pt x="17309" y="47712"/>
                  </a:lnTo>
                  <a:cubicBezTo>
                    <a:pt x="17309" y="47702"/>
                    <a:pt x="17300" y="47691"/>
                    <a:pt x="17300" y="47681"/>
                  </a:cubicBezTo>
                  <a:cubicBezTo>
                    <a:pt x="17295" y="47666"/>
                    <a:pt x="17289" y="47646"/>
                    <a:pt x="17284" y="47630"/>
                  </a:cubicBezTo>
                  <a:cubicBezTo>
                    <a:pt x="17279" y="47626"/>
                    <a:pt x="17269" y="47621"/>
                    <a:pt x="17269" y="47616"/>
                  </a:cubicBezTo>
                  <a:cubicBezTo>
                    <a:pt x="17254" y="47600"/>
                    <a:pt x="17244" y="47581"/>
                    <a:pt x="17223" y="47570"/>
                  </a:cubicBezTo>
                  <a:cubicBezTo>
                    <a:pt x="17223" y="47565"/>
                    <a:pt x="17214" y="47565"/>
                    <a:pt x="17209" y="47560"/>
                  </a:cubicBezTo>
                  <a:cubicBezTo>
                    <a:pt x="17193" y="47550"/>
                    <a:pt x="17174" y="47539"/>
                    <a:pt x="17153" y="47530"/>
                  </a:cubicBezTo>
                  <a:lnTo>
                    <a:pt x="17113" y="47530"/>
                  </a:lnTo>
                  <a:cubicBezTo>
                    <a:pt x="17097" y="47530"/>
                    <a:pt x="17088" y="47525"/>
                    <a:pt x="17072" y="47525"/>
                  </a:cubicBezTo>
                  <a:lnTo>
                    <a:pt x="17067" y="47525"/>
                  </a:lnTo>
                  <a:cubicBezTo>
                    <a:pt x="16966" y="47539"/>
                    <a:pt x="16864" y="47550"/>
                    <a:pt x="16764" y="47560"/>
                  </a:cubicBezTo>
                  <a:cubicBezTo>
                    <a:pt x="14940" y="47782"/>
                    <a:pt x="13343" y="47898"/>
                    <a:pt x="11893" y="47914"/>
                  </a:cubicBezTo>
                  <a:cubicBezTo>
                    <a:pt x="11914" y="47823"/>
                    <a:pt x="11883" y="47726"/>
                    <a:pt x="11802" y="47676"/>
                  </a:cubicBezTo>
                  <a:cubicBezTo>
                    <a:pt x="11772" y="47656"/>
                    <a:pt x="11737" y="47646"/>
                    <a:pt x="11697" y="47646"/>
                  </a:cubicBezTo>
                  <a:cubicBezTo>
                    <a:pt x="11277" y="46611"/>
                    <a:pt x="11105" y="45065"/>
                    <a:pt x="10953" y="43680"/>
                  </a:cubicBezTo>
                  <a:cubicBezTo>
                    <a:pt x="10862" y="42871"/>
                    <a:pt x="10777" y="42108"/>
                    <a:pt x="10650" y="41528"/>
                  </a:cubicBezTo>
                  <a:cubicBezTo>
                    <a:pt x="12202" y="41199"/>
                    <a:pt x="14071" y="40912"/>
                    <a:pt x="16370" y="40644"/>
                  </a:cubicBezTo>
                  <a:cubicBezTo>
                    <a:pt x="16379" y="40644"/>
                    <a:pt x="16395" y="40633"/>
                    <a:pt x="16405" y="40633"/>
                  </a:cubicBezTo>
                  <a:cubicBezTo>
                    <a:pt x="16421" y="40628"/>
                    <a:pt x="16435" y="40628"/>
                    <a:pt x="16446" y="40618"/>
                  </a:cubicBezTo>
                  <a:cubicBezTo>
                    <a:pt x="16461" y="40613"/>
                    <a:pt x="16466" y="40602"/>
                    <a:pt x="16481" y="40593"/>
                  </a:cubicBezTo>
                  <a:cubicBezTo>
                    <a:pt x="16491" y="40583"/>
                    <a:pt x="16501" y="40578"/>
                    <a:pt x="16512" y="40567"/>
                  </a:cubicBezTo>
                  <a:cubicBezTo>
                    <a:pt x="16521" y="40558"/>
                    <a:pt x="16526" y="40542"/>
                    <a:pt x="16531" y="40527"/>
                  </a:cubicBezTo>
                  <a:cubicBezTo>
                    <a:pt x="16537" y="40518"/>
                    <a:pt x="16547" y="40507"/>
                    <a:pt x="16547" y="40492"/>
                  </a:cubicBezTo>
                  <a:cubicBezTo>
                    <a:pt x="16552" y="40481"/>
                    <a:pt x="16552" y="40467"/>
                    <a:pt x="16556" y="40451"/>
                  </a:cubicBezTo>
                  <a:lnTo>
                    <a:pt x="16556" y="40411"/>
                  </a:lnTo>
                  <a:cubicBezTo>
                    <a:pt x="16213" y="36713"/>
                    <a:pt x="15971" y="33363"/>
                    <a:pt x="15814" y="30185"/>
                  </a:cubicBezTo>
                  <a:cubicBezTo>
                    <a:pt x="15773" y="29463"/>
                    <a:pt x="15743" y="28750"/>
                    <a:pt x="15713" y="28033"/>
                  </a:cubicBezTo>
                  <a:cubicBezTo>
                    <a:pt x="15713" y="28022"/>
                    <a:pt x="15708" y="28017"/>
                    <a:pt x="15708" y="28008"/>
                  </a:cubicBezTo>
                  <a:cubicBezTo>
                    <a:pt x="15708" y="27992"/>
                    <a:pt x="15703" y="27977"/>
                    <a:pt x="15698" y="27968"/>
                  </a:cubicBezTo>
                  <a:cubicBezTo>
                    <a:pt x="15693" y="27952"/>
                    <a:pt x="15688" y="27942"/>
                    <a:pt x="15677" y="27926"/>
                  </a:cubicBezTo>
                  <a:cubicBezTo>
                    <a:pt x="15673" y="27917"/>
                    <a:pt x="15668" y="27907"/>
                    <a:pt x="15658" y="27901"/>
                  </a:cubicBezTo>
                  <a:cubicBezTo>
                    <a:pt x="15647" y="27886"/>
                    <a:pt x="15633" y="27877"/>
                    <a:pt x="15617" y="27866"/>
                  </a:cubicBezTo>
                  <a:cubicBezTo>
                    <a:pt x="15612" y="27861"/>
                    <a:pt x="15607" y="27856"/>
                    <a:pt x="15597" y="27851"/>
                  </a:cubicBezTo>
                  <a:cubicBezTo>
                    <a:pt x="15577" y="27846"/>
                    <a:pt x="15561" y="27835"/>
                    <a:pt x="15546" y="27835"/>
                  </a:cubicBezTo>
                  <a:cubicBezTo>
                    <a:pt x="15537" y="27831"/>
                    <a:pt x="15531" y="27831"/>
                    <a:pt x="15526" y="27831"/>
                  </a:cubicBezTo>
                  <a:cubicBezTo>
                    <a:pt x="15188" y="27786"/>
                    <a:pt x="14819" y="27735"/>
                    <a:pt x="14404" y="27669"/>
                  </a:cubicBezTo>
                  <a:cubicBezTo>
                    <a:pt x="10711" y="27098"/>
                    <a:pt x="7099" y="24421"/>
                    <a:pt x="4977" y="20677"/>
                  </a:cubicBezTo>
                  <a:cubicBezTo>
                    <a:pt x="3461" y="17994"/>
                    <a:pt x="3022" y="14362"/>
                    <a:pt x="3810" y="10962"/>
                  </a:cubicBezTo>
                  <a:cubicBezTo>
                    <a:pt x="4345" y="8632"/>
                    <a:pt x="4977" y="6889"/>
                    <a:pt x="6467" y="5393"/>
                  </a:cubicBezTo>
                  <a:cubicBezTo>
                    <a:pt x="7170" y="4687"/>
                    <a:pt x="8241" y="3645"/>
                    <a:pt x="9423" y="2766"/>
                  </a:cubicBezTo>
                  <a:cubicBezTo>
                    <a:pt x="10554" y="1928"/>
                    <a:pt x="11651" y="1407"/>
                    <a:pt x="13207" y="977"/>
                  </a:cubicBezTo>
                  <a:cubicBezTo>
                    <a:pt x="14925" y="618"/>
                    <a:pt x="16499" y="434"/>
                    <a:pt x="17971" y="434"/>
                  </a:cubicBezTo>
                  <a:close/>
                  <a:moveTo>
                    <a:pt x="16906" y="47999"/>
                  </a:moveTo>
                  <a:cubicBezTo>
                    <a:pt x="16966" y="48514"/>
                    <a:pt x="17032" y="49055"/>
                    <a:pt x="17092" y="49601"/>
                  </a:cubicBezTo>
                  <a:cubicBezTo>
                    <a:pt x="17300" y="51394"/>
                    <a:pt x="17517" y="53243"/>
                    <a:pt x="17643" y="54523"/>
                  </a:cubicBezTo>
                  <a:cubicBezTo>
                    <a:pt x="17305" y="55017"/>
                    <a:pt x="16971" y="55624"/>
                    <a:pt x="16713" y="56209"/>
                  </a:cubicBezTo>
                  <a:cubicBezTo>
                    <a:pt x="16612" y="55274"/>
                    <a:pt x="16461" y="54229"/>
                    <a:pt x="16314" y="53208"/>
                  </a:cubicBezTo>
                  <a:cubicBezTo>
                    <a:pt x="16143" y="52031"/>
                    <a:pt x="15981" y="50920"/>
                    <a:pt x="15900" y="49985"/>
                  </a:cubicBezTo>
                  <a:cubicBezTo>
                    <a:pt x="16062" y="49440"/>
                    <a:pt x="16379" y="48894"/>
                    <a:pt x="16693" y="48374"/>
                  </a:cubicBezTo>
                  <a:cubicBezTo>
                    <a:pt x="16764" y="48248"/>
                    <a:pt x="16834" y="48120"/>
                    <a:pt x="16906" y="47999"/>
                  </a:cubicBezTo>
                  <a:close/>
                  <a:moveTo>
                    <a:pt x="24554" y="53891"/>
                  </a:moveTo>
                  <a:lnTo>
                    <a:pt x="24554" y="53891"/>
                  </a:lnTo>
                  <a:cubicBezTo>
                    <a:pt x="24428" y="54173"/>
                    <a:pt x="24312" y="54456"/>
                    <a:pt x="24200" y="54735"/>
                  </a:cubicBezTo>
                  <a:cubicBezTo>
                    <a:pt x="24025" y="55183"/>
                    <a:pt x="23837" y="55649"/>
                    <a:pt x="23605" y="56073"/>
                  </a:cubicBezTo>
                  <a:cubicBezTo>
                    <a:pt x="20432" y="56573"/>
                    <a:pt x="17804" y="56851"/>
                    <a:pt x="16885" y="56927"/>
                  </a:cubicBezTo>
                  <a:cubicBezTo>
                    <a:pt x="17137" y="56240"/>
                    <a:pt x="17552" y="55432"/>
                    <a:pt x="17967" y="54815"/>
                  </a:cubicBezTo>
                  <a:cubicBezTo>
                    <a:pt x="19340" y="54754"/>
                    <a:pt x="20684" y="54516"/>
                    <a:pt x="21983" y="54290"/>
                  </a:cubicBezTo>
                  <a:cubicBezTo>
                    <a:pt x="22867" y="54133"/>
                    <a:pt x="23706" y="53987"/>
                    <a:pt x="24554" y="53891"/>
                  </a:cubicBezTo>
                  <a:close/>
                  <a:moveTo>
                    <a:pt x="17986" y="0"/>
                  </a:moveTo>
                  <a:cubicBezTo>
                    <a:pt x="16480" y="0"/>
                    <a:pt x="14871" y="188"/>
                    <a:pt x="13116" y="553"/>
                  </a:cubicBezTo>
                  <a:cubicBezTo>
                    <a:pt x="13112" y="553"/>
                    <a:pt x="13112" y="558"/>
                    <a:pt x="13106" y="558"/>
                  </a:cubicBezTo>
                  <a:lnTo>
                    <a:pt x="13101" y="558"/>
                  </a:lnTo>
                  <a:cubicBezTo>
                    <a:pt x="11499" y="1003"/>
                    <a:pt x="10363" y="1539"/>
                    <a:pt x="9190" y="2402"/>
                  </a:cubicBezTo>
                  <a:cubicBezTo>
                    <a:pt x="7140" y="3115"/>
                    <a:pt x="5012" y="5100"/>
                    <a:pt x="3582" y="6536"/>
                  </a:cubicBezTo>
                  <a:cubicBezTo>
                    <a:pt x="2017" y="8106"/>
                    <a:pt x="1360" y="9910"/>
                    <a:pt x="809" y="12310"/>
                  </a:cubicBezTo>
                  <a:cubicBezTo>
                    <a:pt x="0" y="15817"/>
                    <a:pt x="455" y="19565"/>
                    <a:pt x="2026" y="22334"/>
                  </a:cubicBezTo>
                  <a:cubicBezTo>
                    <a:pt x="4128" y="26047"/>
                    <a:pt x="8852" y="29432"/>
                    <a:pt x="12788" y="30044"/>
                  </a:cubicBezTo>
                  <a:lnTo>
                    <a:pt x="12863" y="30053"/>
                  </a:lnTo>
                  <a:cubicBezTo>
                    <a:pt x="13061" y="30084"/>
                    <a:pt x="13257" y="30114"/>
                    <a:pt x="13450" y="30144"/>
                  </a:cubicBezTo>
                  <a:cubicBezTo>
                    <a:pt x="13268" y="31463"/>
                    <a:pt x="13480" y="33019"/>
                    <a:pt x="13677" y="34409"/>
                  </a:cubicBezTo>
                  <a:cubicBezTo>
                    <a:pt x="13753" y="34950"/>
                    <a:pt x="13823" y="35460"/>
                    <a:pt x="13874" y="35940"/>
                  </a:cubicBezTo>
                  <a:cubicBezTo>
                    <a:pt x="13914" y="36400"/>
                    <a:pt x="13949" y="36874"/>
                    <a:pt x="13980" y="37339"/>
                  </a:cubicBezTo>
                  <a:cubicBezTo>
                    <a:pt x="14051" y="38380"/>
                    <a:pt x="14127" y="39457"/>
                    <a:pt x="14348" y="40467"/>
                  </a:cubicBezTo>
                  <a:cubicBezTo>
                    <a:pt x="12833" y="40674"/>
                    <a:pt x="11520" y="40896"/>
                    <a:pt x="10388" y="41138"/>
                  </a:cubicBezTo>
                  <a:cubicBezTo>
                    <a:pt x="10342" y="41148"/>
                    <a:pt x="10302" y="41178"/>
                    <a:pt x="10272" y="41215"/>
                  </a:cubicBezTo>
                  <a:cubicBezTo>
                    <a:pt x="10246" y="41204"/>
                    <a:pt x="10218" y="41199"/>
                    <a:pt x="10191" y="41199"/>
                  </a:cubicBezTo>
                  <a:cubicBezTo>
                    <a:pt x="10114" y="41199"/>
                    <a:pt x="10040" y="41240"/>
                    <a:pt x="9999" y="41311"/>
                  </a:cubicBezTo>
                  <a:cubicBezTo>
                    <a:pt x="9797" y="41700"/>
                    <a:pt x="9600" y="42013"/>
                    <a:pt x="9407" y="42321"/>
                  </a:cubicBezTo>
                  <a:cubicBezTo>
                    <a:pt x="9050" y="42887"/>
                    <a:pt x="8740" y="43382"/>
                    <a:pt x="8528" y="44160"/>
                  </a:cubicBezTo>
                  <a:cubicBezTo>
                    <a:pt x="8509" y="44230"/>
                    <a:pt x="8528" y="44296"/>
                    <a:pt x="8569" y="44347"/>
                  </a:cubicBezTo>
                  <a:cubicBezTo>
                    <a:pt x="8574" y="45513"/>
                    <a:pt x="8812" y="46908"/>
                    <a:pt x="9050" y="48257"/>
                  </a:cubicBezTo>
                  <a:cubicBezTo>
                    <a:pt x="9185" y="49030"/>
                    <a:pt x="9311" y="49763"/>
                    <a:pt x="9383" y="50389"/>
                  </a:cubicBezTo>
                  <a:cubicBezTo>
                    <a:pt x="9383" y="50389"/>
                    <a:pt x="9383" y="50394"/>
                    <a:pt x="9388" y="50400"/>
                  </a:cubicBezTo>
                  <a:cubicBezTo>
                    <a:pt x="9383" y="50410"/>
                    <a:pt x="9383" y="50414"/>
                    <a:pt x="9383" y="50424"/>
                  </a:cubicBezTo>
                  <a:cubicBezTo>
                    <a:pt x="9383" y="50485"/>
                    <a:pt x="9407" y="50541"/>
                    <a:pt x="9449" y="50576"/>
                  </a:cubicBezTo>
                  <a:cubicBezTo>
                    <a:pt x="9458" y="50631"/>
                    <a:pt x="9493" y="50678"/>
                    <a:pt x="9544" y="50713"/>
                  </a:cubicBezTo>
                  <a:cubicBezTo>
                    <a:pt x="9579" y="50733"/>
                    <a:pt x="9619" y="50743"/>
                    <a:pt x="9656" y="50743"/>
                  </a:cubicBezTo>
                  <a:cubicBezTo>
                    <a:pt x="9731" y="50743"/>
                    <a:pt x="9801" y="50703"/>
                    <a:pt x="9843" y="50636"/>
                  </a:cubicBezTo>
                  <a:lnTo>
                    <a:pt x="9843" y="50631"/>
                  </a:lnTo>
                  <a:cubicBezTo>
                    <a:pt x="10838" y="50612"/>
                    <a:pt x="11792" y="50454"/>
                    <a:pt x="12718" y="50303"/>
                  </a:cubicBezTo>
                  <a:cubicBezTo>
                    <a:pt x="13662" y="50146"/>
                    <a:pt x="14556" y="50000"/>
                    <a:pt x="15470" y="49985"/>
                  </a:cubicBezTo>
                  <a:lnTo>
                    <a:pt x="15470" y="50025"/>
                  </a:lnTo>
                  <a:cubicBezTo>
                    <a:pt x="15556" y="50970"/>
                    <a:pt x="15719" y="52087"/>
                    <a:pt x="15890" y="53269"/>
                  </a:cubicBezTo>
                  <a:cubicBezTo>
                    <a:pt x="16087" y="54644"/>
                    <a:pt x="16289" y="56069"/>
                    <a:pt x="16365" y="57179"/>
                  </a:cubicBezTo>
                  <a:lnTo>
                    <a:pt x="16365" y="57184"/>
                  </a:lnTo>
                  <a:cubicBezTo>
                    <a:pt x="16365" y="57200"/>
                    <a:pt x="16370" y="57210"/>
                    <a:pt x="16375" y="57225"/>
                  </a:cubicBezTo>
                  <a:cubicBezTo>
                    <a:pt x="16379" y="57240"/>
                    <a:pt x="16379" y="57251"/>
                    <a:pt x="16390" y="57265"/>
                  </a:cubicBezTo>
                  <a:cubicBezTo>
                    <a:pt x="16395" y="57275"/>
                    <a:pt x="16400" y="57281"/>
                    <a:pt x="16410" y="57291"/>
                  </a:cubicBezTo>
                  <a:cubicBezTo>
                    <a:pt x="16416" y="57305"/>
                    <a:pt x="16426" y="57321"/>
                    <a:pt x="16435" y="57331"/>
                  </a:cubicBezTo>
                  <a:cubicBezTo>
                    <a:pt x="16446" y="57336"/>
                    <a:pt x="16456" y="57342"/>
                    <a:pt x="16466" y="57347"/>
                  </a:cubicBezTo>
                  <a:cubicBezTo>
                    <a:pt x="16481" y="57356"/>
                    <a:pt x="16491" y="57366"/>
                    <a:pt x="16512" y="57372"/>
                  </a:cubicBezTo>
                  <a:lnTo>
                    <a:pt x="16516" y="57377"/>
                  </a:lnTo>
                  <a:cubicBezTo>
                    <a:pt x="16537" y="57382"/>
                    <a:pt x="16556" y="57382"/>
                    <a:pt x="16582" y="57382"/>
                  </a:cubicBezTo>
                  <a:lnTo>
                    <a:pt x="16587" y="57382"/>
                  </a:lnTo>
                  <a:cubicBezTo>
                    <a:pt x="16955" y="57366"/>
                    <a:pt x="19993" y="57083"/>
                    <a:pt x="23761" y="56487"/>
                  </a:cubicBezTo>
                  <a:cubicBezTo>
                    <a:pt x="23797" y="56482"/>
                    <a:pt x="23827" y="56472"/>
                    <a:pt x="23857" y="56452"/>
                  </a:cubicBezTo>
                  <a:lnTo>
                    <a:pt x="23862" y="56447"/>
                  </a:lnTo>
                  <a:cubicBezTo>
                    <a:pt x="23883" y="56437"/>
                    <a:pt x="23897" y="56421"/>
                    <a:pt x="23908" y="56407"/>
                  </a:cubicBezTo>
                  <a:cubicBezTo>
                    <a:pt x="23913" y="56402"/>
                    <a:pt x="23918" y="56391"/>
                    <a:pt x="23923" y="56386"/>
                  </a:cubicBezTo>
                  <a:cubicBezTo>
                    <a:pt x="23928" y="56386"/>
                    <a:pt x="23928" y="56381"/>
                    <a:pt x="23928" y="56381"/>
                  </a:cubicBezTo>
                  <a:cubicBezTo>
                    <a:pt x="24200" y="55906"/>
                    <a:pt x="24403" y="55391"/>
                    <a:pt x="24601" y="54891"/>
                  </a:cubicBezTo>
                  <a:cubicBezTo>
                    <a:pt x="24746" y="54532"/>
                    <a:pt x="24893" y="54153"/>
                    <a:pt x="25070" y="53800"/>
                  </a:cubicBezTo>
                  <a:cubicBezTo>
                    <a:pt x="25116" y="53704"/>
                    <a:pt x="25086" y="53593"/>
                    <a:pt x="24999" y="53537"/>
                  </a:cubicBezTo>
                  <a:cubicBezTo>
                    <a:pt x="24999" y="52536"/>
                    <a:pt x="24939" y="51061"/>
                    <a:pt x="24843" y="49349"/>
                  </a:cubicBezTo>
                  <a:cubicBezTo>
                    <a:pt x="25499" y="49132"/>
                    <a:pt x="26242" y="49030"/>
                    <a:pt x="26954" y="48929"/>
                  </a:cubicBezTo>
                  <a:cubicBezTo>
                    <a:pt x="27560" y="48848"/>
                    <a:pt x="28182" y="48763"/>
                    <a:pt x="28768" y="48600"/>
                  </a:cubicBezTo>
                  <a:cubicBezTo>
                    <a:pt x="28784" y="48605"/>
                    <a:pt x="28798" y="48611"/>
                    <a:pt x="28814" y="48611"/>
                  </a:cubicBezTo>
                  <a:cubicBezTo>
                    <a:pt x="28869" y="48611"/>
                    <a:pt x="28920" y="48586"/>
                    <a:pt x="28960" y="48551"/>
                  </a:cubicBezTo>
                  <a:cubicBezTo>
                    <a:pt x="28971" y="48545"/>
                    <a:pt x="28985" y="48545"/>
                    <a:pt x="29001" y="48540"/>
                  </a:cubicBezTo>
                  <a:cubicBezTo>
                    <a:pt x="29111" y="48505"/>
                    <a:pt x="29178" y="48383"/>
                    <a:pt x="29142" y="48267"/>
                  </a:cubicBezTo>
                  <a:cubicBezTo>
                    <a:pt x="29137" y="48252"/>
                    <a:pt x="29122" y="48232"/>
                    <a:pt x="29111" y="48217"/>
                  </a:cubicBezTo>
                  <a:cubicBezTo>
                    <a:pt x="29414" y="47413"/>
                    <a:pt x="29864" y="46600"/>
                    <a:pt x="30421" y="45837"/>
                  </a:cubicBezTo>
                  <a:cubicBezTo>
                    <a:pt x="30466" y="45776"/>
                    <a:pt x="30470" y="45706"/>
                    <a:pt x="30445" y="45641"/>
                  </a:cubicBezTo>
                  <a:cubicBezTo>
                    <a:pt x="30451" y="45630"/>
                    <a:pt x="30451" y="45625"/>
                    <a:pt x="30456" y="45620"/>
                  </a:cubicBezTo>
                  <a:cubicBezTo>
                    <a:pt x="30461" y="45599"/>
                    <a:pt x="30461" y="45585"/>
                    <a:pt x="30461" y="45559"/>
                  </a:cubicBezTo>
                  <a:lnTo>
                    <a:pt x="30461" y="45544"/>
                  </a:lnTo>
                  <a:cubicBezTo>
                    <a:pt x="30426" y="45140"/>
                    <a:pt x="30395" y="44685"/>
                    <a:pt x="30365" y="44200"/>
                  </a:cubicBezTo>
                  <a:cubicBezTo>
                    <a:pt x="30258" y="42563"/>
                    <a:pt x="30122" y="40527"/>
                    <a:pt x="29677" y="39138"/>
                  </a:cubicBezTo>
                  <a:cubicBezTo>
                    <a:pt x="29649" y="39044"/>
                    <a:pt x="29564" y="38986"/>
                    <a:pt x="29471" y="38986"/>
                  </a:cubicBezTo>
                  <a:cubicBezTo>
                    <a:pt x="29449" y="38986"/>
                    <a:pt x="29427" y="38989"/>
                    <a:pt x="29405" y="38996"/>
                  </a:cubicBezTo>
                  <a:cubicBezTo>
                    <a:pt x="29374" y="39007"/>
                    <a:pt x="29344" y="39026"/>
                    <a:pt x="29323" y="39047"/>
                  </a:cubicBezTo>
                  <a:cubicBezTo>
                    <a:pt x="28036" y="39168"/>
                    <a:pt x="26585" y="39284"/>
                    <a:pt x="25044" y="39406"/>
                  </a:cubicBezTo>
                  <a:lnTo>
                    <a:pt x="24019" y="39492"/>
                  </a:lnTo>
                  <a:cubicBezTo>
                    <a:pt x="23837" y="37491"/>
                    <a:pt x="23701" y="35707"/>
                    <a:pt x="23600" y="34055"/>
                  </a:cubicBezTo>
                  <a:cubicBezTo>
                    <a:pt x="23529" y="32883"/>
                    <a:pt x="23363" y="31706"/>
                    <a:pt x="23200" y="30569"/>
                  </a:cubicBezTo>
                  <a:cubicBezTo>
                    <a:pt x="23130" y="30104"/>
                    <a:pt x="23069" y="29640"/>
                    <a:pt x="23008" y="29174"/>
                  </a:cubicBezTo>
                  <a:cubicBezTo>
                    <a:pt x="23069" y="29144"/>
                    <a:pt x="23135" y="29113"/>
                    <a:pt x="23200" y="29078"/>
                  </a:cubicBezTo>
                  <a:lnTo>
                    <a:pt x="23342" y="29008"/>
                  </a:lnTo>
                  <a:cubicBezTo>
                    <a:pt x="24079" y="28639"/>
                    <a:pt x="26338" y="27507"/>
                    <a:pt x="27334" y="25755"/>
                  </a:cubicBezTo>
                  <a:lnTo>
                    <a:pt x="27334" y="25749"/>
                  </a:lnTo>
                  <a:cubicBezTo>
                    <a:pt x="30380" y="23414"/>
                    <a:pt x="33275" y="19322"/>
                    <a:pt x="33567" y="15584"/>
                  </a:cubicBezTo>
                  <a:cubicBezTo>
                    <a:pt x="33886" y="11436"/>
                    <a:pt x="32037" y="7192"/>
                    <a:pt x="28616" y="4221"/>
                  </a:cubicBezTo>
                  <a:cubicBezTo>
                    <a:pt x="25299" y="1345"/>
                    <a:pt x="22016" y="0"/>
                    <a:pt x="17986"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30"/>
            <p:cNvSpPr/>
            <p:nvPr/>
          </p:nvSpPr>
          <p:spPr>
            <a:xfrm>
              <a:off x="7645882" y="2052290"/>
              <a:ext cx="121430" cy="79498"/>
            </a:xfrm>
            <a:custGeom>
              <a:avLst/>
              <a:gdLst/>
              <a:ahLst/>
              <a:cxnLst/>
              <a:rect l="l" t="t" r="r" b="b"/>
              <a:pathLst>
                <a:path w="3336" h="2184" extrusionOk="0">
                  <a:moveTo>
                    <a:pt x="3335" y="1"/>
                  </a:moveTo>
                  <a:lnTo>
                    <a:pt x="3335" y="1"/>
                  </a:lnTo>
                  <a:cubicBezTo>
                    <a:pt x="3104" y="138"/>
                    <a:pt x="2876" y="269"/>
                    <a:pt x="2654" y="385"/>
                  </a:cubicBezTo>
                  <a:cubicBezTo>
                    <a:pt x="1810" y="814"/>
                    <a:pt x="915" y="1159"/>
                    <a:pt x="1" y="1406"/>
                  </a:cubicBezTo>
                  <a:cubicBezTo>
                    <a:pt x="26" y="1654"/>
                    <a:pt x="57" y="1911"/>
                    <a:pt x="87" y="2183"/>
                  </a:cubicBezTo>
                  <a:cubicBezTo>
                    <a:pt x="103" y="2179"/>
                    <a:pt x="122" y="2169"/>
                    <a:pt x="138" y="2159"/>
                  </a:cubicBezTo>
                  <a:lnTo>
                    <a:pt x="289" y="2088"/>
                  </a:lnTo>
                  <a:cubicBezTo>
                    <a:pt x="845" y="1810"/>
                    <a:pt x="2285" y="1082"/>
                    <a:pt x="3335"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30"/>
            <p:cNvSpPr/>
            <p:nvPr/>
          </p:nvSpPr>
          <p:spPr>
            <a:xfrm>
              <a:off x="6829956" y="1218711"/>
              <a:ext cx="526526" cy="949494"/>
            </a:xfrm>
            <a:custGeom>
              <a:avLst/>
              <a:gdLst/>
              <a:ahLst/>
              <a:cxnLst/>
              <a:rect l="l" t="t" r="r" b="b"/>
              <a:pathLst>
                <a:path w="14465" h="26085" extrusionOk="0">
                  <a:moveTo>
                    <a:pt x="7245" y="0"/>
                  </a:moveTo>
                  <a:lnTo>
                    <a:pt x="7245" y="0"/>
                  </a:lnTo>
                  <a:cubicBezTo>
                    <a:pt x="5588" y="1052"/>
                    <a:pt x="4051" y="2598"/>
                    <a:pt x="3445" y="3204"/>
                  </a:cubicBezTo>
                  <a:cubicBezTo>
                    <a:pt x="1950" y="4704"/>
                    <a:pt x="1318" y="6447"/>
                    <a:pt x="784" y="8771"/>
                  </a:cubicBezTo>
                  <a:cubicBezTo>
                    <a:pt x="0" y="12177"/>
                    <a:pt x="434" y="15808"/>
                    <a:pt x="1955" y="18487"/>
                  </a:cubicBezTo>
                  <a:cubicBezTo>
                    <a:pt x="4002" y="22099"/>
                    <a:pt x="8589" y="25394"/>
                    <a:pt x="12408" y="25984"/>
                  </a:cubicBezTo>
                  <a:lnTo>
                    <a:pt x="12485" y="25994"/>
                  </a:lnTo>
                  <a:cubicBezTo>
                    <a:pt x="12686" y="26024"/>
                    <a:pt x="12889" y="26054"/>
                    <a:pt x="13085" y="26085"/>
                  </a:cubicBezTo>
                  <a:cubicBezTo>
                    <a:pt x="13096" y="26070"/>
                    <a:pt x="13106" y="26061"/>
                    <a:pt x="13121" y="26050"/>
                  </a:cubicBezTo>
                  <a:cubicBezTo>
                    <a:pt x="13131" y="25954"/>
                    <a:pt x="13201" y="25883"/>
                    <a:pt x="13292" y="25868"/>
                  </a:cubicBezTo>
                  <a:cubicBezTo>
                    <a:pt x="13455" y="25691"/>
                    <a:pt x="13631" y="25489"/>
                    <a:pt x="13803" y="25292"/>
                  </a:cubicBezTo>
                  <a:cubicBezTo>
                    <a:pt x="14036" y="25019"/>
                    <a:pt x="14262" y="24757"/>
                    <a:pt x="14465" y="24550"/>
                  </a:cubicBezTo>
                  <a:cubicBezTo>
                    <a:pt x="14283" y="24519"/>
                    <a:pt x="14096" y="24494"/>
                    <a:pt x="13894" y="24464"/>
                  </a:cubicBezTo>
                  <a:cubicBezTo>
                    <a:pt x="10074" y="23867"/>
                    <a:pt x="6341" y="21108"/>
                    <a:pt x="4158" y="17254"/>
                  </a:cubicBezTo>
                  <a:cubicBezTo>
                    <a:pt x="2587" y="14475"/>
                    <a:pt x="2132" y="10731"/>
                    <a:pt x="2946" y="7225"/>
                  </a:cubicBezTo>
                  <a:cubicBezTo>
                    <a:pt x="3501" y="4825"/>
                    <a:pt x="4158" y="3022"/>
                    <a:pt x="5714" y="1455"/>
                  </a:cubicBezTo>
                  <a:cubicBezTo>
                    <a:pt x="6119" y="1046"/>
                    <a:pt x="6649" y="530"/>
                    <a:pt x="7245"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30"/>
            <p:cNvSpPr/>
            <p:nvPr/>
          </p:nvSpPr>
          <p:spPr>
            <a:xfrm>
              <a:off x="7311373" y="2120175"/>
              <a:ext cx="88889" cy="436982"/>
            </a:xfrm>
            <a:custGeom>
              <a:avLst/>
              <a:gdLst/>
              <a:ahLst/>
              <a:cxnLst/>
              <a:rect l="l" t="t" r="r" b="b"/>
              <a:pathLst>
                <a:path w="2442" h="12005" extrusionOk="0">
                  <a:moveTo>
                    <a:pt x="1628" y="1"/>
                  </a:moveTo>
                  <a:cubicBezTo>
                    <a:pt x="1416" y="213"/>
                    <a:pt x="1158" y="511"/>
                    <a:pt x="901" y="803"/>
                  </a:cubicBezTo>
                  <a:cubicBezTo>
                    <a:pt x="677" y="1067"/>
                    <a:pt x="451" y="1330"/>
                    <a:pt x="243" y="1547"/>
                  </a:cubicBezTo>
                  <a:cubicBezTo>
                    <a:pt x="1" y="2850"/>
                    <a:pt x="229" y="4492"/>
                    <a:pt x="435" y="5947"/>
                  </a:cubicBezTo>
                  <a:cubicBezTo>
                    <a:pt x="511" y="6493"/>
                    <a:pt x="582" y="7008"/>
                    <a:pt x="633" y="7498"/>
                  </a:cubicBezTo>
                  <a:cubicBezTo>
                    <a:pt x="677" y="7957"/>
                    <a:pt x="708" y="8443"/>
                    <a:pt x="738" y="8908"/>
                  </a:cubicBezTo>
                  <a:cubicBezTo>
                    <a:pt x="810" y="9949"/>
                    <a:pt x="885" y="11019"/>
                    <a:pt x="1108" y="12005"/>
                  </a:cubicBezTo>
                  <a:cubicBezTo>
                    <a:pt x="1537" y="11949"/>
                    <a:pt x="1981" y="11893"/>
                    <a:pt x="2442" y="11838"/>
                  </a:cubicBezTo>
                  <a:cubicBezTo>
                    <a:pt x="2108" y="8216"/>
                    <a:pt x="1866" y="4932"/>
                    <a:pt x="1708" y="1804"/>
                  </a:cubicBezTo>
                  <a:cubicBezTo>
                    <a:pt x="1678" y="1204"/>
                    <a:pt x="1654" y="597"/>
                    <a:pt x="1628"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30"/>
            <p:cNvSpPr/>
            <p:nvPr/>
          </p:nvSpPr>
          <p:spPr>
            <a:xfrm>
              <a:off x="7140005" y="2605850"/>
              <a:ext cx="87214" cy="299244"/>
            </a:xfrm>
            <a:custGeom>
              <a:avLst/>
              <a:gdLst/>
              <a:ahLst/>
              <a:cxnLst/>
              <a:rect l="l" t="t" r="r" b="b"/>
              <a:pathLst>
                <a:path w="2396" h="8221" extrusionOk="0">
                  <a:moveTo>
                    <a:pt x="1293" y="1"/>
                  </a:moveTo>
                  <a:cubicBezTo>
                    <a:pt x="1127" y="304"/>
                    <a:pt x="960" y="567"/>
                    <a:pt x="814" y="805"/>
                  </a:cubicBezTo>
                  <a:cubicBezTo>
                    <a:pt x="505" y="1294"/>
                    <a:pt x="232" y="1724"/>
                    <a:pt x="41" y="2330"/>
                  </a:cubicBezTo>
                  <a:cubicBezTo>
                    <a:pt x="0" y="3507"/>
                    <a:pt x="262" y="4998"/>
                    <a:pt x="511" y="6437"/>
                  </a:cubicBezTo>
                  <a:cubicBezTo>
                    <a:pt x="621" y="7073"/>
                    <a:pt x="728" y="7675"/>
                    <a:pt x="798" y="8221"/>
                  </a:cubicBezTo>
                  <a:cubicBezTo>
                    <a:pt x="1051" y="7862"/>
                    <a:pt x="1329" y="7534"/>
                    <a:pt x="1602" y="7211"/>
                  </a:cubicBezTo>
                  <a:cubicBezTo>
                    <a:pt x="1869" y="6892"/>
                    <a:pt x="2142" y="6564"/>
                    <a:pt x="2395" y="6205"/>
                  </a:cubicBezTo>
                  <a:cubicBezTo>
                    <a:pt x="1905" y="5109"/>
                    <a:pt x="1724" y="3456"/>
                    <a:pt x="1556" y="1981"/>
                  </a:cubicBezTo>
                  <a:cubicBezTo>
                    <a:pt x="1481" y="1248"/>
                    <a:pt x="1400" y="546"/>
                    <a:pt x="1293"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0"/>
            <p:cNvSpPr/>
            <p:nvPr/>
          </p:nvSpPr>
          <p:spPr>
            <a:xfrm>
              <a:off x="7182628" y="2835019"/>
              <a:ext cx="227573" cy="78369"/>
            </a:xfrm>
            <a:custGeom>
              <a:avLst/>
              <a:gdLst/>
              <a:ahLst/>
              <a:cxnLst/>
              <a:rect l="l" t="t" r="r" b="b"/>
              <a:pathLst>
                <a:path w="6252" h="2153" extrusionOk="0">
                  <a:moveTo>
                    <a:pt x="6252" y="0"/>
                  </a:moveTo>
                  <a:cubicBezTo>
                    <a:pt x="5377" y="101"/>
                    <a:pt x="4554" y="171"/>
                    <a:pt x="3775" y="227"/>
                  </a:cubicBezTo>
                  <a:cubicBezTo>
                    <a:pt x="2997" y="278"/>
                    <a:pt x="2255" y="303"/>
                    <a:pt x="1553" y="303"/>
                  </a:cubicBezTo>
                  <a:lnTo>
                    <a:pt x="1537" y="303"/>
                  </a:lnTo>
                  <a:cubicBezTo>
                    <a:pt x="1517" y="303"/>
                    <a:pt x="1502" y="299"/>
                    <a:pt x="1481" y="292"/>
                  </a:cubicBezTo>
                  <a:cubicBezTo>
                    <a:pt x="1244" y="611"/>
                    <a:pt x="1001" y="905"/>
                    <a:pt x="759" y="1192"/>
                  </a:cubicBezTo>
                  <a:cubicBezTo>
                    <a:pt x="492" y="1511"/>
                    <a:pt x="234" y="1824"/>
                    <a:pt x="1" y="2153"/>
                  </a:cubicBezTo>
                  <a:cubicBezTo>
                    <a:pt x="861" y="2106"/>
                    <a:pt x="1698" y="1971"/>
                    <a:pt x="2512" y="1834"/>
                  </a:cubicBezTo>
                  <a:cubicBezTo>
                    <a:pt x="3472" y="1677"/>
                    <a:pt x="4463" y="1516"/>
                    <a:pt x="5457" y="1511"/>
                  </a:cubicBezTo>
                  <a:cubicBezTo>
                    <a:pt x="5645" y="1026"/>
                    <a:pt x="5918" y="560"/>
                    <a:pt x="6185" y="111"/>
                  </a:cubicBezTo>
                  <a:cubicBezTo>
                    <a:pt x="6205" y="71"/>
                    <a:pt x="6231" y="40"/>
                    <a:pt x="6252"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0"/>
            <p:cNvSpPr/>
            <p:nvPr/>
          </p:nvSpPr>
          <p:spPr>
            <a:xfrm>
              <a:off x="7392506" y="2833527"/>
              <a:ext cx="63445" cy="298880"/>
            </a:xfrm>
            <a:custGeom>
              <a:avLst/>
              <a:gdLst/>
              <a:ahLst/>
              <a:cxnLst/>
              <a:rect l="l" t="t" r="r" b="b"/>
              <a:pathLst>
                <a:path w="1743" h="8211" extrusionOk="0">
                  <a:moveTo>
                    <a:pt x="1006" y="0"/>
                  </a:moveTo>
                  <a:cubicBezTo>
                    <a:pt x="934" y="121"/>
                    <a:pt x="864" y="249"/>
                    <a:pt x="793" y="375"/>
                  </a:cubicBezTo>
                  <a:cubicBezTo>
                    <a:pt x="479" y="895"/>
                    <a:pt x="162" y="1441"/>
                    <a:pt x="0" y="1986"/>
                  </a:cubicBezTo>
                  <a:cubicBezTo>
                    <a:pt x="81" y="2921"/>
                    <a:pt x="243" y="4032"/>
                    <a:pt x="414" y="5209"/>
                  </a:cubicBezTo>
                  <a:cubicBezTo>
                    <a:pt x="561" y="6230"/>
                    <a:pt x="712" y="7275"/>
                    <a:pt x="813" y="8210"/>
                  </a:cubicBezTo>
                  <a:cubicBezTo>
                    <a:pt x="1071" y="7625"/>
                    <a:pt x="1405" y="7018"/>
                    <a:pt x="1743" y="6524"/>
                  </a:cubicBezTo>
                  <a:cubicBezTo>
                    <a:pt x="1617" y="5244"/>
                    <a:pt x="1400" y="3395"/>
                    <a:pt x="1192" y="1602"/>
                  </a:cubicBezTo>
                  <a:cubicBezTo>
                    <a:pt x="1132" y="1056"/>
                    <a:pt x="1066" y="515"/>
                    <a:pt x="1006"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0"/>
            <p:cNvSpPr/>
            <p:nvPr/>
          </p:nvSpPr>
          <p:spPr>
            <a:xfrm>
              <a:off x="7428360" y="3047955"/>
              <a:ext cx="279188" cy="110583"/>
            </a:xfrm>
            <a:custGeom>
              <a:avLst/>
              <a:gdLst/>
              <a:ahLst/>
              <a:cxnLst/>
              <a:rect l="l" t="t" r="r" b="b"/>
              <a:pathLst>
                <a:path w="7670" h="3038" extrusionOk="0">
                  <a:moveTo>
                    <a:pt x="7669" y="1"/>
                  </a:moveTo>
                  <a:cubicBezTo>
                    <a:pt x="6821" y="97"/>
                    <a:pt x="5982" y="243"/>
                    <a:pt x="5098" y="400"/>
                  </a:cubicBezTo>
                  <a:cubicBezTo>
                    <a:pt x="3799" y="626"/>
                    <a:pt x="2455" y="864"/>
                    <a:pt x="1082" y="925"/>
                  </a:cubicBezTo>
                  <a:cubicBezTo>
                    <a:pt x="667" y="1542"/>
                    <a:pt x="252" y="2350"/>
                    <a:pt x="0" y="3037"/>
                  </a:cubicBezTo>
                  <a:cubicBezTo>
                    <a:pt x="919" y="2961"/>
                    <a:pt x="3547" y="2683"/>
                    <a:pt x="6720" y="2183"/>
                  </a:cubicBezTo>
                  <a:cubicBezTo>
                    <a:pt x="6952" y="1759"/>
                    <a:pt x="7140" y="1293"/>
                    <a:pt x="7315" y="845"/>
                  </a:cubicBezTo>
                  <a:cubicBezTo>
                    <a:pt x="7427" y="566"/>
                    <a:pt x="7543" y="283"/>
                    <a:pt x="7669"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0"/>
            <p:cNvSpPr/>
            <p:nvPr/>
          </p:nvSpPr>
          <p:spPr>
            <a:xfrm>
              <a:off x="7712092" y="2763822"/>
              <a:ext cx="183784" cy="102648"/>
            </a:xfrm>
            <a:custGeom>
              <a:avLst/>
              <a:gdLst/>
              <a:ahLst/>
              <a:cxnLst/>
              <a:rect l="l" t="t" r="r" b="b"/>
              <a:pathLst>
                <a:path w="5049" h="2820" extrusionOk="0">
                  <a:moveTo>
                    <a:pt x="5048" y="0"/>
                  </a:moveTo>
                  <a:lnTo>
                    <a:pt x="5048" y="0"/>
                  </a:lnTo>
                  <a:cubicBezTo>
                    <a:pt x="4023" y="420"/>
                    <a:pt x="2638" y="527"/>
                    <a:pt x="1395" y="618"/>
                  </a:cubicBezTo>
                  <a:cubicBezTo>
                    <a:pt x="895" y="658"/>
                    <a:pt x="420" y="693"/>
                    <a:pt x="1" y="749"/>
                  </a:cubicBezTo>
                  <a:cubicBezTo>
                    <a:pt x="51" y="1460"/>
                    <a:pt x="96" y="2158"/>
                    <a:pt x="138" y="2820"/>
                  </a:cubicBezTo>
                  <a:cubicBezTo>
                    <a:pt x="804" y="2612"/>
                    <a:pt x="1516" y="2516"/>
                    <a:pt x="2213" y="2421"/>
                  </a:cubicBezTo>
                  <a:cubicBezTo>
                    <a:pt x="2810" y="2339"/>
                    <a:pt x="3421" y="2248"/>
                    <a:pt x="3983" y="2103"/>
                  </a:cubicBezTo>
                  <a:cubicBezTo>
                    <a:pt x="4235" y="1400"/>
                    <a:pt x="4599" y="683"/>
                    <a:pt x="5048"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0"/>
            <p:cNvSpPr/>
            <p:nvPr/>
          </p:nvSpPr>
          <p:spPr>
            <a:xfrm>
              <a:off x="6923721" y="1102197"/>
              <a:ext cx="1107506" cy="1963489"/>
            </a:xfrm>
            <a:custGeom>
              <a:avLst/>
              <a:gdLst/>
              <a:ahLst/>
              <a:cxnLst/>
              <a:rect l="l" t="t" r="r" b="b"/>
              <a:pathLst>
                <a:path w="30426" h="53942" extrusionOk="0">
                  <a:moveTo>
                    <a:pt x="13552" y="1069"/>
                  </a:moveTo>
                  <a:cubicBezTo>
                    <a:pt x="13644" y="1069"/>
                    <a:pt x="13729" y="1126"/>
                    <a:pt x="13759" y="1215"/>
                  </a:cubicBezTo>
                  <a:cubicBezTo>
                    <a:pt x="13799" y="1332"/>
                    <a:pt x="13733" y="1453"/>
                    <a:pt x="13622" y="1494"/>
                  </a:cubicBezTo>
                  <a:cubicBezTo>
                    <a:pt x="13405" y="1564"/>
                    <a:pt x="13111" y="1655"/>
                    <a:pt x="12929" y="1706"/>
                  </a:cubicBezTo>
                  <a:cubicBezTo>
                    <a:pt x="12915" y="1716"/>
                    <a:pt x="12889" y="1716"/>
                    <a:pt x="12869" y="1716"/>
                  </a:cubicBezTo>
                  <a:cubicBezTo>
                    <a:pt x="12778" y="1716"/>
                    <a:pt x="12692" y="1660"/>
                    <a:pt x="12661" y="1564"/>
                  </a:cubicBezTo>
                  <a:cubicBezTo>
                    <a:pt x="12631" y="1448"/>
                    <a:pt x="12692" y="1332"/>
                    <a:pt x="12808" y="1296"/>
                  </a:cubicBezTo>
                  <a:cubicBezTo>
                    <a:pt x="12985" y="1245"/>
                    <a:pt x="13274" y="1150"/>
                    <a:pt x="13486" y="1079"/>
                  </a:cubicBezTo>
                  <a:cubicBezTo>
                    <a:pt x="13508" y="1073"/>
                    <a:pt x="13530" y="1069"/>
                    <a:pt x="13552" y="1069"/>
                  </a:cubicBezTo>
                  <a:close/>
                  <a:moveTo>
                    <a:pt x="16464" y="1455"/>
                  </a:moveTo>
                  <a:cubicBezTo>
                    <a:pt x="17215" y="1455"/>
                    <a:pt x="17975" y="1583"/>
                    <a:pt x="18497" y="1872"/>
                  </a:cubicBezTo>
                  <a:cubicBezTo>
                    <a:pt x="18603" y="1933"/>
                    <a:pt x="18639" y="2064"/>
                    <a:pt x="18583" y="2166"/>
                  </a:cubicBezTo>
                  <a:cubicBezTo>
                    <a:pt x="18542" y="2236"/>
                    <a:pt x="18467" y="2276"/>
                    <a:pt x="18391" y="2276"/>
                  </a:cubicBezTo>
                  <a:cubicBezTo>
                    <a:pt x="18355" y="2276"/>
                    <a:pt x="18320" y="2266"/>
                    <a:pt x="18290" y="2252"/>
                  </a:cubicBezTo>
                  <a:cubicBezTo>
                    <a:pt x="17840" y="2001"/>
                    <a:pt x="17145" y="1890"/>
                    <a:pt x="16457" y="1890"/>
                  </a:cubicBezTo>
                  <a:cubicBezTo>
                    <a:pt x="15768" y="1890"/>
                    <a:pt x="15086" y="2001"/>
                    <a:pt x="14662" y="2196"/>
                  </a:cubicBezTo>
                  <a:cubicBezTo>
                    <a:pt x="14633" y="2210"/>
                    <a:pt x="14602" y="2216"/>
                    <a:pt x="14571" y="2216"/>
                  </a:cubicBezTo>
                  <a:cubicBezTo>
                    <a:pt x="14491" y="2216"/>
                    <a:pt x="14413" y="2171"/>
                    <a:pt x="14379" y="2094"/>
                  </a:cubicBezTo>
                  <a:cubicBezTo>
                    <a:pt x="14328" y="1984"/>
                    <a:pt x="14375" y="1858"/>
                    <a:pt x="14486" y="1807"/>
                  </a:cubicBezTo>
                  <a:cubicBezTo>
                    <a:pt x="14967" y="1584"/>
                    <a:pt x="15710" y="1455"/>
                    <a:pt x="16464" y="1455"/>
                  </a:cubicBezTo>
                  <a:close/>
                  <a:moveTo>
                    <a:pt x="22945" y="3264"/>
                  </a:moveTo>
                  <a:cubicBezTo>
                    <a:pt x="22994" y="3264"/>
                    <a:pt x="23042" y="3283"/>
                    <a:pt x="23079" y="3313"/>
                  </a:cubicBezTo>
                  <a:cubicBezTo>
                    <a:pt x="23117" y="3308"/>
                    <a:pt x="23153" y="3305"/>
                    <a:pt x="23189" y="3305"/>
                  </a:cubicBezTo>
                  <a:cubicBezTo>
                    <a:pt x="23503" y="3305"/>
                    <a:pt x="23755" y="3498"/>
                    <a:pt x="23872" y="3747"/>
                  </a:cubicBezTo>
                  <a:cubicBezTo>
                    <a:pt x="24040" y="4095"/>
                    <a:pt x="23959" y="4570"/>
                    <a:pt x="23478" y="4798"/>
                  </a:cubicBezTo>
                  <a:cubicBezTo>
                    <a:pt x="23347" y="4864"/>
                    <a:pt x="23210" y="4894"/>
                    <a:pt x="23084" y="4894"/>
                  </a:cubicBezTo>
                  <a:cubicBezTo>
                    <a:pt x="22907" y="4894"/>
                    <a:pt x="22736" y="4833"/>
                    <a:pt x="22594" y="4722"/>
                  </a:cubicBezTo>
                  <a:cubicBezTo>
                    <a:pt x="22331" y="4514"/>
                    <a:pt x="22205" y="4166"/>
                    <a:pt x="22277" y="3852"/>
                  </a:cubicBezTo>
                  <a:cubicBezTo>
                    <a:pt x="22342" y="3560"/>
                    <a:pt x="22564" y="3353"/>
                    <a:pt x="22893" y="3272"/>
                  </a:cubicBezTo>
                  <a:cubicBezTo>
                    <a:pt x="22910" y="3266"/>
                    <a:pt x="22928" y="3264"/>
                    <a:pt x="22945" y="3264"/>
                  </a:cubicBezTo>
                  <a:close/>
                  <a:moveTo>
                    <a:pt x="7863" y="2901"/>
                  </a:moveTo>
                  <a:cubicBezTo>
                    <a:pt x="7946" y="2901"/>
                    <a:pt x="8027" y="2946"/>
                    <a:pt x="8064" y="3024"/>
                  </a:cubicBezTo>
                  <a:cubicBezTo>
                    <a:pt x="8114" y="3136"/>
                    <a:pt x="8069" y="3262"/>
                    <a:pt x="7958" y="3313"/>
                  </a:cubicBezTo>
                  <a:cubicBezTo>
                    <a:pt x="7084" y="3721"/>
                    <a:pt x="6453" y="4565"/>
                    <a:pt x="5892" y="5314"/>
                  </a:cubicBezTo>
                  <a:cubicBezTo>
                    <a:pt x="5852" y="5368"/>
                    <a:pt x="5786" y="5398"/>
                    <a:pt x="5719" y="5398"/>
                  </a:cubicBezTo>
                  <a:cubicBezTo>
                    <a:pt x="5675" y="5398"/>
                    <a:pt x="5628" y="5389"/>
                    <a:pt x="5588" y="5358"/>
                  </a:cubicBezTo>
                  <a:cubicBezTo>
                    <a:pt x="5497" y="5288"/>
                    <a:pt x="5477" y="5151"/>
                    <a:pt x="5548" y="5055"/>
                  </a:cubicBezTo>
                  <a:cubicBezTo>
                    <a:pt x="6104" y="4307"/>
                    <a:pt x="6801" y="3373"/>
                    <a:pt x="7776" y="2919"/>
                  </a:cubicBezTo>
                  <a:cubicBezTo>
                    <a:pt x="7804" y="2907"/>
                    <a:pt x="7833" y="2901"/>
                    <a:pt x="7863" y="2901"/>
                  </a:cubicBezTo>
                  <a:close/>
                  <a:moveTo>
                    <a:pt x="26690" y="8173"/>
                  </a:moveTo>
                  <a:cubicBezTo>
                    <a:pt x="26744" y="8173"/>
                    <a:pt x="26798" y="8193"/>
                    <a:pt x="26843" y="8233"/>
                  </a:cubicBezTo>
                  <a:cubicBezTo>
                    <a:pt x="26950" y="8345"/>
                    <a:pt x="27046" y="8527"/>
                    <a:pt x="27081" y="8703"/>
                  </a:cubicBezTo>
                  <a:cubicBezTo>
                    <a:pt x="27101" y="8824"/>
                    <a:pt x="27025" y="8935"/>
                    <a:pt x="26909" y="8956"/>
                  </a:cubicBezTo>
                  <a:cubicBezTo>
                    <a:pt x="26894" y="8961"/>
                    <a:pt x="26884" y="8961"/>
                    <a:pt x="26869" y="8961"/>
                  </a:cubicBezTo>
                  <a:cubicBezTo>
                    <a:pt x="26768" y="8961"/>
                    <a:pt x="26677" y="8891"/>
                    <a:pt x="26656" y="8789"/>
                  </a:cubicBezTo>
                  <a:cubicBezTo>
                    <a:pt x="26636" y="8683"/>
                    <a:pt x="26581" y="8587"/>
                    <a:pt x="26540" y="8541"/>
                  </a:cubicBezTo>
                  <a:cubicBezTo>
                    <a:pt x="26454" y="8460"/>
                    <a:pt x="26454" y="8324"/>
                    <a:pt x="26535" y="8238"/>
                  </a:cubicBezTo>
                  <a:cubicBezTo>
                    <a:pt x="26579" y="8195"/>
                    <a:pt x="26634" y="8173"/>
                    <a:pt x="26690" y="8173"/>
                  </a:cubicBezTo>
                  <a:close/>
                  <a:moveTo>
                    <a:pt x="2870" y="8950"/>
                  </a:moveTo>
                  <a:cubicBezTo>
                    <a:pt x="2947" y="8950"/>
                    <a:pt x="3021" y="8988"/>
                    <a:pt x="3063" y="9057"/>
                  </a:cubicBezTo>
                  <a:cubicBezTo>
                    <a:pt x="3123" y="9163"/>
                    <a:pt x="3088" y="9294"/>
                    <a:pt x="2981" y="9350"/>
                  </a:cubicBezTo>
                  <a:cubicBezTo>
                    <a:pt x="2683" y="9527"/>
                    <a:pt x="2664" y="9770"/>
                    <a:pt x="2704" y="9941"/>
                  </a:cubicBezTo>
                  <a:cubicBezTo>
                    <a:pt x="2764" y="10218"/>
                    <a:pt x="3007" y="10477"/>
                    <a:pt x="3234" y="10497"/>
                  </a:cubicBezTo>
                  <a:cubicBezTo>
                    <a:pt x="3243" y="10498"/>
                    <a:pt x="3252" y="10499"/>
                    <a:pt x="3261" y="10499"/>
                  </a:cubicBezTo>
                  <a:cubicBezTo>
                    <a:pt x="3448" y="10499"/>
                    <a:pt x="3565" y="10312"/>
                    <a:pt x="3628" y="10153"/>
                  </a:cubicBezTo>
                  <a:cubicBezTo>
                    <a:pt x="3666" y="10074"/>
                    <a:pt x="3746" y="10025"/>
                    <a:pt x="3831" y="10025"/>
                  </a:cubicBezTo>
                  <a:cubicBezTo>
                    <a:pt x="3859" y="10025"/>
                    <a:pt x="3888" y="10031"/>
                    <a:pt x="3916" y="10043"/>
                  </a:cubicBezTo>
                  <a:cubicBezTo>
                    <a:pt x="4022" y="10087"/>
                    <a:pt x="4073" y="10213"/>
                    <a:pt x="4028" y="10320"/>
                  </a:cubicBezTo>
                  <a:cubicBezTo>
                    <a:pt x="3805" y="10850"/>
                    <a:pt x="3446" y="10931"/>
                    <a:pt x="3259" y="10931"/>
                  </a:cubicBezTo>
                  <a:lnTo>
                    <a:pt x="3194" y="10931"/>
                  </a:lnTo>
                  <a:cubicBezTo>
                    <a:pt x="2785" y="10891"/>
                    <a:pt x="2380" y="10497"/>
                    <a:pt x="2279" y="10032"/>
                  </a:cubicBezTo>
                  <a:cubicBezTo>
                    <a:pt x="2188" y="9602"/>
                    <a:pt x="2370" y="9208"/>
                    <a:pt x="2764" y="8975"/>
                  </a:cubicBezTo>
                  <a:cubicBezTo>
                    <a:pt x="2798" y="8958"/>
                    <a:pt x="2834" y="8950"/>
                    <a:pt x="2870" y="8950"/>
                  </a:cubicBezTo>
                  <a:close/>
                  <a:moveTo>
                    <a:pt x="27524" y="12171"/>
                  </a:moveTo>
                  <a:cubicBezTo>
                    <a:pt x="27587" y="12171"/>
                    <a:pt x="27649" y="12198"/>
                    <a:pt x="27692" y="12249"/>
                  </a:cubicBezTo>
                  <a:cubicBezTo>
                    <a:pt x="27697" y="12260"/>
                    <a:pt x="27708" y="12270"/>
                    <a:pt x="27713" y="12280"/>
                  </a:cubicBezTo>
                  <a:cubicBezTo>
                    <a:pt x="27790" y="12260"/>
                    <a:pt x="27864" y="12250"/>
                    <a:pt x="27934" y="12250"/>
                  </a:cubicBezTo>
                  <a:cubicBezTo>
                    <a:pt x="28217" y="12250"/>
                    <a:pt x="28447" y="12398"/>
                    <a:pt x="28597" y="12583"/>
                  </a:cubicBezTo>
                  <a:cubicBezTo>
                    <a:pt x="28935" y="13013"/>
                    <a:pt x="28986" y="13776"/>
                    <a:pt x="28510" y="14231"/>
                  </a:cubicBezTo>
                  <a:cubicBezTo>
                    <a:pt x="28258" y="14473"/>
                    <a:pt x="28021" y="14539"/>
                    <a:pt x="27844" y="14539"/>
                  </a:cubicBezTo>
                  <a:cubicBezTo>
                    <a:pt x="27757" y="14539"/>
                    <a:pt x="27682" y="14523"/>
                    <a:pt x="27627" y="14508"/>
                  </a:cubicBezTo>
                  <a:cubicBezTo>
                    <a:pt x="27293" y="14402"/>
                    <a:pt x="27036" y="14049"/>
                    <a:pt x="26945" y="13589"/>
                  </a:cubicBezTo>
                  <a:cubicBezTo>
                    <a:pt x="26843" y="13048"/>
                    <a:pt x="27015" y="12522"/>
                    <a:pt x="27389" y="12219"/>
                  </a:cubicBezTo>
                  <a:cubicBezTo>
                    <a:pt x="27428" y="12187"/>
                    <a:pt x="27476" y="12171"/>
                    <a:pt x="27524" y="12171"/>
                  </a:cubicBezTo>
                  <a:close/>
                  <a:moveTo>
                    <a:pt x="2813" y="15632"/>
                  </a:moveTo>
                  <a:cubicBezTo>
                    <a:pt x="2876" y="15632"/>
                    <a:pt x="2939" y="15660"/>
                    <a:pt x="2981" y="15711"/>
                  </a:cubicBezTo>
                  <a:cubicBezTo>
                    <a:pt x="3058" y="15802"/>
                    <a:pt x="3047" y="15943"/>
                    <a:pt x="2951" y="16019"/>
                  </a:cubicBezTo>
                  <a:cubicBezTo>
                    <a:pt x="2633" y="16281"/>
                    <a:pt x="2138" y="16777"/>
                    <a:pt x="2431" y="17151"/>
                  </a:cubicBezTo>
                  <a:cubicBezTo>
                    <a:pt x="2601" y="17372"/>
                    <a:pt x="2967" y="17485"/>
                    <a:pt x="3285" y="17485"/>
                  </a:cubicBezTo>
                  <a:cubicBezTo>
                    <a:pt x="3467" y="17485"/>
                    <a:pt x="3634" y="17448"/>
                    <a:pt x="3739" y="17372"/>
                  </a:cubicBezTo>
                  <a:cubicBezTo>
                    <a:pt x="3951" y="17216"/>
                    <a:pt x="3810" y="16913"/>
                    <a:pt x="3653" y="16686"/>
                  </a:cubicBezTo>
                  <a:cubicBezTo>
                    <a:pt x="3583" y="16590"/>
                    <a:pt x="3608" y="16453"/>
                    <a:pt x="3709" y="16388"/>
                  </a:cubicBezTo>
                  <a:cubicBezTo>
                    <a:pt x="3746" y="16362"/>
                    <a:pt x="3789" y="16350"/>
                    <a:pt x="3832" y="16350"/>
                  </a:cubicBezTo>
                  <a:cubicBezTo>
                    <a:pt x="3900" y="16350"/>
                    <a:pt x="3967" y="16381"/>
                    <a:pt x="4007" y="16444"/>
                  </a:cubicBezTo>
                  <a:cubicBezTo>
                    <a:pt x="4532" y="17206"/>
                    <a:pt x="4173" y="17591"/>
                    <a:pt x="3998" y="17722"/>
                  </a:cubicBezTo>
                  <a:cubicBezTo>
                    <a:pt x="3810" y="17857"/>
                    <a:pt x="3557" y="17918"/>
                    <a:pt x="3285" y="17918"/>
                  </a:cubicBezTo>
                  <a:cubicBezTo>
                    <a:pt x="2830" y="17918"/>
                    <a:pt x="2335" y="17736"/>
                    <a:pt x="2088" y="17418"/>
                  </a:cubicBezTo>
                  <a:cubicBezTo>
                    <a:pt x="1911" y="17191"/>
                    <a:pt x="1612" y="16565"/>
                    <a:pt x="2678" y="15681"/>
                  </a:cubicBezTo>
                  <a:cubicBezTo>
                    <a:pt x="2718" y="15648"/>
                    <a:pt x="2765" y="15632"/>
                    <a:pt x="2813" y="15632"/>
                  </a:cubicBezTo>
                  <a:close/>
                  <a:moveTo>
                    <a:pt x="4605" y="20049"/>
                  </a:moveTo>
                  <a:cubicBezTo>
                    <a:pt x="4650" y="20049"/>
                    <a:pt x="4695" y="20063"/>
                    <a:pt x="4735" y="20091"/>
                  </a:cubicBezTo>
                  <a:cubicBezTo>
                    <a:pt x="5124" y="20373"/>
                    <a:pt x="5462" y="20839"/>
                    <a:pt x="5644" y="21324"/>
                  </a:cubicBezTo>
                  <a:cubicBezTo>
                    <a:pt x="5684" y="21434"/>
                    <a:pt x="5628" y="21562"/>
                    <a:pt x="5518" y="21602"/>
                  </a:cubicBezTo>
                  <a:cubicBezTo>
                    <a:pt x="5493" y="21612"/>
                    <a:pt x="5467" y="21616"/>
                    <a:pt x="5442" y="21616"/>
                  </a:cubicBezTo>
                  <a:cubicBezTo>
                    <a:pt x="5356" y="21616"/>
                    <a:pt x="5271" y="21562"/>
                    <a:pt x="5240" y="21476"/>
                  </a:cubicBezTo>
                  <a:cubicBezTo>
                    <a:pt x="5089" y="21061"/>
                    <a:pt x="4800" y="20677"/>
                    <a:pt x="4477" y="20440"/>
                  </a:cubicBezTo>
                  <a:cubicBezTo>
                    <a:pt x="4381" y="20369"/>
                    <a:pt x="4361" y="20233"/>
                    <a:pt x="4432" y="20142"/>
                  </a:cubicBezTo>
                  <a:cubicBezTo>
                    <a:pt x="4474" y="20081"/>
                    <a:pt x="4539" y="20049"/>
                    <a:pt x="4605" y="20049"/>
                  </a:cubicBezTo>
                  <a:close/>
                  <a:moveTo>
                    <a:pt x="27286" y="19135"/>
                  </a:moveTo>
                  <a:cubicBezTo>
                    <a:pt x="27318" y="19135"/>
                    <a:pt x="27352" y="19142"/>
                    <a:pt x="27384" y="19156"/>
                  </a:cubicBezTo>
                  <a:cubicBezTo>
                    <a:pt x="27491" y="19212"/>
                    <a:pt x="27531" y="19343"/>
                    <a:pt x="27480" y="19445"/>
                  </a:cubicBezTo>
                  <a:lnTo>
                    <a:pt x="27389" y="19627"/>
                  </a:lnTo>
                  <a:cubicBezTo>
                    <a:pt x="26980" y="20455"/>
                    <a:pt x="26515" y="21394"/>
                    <a:pt x="25661" y="21996"/>
                  </a:cubicBezTo>
                  <a:cubicBezTo>
                    <a:pt x="25621" y="22021"/>
                    <a:pt x="25581" y="22036"/>
                    <a:pt x="25535" y="22036"/>
                  </a:cubicBezTo>
                  <a:cubicBezTo>
                    <a:pt x="25469" y="22036"/>
                    <a:pt x="25404" y="22001"/>
                    <a:pt x="25358" y="21940"/>
                  </a:cubicBezTo>
                  <a:cubicBezTo>
                    <a:pt x="25292" y="21844"/>
                    <a:pt x="25313" y="21713"/>
                    <a:pt x="25414" y="21642"/>
                  </a:cubicBezTo>
                  <a:cubicBezTo>
                    <a:pt x="26176" y="21107"/>
                    <a:pt x="26596" y="20252"/>
                    <a:pt x="27006" y="19434"/>
                  </a:cubicBezTo>
                  <a:lnTo>
                    <a:pt x="27097" y="19252"/>
                  </a:lnTo>
                  <a:cubicBezTo>
                    <a:pt x="27132" y="19177"/>
                    <a:pt x="27206" y="19135"/>
                    <a:pt x="27286" y="19135"/>
                  </a:cubicBezTo>
                  <a:close/>
                  <a:moveTo>
                    <a:pt x="7710" y="20567"/>
                  </a:moveTo>
                  <a:cubicBezTo>
                    <a:pt x="7786" y="20567"/>
                    <a:pt x="7858" y="20609"/>
                    <a:pt x="7897" y="20683"/>
                  </a:cubicBezTo>
                  <a:cubicBezTo>
                    <a:pt x="8264" y="21369"/>
                    <a:pt x="8906" y="21767"/>
                    <a:pt x="9635" y="21767"/>
                  </a:cubicBezTo>
                  <a:cubicBezTo>
                    <a:pt x="9679" y="21767"/>
                    <a:pt x="9723" y="21766"/>
                    <a:pt x="9767" y="21763"/>
                  </a:cubicBezTo>
                  <a:cubicBezTo>
                    <a:pt x="9773" y="21763"/>
                    <a:pt x="9778" y="21762"/>
                    <a:pt x="9784" y="21762"/>
                  </a:cubicBezTo>
                  <a:cubicBezTo>
                    <a:pt x="9893" y="21762"/>
                    <a:pt x="9984" y="21850"/>
                    <a:pt x="9994" y="21966"/>
                  </a:cubicBezTo>
                  <a:cubicBezTo>
                    <a:pt x="10005" y="22082"/>
                    <a:pt x="9914" y="22183"/>
                    <a:pt x="9792" y="22192"/>
                  </a:cubicBezTo>
                  <a:cubicBezTo>
                    <a:pt x="9737" y="22198"/>
                    <a:pt x="9686" y="22198"/>
                    <a:pt x="9630" y="22198"/>
                  </a:cubicBezTo>
                  <a:cubicBezTo>
                    <a:pt x="8751" y="22198"/>
                    <a:pt x="7953" y="21707"/>
                    <a:pt x="7519" y="20884"/>
                  </a:cubicBezTo>
                  <a:cubicBezTo>
                    <a:pt x="7463" y="20778"/>
                    <a:pt x="7503" y="20646"/>
                    <a:pt x="7610" y="20592"/>
                  </a:cubicBezTo>
                  <a:cubicBezTo>
                    <a:pt x="7642" y="20575"/>
                    <a:pt x="7676" y="20567"/>
                    <a:pt x="7710" y="20567"/>
                  </a:cubicBezTo>
                  <a:close/>
                  <a:moveTo>
                    <a:pt x="14991" y="4684"/>
                  </a:moveTo>
                  <a:cubicBezTo>
                    <a:pt x="16634" y="4684"/>
                    <a:pt x="18267" y="4941"/>
                    <a:pt x="19679" y="5459"/>
                  </a:cubicBezTo>
                  <a:cubicBezTo>
                    <a:pt x="22018" y="6324"/>
                    <a:pt x="23828" y="8229"/>
                    <a:pt x="24630" y="10684"/>
                  </a:cubicBezTo>
                  <a:cubicBezTo>
                    <a:pt x="25465" y="13225"/>
                    <a:pt x="25120" y="16014"/>
                    <a:pt x="23711" y="18146"/>
                  </a:cubicBezTo>
                  <a:cubicBezTo>
                    <a:pt x="22792" y="19540"/>
                    <a:pt x="21584" y="20632"/>
                    <a:pt x="20185" y="21364"/>
                  </a:cubicBezTo>
                  <a:cubicBezTo>
                    <a:pt x="20179" y="21369"/>
                    <a:pt x="20169" y="21374"/>
                    <a:pt x="20164" y="21380"/>
                  </a:cubicBezTo>
                  <a:cubicBezTo>
                    <a:pt x="19225" y="21865"/>
                    <a:pt x="18199" y="22198"/>
                    <a:pt x="17117" y="22350"/>
                  </a:cubicBezTo>
                  <a:cubicBezTo>
                    <a:pt x="16663" y="22411"/>
                    <a:pt x="16203" y="22446"/>
                    <a:pt x="15744" y="22446"/>
                  </a:cubicBezTo>
                  <a:cubicBezTo>
                    <a:pt x="13162" y="22446"/>
                    <a:pt x="10565" y="21460"/>
                    <a:pt x="8448" y="19641"/>
                  </a:cubicBezTo>
                  <a:cubicBezTo>
                    <a:pt x="6326" y="17817"/>
                    <a:pt x="5548" y="15443"/>
                    <a:pt x="5932" y="11937"/>
                  </a:cubicBezTo>
                  <a:cubicBezTo>
                    <a:pt x="6174" y="9679"/>
                    <a:pt x="7398" y="7031"/>
                    <a:pt x="9550" y="5768"/>
                  </a:cubicBezTo>
                  <a:cubicBezTo>
                    <a:pt x="9575" y="5727"/>
                    <a:pt x="9610" y="5697"/>
                    <a:pt x="9650" y="5677"/>
                  </a:cubicBezTo>
                  <a:cubicBezTo>
                    <a:pt x="9732" y="5647"/>
                    <a:pt x="9812" y="5611"/>
                    <a:pt x="9888" y="5580"/>
                  </a:cubicBezTo>
                  <a:cubicBezTo>
                    <a:pt x="10222" y="5414"/>
                    <a:pt x="10570" y="5283"/>
                    <a:pt x="10944" y="5186"/>
                  </a:cubicBezTo>
                  <a:cubicBezTo>
                    <a:pt x="10959" y="5183"/>
                    <a:pt x="10975" y="5181"/>
                    <a:pt x="10991" y="5181"/>
                  </a:cubicBezTo>
                  <a:cubicBezTo>
                    <a:pt x="11018" y="5181"/>
                    <a:pt x="11045" y="5185"/>
                    <a:pt x="11070" y="5192"/>
                  </a:cubicBezTo>
                  <a:cubicBezTo>
                    <a:pt x="12308" y="4854"/>
                    <a:pt x="13653" y="4684"/>
                    <a:pt x="14991" y="4684"/>
                  </a:cubicBezTo>
                  <a:close/>
                  <a:moveTo>
                    <a:pt x="24503" y="22557"/>
                  </a:moveTo>
                  <a:cubicBezTo>
                    <a:pt x="24543" y="22557"/>
                    <a:pt x="24584" y="22568"/>
                    <a:pt x="24621" y="22592"/>
                  </a:cubicBezTo>
                  <a:cubicBezTo>
                    <a:pt x="24721" y="22663"/>
                    <a:pt x="24747" y="22794"/>
                    <a:pt x="24681" y="22896"/>
                  </a:cubicBezTo>
                  <a:lnTo>
                    <a:pt x="24520" y="23132"/>
                  </a:lnTo>
                  <a:cubicBezTo>
                    <a:pt x="24479" y="23193"/>
                    <a:pt x="24408" y="23229"/>
                    <a:pt x="24343" y="23229"/>
                  </a:cubicBezTo>
                  <a:cubicBezTo>
                    <a:pt x="24302" y="23229"/>
                    <a:pt x="24262" y="23213"/>
                    <a:pt x="24222" y="23193"/>
                  </a:cubicBezTo>
                  <a:cubicBezTo>
                    <a:pt x="24126" y="23122"/>
                    <a:pt x="24096" y="22991"/>
                    <a:pt x="24161" y="22890"/>
                  </a:cubicBezTo>
                  <a:lnTo>
                    <a:pt x="24322" y="22653"/>
                  </a:lnTo>
                  <a:cubicBezTo>
                    <a:pt x="24364" y="22591"/>
                    <a:pt x="24432" y="22557"/>
                    <a:pt x="24503" y="22557"/>
                  </a:cubicBezTo>
                  <a:close/>
                  <a:moveTo>
                    <a:pt x="16144" y="24147"/>
                  </a:moveTo>
                  <a:cubicBezTo>
                    <a:pt x="16216" y="24147"/>
                    <a:pt x="16286" y="24183"/>
                    <a:pt x="16329" y="24249"/>
                  </a:cubicBezTo>
                  <a:cubicBezTo>
                    <a:pt x="16390" y="24356"/>
                    <a:pt x="16360" y="24486"/>
                    <a:pt x="16259" y="24547"/>
                  </a:cubicBezTo>
                  <a:cubicBezTo>
                    <a:pt x="16002" y="24708"/>
                    <a:pt x="15699" y="24962"/>
                    <a:pt x="15744" y="25239"/>
                  </a:cubicBezTo>
                  <a:cubicBezTo>
                    <a:pt x="15790" y="25487"/>
                    <a:pt x="16102" y="25734"/>
                    <a:pt x="16481" y="25820"/>
                  </a:cubicBezTo>
                  <a:cubicBezTo>
                    <a:pt x="16558" y="25838"/>
                    <a:pt x="16631" y="25847"/>
                    <a:pt x="16698" y="25847"/>
                  </a:cubicBezTo>
                  <a:cubicBezTo>
                    <a:pt x="16842" y="25847"/>
                    <a:pt x="16955" y="25807"/>
                    <a:pt x="17007" y="25734"/>
                  </a:cubicBezTo>
                  <a:cubicBezTo>
                    <a:pt x="17052" y="25669"/>
                    <a:pt x="17168" y="25396"/>
                    <a:pt x="16678" y="24638"/>
                  </a:cubicBezTo>
                  <a:cubicBezTo>
                    <a:pt x="16618" y="24542"/>
                    <a:pt x="16643" y="24405"/>
                    <a:pt x="16744" y="24340"/>
                  </a:cubicBezTo>
                  <a:cubicBezTo>
                    <a:pt x="16779" y="24318"/>
                    <a:pt x="16818" y="24308"/>
                    <a:pt x="16857" y="24308"/>
                  </a:cubicBezTo>
                  <a:cubicBezTo>
                    <a:pt x="16929" y="24308"/>
                    <a:pt x="17000" y="24343"/>
                    <a:pt x="17042" y="24405"/>
                  </a:cubicBezTo>
                  <a:cubicBezTo>
                    <a:pt x="17497" y="25109"/>
                    <a:pt x="17602" y="25638"/>
                    <a:pt x="17360" y="25982"/>
                  </a:cubicBezTo>
                  <a:cubicBezTo>
                    <a:pt x="17229" y="26179"/>
                    <a:pt x="16991" y="26280"/>
                    <a:pt x="16699" y="26280"/>
                  </a:cubicBezTo>
                  <a:cubicBezTo>
                    <a:pt x="16597" y="26280"/>
                    <a:pt x="16497" y="26265"/>
                    <a:pt x="16385" y="26245"/>
                  </a:cubicBezTo>
                  <a:cubicBezTo>
                    <a:pt x="15930" y="26139"/>
                    <a:pt x="15405" y="25806"/>
                    <a:pt x="15319" y="25310"/>
                  </a:cubicBezTo>
                  <a:cubicBezTo>
                    <a:pt x="15268" y="25022"/>
                    <a:pt x="15359" y="24598"/>
                    <a:pt x="16032" y="24178"/>
                  </a:cubicBezTo>
                  <a:cubicBezTo>
                    <a:pt x="16067" y="24157"/>
                    <a:pt x="16106" y="24147"/>
                    <a:pt x="16144" y="24147"/>
                  </a:cubicBezTo>
                  <a:close/>
                  <a:moveTo>
                    <a:pt x="13843" y="30514"/>
                  </a:moveTo>
                  <a:cubicBezTo>
                    <a:pt x="13960" y="30519"/>
                    <a:pt x="14056" y="30615"/>
                    <a:pt x="14056" y="30736"/>
                  </a:cubicBezTo>
                  <a:cubicBezTo>
                    <a:pt x="14041" y="31156"/>
                    <a:pt x="14071" y="31559"/>
                    <a:pt x="14127" y="31974"/>
                  </a:cubicBezTo>
                  <a:cubicBezTo>
                    <a:pt x="14147" y="32090"/>
                    <a:pt x="14067" y="32202"/>
                    <a:pt x="13950" y="32217"/>
                  </a:cubicBezTo>
                  <a:cubicBezTo>
                    <a:pt x="13934" y="32217"/>
                    <a:pt x="13925" y="32221"/>
                    <a:pt x="13915" y="32221"/>
                  </a:cubicBezTo>
                  <a:cubicBezTo>
                    <a:pt x="13813" y="32221"/>
                    <a:pt x="13717" y="32141"/>
                    <a:pt x="13703" y="32035"/>
                  </a:cubicBezTo>
                  <a:cubicBezTo>
                    <a:pt x="13637" y="31605"/>
                    <a:pt x="13612" y="31165"/>
                    <a:pt x="13622" y="30726"/>
                  </a:cubicBezTo>
                  <a:cubicBezTo>
                    <a:pt x="13626" y="30605"/>
                    <a:pt x="13717" y="30514"/>
                    <a:pt x="13843" y="30514"/>
                  </a:cubicBezTo>
                  <a:close/>
                  <a:moveTo>
                    <a:pt x="17712" y="32216"/>
                  </a:moveTo>
                  <a:cubicBezTo>
                    <a:pt x="17718" y="32216"/>
                    <a:pt x="17724" y="32216"/>
                    <a:pt x="17730" y="32217"/>
                  </a:cubicBezTo>
                  <a:cubicBezTo>
                    <a:pt x="17851" y="32221"/>
                    <a:pt x="17936" y="32323"/>
                    <a:pt x="17926" y="32444"/>
                  </a:cubicBezTo>
                  <a:cubicBezTo>
                    <a:pt x="17906" y="32742"/>
                    <a:pt x="17800" y="32969"/>
                    <a:pt x="17709" y="33151"/>
                  </a:cubicBezTo>
                  <a:cubicBezTo>
                    <a:pt x="17658" y="33257"/>
                    <a:pt x="17602" y="33373"/>
                    <a:pt x="17618" y="33419"/>
                  </a:cubicBezTo>
                  <a:cubicBezTo>
                    <a:pt x="17623" y="33429"/>
                    <a:pt x="17658" y="33499"/>
                    <a:pt x="17896" y="33606"/>
                  </a:cubicBezTo>
                  <a:cubicBezTo>
                    <a:pt x="18002" y="33651"/>
                    <a:pt x="18096" y="33673"/>
                    <a:pt x="18180" y="33673"/>
                  </a:cubicBezTo>
                  <a:cubicBezTo>
                    <a:pt x="18277" y="33673"/>
                    <a:pt x="18359" y="33643"/>
                    <a:pt x="18427" y="33581"/>
                  </a:cubicBezTo>
                  <a:cubicBezTo>
                    <a:pt x="18598" y="33424"/>
                    <a:pt x="18654" y="33065"/>
                    <a:pt x="18548" y="32748"/>
                  </a:cubicBezTo>
                  <a:cubicBezTo>
                    <a:pt x="18507" y="32636"/>
                    <a:pt x="18568" y="32515"/>
                    <a:pt x="18684" y="32475"/>
                  </a:cubicBezTo>
                  <a:cubicBezTo>
                    <a:pt x="18706" y="32468"/>
                    <a:pt x="18728" y="32464"/>
                    <a:pt x="18750" y="32464"/>
                  </a:cubicBezTo>
                  <a:cubicBezTo>
                    <a:pt x="18840" y="32464"/>
                    <a:pt x="18925" y="32521"/>
                    <a:pt x="18957" y="32611"/>
                  </a:cubicBezTo>
                  <a:cubicBezTo>
                    <a:pt x="19118" y="33096"/>
                    <a:pt x="19017" y="33627"/>
                    <a:pt x="18714" y="33904"/>
                  </a:cubicBezTo>
                  <a:cubicBezTo>
                    <a:pt x="18618" y="33990"/>
                    <a:pt x="18441" y="34106"/>
                    <a:pt x="18184" y="34106"/>
                  </a:cubicBezTo>
                  <a:cubicBezTo>
                    <a:pt x="18052" y="34106"/>
                    <a:pt x="17901" y="34075"/>
                    <a:pt x="17724" y="34000"/>
                  </a:cubicBezTo>
                  <a:cubicBezTo>
                    <a:pt x="17436" y="33874"/>
                    <a:pt x="17275" y="33737"/>
                    <a:pt x="17214" y="33566"/>
                  </a:cubicBezTo>
                  <a:cubicBezTo>
                    <a:pt x="17133" y="33354"/>
                    <a:pt x="17229" y="33151"/>
                    <a:pt x="17320" y="32965"/>
                  </a:cubicBezTo>
                  <a:cubicBezTo>
                    <a:pt x="17396" y="32808"/>
                    <a:pt x="17481" y="32631"/>
                    <a:pt x="17497" y="32414"/>
                  </a:cubicBezTo>
                  <a:cubicBezTo>
                    <a:pt x="17506" y="32299"/>
                    <a:pt x="17603" y="32216"/>
                    <a:pt x="17712" y="32216"/>
                  </a:cubicBezTo>
                  <a:close/>
                  <a:moveTo>
                    <a:pt x="18756" y="34493"/>
                  </a:moveTo>
                  <a:cubicBezTo>
                    <a:pt x="18844" y="34493"/>
                    <a:pt x="18925" y="34549"/>
                    <a:pt x="18957" y="34637"/>
                  </a:cubicBezTo>
                  <a:cubicBezTo>
                    <a:pt x="19083" y="35015"/>
                    <a:pt x="18840" y="35511"/>
                    <a:pt x="18386" y="35789"/>
                  </a:cubicBezTo>
                  <a:cubicBezTo>
                    <a:pt x="18351" y="35809"/>
                    <a:pt x="18310" y="35819"/>
                    <a:pt x="18275" y="35819"/>
                  </a:cubicBezTo>
                  <a:cubicBezTo>
                    <a:pt x="18199" y="35819"/>
                    <a:pt x="18133" y="35784"/>
                    <a:pt x="18087" y="35718"/>
                  </a:cubicBezTo>
                  <a:cubicBezTo>
                    <a:pt x="18027" y="35617"/>
                    <a:pt x="18057" y="35486"/>
                    <a:pt x="18159" y="35425"/>
                  </a:cubicBezTo>
                  <a:cubicBezTo>
                    <a:pt x="18462" y="35238"/>
                    <a:pt x="18603" y="34940"/>
                    <a:pt x="18548" y="34783"/>
                  </a:cubicBezTo>
                  <a:cubicBezTo>
                    <a:pt x="18507" y="34667"/>
                    <a:pt x="18568" y="34546"/>
                    <a:pt x="18684" y="34506"/>
                  </a:cubicBezTo>
                  <a:cubicBezTo>
                    <a:pt x="18708" y="34497"/>
                    <a:pt x="18732" y="34493"/>
                    <a:pt x="18756" y="34493"/>
                  </a:cubicBezTo>
                  <a:close/>
                  <a:moveTo>
                    <a:pt x="14573" y="34315"/>
                  </a:moveTo>
                  <a:cubicBezTo>
                    <a:pt x="14611" y="34315"/>
                    <a:pt x="14651" y="34326"/>
                    <a:pt x="14687" y="34348"/>
                  </a:cubicBezTo>
                  <a:cubicBezTo>
                    <a:pt x="15299" y="34723"/>
                    <a:pt x="15168" y="35359"/>
                    <a:pt x="15062" y="35870"/>
                  </a:cubicBezTo>
                  <a:cubicBezTo>
                    <a:pt x="14976" y="36288"/>
                    <a:pt x="14890" y="36682"/>
                    <a:pt x="15112" y="36966"/>
                  </a:cubicBezTo>
                  <a:cubicBezTo>
                    <a:pt x="15221" y="37105"/>
                    <a:pt x="15349" y="37177"/>
                    <a:pt x="15478" y="37177"/>
                  </a:cubicBezTo>
                  <a:cubicBezTo>
                    <a:pt x="15559" y="37177"/>
                    <a:pt x="15641" y="37149"/>
                    <a:pt x="15718" y="37092"/>
                  </a:cubicBezTo>
                  <a:cubicBezTo>
                    <a:pt x="16032" y="36870"/>
                    <a:pt x="16275" y="36132"/>
                    <a:pt x="15602" y="35122"/>
                  </a:cubicBezTo>
                  <a:cubicBezTo>
                    <a:pt x="15536" y="35021"/>
                    <a:pt x="15566" y="34889"/>
                    <a:pt x="15662" y="34823"/>
                  </a:cubicBezTo>
                  <a:cubicBezTo>
                    <a:pt x="15700" y="34799"/>
                    <a:pt x="15743" y="34787"/>
                    <a:pt x="15785" y="34787"/>
                  </a:cubicBezTo>
                  <a:cubicBezTo>
                    <a:pt x="15855" y="34787"/>
                    <a:pt x="15924" y="34821"/>
                    <a:pt x="15965" y="34884"/>
                  </a:cubicBezTo>
                  <a:cubicBezTo>
                    <a:pt x="16718" y="36021"/>
                    <a:pt x="16541" y="37032"/>
                    <a:pt x="15971" y="37440"/>
                  </a:cubicBezTo>
                  <a:cubicBezTo>
                    <a:pt x="15820" y="37557"/>
                    <a:pt x="15648" y="37608"/>
                    <a:pt x="15480" y="37608"/>
                  </a:cubicBezTo>
                  <a:cubicBezTo>
                    <a:pt x="15223" y="37608"/>
                    <a:pt x="14971" y="37481"/>
                    <a:pt x="14773" y="37228"/>
                  </a:cubicBezTo>
                  <a:cubicBezTo>
                    <a:pt x="14425" y="36789"/>
                    <a:pt x="14541" y="36253"/>
                    <a:pt x="14638" y="35784"/>
                  </a:cubicBezTo>
                  <a:cubicBezTo>
                    <a:pt x="14748" y="35238"/>
                    <a:pt x="14799" y="34919"/>
                    <a:pt x="14461" y="34718"/>
                  </a:cubicBezTo>
                  <a:cubicBezTo>
                    <a:pt x="14359" y="34651"/>
                    <a:pt x="14324" y="34520"/>
                    <a:pt x="14389" y="34420"/>
                  </a:cubicBezTo>
                  <a:cubicBezTo>
                    <a:pt x="14429" y="34353"/>
                    <a:pt x="14499" y="34315"/>
                    <a:pt x="14573" y="34315"/>
                  </a:cubicBezTo>
                  <a:close/>
                  <a:moveTo>
                    <a:pt x="24123" y="40341"/>
                  </a:moveTo>
                  <a:cubicBezTo>
                    <a:pt x="24215" y="40341"/>
                    <a:pt x="24303" y="40406"/>
                    <a:pt x="24332" y="40497"/>
                  </a:cubicBezTo>
                  <a:cubicBezTo>
                    <a:pt x="24362" y="40613"/>
                    <a:pt x="24297" y="40730"/>
                    <a:pt x="24187" y="40765"/>
                  </a:cubicBezTo>
                  <a:cubicBezTo>
                    <a:pt x="23600" y="40937"/>
                    <a:pt x="22998" y="41003"/>
                    <a:pt x="22417" y="41073"/>
                  </a:cubicBezTo>
                  <a:lnTo>
                    <a:pt x="22392" y="41073"/>
                  </a:lnTo>
                  <a:cubicBezTo>
                    <a:pt x="22286" y="41073"/>
                    <a:pt x="22191" y="40993"/>
                    <a:pt x="22180" y="40881"/>
                  </a:cubicBezTo>
                  <a:cubicBezTo>
                    <a:pt x="22165" y="40765"/>
                    <a:pt x="22251" y="40660"/>
                    <a:pt x="22368" y="40644"/>
                  </a:cubicBezTo>
                  <a:cubicBezTo>
                    <a:pt x="22933" y="40578"/>
                    <a:pt x="23514" y="40513"/>
                    <a:pt x="24065" y="40350"/>
                  </a:cubicBezTo>
                  <a:cubicBezTo>
                    <a:pt x="24085" y="40344"/>
                    <a:pt x="24104" y="40341"/>
                    <a:pt x="24123" y="40341"/>
                  </a:cubicBezTo>
                  <a:close/>
                  <a:moveTo>
                    <a:pt x="10343" y="41896"/>
                  </a:moveTo>
                  <a:cubicBezTo>
                    <a:pt x="10448" y="41896"/>
                    <a:pt x="10546" y="41988"/>
                    <a:pt x="10550" y="42099"/>
                  </a:cubicBezTo>
                  <a:cubicBezTo>
                    <a:pt x="10555" y="42220"/>
                    <a:pt x="10464" y="42321"/>
                    <a:pt x="10348" y="42327"/>
                  </a:cubicBezTo>
                  <a:cubicBezTo>
                    <a:pt x="9994" y="42341"/>
                    <a:pt x="9646" y="42381"/>
                    <a:pt x="9296" y="42442"/>
                  </a:cubicBezTo>
                  <a:cubicBezTo>
                    <a:pt x="9287" y="42442"/>
                    <a:pt x="9277" y="42448"/>
                    <a:pt x="9261" y="42448"/>
                  </a:cubicBezTo>
                  <a:cubicBezTo>
                    <a:pt x="9161" y="42448"/>
                    <a:pt x="9070" y="42372"/>
                    <a:pt x="9049" y="42271"/>
                  </a:cubicBezTo>
                  <a:cubicBezTo>
                    <a:pt x="9030" y="42150"/>
                    <a:pt x="9105" y="42038"/>
                    <a:pt x="9221" y="42018"/>
                  </a:cubicBezTo>
                  <a:cubicBezTo>
                    <a:pt x="9585" y="41952"/>
                    <a:pt x="9958" y="41912"/>
                    <a:pt x="10327" y="41896"/>
                  </a:cubicBezTo>
                  <a:cubicBezTo>
                    <a:pt x="10332" y="41896"/>
                    <a:pt x="10338" y="41896"/>
                    <a:pt x="10343" y="41896"/>
                  </a:cubicBezTo>
                  <a:close/>
                  <a:moveTo>
                    <a:pt x="14553" y="41258"/>
                  </a:moveTo>
                  <a:cubicBezTo>
                    <a:pt x="14642" y="41258"/>
                    <a:pt x="14727" y="41314"/>
                    <a:pt x="14759" y="41402"/>
                  </a:cubicBezTo>
                  <a:cubicBezTo>
                    <a:pt x="14880" y="41740"/>
                    <a:pt x="14981" y="42301"/>
                    <a:pt x="15006" y="42735"/>
                  </a:cubicBezTo>
                  <a:cubicBezTo>
                    <a:pt x="15016" y="42852"/>
                    <a:pt x="14925" y="42952"/>
                    <a:pt x="14804" y="42963"/>
                  </a:cubicBezTo>
                  <a:lnTo>
                    <a:pt x="14794" y="42963"/>
                  </a:lnTo>
                  <a:cubicBezTo>
                    <a:pt x="14678" y="42963"/>
                    <a:pt x="14582" y="42872"/>
                    <a:pt x="14577" y="42761"/>
                  </a:cubicBezTo>
                  <a:cubicBezTo>
                    <a:pt x="14556" y="42367"/>
                    <a:pt x="14456" y="41847"/>
                    <a:pt x="14349" y="41543"/>
                  </a:cubicBezTo>
                  <a:cubicBezTo>
                    <a:pt x="14309" y="41432"/>
                    <a:pt x="14370" y="41311"/>
                    <a:pt x="14480" y="41271"/>
                  </a:cubicBezTo>
                  <a:cubicBezTo>
                    <a:pt x="14504" y="41262"/>
                    <a:pt x="14528" y="41258"/>
                    <a:pt x="14553" y="41258"/>
                  </a:cubicBezTo>
                  <a:close/>
                  <a:moveTo>
                    <a:pt x="17800" y="41596"/>
                  </a:moveTo>
                  <a:cubicBezTo>
                    <a:pt x="17813" y="41596"/>
                    <a:pt x="17827" y="41597"/>
                    <a:pt x="17840" y="41599"/>
                  </a:cubicBezTo>
                  <a:cubicBezTo>
                    <a:pt x="17956" y="41623"/>
                    <a:pt x="18033" y="41735"/>
                    <a:pt x="18007" y="41851"/>
                  </a:cubicBezTo>
                  <a:cubicBezTo>
                    <a:pt x="17870" y="42569"/>
                    <a:pt x="18143" y="43099"/>
                    <a:pt x="18477" y="43311"/>
                  </a:cubicBezTo>
                  <a:cubicBezTo>
                    <a:pt x="18563" y="43365"/>
                    <a:pt x="18638" y="43386"/>
                    <a:pt x="18693" y="43386"/>
                  </a:cubicBezTo>
                  <a:cubicBezTo>
                    <a:pt x="18725" y="43386"/>
                    <a:pt x="18750" y="43378"/>
                    <a:pt x="18765" y="43367"/>
                  </a:cubicBezTo>
                  <a:cubicBezTo>
                    <a:pt x="18826" y="43321"/>
                    <a:pt x="18856" y="43155"/>
                    <a:pt x="18780" y="42882"/>
                  </a:cubicBezTo>
                  <a:cubicBezTo>
                    <a:pt x="18749" y="42766"/>
                    <a:pt x="18815" y="42649"/>
                    <a:pt x="18931" y="42619"/>
                  </a:cubicBezTo>
                  <a:cubicBezTo>
                    <a:pt x="18952" y="42613"/>
                    <a:pt x="18972" y="42610"/>
                    <a:pt x="18992" y="42610"/>
                  </a:cubicBezTo>
                  <a:cubicBezTo>
                    <a:pt x="19087" y="42610"/>
                    <a:pt x="19174" y="42675"/>
                    <a:pt x="19199" y="42771"/>
                  </a:cubicBezTo>
                  <a:cubicBezTo>
                    <a:pt x="19356" y="43357"/>
                    <a:pt x="19159" y="43615"/>
                    <a:pt x="19022" y="43715"/>
                  </a:cubicBezTo>
                  <a:cubicBezTo>
                    <a:pt x="18931" y="43787"/>
                    <a:pt x="18815" y="43817"/>
                    <a:pt x="18694" y="43817"/>
                  </a:cubicBezTo>
                  <a:cubicBezTo>
                    <a:pt x="18553" y="43817"/>
                    <a:pt x="18397" y="43771"/>
                    <a:pt x="18245" y="43675"/>
                  </a:cubicBezTo>
                  <a:cubicBezTo>
                    <a:pt x="17790" y="43388"/>
                    <a:pt x="17406" y="42691"/>
                    <a:pt x="17588" y="41770"/>
                  </a:cubicBezTo>
                  <a:cubicBezTo>
                    <a:pt x="17606" y="41667"/>
                    <a:pt x="17695" y="41596"/>
                    <a:pt x="17800" y="41596"/>
                  </a:cubicBezTo>
                  <a:close/>
                  <a:moveTo>
                    <a:pt x="24837" y="42013"/>
                  </a:moveTo>
                  <a:cubicBezTo>
                    <a:pt x="24912" y="42013"/>
                    <a:pt x="24984" y="42052"/>
                    <a:pt x="25024" y="42119"/>
                  </a:cubicBezTo>
                  <a:cubicBezTo>
                    <a:pt x="25227" y="42458"/>
                    <a:pt x="25302" y="43059"/>
                    <a:pt x="25045" y="43503"/>
                  </a:cubicBezTo>
                  <a:cubicBezTo>
                    <a:pt x="24863" y="43822"/>
                    <a:pt x="24539" y="43999"/>
                    <a:pt x="24140" y="43999"/>
                  </a:cubicBezTo>
                  <a:lnTo>
                    <a:pt x="24120" y="43999"/>
                  </a:lnTo>
                  <a:cubicBezTo>
                    <a:pt x="23999" y="43994"/>
                    <a:pt x="23908" y="43897"/>
                    <a:pt x="23908" y="43782"/>
                  </a:cubicBezTo>
                  <a:cubicBezTo>
                    <a:pt x="23908" y="43663"/>
                    <a:pt x="24005" y="43563"/>
                    <a:pt x="24118" y="43563"/>
                  </a:cubicBezTo>
                  <a:cubicBezTo>
                    <a:pt x="24121" y="43563"/>
                    <a:pt x="24123" y="43563"/>
                    <a:pt x="24126" y="43564"/>
                  </a:cubicBezTo>
                  <a:cubicBezTo>
                    <a:pt x="24133" y="43564"/>
                    <a:pt x="24141" y="43564"/>
                    <a:pt x="24148" y="43564"/>
                  </a:cubicBezTo>
                  <a:cubicBezTo>
                    <a:pt x="24389" y="43564"/>
                    <a:pt x="24563" y="43467"/>
                    <a:pt x="24672" y="43291"/>
                  </a:cubicBezTo>
                  <a:cubicBezTo>
                    <a:pt x="24838" y="43003"/>
                    <a:pt x="24793" y="42569"/>
                    <a:pt x="24656" y="42341"/>
                  </a:cubicBezTo>
                  <a:cubicBezTo>
                    <a:pt x="24590" y="42241"/>
                    <a:pt x="24625" y="42104"/>
                    <a:pt x="24726" y="42043"/>
                  </a:cubicBezTo>
                  <a:cubicBezTo>
                    <a:pt x="24762" y="42023"/>
                    <a:pt x="24800" y="42013"/>
                    <a:pt x="24837" y="42013"/>
                  </a:cubicBezTo>
                  <a:close/>
                  <a:moveTo>
                    <a:pt x="10891" y="43884"/>
                  </a:moveTo>
                  <a:cubicBezTo>
                    <a:pt x="10945" y="43884"/>
                    <a:pt x="10997" y="43903"/>
                    <a:pt x="11035" y="43938"/>
                  </a:cubicBezTo>
                  <a:cubicBezTo>
                    <a:pt x="11145" y="43905"/>
                    <a:pt x="11256" y="43888"/>
                    <a:pt x="11365" y="43888"/>
                  </a:cubicBezTo>
                  <a:cubicBezTo>
                    <a:pt x="11508" y="43888"/>
                    <a:pt x="11649" y="43917"/>
                    <a:pt x="11782" y="43973"/>
                  </a:cubicBezTo>
                  <a:cubicBezTo>
                    <a:pt x="12122" y="44120"/>
                    <a:pt x="12358" y="44433"/>
                    <a:pt x="12388" y="44771"/>
                  </a:cubicBezTo>
                  <a:cubicBezTo>
                    <a:pt x="12414" y="45085"/>
                    <a:pt x="12262" y="45378"/>
                    <a:pt x="11975" y="45575"/>
                  </a:cubicBezTo>
                  <a:cubicBezTo>
                    <a:pt x="11782" y="45701"/>
                    <a:pt x="11565" y="45767"/>
                    <a:pt x="11353" y="45767"/>
                  </a:cubicBezTo>
                  <a:cubicBezTo>
                    <a:pt x="11187" y="45767"/>
                    <a:pt x="11015" y="45727"/>
                    <a:pt x="10853" y="45641"/>
                  </a:cubicBezTo>
                  <a:cubicBezTo>
                    <a:pt x="10499" y="45464"/>
                    <a:pt x="10262" y="45116"/>
                    <a:pt x="10257" y="44762"/>
                  </a:cubicBezTo>
                  <a:cubicBezTo>
                    <a:pt x="10242" y="44423"/>
                    <a:pt x="10434" y="44120"/>
                    <a:pt x="10782" y="43913"/>
                  </a:cubicBezTo>
                  <a:cubicBezTo>
                    <a:pt x="10816" y="43894"/>
                    <a:pt x="10854" y="43884"/>
                    <a:pt x="10891" y="43884"/>
                  </a:cubicBezTo>
                  <a:close/>
                  <a:moveTo>
                    <a:pt x="20595" y="47120"/>
                  </a:moveTo>
                  <a:cubicBezTo>
                    <a:pt x="20601" y="47120"/>
                    <a:pt x="20608" y="47121"/>
                    <a:pt x="20614" y="47121"/>
                  </a:cubicBezTo>
                  <a:cubicBezTo>
                    <a:pt x="20736" y="47126"/>
                    <a:pt x="20827" y="47227"/>
                    <a:pt x="20822" y="47348"/>
                  </a:cubicBezTo>
                  <a:cubicBezTo>
                    <a:pt x="20806" y="47656"/>
                    <a:pt x="20816" y="47959"/>
                    <a:pt x="20857" y="48202"/>
                  </a:cubicBezTo>
                  <a:cubicBezTo>
                    <a:pt x="20871" y="48318"/>
                    <a:pt x="20791" y="48430"/>
                    <a:pt x="20675" y="48450"/>
                  </a:cubicBezTo>
                  <a:lnTo>
                    <a:pt x="20645" y="48450"/>
                  </a:lnTo>
                  <a:cubicBezTo>
                    <a:pt x="20538" y="48450"/>
                    <a:pt x="20442" y="48374"/>
                    <a:pt x="20428" y="48268"/>
                  </a:cubicBezTo>
                  <a:cubicBezTo>
                    <a:pt x="20372" y="47919"/>
                    <a:pt x="20377" y="47560"/>
                    <a:pt x="20386" y="47323"/>
                  </a:cubicBezTo>
                  <a:cubicBezTo>
                    <a:pt x="20397" y="47213"/>
                    <a:pt x="20479" y="47120"/>
                    <a:pt x="20595" y="47120"/>
                  </a:cubicBezTo>
                  <a:close/>
                  <a:moveTo>
                    <a:pt x="20709" y="48990"/>
                  </a:moveTo>
                  <a:cubicBezTo>
                    <a:pt x="20821" y="48990"/>
                    <a:pt x="20922" y="49079"/>
                    <a:pt x="20927" y="49197"/>
                  </a:cubicBezTo>
                  <a:cubicBezTo>
                    <a:pt x="20937" y="49349"/>
                    <a:pt x="20948" y="49500"/>
                    <a:pt x="20962" y="49647"/>
                  </a:cubicBezTo>
                  <a:cubicBezTo>
                    <a:pt x="20978" y="49768"/>
                    <a:pt x="20892" y="49875"/>
                    <a:pt x="20776" y="49889"/>
                  </a:cubicBezTo>
                  <a:lnTo>
                    <a:pt x="20750" y="49889"/>
                  </a:lnTo>
                  <a:cubicBezTo>
                    <a:pt x="20640" y="49889"/>
                    <a:pt x="20549" y="49808"/>
                    <a:pt x="20533" y="49698"/>
                  </a:cubicBezTo>
                  <a:cubicBezTo>
                    <a:pt x="20519" y="49535"/>
                    <a:pt x="20503" y="49379"/>
                    <a:pt x="20498" y="49218"/>
                  </a:cubicBezTo>
                  <a:cubicBezTo>
                    <a:pt x="20493" y="49096"/>
                    <a:pt x="20584" y="48996"/>
                    <a:pt x="20700" y="48990"/>
                  </a:cubicBezTo>
                  <a:cubicBezTo>
                    <a:pt x="20703" y="48990"/>
                    <a:pt x="20706" y="48990"/>
                    <a:pt x="20709" y="48990"/>
                  </a:cubicBezTo>
                  <a:close/>
                  <a:moveTo>
                    <a:pt x="16944" y="48075"/>
                  </a:moveTo>
                  <a:cubicBezTo>
                    <a:pt x="17131" y="48075"/>
                    <a:pt x="17315" y="48129"/>
                    <a:pt x="17476" y="48238"/>
                  </a:cubicBezTo>
                  <a:cubicBezTo>
                    <a:pt x="17840" y="48480"/>
                    <a:pt x="18087" y="49010"/>
                    <a:pt x="17815" y="49657"/>
                  </a:cubicBezTo>
                  <a:cubicBezTo>
                    <a:pt x="17583" y="50223"/>
                    <a:pt x="17219" y="50309"/>
                    <a:pt x="17022" y="50309"/>
                  </a:cubicBezTo>
                  <a:lnTo>
                    <a:pt x="17017" y="50309"/>
                  </a:lnTo>
                  <a:cubicBezTo>
                    <a:pt x="16638" y="50304"/>
                    <a:pt x="16259" y="49996"/>
                    <a:pt x="16072" y="49535"/>
                  </a:cubicBezTo>
                  <a:cubicBezTo>
                    <a:pt x="15946" y="49227"/>
                    <a:pt x="15935" y="48919"/>
                    <a:pt x="16026" y="48642"/>
                  </a:cubicBezTo>
                  <a:cubicBezTo>
                    <a:pt x="16021" y="48576"/>
                    <a:pt x="16042" y="48511"/>
                    <a:pt x="16093" y="48465"/>
                  </a:cubicBezTo>
                  <a:cubicBezTo>
                    <a:pt x="16102" y="48455"/>
                    <a:pt x="16112" y="48444"/>
                    <a:pt x="16123" y="48434"/>
                  </a:cubicBezTo>
                  <a:cubicBezTo>
                    <a:pt x="16178" y="48339"/>
                    <a:pt x="16249" y="48248"/>
                    <a:pt x="16329" y="48166"/>
                  </a:cubicBezTo>
                  <a:cubicBezTo>
                    <a:pt x="16373" y="48124"/>
                    <a:pt x="16428" y="48104"/>
                    <a:pt x="16482" y="48104"/>
                  </a:cubicBezTo>
                  <a:cubicBezTo>
                    <a:pt x="16523" y="48104"/>
                    <a:pt x="16563" y="48115"/>
                    <a:pt x="16597" y="48136"/>
                  </a:cubicBezTo>
                  <a:cubicBezTo>
                    <a:pt x="16711" y="48096"/>
                    <a:pt x="16828" y="48075"/>
                    <a:pt x="16944" y="48075"/>
                  </a:cubicBezTo>
                  <a:close/>
                  <a:moveTo>
                    <a:pt x="19178" y="50604"/>
                  </a:moveTo>
                  <a:cubicBezTo>
                    <a:pt x="19503" y="50604"/>
                    <a:pt x="19829" y="50737"/>
                    <a:pt x="20043" y="50981"/>
                  </a:cubicBezTo>
                  <a:cubicBezTo>
                    <a:pt x="20300" y="51274"/>
                    <a:pt x="20326" y="51663"/>
                    <a:pt x="20109" y="52016"/>
                  </a:cubicBezTo>
                  <a:cubicBezTo>
                    <a:pt x="19937" y="52289"/>
                    <a:pt x="19705" y="52431"/>
                    <a:pt x="19452" y="52431"/>
                  </a:cubicBezTo>
                  <a:cubicBezTo>
                    <a:pt x="19376" y="52431"/>
                    <a:pt x="19295" y="52421"/>
                    <a:pt x="19215" y="52391"/>
                  </a:cubicBezTo>
                  <a:cubicBezTo>
                    <a:pt x="18785" y="52249"/>
                    <a:pt x="18441" y="51734"/>
                    <a:pt x="18481" y="51294"/>
                  </a:cubicBezTo>
                  <a:cubicBezTo>
                    <a:pt x="18488" y="51214"/>
                    <a:pt x="18512" y="51087"/>
                    <a:pt x="18598" y="50960"/>
                  </a:cubicBezTo>
                  <a:cubicBezTo>
                    <a:pt x="18568" y="50860"/>
                    <a:pt x="18618" y="50743"/>
                    <a:pt x="18714" y="50703"/>
                  </a:cubicBezTo>
                  <a:cubicBezTo>
                    <a:pt x="18859" y="50636"/>
                    <a:pt x="19019" y="50604"/>
                    <a:pt x="19178" y="50604"/>
                  </a:cubicBezTo>
                  <a:close/>
                  <a:moveTo>
                    <a:pt x="14950" y="0"/>
                  </a:moveTo>
                  <a:cubicBezTo>
                    <a:pt x="13478" y="0"/>
                    <a:pt x="11904" y="184"/>
                    <a:pt x="10186" y="543"/>
                  </a:cubicBezTo>
                  <a:cubicBezTo>
                    <a:pt x="8630" y="973"/>
                    <a:pt x="7533" y="1494"/>
                    <a:pt x="6402" y="2332"/>
                  </a:cubicBezTo>
                  <a:cubicBezTo>
                    <a:pt x="5220" y="3211"/>
                    <a:pt x="4149" y="4253"/>
                    <a:pt x="3446" y="4959"/>
                  </a:cubicBezTo>
                  <a:cubicBezTo>
                    <a:pt x="1956" y="6455"/>
                    <a:pt x="1324" y="8198"/>
                    <a:pt x="789" y="10528"/>
                  </a:cubicBezTo>
                  <a:cubicBezTo>
                    <a:pt x="1" y="13928"/>
                    <a:pt x="440" y="17560"/>
                    <a:pt x="1956" y="20243"/>
                  </a:cubicBezTo>
                  <a:cubicBezTo>
                    <a:pt x="4078" y="23987"/>
                    <a:pt x="7690" y="26664"/>
                    <a:pt x="11383" y="27235"/>
                  </a:cubicBezTo>
                  <a:cubicBezTo>
                    <a:pt x="11798" y="27301"/>
                    <a:pt x="12167" y="27352"/>
                    <a:pt x="12505" y="27397"/>
                  </a:cubicBezTo>
                  <a:cubicBezTo>
                    <a:pt x="12510" y="27397"/>
                    <a:pt x="12516" y="27397"/>
                    <a:pt x="12525" y="27401"/>
                  </a:cubicBezTo>
                  <a:cubicBezTo>
                    <a:pt x="12540" y="27401"/>
                    <a:pt x="12556" y="27412"/>
                    <a:pt x="12576" y="27417"/>
                  </a:cubicBezTo>
                  <a:cubicBezTo>
                    <a:pt x="12586" y="27422"/>
                    <a:pt x="12591" y="27427"/>
                    <a:pt x="12596" y="27432"/>
                  </a:cubicBezTo>
                  <a:cubicBezTo>
                    <a:pt x="12612" y="27443"/>
                    <a:pt x="12626" y="27452"/>
                    <a:pt x="12637" y="27467"/>
                  </a:cubicBezTo>
                  <a:cubicBezTo>
                    <a:pt x="12647" y="27473"/>
                    <a:pt x="12652" y="27483"/>
                    <a:pt x="12656" y="27492"/>
                  </a:cubicBezTo>
                  <a:cubicBezTo>
                    <a:pt x="12667" y="27508"/>
                    <a:pt x="12672" y="27518"/>
                    <a:pt x="12677" y="27534"/>
                  </a:cubicBezTo>
                  <a:cubicBezTo>
                    <a:pt x="12682" y="27543"/>
                    <a:pt x="12687" y="27558"/>
                    <a:pt x="12687" y="27574"/>
                  </a:cubicBezTo>
                  <a:cubicBezTo>
                    <a:pt x="12687" y="27583"/>
                    <a:pt x="12692" y="27588"/>
                    <a:pt x="12692" y="27599"/>
                  </a:cubicBezTo>
                  <a:cubicBezTo>
                    <a:pt x="12722" y="28316"/>
                    <a:pt x="12752" y="29029"/>
                    <a:pt x="12793" y="29751"/>
                  </a:cubicBezTo>
                  <a:cubicBezTo>
                    <a:pt x="12950" y="32929"/>
                    <a:pt x="13192" y="36279"/>
                    <a:pt x="13535" y="39977"/>
                  </a:cubicBezTo>
                  <a:lnTo>
                    <a:pt x="13535" y="40017"/>
                  </a:lnTo>
                  <a:cubicBezTo>
                    <a:pt x="13531" y="40033"/>
                    <a:pt x="13531" y="40047"/>
                    <a:pt x="13526" y="40058"/>
                  </a:cubicBezTo>
                  <a:cubicBezTo>
                    <a:pt x="13526" y="40073"/>
                    <a:pt x="13516" y="40084"/>
                    <a:pt x="13510" y="40093"/>
                  </a:cubicBezTo>
                  <a:cubicBezTo>
                    <a:pt x="13505" y="40108"/>
                    <a:pt x="13500" y="40124"/>
                    <a:pt x="13491" y="40133"/>
                  </a:cubicBezTo>
                  <a:cubicBezTo>
                    <a:pt x="13480" y="40144"/>
                    <a:pt x="13470" y="40149"/>
                    <a:pt x="13460" y="40159"/>
                  </a:cubicBezTo>
                  <a:cubicBezTo>
                    <a:pt x="13445" y="40168"/>
                    <a:pt x="13440" y="40179"/>
                    <a:pt x="13425" y="40184"/>
                  </a:cubicBezTo>
                  <a:cubicBezTo>
                    <a:pt x="13414" y="40194"/>
                    <a:pt x="13400" y="40194"/>
                    <a:pt x="13384" y="40199"/>
                  </a:cubicBezTo>
                  <a:cubicBezTo>
                    <a:pt x="13374" y="40199"/>
                    <a:pt x="13358" y="40210"/>
                    <a:pt x="13349" y="40210"/>
                  </a:cubicBezTo>
                  <a:cubicBezTo>
                    <a:pt x="11050" y="40478"/>
                    <a:pt x="9181" y="40765"/>
                    <a:pt x="7629" y="41094"/>
                  </a:cubicBezTo>
                  <a:cubicBezTo>
                    <a:pt x="7756" y="41674"/>
                    <a:pt x="7841" y="42437"/>
                    <a:pt x="7932" y="43246"/>
                  </a:cubicBezTo>
                  <a:cubicBezTo>
                    <a:pt x="8084" y="44631"/>
                    <a:pt x="8256" y="46177"/>
                    <a:pt x="8676" y="47212"/>
                  </a:cubicBezTo>
                  <a:cubicBezTo>
                    <a:pt x="8716" y="47212"/>
                    <a:pt x="8751" y="47222"/>
                    <a:pt x="8781" y="47242"/>
                  </a:cubicBezTo>
                  <a:cubicBezTo>
                    <a:pt x="8862" y="47292"/>
                    <a:pt x="8893" y="47389"/>
                    <a:pt x="8872" y="47480"/>
                  </a:cubicBezTo>
                  <a:cubicBezTo>
                    <a:pt x="10322" y="47464"/>
                    <a:pt x="11919" y="47348"/>
                    <a:pt x="13743" y="47126"/>
                  </a:cubicBezTo>
                  <a:cubicBezTo>
                    <a:pt x="13843" y="47116"/>
                    <a:pt x="13945" y="47105"/>
                    <a:pt x="14046" y="47091"/>
                  </a:cubicBezTo>
                  <a:lnTo>
                    <a:pt x="14051" y="47091"/>
                  </a:lnTo>
                  <a:cubicBezTo>
                    <a:pt x="14067" y="47091"/>
                    <a:pt x="14076" y="47096"/>
                    <a:pt x="14092" y="47096"/>
                  </a:cubicBezTo>
                  <a:lnTo>
                    <a:pt x="14132" y="47096"/>
                  </a:lnTo>
                  <a:cubicBezTo>
                    <a:pt x="14153" y="47105"/>
                    <a:pt x="14172" y="47116"/>
                    <a:pt x="14188" y="47126"/>
                  </a:cubicBezTo>
                  <a:cubicBezTo>
                    <a:pt x="14193" y="47131"/>
                    <a:pt x="14202" y="47131"/>
                    <a:pt x="14202" y="47136"/>
                  </a:cubicBezTo>
                  <a:cubicBezTo>
                    <a:pt x="14223" y="47147"/>
                    <a:pt x="14233" y="47166"/>
                    <a:pt x="14248" y="47182"/>
                  </a:cubicBezTo>
                  <a:cubicBezTo>
                    <a:pt x="14248" y="47187"/>
                    <a:pt x="14258" y="47192"/>
                    <a:pt x="14263" y="47196"/>
                  </a:cubicBezTo>
                  <a:cubicBezTo>
                    <a:pt x="14268" y="47212"/>
                    <a:pt x="14274" y="47232"/>
                    <a:pt x="14279" y="47247"/>
                  </a:cubicBezTo>
                  <a:cubicBezTo>
                    <a:pt x="14279" y="47257"/>
                    <a:pt x="14288" y="47268"/>
                    <a:pt x="14288" y="47278"/>
                  </a:cubicBezTo>
                  <a:lnTo>
                    <a:pt x="14288" y="47282"/>
                  </a:lnTo>
                  <a:cubicBezTo>
                    <a:pt x="14354" y="47863"/>
                    <a:pt x="14425" y="48485"/>
                    <a:pt x="14501" y="49117"/>
                  </a:cubicBezTo>
                  <a:cubicBezTo>
                    <a:pt x="14703" y="50860"/>
                    <a:pt x="14915" y="52669"/>
                    <a:pt x="15041" y="53942"/>
                  </a:cubicBezTo>
                  <a:cubicBezTo>
                    <a:pt x="16345" y="53876"/>
                    <a:pt x="17639" y="53648"/>
                    <a:pt x="18891" y="53427"/>
                  </a:cubicBezTo>
                  <a:cubicBezTo>
                    <a:pt x="19761" y="53275"/>
                    <a:pt x="20659" y="53119"/>
                    <a:pt x="21543" y="53022"/>
                  </a:cubicBezTo>
                  <a:cubicBezTo>
                    <a:pt x="21533" y="51263"/>
                    <a:pt x="21367" y="48383"/>
                    <a:pt x="21216" y="46222"/>
                  </a:cubicBezTo>
                  <a:cubicBezTo>
                    <a:pt x="21216" y="46212"/>
                    <a:pt x="21221" y="46201"/>
                    <a:pt x="21221" y="46186"/>
                  </a:cubicBezTo>
                  <a:cubicBezTo>
                    <a:pt x="21221" y="46171"/>
                    <a:pt x="21221" y="46156"/>
                    <a:pt x="21225" y="46146"/>
                  </a:cubicBezTo>
                  <a:cubicBezTo>
                    <a:pt x="21230" y="46131"/>
                    <a:pt x="21235" y="46121"/>
                    <a:pt x="21246" y="46105"/>
                  </a:cubicBezTo>
                  <a:cubicBezTo>
                    <a:pt x="21251" y="46095"/>
                    <a:pt x="21256" y="46086"/>
                    <a:pt x="21265" y="46075"/>
                  </a:cubicBezTo>
                  <a:cubicBezTo>
                    <a:pt x="21270" y="46060"/>
                    <a:pt x="21286" y="46055"/>
                    <a:pt x="21296" y="46044"/>
                  </a:cubicBezTo>
                  <a:cubicBezTo>
                    <a:pt x="21307" y="46035"/>
                    <a:pt x="21316" y="46030"/>
                    <a:pt x="21326" y="46019"/>
                  </a:cubicBezTo>
                  <a:cubicBezTo>
                    <a:pt x="21337" y="46009"/>
                    <a:pt x="21352" y="46009"/>
                    <a:pt x="21367" y="46004"/>
                  </a:cubicBezTo>
                  <a:cubicBezTo>
                    <a:pt x="21382" y="46000"/>
                    <a:pt x="21392" y="45995"/>
                    <a:pt x="21402" y="45995"/>
                  </a:cubicBezTo>
                  <a:lnTo>
                    <a:pt x="21452" y="45989"/>
                  </a:lnTo>
                  <a:cubicBezTo>
                    <a:pt x="21918" y="45923"/>
                    <a:pt x="22453" y="45878"/>
                    <a:pt x="23019" y="45837"/>
                  </a:cubicBezTo>
                  <a:cubicBezTo>
                    <a:pt x="24444" y="45732"/>
                    <a:pt x="26050" y="45610"/>
                    <a:pt x="27000" y="45019"/>
                  </a:cubicBezTo>
                  <a:cubicBezTo>
                    <a:pt x="26969" y="44640"/>
                    <a:pt x="26945" y="44230"/>
                    <a:pt x="26915" y="43796"/>
                  </a:cubicBezTo>
                  <a:cubicBezTo>
                    <a:pt x="26813" y="42266"/>
                    <a:pt x="26687" y="40381"/>
                    <a:pt x="26308" y="39047"/>
                  </a:cubicBezTo>
                  <a:cubicBezTo>
                    <a:pt x="25024" y="39163"/>
                    <a:pt x="23585" y="39280"/>
                    <a:pt x="22058" y="39401"/>
                  </a:cubicBezTo>
                  <a:lnTo>
                    <a:pt x="20816" y="39502"/>
                  </a:lnTo>
                  <a:lnTo>
                    <a:pt x="20801" y="39502"/>
                  </a:lnTo>
                  <a:cubicBezTo>
                    <a:pt x="20771" y="39502"/>
                    <a:pt x="20745" y="39502"/>
                    <a:pt x="20720" y="39487"/>
                  </a:cubicBezTo>
                  <a:cubicBezTo>
                    <a:pt x="20715" y="39487"/>
                    <a:pt x="20710" y="39482"/>
                    <a:pt x="20705" y="39482"/>
                  </a:cubicBezTo>
                  <a:cubicBezTo>
                    <a:pt x="20685" y="39471"/>
                    <a:pt x="20670" y="39462"/>
                    <a:pt x="20654" y="39447"/>
                  </a:cubicBezTo>
                  <a:cubicBezTo>
                    <a:pt x="20650" y="39441"/>
                    <a:pt x="20645" y="39436"/>
                    <a:pt x="20645" y="39431"/>
                  </a:cubicBezTo>
                  <a:cubicBezTo>
                    <a:pt x="20629" y="39417"/>
                    <a:pt x="20614" y="39401"/>
                    <a:pt x="20609" y="39386"/>
                  </a:cubicBezTo>
                  <a:cubicBezTo>
                    <a:pt x="20599" y="39375"/>
                    <a:pt x="20599" y="39366"/>
                    <a:pt x="20599" y="39356"/>
                  </a:cubicBezTo>
                  <a:cubicBezTo>
                    <a:pt x="20594" y="39340"/>
                    <a:pt x="20584" y="39326"/>
                    <a:pt x="20584" y="39310"/>
                  </a:cubicBezTo>
                  <a:lnTo>
                    <a:pt x="20584" y="39305"/>
                  </a:lnTo>
                  <a:cubicBezTo>
                    <a:pt x="20391" y="37213"/>
                    <a:pt x="20251" y="35359"/>
                    <a:pt x="20149" y="33646"/>
                  </a:cubicBezTo>
                  <a:cubicBezTo>
                    <a:pt x="20078" y="32489"/>
                    <a:pt x="19912" y="31328"/>
                    <a:pt x="19750" y="30195"/>
                  </a:cubicBezTo>
                  <a:cubicBezTo>
                    <a:pt x="19675" y="29680"/>
                    <a:pt x="19603" y="29160"/>
                    <a:pt x="19538" y="28644"/>
                  </a:cubicBezTo>
                  <a:cubicBezTo>
                    <a:pt x="19477" y="28180"/>
                    <a:pt x="19432" y="27765"/>
                    <a:pt x="19397" y="27366"/>
                  </a:cubicBezTo>
                  <a:cubicBezTo>
                    <a:pt x="19397" y="27361"/>
                    <a:pt x="19402" y="27352"/>
                    <a:pt x="19402" y="27341"/>
                  </a:cubicBezTo>
                  <a:cubicBezTo>
                    <a:pt x="19402" y="27326"/>
                    <a:pt x="19402" y="27315"/>
                    <a:pt x="19407" y="27301"/>
                  </a:cubicBezTo>
                  <a:cubicBezTo>
                    <a:pt x="19407" y="27285"/>
                    <a:pt x="19411" y="27275"/>
                    <a:pt x="19416" y="27261"/>
                  </a:cubicBezTo>
                  <a:cubicBezTo>
                    <a:pt x="19421" y="27250"/>
                    <a:pt x="19432" y="27235"/>
                    <a:pt x="19437" y="27224"/>
                  </a:cubicBezTo>
                  <a:cubicBezTo>
                    <a:pt x="19447" y="27215"/>
                    <a:pt x="19458" y="27205"/>
                    <a:pt x="19467" y="27194"/>
                  </a:cubicBezTo>
                  <a:cubicBezTo>
                    <a:pt x="19477" y="27184"/>
                    <a:pt x="19482" y="27175"/>
                    <a:pt x="19498" y="27170"/>
                  </a:cubicBezTo>
                  <a:cubicBezTo>
                    <a:pt x="19507" y="27159"/>
                    <a:pt x="19523" y="27154"/>
                    <a:pt x="19538" y="27149"/>
                  </a:cubicBezTo>
                  <a:cubicBezTo>
                    <a:pt x="19542" y="27149"/>
                    <a:pt x="19549" y="27144"/>
                    <a:pt x="19558" y="27140"/>
                  </a:cubicBezTo>
                  <a:cubicBezTo>
                    <a:pt x="20503" y="26897"/>
                    <a:pt x="21422" y="26548"/>
                    <a:pt x="22291" y="26103"/>
                  </a:cubicBezTo>
                  <a:cubicBezTo>
                    <a:pt x="25726" y="24335"/>
                    <a:pt x="29784" y="19389"/>
                    <a:pt x="30112" y="15115"/>
                  </a:cubicBezTo>
                  <a:cubicBezTo>
                    <a:pt x="30425" y="11108"/>
                    <a:pt x="28632" y="6991"/>
                    <a:pt x="25313" y="4116"/>
                  </a:cubicBezTo>
                  <a:cubicBezTo>
                    <a:pt x="22085" y="1314"/>
                    <a:pt x="18884" y="0"/>
                    <a:pt x="14950" y="0"/>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0"/>
            <p:cNvSpPr/>
            <p:nvPr/>
          </p:nvSpPr>
          <p:spPr>
            <a:xfrm>
              <a:off x="7263944" y="1288379"/>
              <a:ext cx="570315" cy="554554"/>
            </a:xfrm>
            <a:custGeom>
              <a:avLst/>
              <a:gdLst/>
              <a:ahLst/>
              <a:cxnLst/>
              <a:rect l="l" t="t" r="r" b="b"/>
              <a:pathLst>
                <a:path w="15668" h="15235" extrusionOk="0">
                  <a:moveTo>
                    <a:pt x="5640" y="1"/>
                  </a:moveTo>
                  <a:cubicBezTo>
                    <a:pt x="3925" y="1"/>
                    <a:pt x="2199" y="291"/>
                    <a:pt x="718" y="865"/>
                  </a:cubicBezTo>
                  <a:cubicBezTo>
                    <a:pt x="465" y="992"/>
                    <a:pt x="228" y="1138"/>
                    <a:pt x="0" y="1304"/>
                  </a:cubicBezTo>
                  <a:cubicBezTo>
                    <a:pt x="1029" y="1076"/>
                    <a:pt x="2109" y="962"/>
                    <a:pt x="3180" y="962"/>
                  </a:cubicBezTo>
                  <a:cubicBezTo>
                    <a:pt x="4830" y="962"/>
                    <a:pt x="6460" y="1231"/>
                    <a:pt x="7856" y="1764"/>
                  </a:cubicBezTo>
                  <a:cubicBezTo>
                    <a:pt x="10155" y="2643"/>
                    <a:pt x="11949" y="4573"/>
                    <a:pt x="12772" y="7059"/>
                  </a:cubicBezTo>
                  <a:cubicBezTo>
                    <a:pt x="13651" y="9727"/>
                    <a:pt x="13324" y="12658"/>
                    <a:pt x="11888" y="14906"/>
                  </a:cubicBezTo>
                  <a:cubicBezTo>
                    <a:pt x="11818" y="15016"/>
                    <a:pt x="11748" y="15128"/>
                    <a:pt x="11671" y="15234"/>
                  </a:cubicBezTo>
                  <a:cubicBezTo>
                    <a:pt x="12571" y="14587"/>
                    <a:pt x="13359" y="13768"/>
                    <a:pt x="14005" y="12793"/>
                  </a:cubicBezTo>
                  <a:cubicBezTo>
                    <a:pt x="15344" y="10767"/>
                    <a:pt x="15668" y="8120"/>
                    <a:pt x="14875" y="5705"/>
                  </a:cubicBezTo>
                  <a:cubicBezTo>
                    <a:pt x="14112" y="3371"/>
                    <a:pt x="12399" y="1568"/>
                    <a:pt x="10181" y="754"/>
                  </a:cubicBezTo>
                  <a:cubicBezTo>
                    <a:pt x="8812" y="250"/>
                    <a:pt x="7231" y="1"/>
                    <a:pt x="5640"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0"/>
            <p:cNvSpPr/>
            <p:nvPr/>
          </p:nvSpPr>
          <p:spPr>
            <a:xfrm>
              <a:off x="7003362" y="1427934"/>
              <a:ext cx="68614" cy="72181"/>
            </a:xfrm>
            <a:custGeom>
              <a:avLst/>
              <a:gdLst/>
              <a:ahLst/>
              <a:cxnLst/>
              <a:rect l="l" t="t" r="r" b="b"/>
              <a:pathLst>
                <a:path w="1885" h="1983" extrusionOk="0">
                  <a:moveTo>
                    <a:pt x="682" y="1"/>
                  </a:moveTo>
                  <a:cubicBezTo>
                    <a:pt x="646" y="1"/>
                    <a:pt x="610" y="9"/>
                    <a:pt x="576" y="26"/>
                  </a:cubicBezTo>
                  <a:cubicBezTo>
                    <a:pt x="182" y="259"/>
                    <a:pt x="0" y="653"/>
                    <a:pt x="91" y="1083"/>
                  </a:cubicBezTo>
                  <a:cubicBezTo>
                    <a:pt x="192" y="1548"/>
                    <a:pt x="597" y="1942"/>
                    <a:pt x="1006" y="1982"/>
                  </a:cubicBezTo>
                  <a:lnTo>
                    <a:pt x="1071" y="1982"/>
                  </a:lnTo>
                  <a:cubicBezTo>
                    <a:pt x="1258" y="1982"/>
                    <a:pt x="1617" y="1901"/>
                    <a:pt x="1840" y="1371"/>
                  </a:cubicBezTo>
                  <a:cubicBezTo>
                    <a:pt x="1885" y="1264"/>
                    <a:pt x="1834" y="1138"/>
                    <a:pt x="1728" y="1094"/>
                  </a:cubicBezTo>
                  <a:cubicBezTo>
                    <a:pt x="1700" y="1082"/>
                    <a:pt x="1671" y="1076"/>
                    <a:pt x="1643" y="1076"/>
                  </a:cubicBezTo>
                  <a:cubicBezTo>
                    <a:pt x="1558" y="1076"/>
                    <a:pt x="1478" y="1125"/>
                    <a:pt x="1440" y="1204"/>
                  </a:cubicBezTo>
                  <a:cubicBezTo>
                    <a:pt x="1377" y="1363"/>
                    <a:pt x="1260" y="1550"/>
                    <a:pt x="1073" y="1550"/>
                  </a:cubicBezTo>
                  <a:cubicBezTo>
                    <a:pt x="1064" y="1550"/>
                    <a:pt x="1055" y="1549"/>
                    <a:pt x="1046" y="1548"/>
                  </a:cubicBezTo>
                  <a:cubicBezTo>
                    <a:pt x="819" y="1528"/>
                    <a:pt x="576" y="1269"/>
                    <a:pt x="516" y="992"/>
                  </a:cubicBezTo>
                  <a:cubicBezTo>
                    <a:pt x="476" y="821"/>
                    <a:pt x="495" y="578"/>
                    <a:pt x="793" y="401"/>
                  </a:cubicBezTo>
                  <a:cubicBezTo>
                    <a:pt x="900" y="345"/>
                    <a:pt x="935" y="214"/>
                    <a:pt x="875" y="108"/>
                  </a:cubicBezTo>
                  <a:cubicBezTo>
                    <a:pt x="833" y="39"/>
                    <a:pt x="759" y="1"/>
                    <a:pt x="682"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30"/>
            <p:cNvSpPr/>
            <p:nvPr/>
          </p:nvSpPr>
          <p:spPr>
            <a:xfrm>
              <a:off x="7900786" y="1545176"/>
              <a:ext cx="78005" cy="86232"/>
            </a:xfrm>
            <a:custGeom>
              <a:avLst/>
              <a:gdLst/>
              <a:ahLst/>
              <a:cxnLst/>
              <a:rect l="l" t="t" r="r" b="b"/>
              <a:pathLst>
                <a:path w="2143" h="2369" extrusionOk="0">
                  <a:moveTo>
                    <a:pt x="1093" y="513"/>
                  </a:moveTo>
                  <a:cubicBezTo>
                    <a:pt x="1216" y="513"/>
                    <a:pt x="1325" y="569"/>
                    <a:pt x="1415" y="681"/>
                  </a:cubicBezTo>
                  <a:cubicBezTo>
                    <a:pt x="1632" y="954"/>
                    <a:pt x="1663" y="1469"/>
                    <a:pt x="1369" y="1747"/>
                  </a:cubicBezTo>
                  <a:cubicBezTo>
                    <a:pt x="1274" y="1839"/>
                    <a:pt x="1140" y="1938"/>
                    <a:pt x="1002" y="1938"/>
                  </a:cubicBezTo>
                  <a:cubicBezTo>
                    <a:pt x="973" y="1938"/>
                    <a:pt x="943" y="1933"/>
                    <a:pt x="914" y="1924"/>
                  </a:cubicBezTo>
                  <a:cubicBezTo>
                    <a:pt x="739" y="1868"/>
                    <a:pt x="581" y="1636"/>
                    <a:pt x="531" y="1338"/>
                  </a:cubicBezTo>
                  <a:cubicBezTo>
                    <a:pt x="490" y="1136"/>
                    <a:pt x="501" y="888"/>
                    <a:pt x="597" y="671"/>
                  </a:cubicBezTo>
                  <a:cubicBezTo>
                    <a:pt x="605" y="672"/>
                    <a:pt x="613" y="672"/>
                    <a:pt x="621" y="672"/>
                  </a:cubicBezTo>
                  <a:cubicBezTo>
                    <a:pt x="664" y="672"/>
                    <a:pt x="705" y="661"/>
                    <a:pt x="744" y="636"/>
                  </a:cubicBezTo>
                  <a:cubicBezTo>
                    <a:pt x="869" y="554"/>
                    <a:pt x="986" y="513"/>
                    <a:pt x="1093" y="513"/>
                  </a:cubicBezTo>
                  <a:close/>
                  <a:moveTo>
                    <a:pt x="681" y="1"/>
                  </a:moveTo>
                  <a:cubicBezTo>
                    <a:pt x="633" y="1"/>
                    <a:pt x="585" y="17"/>
                    <a:pt x="546" y="49"/>
                  </a:cubicBezTo>
                  <a:cubicBezTo>
                    <a:pt x="172" y="352"/>
                    <a:pt x="0" y="878"/>
                    <a:pt x="102" y="1419"/>
                  </a:cubicBezTo>
                  <a:cubicBezTo>
                    <a:pt x="193" y="1879"/>
                    <a:pt x="450" y="2232"/>
                    <a:pt x="784" y="2338"/>
                  </a:cubicBezTo>
                  <a:cubicBezTo>
                    <a:pt x="839" y="2353"/>
                    <a:pt x="914" y="2369"/>
                    <a:pt x="1001" y="2369"/>
                  </a:cubicBezTo>
                  <a:cubicBezTo>
                    <a:pt x="1178" y="2369"/>
                    <a:pt x="1415" y="2303"/>
                    <a:pt x="1667" y="2061"/>
                  </a:cubicBezTo>
                  <a:cubicBezTo>
                    <a:pt x="2143" y="1606"/>
                    <a:pt x="2092" y="843"/>
                    <a:pt x="1754" y="413"/>
                  </a:cubicBezTo>
                  <a:cubicBezTo>
                    <a:pt x="1604" y="228"/>
                    <a:pt x="1374" y="80"/>
                    <a:pt x="1091" y="80"/>
                  </a:cubicBezTo>
                  <a:cubicBezTo>
                    <a:pt x="1021" y="80"/>
                    <a:pt x="947" y="90"/>
                    <a:pt x="870" y="110"/>
                  </a:cubicBezTo>
                  <a:cubicBezTo>
                    <a:pt x="865" y="100"/>
                    <a:pt x="854" y="90"/>
                    <a:pt x="849" y="79"/>
                  </a:cubicBezTo>
                  <a:cubicBezTo>
                    <a:pt x="806" y="28"/>
                    <a:pt x="744" y="1"/>
                    <a:pt x="681"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30"/>
            <p:cNvSpPr/>
            <p:nvPr/>
          </p:nvSpPr>
          <p:spPr>
            <a:xfrm>
              <a:off x="7918621" y="1563849"/>
              <a:ext cx="42697" cy="51870"/>
            </a:xfrm>
            <a:custGeom>
              <a:avLst/>
              <a:gdLst/>
              <a:ahLst/>
              <a:cxnLst/>
              <a:rect l="l" t="t" r="r" b="b"/>
              <a:pathLst>
                <a:path w="1173" h="1425" extrusionOk="0">
                  <a:moveTo>
                    <a:pt x="603" y="0"/>
                  </a:moveTo>
                  <a:cubicBezTo>
                    <a:pt x="496" y="0"/>
                    <a:pt x="379" y="41"/>
                    <a:pt x="254" y="123"/>
                  </a:cubicBezTo>
                  <a:cubicBezTo>
                    <a:pt x="215" y="148"/>
                    <a:pt x="174" y="159"/>
                    <a:pt x="131" y="159"/>
                  </a:cubicBezTo>
                  <a:cubicBezTo>
                    <a:pt x="123" y="159"/>
                    <a:pt x="115" y="159"/>
                    <a:pt x="107" y="158"/>
                  </a:cubicBezTo>
                  <a:cubicBezTo>
                    <a:pt x="11" y="375"/>
                    <a:pt x="0" y="623"/>
                    <a:pt x="41" y="825"/>
                  </a:cubicBezTo>
                  <a:cubicBezTo>
                    <a:pt x="91" y="1123"/>
                    <a:pt x="249" y="1355"/>
                    <a:pt x="424" y="1411"/>
                  </a:cubicBezTo>
                  <a:cubicBezTo>
                    <a:pt x="453" y="1420"/>
                    <a:pt x="483" y="1425"/>
                    <a:pt x="512" y="1425"/>
                  </a:cubicBezTo>
                  <a:cubicBezTo>
                    <a:pt x="650" y="1425"/>
                    <a:pt x="784" y="1326"/>
                    <a:pt x="879" y="1234"/>
                  </a:cubicBezTo>
                  <a:cubicBezTo>
                    <a:pt x="1173" y="956"/>
                    <a:pt x="1142" y="441"/>
                    <a:pt x="925" y="168"/>
                  </a:cubicBezTo>
                  <a:cubicBezTo>
                    <a:pt x="835" y="56"/>
                    <a:pt x="726" y="0"/>
                    <a:pt x="603"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30"/>
            <p:cNvSpPr/>
            <p:nvPr/>
          </p:nvSpPr>
          <p:spPr>
            <a:xfrm>
              <a:off x="7082458" y="1831965"/>
              <a:ext cx="48194" cy="57075"/>
            </a:xfrm>
            <a:custGeom>
              <a:avLst/>
              <a:gdLst/>
              <a:ahLst/>
              <a:cxnLst/>
              <a:rect l="l" t="t" r="r" b="b"/>
              <a:pathLst>
                <a:path w="1324" h="1568" extrusionOk="0">
                  <a:moveTo>
                    <a:pt x="244" y="0"/>
                  </a:moveTo>
                  <a:cubicBezTo>
                    <a:pt x="178" y="0"/>
                    <a:pt x="113" y="32"/>
                    <a:pt x="71" y="93"/>
                  </a:cubicBezTo>
                  <a:cubicBezTo>
                    <a:pt x="0" y="184"/>
                    <a:pt x="20" y="320"/>
                    <a:pt x="116" y="391"/>
                  </a:cubicBezTo>
                  <a:cubicBezTo>
                    <a:pt x="439" y="628"/>
                    <a:pt x="728" y="1012"/>
                    <a:pt x="879" y="1427"/>
                  </a:cubicBezTo>
                  <a:cubicBezTo>
                    <a:pt x="910" y="1513"/>
                    <a:pt x="995" y="1567"/>
                    <a:pt x="1081" y="1567"/>
                  </a:cubicBezTo>
                  <a:cubicBezTo>
                    <a:pt x="1106" y="1567"/>
                    <a:pt x="1132" y="1563"/>
                    <a:pt x="1157" y="1553"/>
                  </a:cubicBezTo>
                  <a:cubicBezTo>
                    <a:pt x="1267" y="1513"/>
                    <a:pt x="1323" y="1385"/>
                    <a:pt x="1283" y="1275"/>
                  </a:cubicBezTo>
                  <a:cubicBezTo>
                    <a:pt x="1101" y="790"/>
                    <a:pt x="763" y="324"/>
                    <a:pt x="374" y="42"/>
                  </a:cubicBezTo>
                  <a:cubicBezTo>
                    <a:pt x="334" y="14"/>
                    <a:pt x="289" y="0"/>
                    <a:pt x="244"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30"/>
            <p:cNvSpPr/>
            <p:nvPr/>
          </p:nvSpPr>
          <p:spPr>
            <a:xfrm>
              <a:off x="7886590" y="1399688"/>
              <a:ext cx="23624" cy="28683"/>
            </a:xfrm>
            <a:custGeom>
              <a:avLst/>
              <a:gdLst/>
              <a:ahLst/>
              <a:cxnLst/>
              <a:rect l="l" t="t" r="r" b="b"/>
              <a:pathLst>
                <a:path w="649" h="788" extrusionOk="0">
                  <a:moveTo>
                    <a:pt x="237" y="0"/>
                  </a:moveTo>
                  <a:cubicBezTo>
                    <a:pt x="181" y="0"/>
                    <a:pt x="126" y="22"/>
                    <a:pt x="82" y="65"/>
                  </a:cubicBezTo>
                  <a:cubicBezTo>
                    <a:pt x="1" y="151"/>
                    <a:pt x="1" y="287"/>
                    <a:pt x="87" y="368"/>
                  </a:cubicBezTo>
                  <a:cubicBezTo>
                    <a:pt x="128" y="414"/>
                    <a:pt x="183" y="510"/>
                    <a:pt x="203" y="616"/>
                  </a:cubicBezTo>
                  <a:cubicBezTo>
                    <a:pt x="224" y="718"/>
                    <a:pt x="315" y="788"/>
                    <a:pt x="416" y="788"/>
                  </a:cubicBezTo>
                  <a:cubicBezTo>
                    <a:pt x="431" y="788"/>
                    <a:pt x="441" y="788"/>
                    <a:pt x="456" y="783"/>
                  </a:cubicBezTo>
                  <a:cubicBezTo>
                    <a:pt x="572" y="762"/>
                    <a:pt x="648" y="651"/>
                    <a:pt x="628" y="530"/>
                  </a:cubicBezTo>
                  <a:cubicBezTo>
                    <a:pt x="593" y="354"/>
                    <a:pt x="497" y="172"/>
                    <a:pt x="390" y="60"/>
                  </a:cubicBezTo>
                  <a:cubicBezTo>
                    <a:pt x="345" y="20"/>
                    <a:pt x="291" y="0"/>
                    <a:pt x="237"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30"/>
            <p:cNvSpPr/>
            <p:nvPr/>
          </p:nvSpPr>
          <p:spPr>
            <a:xfrm>
              <a:off x="7445249" y="1155121"/>
              <a:ext cx="156957" cy="29957"/>
            </a:xfrm>
            <a:custGeom>
              <a:avLst/>
              <a:gdLst/>
              <a:ahLst/>
              <a:cxnLst/>
              <a:rect l="l" t="t" r="r" b="b"/>
              <a:pathLst>
                <a:path w="4312" h="823" extrusionOk="0">
                  <a:moveTo>
                    <a:pt x="2136" y="1"/>
                  </a:moveTo>
                  <a:cubicBezTo>
                    <a:pt x="1382" y="1"/>
                    <a:pt x="639" y="130"/>
                    <a:pt x="158" y="353"/>
                  </a:cubicBezTo>
                  <a:cubicBezTo>
                    <a:pt x="47" y="404"/>
                    <a:pt x="0" y="530"/>
                    <a:pt x="51" y="640"/>
                  </a:cubicBezTo>
                  <a:cubicBezTo>
                    <a:pt x="85" y="717"/>
                    <a:pt x="163" y="762"/>
                    <a:pt x="243" y="762"/>
                  </a:cubicBezTo>
                  <a:cubicBezTo>
                    <a:pt x="274" y="762"/>
                    <a:pt x="305" y="756"/>
                    <a:pt x="334" y="742"/>
                  </a:cubicBezTo>
                  <a:cubicBezTo>
                    <a:pt x="758" y="547"/>
                    <a:pt x="1440" y="436"/>
                    <a:pt x="2129" y="436"/>
                  </a:cubicBezTo>
                  <a:cubicBezTo>
                    <a:pt x="2817" y="436"/>
                    <a:pt x="3512" y="547"/>
                    <a:pt x="3962" y="798"/>
                  </a:cubicBezTo>
                  <a:cubicBezTo>
                    <a:pt x="3992" y="812"/>
                    <a:pt x="4027" y="822"/>
                    <a:pt x="4063" y="822"/>
                  </a:cubicBezTo>
                  <a:cubicBezTo>
                    <a:pt x="4139" y="822"/>
                    <a:pt x="4214" y="782"/>
                    <a:pt x="4255" y="712"/>
                  </a:cubicBezTo>
                  <a:cubicBezTo>
                    <a:pt x="4311" y="610"/>
                    <a:pt x="4275" y="479"/>
                    <a:pt x="4169" y="418"/>
                  </a:cubicBezTo>
                  <a:cubicBezTo>
                    <a:pt x="3647" y="129"/>
                    <a:pt x="2887" y="1"/>
                    <a:pt x="2136"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30"/>
            <p:cNvSpPr/>
            <p:nvPr/>
          </p:nvSpPr>
          <p:spPr>
            <a:xfrm>
              <a:off x="6982396" y="1671190"/>
              <a:ext cx="106324" cy="83247"/>
            </a:xfrm>
            <a:custGeom>
              <a:avLst/>
              <a:gdLst/>
              <a:ahLst/>
              <a:cxnLst/>
              <a:rect l="l" t="t" r="r" b="b"/>
              <a:pathLst>
                <a:path w="2921" h="2287" extrusionOk="0">
                  <a:moveTo>
                    <a:pt x="1201" y="0"/>
                  </a:moveTo>
                  <a:cubicBezTo>
                    <a:pt x="1153" y="0"/>
                    <a:pt x="1106" y="16"/>
                    <a:pt x="1066" y="49"/>
                  </a:cubicBezTo>
                  <a:cubicBezTo>
                    <a:pt x="0" y="933"/>
                    <a:pt x="299" y="1559"/>
                    <a:pt x="476" y="1786"/>
                  </a:cubicBezTo>
                  <a:cubicBezTo>
                    <a:pt x="723" y="2104"/>
                    <a:pt x="1218" y="2286"/>
                    <a:pt x="1673" y="2286"/>
                  </a:cubicBezTo>
                  <a:cubicBezTo>
                    <a:pt x="1945" y="2286"/>
                    <a:pt x="2198" y="2225"/>
                    <a:pt x="2386" y="2090"/>
                  </a:cubicBezTo>
                  <a:cubicBezTo>
                    <a:pt x="2561" y="1959"/>
                    <a:pt x="2920" y="1574"/>
                    <a:pt x="2395" y="812"/>
                  </a:cubicBezTo>
                  <a:cubicBezTo>
                    <a:pt x="2355" y="749"/>
                    <a:pt x="2288" y="718"/>
                    <a:pt x="2220" y="718"/>
                  </a:cubicBezTo>
                  <a:cubicBezTo>
                    <a:pt x="2177" y="718"/>
                    <a:pt x="2134" y="730"/>
                    <a:pt x="2097" y="756"/>
                  </a:cubicBezTo>
                  <a:cubicBezTo>
                    <a:pt x="1996" y="821"/>
                    <a:pt x="1971" y="958"/>
                    <a:pt x="2041" y="1054"/>
                  </a:cubicBezTo>
                  <a:cubicBezTo>
                    <a:pt x="2198" y="1281"/>
                    <a:pt x="2339" y="1584"/>
                    <a:pt x="2127" y="1740"/>
                  </a:cubicBezTo>
                  <a:cubicBezTo>
                    <a:pt x="2022" y="1816"/>
                    <a:pt x="1855" y="1853"/>
                    <a:pt x="1673" y="1853"/>
                  </a:cubicBezTo>
                  <a:cubicBezTo>
                    <a:pt x="1355" y="1853"/>
                    <a:pt x="989" y="1740"/>
                    <a:pt x="819" y="1519"/>
                  </a:cubicBezTo>
                  <a:cubicBezTo>
                    <a:pt x="526" y="1145"/>
                    <a:pt x="1021" y="649"/>
                    <a:pt x="1339" y="387"/>
                  </a:cubicBezTo>
                  <a:cubicBezTo>
                    <a:pt x="1435" y="311"/>
                    <a:pt x="1446" y="170"/>
                    <a:pt x="1369" y="79"/>
                  </a:cubicBezTo>
                  <a:cubicBezTo>
                    <a:pt x="1327" y="28"/>
                    <a:pt x="1264" y="0"/>
                    <a:pt x="1201"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30"/>
            <p:cNvSpPr/>
            <p:nvPr/>
          </p:nvSpPr>
          <p:spPr>
            <a:xfrm>
              <a:off x="7547349" y="2274799"/>
              <a:ext cx="72290" cy="68832"/>
            </a:xfrm>
            <a:custGeom>
              <a:avLst/>
              <a:gdLst/>
              <a:ahLst/>
              <a:cxnLst/>
              <a:rect l="l" t="t" r="r" b="b"/>
              <a:pathLst>
                <a:path w="1986" h="1891" extrusionOk="0">
                  <a:moveTo>
                    <a:pt x="579" y="1"/>
                  </a:moveTo>
                  <a:cubicBezTo>
                    <a:pt x="470" y="1"/>
                    <a:pt x="373" y="84"/>
                    <a:pt x="364" y="199"/>
                  </a:cubicBezTo>
                  <a:cubicBezTo>
                    <a:pt x="348" y="416"/>
                    <a:pt x="263" y="593"/>
                    <a:pt x="187" y="750"/>
                  </a:cubicBezTo>
                  <a:cubicBezTo>
                    <a:pt x="96" y="936"/>
                    <a:pt x="0" y="1139"/>
                    <a:pt x="81" y="1351"/>
                  </a:cubicBezTo>
                  <a:cubicBezTo>
                    <a:pt x="142" y="1522"/>
                    <a:pt x="303" y="1659"/>
                    <a:pt x="591" y="1785"/>
                  </a:cubicBezTo>
                  <a:cubicBezTo>
                    <a:pt x="768" y="1860"/>
                    <a:pt x="919" y="1891"/>
                    <a:pt x="1051" y="1891"/>
                  </a:cubicBezTo>
                  <a:cubicBezTo>
                    <a:pt x="1308" y="1891"/>
                    <a:pt x="1485" y="1775"/>
                    <a:pt x="1581" y="1689"/>
                  </a:cubicBezTo>
                  <a:cubicBezTo>
                    <a:pt x="1884" y="1412"/>
                    <a:pt x="1985" y="881"/>
                    <a:pt x="1824" y="396"/>
                  </a:cubicBezTo>
                  <a:cubicBezTo>
                    <a:pt x="1792" y="306"/>
                    <a:pt x="1707" y="249"/>
                    <a:pt x="1617" y="249"/>
                  </a:cubicBezTo>
                  <a:cubicBezTo>
                    <a:pt x="1595" y="249"/>
                    <a:pt x="1573" y="253"/>
                    <a:pt x="1551" y="260"/>
                  </a:cubicBezTo>
                  <a:cubicBezTo>
                    <a:pt x="1435" y="300"/>
                    <a:pt x="1374" y="421"/>
                    <a:pt x="1415" y="533"/>
                  </a:cubicBezTo>
                  <a:cubicBezTo>
                    <a:pt x="1521" y="850"/>
                    <a:pt x="1465" y="1209"/>
                    <a:pt x="1294" y="1366"/>
                  </a:cubicBezTo>
                  <a:cubicBezTo>
                    <a:pt x="1226" y="1428"/>
                    <a:pt x="1144" y="1458"/>
                    <a:pt x="1047" y="1458"/>
                  </a:cubicBezTo>
                  <a:cubicBezTo>
                    <a:pt x="963" y="1458"/>
                    <a:pt x="869" y="1436"/>
                    <a:pt x="763" y="1391"/>
                  </a:cubicBezTo>
                  <a:cubicBezTo>
                    <a:pt x="525" y="1284"/>
                    <a:pt x="490" y="1214"/>
                    <a:pt x="485" y="1204"/>
                  </a:cubicBezTo>
                  <a:cubicBezTo>
                    <a:pt x="469" y="1158"/>
                    <a:pt x="525" y="1042"/>
                    <a:pt x="576" y="936"/>
                  </a:cubicBezTo>
                  <a:cubicBezTo>
                    <a:pt x="667" y="754"/>
                    <a:pt x="773" y="527"/>
                    <a:pt x="793" y="229"/>
                  </a:cubicBezTo>
                  <a:cubicBezTo>
                    <a:pt x="803" y="108"/>
                    <a:pt x="718" y="6"/>
                    <a:pt x="597" y="2"/>
                  </a:cubicBezTo>
                  <a:cubicBezTo>
                    <a:pt x="591" y="1"/>
                    <a:pt x="585" y="1"/>
                    <a:pt x="579"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30"/>
            <p:cNvSpPr/>
            <p:nvPr/>
          </p:nvSpPr>
          <p:spPr>
            <a:xfrm>
              <a:off x="7579853" y="2357680"/>
              <a:ext cx="38475" cy="48303"/>
            </a:xfrm>
            <a:custGeom>
              <a:avLst/>
              <a:gdLst/>
              <a:ahLst/>
              <a:cxnLst/>
              <a:rect l="l" t="t" r="r" b="b"/>
              <a:pathLst>
                <a:path w="1057" h="1327" extrusionOk="0">
                  <a:moveTo>
                    <a:pt x="730" y="1"/>
                  </a:moveTo>
                  <a:cubicBezTo>
                    <a:pt x="706" y="1"/>
                    <a:pt x="682" y="5"/>
                    <a:pt x="658" y="14"/>
                  </a:cubicBezTo>
                  <a:cubicBezTo>
                    <a:pt x="542" y="54"/>
                    <a:pt x="481" y="175"/>
                    <a:pt x="522" y="291"/>
                  </a:cubicBezTo>
                  <a:cubicBezTo>
                    <a:pt x="577" y="448"/>
                    <a:pt x="436" y="746"/>
                    <a:pt x="133" y="933"/>
                  </a:cubicBezTo>
                  <a:cubicBezTo>
                    <a:pt x="31" y="994"/>
                    <a:pt x="1" y="1125"/>
                    <a:pt x="61" y="1226"/>
                  </a:cubicBezTo>
                  <a:cubicBezTo>
                    <a:pt x="107" y="1292"/>
                    <a:pt x="173" y="1327"/>
                    <a:pt x="249" y="1327"/>
                  </a:cubicBezTo>
                  <a:cubicBezTo>
                    <a:pt x="284" y="1327"/>
                    <a:pt x="325" y="1317"/>
                    <a:pt x="360" y="1297"/>
                  </a:cubicBezTo>
                  <a:cubicBezTo>
                    <a:pt x="814" y="1019"/>
                    <a:pt x="1057" y="523"/>
                    <a:pt x="931" y="145"/>
                  </a:cubicBezTo>
                  <a:cubicBezTo>
                    <a:pt x="899" y="57"/>
                    <a:pt x="818" y="1"/>
                    <a:pt x="730"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30"/>
            <p:cNvSpPr/>
            <p:nvPr/>
          </p:nvSpPr>
          <p:spPr>
            <a:xfrm>
              <a:off x="7445067" y="2351201"/>
              <a:ext cx="87214" cy="119902"/>
            </a:xfrm>
            <a:custGeom>
              <a:avLst/>
              <a:gdLst/>
              <a:ahLst/>
              <a:cxnLst/>
              <a:rect l="l" t="t" r="r" b="b"/>
              <a:pathLst>
                <a:path w="2396" h="3294" extrusionOk="0">
                  <a:moveTo>
                    <a:pt x="250" y="1"/>
                  </a:moveTo>
                  <a:cubicBezTo>
                    <a:pt x="176" y="1"/>
                    <a:pt x="106" y="39"/>
                    <a:pt x="66" y="106"/>
                  </a:cubicBezTo>
                  <a:cubicBezTo>
                    <a:pt x="1" y="206"/>
                    <a:pt x="36" y="337"/>
                    <a:pt x="138" y="404"/>
                  </a:cubicBezTo>
                  <a:cubicBezTo>
                    <a:pt x="476" y="605"/>
                    <a:pt x="425" y="924"/>
                    <a:pt x="315" y="1470"/>
                  </a:cubicBezTo>
                  <a:cubicBezTo>
                    <a:pt x="218" y="1939"/>
                    <a:pt x="102" y="2475"/>
                    <a:pt x="450" y="2914"/>
                  </a:cubicBezTo>
                  <a:cubicBezTo>
                    <a:pt x="648" y="3167"/>
                    <a:pt x="900" y="3294"/>
                    <a:pt x="1157" y="3294"/>
                  </a:cubicBezTo>
                  <a:cubicBezTo>
                    <a:pt x="1325" y="3294"/>
                    <a:pt x="1497" y="3243"/>
                    <a:pt x="1648" y="3126"/>
                  </a:cubicBezTo>
                  <a:cubicBezTo>
                    <a:pt x="2218" y="2718"/>
                    <a:pt x="2395" y="1707"/>
                    <a:pt x="1642" y="570"/>
                  </a:cubicBezTo>
                  <a:cubicBezTo>
                    <a:pt x="1601" y="507"/>
                    <a:pt x="1532" y="473"/>
                    <a:pt x="1462" y="473"/>
                  </a:cubicBezTo>
                  <a:cubicBezTo>
                    <a:pt x="1420" y="473"/>
                    <a:pt x="1377" y="485"/>
                    <a:pt x="1339" y="509"/>
                  </a:cubicBezTo>
                  <a:cubicBezTo>
                    <a:pt x="1243" y="575"/>
                    <a:pt x="1213" y="707"/>
                    <a:pt x="1279" y="808"/>
                  </a:cubicBezTo>
                  <a:cubicBezTo>
                    <a:pt x="1952" y="1818"/>
                    <a:pt x="1709" y="2556"/>
                    <a:pt x="1395" y="2778"/>
                  </a:cubicBezTo>
                  <a:cubicBezTo>
                    <a:pt x="1318" y="2835"/>
                    <a:pt x="1236" y="2863"/>
                    <a:pt x="1155" y="2863"/>
                  </a:cubicBezTo>
                  <a:cubicBezTo>
                    <a:pt x="1026" y="2863"/>
                    <a:pt x="898" y="2791"/>
                    <a:pt x="789" y="2652"/>
                  </a:cubicBezTo>
                  <a:cubicBezTo>
                    <a:pt x="567" y="2368"/>
                    <a:pt x="653" y="1974"/>
                    <a:pt x="739" y="1556"/>
                  </a:cubicBezTo>
                  <a:cubicBezTo>
                    <a:pt x="845" y="1045"/>
                    <a:pt x="976" y="409"/>
                    <a:pt x="364" y="34"/>
                  </a:cubicBezTo>
                  <a:cubicBezTo>
                    <a:pt x="328" y="12"/>
                    <a:pt x="288" y="1"/>
                    <a:pt x="250"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30"/>
            <p:cNvSpPr/>
            <p:nvPr/>
          </p:nvSpPr>
          <p:spPr>
            <a:xfrm>
              <a:off x="7557249" y="2616224"/>
              <a:ext cx="71016" cy="80881"/>
            </a:xfrm>
            <a:custGeom>
              <a:avLst/>
              <a:gdLst/>
              <a:ahLst/>
              <a:cxnLst/>
              <a:rect l="l" t="t" r="r" b="b"/>
              <a:pathLst>
                <a:path w="1951" h="2222" extrusionOk="0">
                  <a:moveTo>
                    <a:pt x="395" y="1"/>
                  </a:moveTo>
                  <a:cubicBezTo>
                    <a:pt x="290" y="1"/>
                    <a:pt x="201" y="72"/>
                    <a:pt x="183" y="175"/>
                  </a:cubicBezTo>
                  <a:cubicBezTo>
                    <a:pt x="1" y="1096"/>
                    <a:pt x="385" y="1793"/>
                    <a:pt x="840" y="2080"/>
                  </a:cubicBezTo>
                  <a:cubicBezTo>
                    <a:pt x="992" y="2176"/>
                    <a:pt x="1148" y="2222"/>
                    <a:pt x="1289" y="2222"/>
                  </a:cubicBezTo>
                  <a:cubicBezTo>
                    <a:pt x="1410" y="2222"/>
                    <a:pt x="1526" y="2192"/>
                    <a:pt x="1617" y="2120"/>
                  </a:cubicBezTo>
                  <a:cubicBezTo>
                    <a:pt x="1754" y="2020"/>
                    <a:pt x="1951" y="1762"/>
                    <a:pt x="1794" y="1176"/>
                  </a:cubicBezTo>
                  <a:cubicBezTo>
                    <a:pt x="1769" y="1080"/>
                    <a:pt x="1682" y="1015"/>
                    <a:pt x="1587" y="1015"/>
                  </a:cubicBezTo>
                  <a:cubicBezTo>
                    <a:pt x="1567" y="1015"/>
                    <a:pt x="1547" y="1018"/>
                    <a:pt x="1526" y="1024"/>
                  </a:cubicBezTo>
                  <a:cubicBezTo>
                    <a:pt x="1410" y="1054"/>
                    <a:pt x="1344" y="1171"/>
                    <a:pt x="1375" y="1287"/>
                  </a:cubicBezTo>
                  <a:cubicBezTo>
                    <a:pt x="1451" y="1560"/>
                    <a:pt x="1421" y="1726"/>
                    <a:pt x="1360" y="1772"/>
                  </a:cubicBezTo>
                  <a:cubicBezTo>
                    <a:pt x="1345" y="1783"/>
                    <a:pt x="1320" y="1791"/>
                    <a:pt x="1288" y="1791"/>
                  </a:cubicBezTo>
                  <a:cubicBezTo>
                    <a:pt x="1233" y="1791"/>
                    <a:pt x="1158" y="1770"/>
                    <a:pt x="1072" y="1716"/>
                  </a:cubicBezTo>
                  <a:cubicBezTo>
                    <a:pt x="738" y="1504"/>
                    <a:pt x="465" y="974"/>
                    <a:pt x="602" y="256"/>
                  </a:cubicBezTo>
                  <a:cubicBezTo>
                    <a:pt x="628" y="140"/>
                    <a:pt x="551" y="28"/>
                    <a:pt x="435" y="4"/>
                  </a:cubicBezTo>
                  <a:cubicBezTo>
                    <a:pt x="422" y="2"/>
                    <a:pt x="408" y="1"/>
                    <a:pt x="395"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30"/>
            <p:cNvSpPr/>
            <p:nvPr/>
          </p:nvSpPr>
          <p:spPr>
            <a:xfrm>
              <a:off x="7730510" y="2570579"/>
              <a:ext cx="80007" cy="26645"/>
            </a:xfrm>
            <a:custGeom>
              <a:avLst/>
              <a:gdLst/>
              <a:ahLst/>
              <a:cxnLst/>
              <a:rect l="l" t="t" r="r" b="b"/>
              <a:pathLst>
                <a:path w="2198" h="732" extrusionOk="0">
                  <a:moveTo>
                    <a:pt x="1958" y="0"/>
                  </a:moveTo>
                  <a:cubicBezTo>
                    <a:pt x="1939" y="0"/>
                    <a:pt x="1920" y="3"/>
                    <a:pt x="1900" y="9"/>
                  </a:cubicBezTo>
                  <a:cubicBezTo>
                    <a:pt x="1349" y="172"/>
                    <a:pt x="768" y="237"/>
                    <a:pt x="203" y="303"/>
                  </a:cubicBezTo>
                  <a:cubicBezTo>
                    <a:pt x="86" y="319"/>
                    <a:pt x="0" y="424"/>
                    <a:pt x="15" y="540"/>
                  </a:cubicBezTo>
                  <a:cubicBezTo>
                    <a:pt x="26" y="652"/>
                    <a:pt x="121" y="732"/>
                    <a:pt x="227" y="732"/>
                  </a:cubicBezTo>
                  <a:lnTo>
                    <a:pt x="252" y="732"/>
                  </a:lnTo>
                  <a:cubicBezTo>
                    <a:pt x="833" y="662"/>
                    <a:pt x="1435" y="596"/>
                    <a:pt x="2022" y="424"/>
                  </a:cubicBezTo>
                  <a:cubicBezTo>
                    <a:pt x="2132" y="389"/>
                    <a:pt x="2197" y="272"/>
                    <a:pt x="2167" y="156"/>
                  </a:cubicBezTo>
                  <a:cubicBezTo>
                    <a:pt x="2138" y="65"/>
                    <a:pt x="2050" y="0"/>
                    <a:pt x="1958"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30"/>
            <p:cNvSpPr/>
            <p:nvPr/>
          </p:nvSpPr>
          <p:spPr>
            <a:xfrm>
              <a:off x="7793917" y="2631438"/>
              <a:ext cx="50814" cy="72290"/>
            </a:xfrm>
            <a:custGeom>
              <a:avLst/>
              <a:gdLst/>
              <a:ahLst/>
              <a:cxnLst/>
              <a:rect l="l" t="t" r="r" b="b"/>
              <a:pathLst>
                <a:path w="1396" h="1986" extrusionOk="0">
                  <a:moveTo>
                    <a:pt x="930" y="0"/>
                  </a:moveTo>
                  <a:cubicBezTo>
                    <a:pt x="893" y="0"/>
                    <a:pt x="855" y="10"/>
                    <a:pt x="819" y="30"/>
                  </a:cubicBezTo>
                  <a:cubicBezTo>
                    <a:pt x="718" y="91"/>
                    <a:pt x="683" y="228"/>
                    <a:pt x="749" y="328"/>
                  </a:cubicBezTo>
                  <a:cubicBezTo>
                    <a:pt x="886" y="556"/>
                    <a:pt x="931" y="990"/>
                    <a:pt x="765" y="1278"/>
                  </a:cubicBezTo>
                  <a:cubicBezTo>
                    <a:pt x="656" y="1454"/>
                    <a:pt x="482" y="1551"/>
                    <a:pt x="241" y="1551"/>
                  </a:cubicBezTo>
                  <a:cubicBezTo>
                    <a:pt x="234" y="1551"/>
                    <a:pt x="226" y="1551"/>
                    <a:pt x="219" y="1551"/>
                  </a:cubicBezTo>
                  <a:cubicBezTo>
                    <a:pt x="216" y="1550"/>
                    <a:pt x="214" y="1550"/>
                    <a:pt x="211" y="1550"/>
                  </a:cubicBezTo>
                  <a:cubicBezTo>
                    <a:pt x="98" y="1550"/>
                    <a:pt x="1" y="1650"/>
                    <a:pt x="1" y="1769"/>
                  </a:cubicBezTo>
                  <a:cubicBezTo>
                    <a:pt x="1" y="1884"/>
                    <a:pt x="92" y="1981"/>
                    <a:pt x="213" y="1986"/>
                  </a:cubicBezTo>
                  <a:lnTo>
                    <a:pt x="233" y="1986"/>
                  </a:lnTo>
                  <a:cubicBezTo>
                    <a:pt x="632" y="1986"/>
                    <a:pt x="956" y="1809"/>
                    <a:pt x="1138" y="1490"/>
                  </a:cubicBezTo>
                  <a:cubicBezTo>
                    <a:pt x="1395" y="1046"/>
                    <a:pt x="1320" y="445"/>
                    <a:pt x="1117" y="106"/>
                  </a:cubicBezTo>
                  <a:cubicBezTo>
                    <a:pt x="1077" y="39"/>
                    <a:pt x="1005" y="0"/>
                    <a:pt x="930"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30"/>
            <p:cNvSpPr/>
            <p:nvPr/>
          </p:nvSpPr>
          <p:spPr>
            <a:xfrm>
              <a:off x="7503743" y="2852091"/>
              <a:ext cx="78369" cy="81354"/>
            </a:xfrm>
            <a:custGeom>
              <a:avLst/>
              <a:gdLst/>
              <a:ahLst/>
              <a:cxnLst/>
              <a:rect l="l" t="t" r="r" b="b"/>
              <a:pathLst>
                <a:path w="2153" h="2235" extrusionOk="0">
                  <a:moveTo>
                    <a:pt x="1007" y="429"/>
                  </a:moveTo>
                  <a:cubicBezTo>
                    <a:pt x="1121" y="429"/>
                    <a:pt x="1223" y="464"/>
                    <a:pt x="1304" y="516"/>
                  </a:cubicBezTo>
                  <a:cubicBezTo>
                    <a:pt x="1516" y="663"/>
                    <a:pt x="1658" y="996"/>
                    <a:pt x="1485" y="1416"/>
                  </a:cubicBezTo>
                  <a:cubicBezTo>
                    <a:pt x="1410" y="1593"/>
                    <a:pt x="1279" y="1800"/>
                    <a:pt x="1087" y="1800"/>
                  </a:cubicBezTo>
                  <a:cubicBezTo>
                    <a:pt x="986" y="1800"/>
                    <a:pt x="879" y="1749"/>
                    <a:pt x="779" y="1658"/>
                  </a:cubicBezTo>
                  <a:cubicBezTo>
                    <a:pt x="683" y="1567"/>
                    <a:pt x="597" y="1441"/>
                    <a:pt x="536" y="1299"/>
                  </a:cubicBezTo>
                  <a:cubicBezTo>
                    <a:pt x="485" y="1173"/>
                    <a:pt x="405" y="900"/>
                    <a:pt x="536" y="627"/>
                  </a:cubicBezTo>
                  <a:cubicBezTo>
                    <a:pt x="702" y="484"/>
                    <a:pt x="864" y="429"/>
                    <a:pt x="1007" y="429"/>
                  </a:cubicBezTo>
                  <a:close/>
                  <a:moveTo>
                    <a:pt x="1009" y="0"/>
                  </a:moveTo>
                  <a:cubicBezTo>
                    <a:pt x="893" y="0"/>
                    <a:pt x="776" y="21"/>
                    <a:pt x="662" y="61"/>
                  </a:cubicBezTo>
                  <a:cubicBezTo>
                    <a:pt x="628" y="40"/>
                    <a:pt x="588" y="29"/>
                    <a:pt x="547" y="29"/>
                  </a:cubicBezTo>
                  <a:cubicBezTo>
                    <a:pt x="493" y="29"/>
                    <a:pt x="438" y="49"/>
                    <a:pt x="394" y="91"/>
                  </a:cubicBezTo>
                  <a:cubicBezTo>
                    <a:pt x="314" y="173"/>
                    <a:pt x="243" y="264"/>
                    <a:pt x="188" y="359"/>
                  </a:cubicBezTo>
                  <a:cubicBezTo>
                    <a:pt x="177" y="369"/>
                    <a:pt x="167" y="380"/>
                    <a:pt x="158" y="390"/>
                  </a:cubicBezTo>
                  <a:cubicBezTo>
                    <a:pt x="107" y="436"/>
                    <a:pt x="86" y="501"/>
                    <a:pt x="91" y="567"/>
                  </a:cubicBezTo>
                  <a:cubicBezTo>
                    <a:pt x="0" y="844"/>
                    <a:pt x="11" y="1152"/>
                    <a:pt x="137" y="1460"/>
                  </a:cubicBezTo>
                  <a:cubicBezTo>
                    <a:pt x="324" y="1921"/>
                    <a:pt x="703" y="2229"/>
                    <a:pt x="1082" y="2234"/>
                  </a:cubicBezTo>
                  <a:lnTo>
                    <a:pt x="1087" y="2234"/>
                  </a:lnTo>
                  <a:cubicBezTo>
                    <a:pt x="1284" y="2234"/>
                    <a:pt x="1648" y="2148"/>
                    <a:pt x="1880" y="1582"/>
                  </a:cubicBezTo>
                  <a:cubicBezTo>
                    <a:pt x="2152" y="935"/>
                    <a:pt x="1905" y="405"/>
                    <a:pt x="1541" y="163"/>
                  </a:cubicBezTo>
                  <a:cubicBezTo>
                    <a:pt x="1380" y="54"/>
                    <a:pt x="1196" y="0"/>
                    <a:pt x="1009"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30"/>
            <p:cNvSpPr/>
            <p:nvPr/>
          </p:nvSpPr>
          <p:spPr>
            <a:xfrm>
              <a:off x="7518484" y="2867706"/>
              <a:ext cx="45609" cy="49904"/>
            </a:xfrm>
            <a:custGeom>
              <a:avLst/>
              <a:gdLst/>
              <a:ahLst/>
              <a:cxnLst/>
              <a:rect l="l" t="t" r="r" b="b"/>
              <a:pathLst>
                <a:path w="1253" h="1371" extrusionOk="0">
                  <a:moveTo>
                    <a:pt x="602" y="0"/>
                  </a:moveTo>
                  <a:cubicBezTo>
                    <a:pt x="459" y="0"/>
                    <a:pt x="297" y="55"/>
                    <a:pt x="131" y="198"/>
                  </a:cubicBezTo>
                  <a:cubicBezTo>
                    <a:pt x="0" y="471"/>
                    <a:pt x="80" y="744"/>
                    <a:pt x="131" y="870"/>
                  </a:cubicBezTo>
                  <a:cubicBezTo>
                    <a:pt x="192" y="1012"/>
                    <a:pt x="278" y="1138"/>
                    <a:pt x="374" y="1229"/>
                  </a:cubicBezTo>
                  <a:cubicBezTo>
                    <a:pt x="474" y="1320"/>
                    <a:pt x="581" y="1371"/>
                    <a:pt x="682" y="1371"/>
                  </a:cubicBezTo>
                  <a:cubicBezTo>
                    <a:pt x="874" y="1371"/>
                    <a:pt x="1005" y="1164"/>
                    <a:pt x="1080" y="987"/>
                  </a:cubicBezTo>
                  <a:cubicBezTo>
                    <a:pt x="1253" y="567"/>
                    <a:pt x="1111" y="234"/>
                    <a:pt x="899" y="87"/>
                  </a:cubicBezTo>
                  <a:cubicBezTo>
                    <a:pt x="818" y="35"/>
                    <a:pt x="716" y="0"/>
                    <a:pt x="602"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30"/>
            <p:cNvSpPr/>
            <p:nvPr/>
          </p:nvSpPr>
          <p:spPr>
            <a:xfrm>
              <a:off x="7252369" y="2627143"/>
              <a:ext cx="55583" cy="20166"/>
            </a:xfrm>
            <a:custGeom>
              <a:avLst/>
              <a:gdLst/>
              <a:ahLst/>
              <a:cxnLst/>
              <a:rect l="l" t="t" r="r" b="b"/>
              <a:pathLst>
                <a:path w="1527" h="554" extrusionOk="0">
                  <a:moveTo>
                    <a:pt x="1314" y="1"/>
                  </a:moveTo>
                  <a:cubicBezTo>
                    <a:pt x="1309" y="1"/>
                    <a:pt x="1303" y="1"/>
                    <a:pt x="1298" y="1"/>
                  </a:cubicBezTo>
                  <a:cubicBezTo>
                    <a:pt x="929" y="17"/>
                    <a:pt x="556" y="57"/>
                    <a:pt x="192" y="123"/>
                  </a:cubicBezTo>
                  <a:cubicBezTo>
                    <a:pt x="76" y="143"/>
                    <a:pt x="1" y="255"/>
                    <a:pt x="20" y="376"/>
                  </a:cubicBezTo>
                  <a:cubicBezTo>
                    <a:pt x="41" y="477"/>
                    <a:pt x="132" y="553"/>
                    <a:pt x="232" y="553"/>
                  </a:cubicBezTo>
                  <a:cubicBezTo>
                    <a:pt x="248" y="553"/>
                    <a:pt x="258" y="547"/>
                    <a:pt x="267" y="547"/>
                  </a:cubicBezTo>
                  <a:cubicBezTo>
                    <a:pt x="617" y="486"/>
                    <a:pt x="965" y="446"/>
                    <a:pt x="1319" y="432"/>
                  </a:cubicBezTo>
                  <a:cubicBezTo>
                    <a:pt x="1435" y="426"/>
                    <a:pt x="1526" y="325"/>
                    <a:pt x="1521" y="204"/>
                  </a:cubicBezTo>
                  <a:cubicBezTo>
                    <a:pt x="1517" y="93"/>
                    <a:pt x="1419" y="1"/>
                    <a:pt x="1314"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30"/>
            <p:cNvSpPr/>
            <p:nvPr/>
          </p:nvSpPr>
          <p:spPr>
            <a:xfrm>
              <a:off x="7479464" y="1981129"/>
              <a:ext cx="84994" cy="77641"/>
            </a:xfrm>
            <a:custGeom>
              <a:avLst/>
              <a:gdLst/>
              <a:ahLst/>
              <a:cxnLst/>
              <a:rect l="l" t="t" r="r" b="b"/>
              <a:pathLst>
                <a:path w="2335" h="2133" extrusionOk="0">
                  <a:moveTo>
                    <a:pt x="876" y="0"/>
                  </a:moveTo>
                  <a:cubicBezTo>
                    <a:pt x="838" y="0"/>
                    <a:pt x="799" y="10"/>
                    <a:pt x="764" y="31"/>
                  </a:cubicBezTo>
                  <a:cubicBezTo>
                    <a:pt x="91" y="451"/>
                    <a:pt x="0" y="875"/>
                    <a:pt x="51" y="1163"/>
                  </a:cubicBezTo>
                  <a:cubicBezTo>
                    <a:pt x="137" y="1659"/>
                    <a:pt x="662" y="1992"/>
                    <a:pt x="1117" y="2098"/>
                  </a:cubicBezTo>
                  <a:cubicBezTo>
                    <a:pt x="1229" y="2118"/>
                    <a:pt x="1329" y="2133"/>
                    <a:pt x="1431" y="2133"/>
                  </a:cubicBezTo>
                  <a:cubicBezTo>
                    <a:pt x="1723" y="2133"/>
                    <a:pt x="1961" y="2032"/>
                    <a:pt x="2092" y="1835"/>
                  </a:cubicBezTo>
                  <a:cubicBezTo>
                    <a:pt x="2334" y="1491"/>
                    <a:pt x="2229" y="962"/>
                    <a:pt x="1774" y="258"/>
                  </a:cubicBezTo>
                  <a:cubicBezTo>
                    <a:pt x="1732" y="196"/>
                    <a:pt x="1661" y="161"/>
                    <a:pt x="1589" y="161"/>
                  </a:cubicBezTo>
                  <a:cubicBezTo>
                    <a:pt x="1550" y="161"/>
                    <a:pt x="1511" y="171"/>
                    <a:pt x="1476" y="193"/>
                  </a:cubicBezTo>
                  <a:cubicBezTo>
                    <a:pt x="1375" y="258"/>
                    <a:pt x="1350" y="395"/>
                    <a:pt x="1410" y="491"/>
                  </a:cubicBezTo>
                  <a:cubicBezTo>
                    <a:pt x="1900" y="1249"/>
                    <a:pt x="1784" y="1522"/>
                    <a:pt x="1739" y="1587"/>
                  </a:cubicBezTo>
                  <a:cubicBezTo>
                    <a:pt x="1687" y="1660"/>
                    <a:pt x="1574" y="1700"/>
                    <a:pt x="1430" y="1700"/>
                  </a:cubicBezTo>
                  <a:cubicBezTo>
                    <a:pt x="1363" y="1700"/>
                    <a:pt x="1290" y="1691"/>
                    <a:pt x="1213" y="1673"/>
                  </a:cubicBezTo>
                  <a:cubicBezTo>
                    <a:pt x="834" y="1587"/>
                    <a:pt x="522" y="1340"/>
                    <a:pt x="476" y="1092"/>
                  </a:cubicBezTo>
                  <a:cubicBezTo>
                    <a:pt x="431" y="815"/>
                    <a:pt x="734" y="561"/>
                    <a:pt x="991" y="400"/>
                  </a:cubicBezTo>
                  <a:cubicBezTo>
                    <a:pt x="1092" y="339"/>
                    <a:pt x="1122" y="209"/>
                    <a:pt x="1061" y="102"/>
                  </a:cubicBezTo>
                  <a:cubicBezTo>
                    <a:pt x="1018" y="36"/>
                    <a:pt x="948" y="0"/>
                    <a:pt x="876"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30"/>
            <p:cNvSpPr/>
            <p:nvPr/>
          </p:nvSpPr>
          <p:spPr>
            <a:xfrm>
              <a:off x="7844330" y="1798660"/>
              <a:ext cx="81500" cy="105633"/>
            </a:xfrm>
            <a:custGeom>
              <a:avLst/>
              <a:gdLst/>
              <a:ahLst/>
              <a:cxnLst/>
              <a:rect l="l" t="t" r="r" b="b"/>
              <a:pathLst>
                <a:path w="2239" h="2902" extrusionOk="0">
                  <a:moveTo>
                    <a:pt x="1994" y="1"/>
                  </a:moveTo>
                  <a:cubicBezTo>
                    <a:pt x="1914" y="1"/>
                    <a:pt x="1840" y="43"/>
                    <a:pt x="1805" y="118"/>
                  </a:cubicBezTo>
                  <a:lnTo>
                    <a:pt x="1714" y="300"/>
                  </a:lnTo>
                  <a:cubicBezTo>
                    <a:pt x="1304" y="1118"/>
                    <a:pt x="884" y="1973"/>
                    <a:pt x="122" y="2508"/>
                  </a:cubicBezTo>
                  <a:cubicBezTo>
                    <a:pt x="21" y="2579"/>
                    <a:pt x="0" y="2710"/>
                    <a:pt x="66" y="2806"/>
                  </a:cubicBezTo>
                  <a:cubicBezTo>
                    <a:pt x="112" y="2867"/>
                    <a:pt x="177" y="2902"/>
                    <a:pt x="243" y="2902"/>
                  </a:cubicBezTo>
                  <a:cubicBezTo>
                    <a:pt x="289" y="2902"/>
                    <a:pt x="329" y="2887"/>
                    <a:pt x="369" y="2862"/>
                  </a:cubicBezTo>
                  <a:cubicBezTo>
                    <a:pt x="1223" y="2260"/>
                    <a:pt x="1688" y="1321"/>
                    <a:pt x="2097" y="493"/>
                  </a:cubicBezTo>
                  <a:lnTo>
                    <a:pt x="2188" y="311"/>
                  </a:lnTo>
                  <a:cubicBezTo>
                    <a:pt x="2239" y="209"/>
                    <a:pt x="2199" y="78"/>
                    <a:pt x="2092" y="22"/>
                  </a:cubicBezTo>
                  <a:cubicBezTo>
                    <a:pt x="2060" y="8"/>
                    <a:pt x="2026" y="1"/>
                    <a:pt x="1994"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30"/>
            <p:cNvSpPr/>
            <p:nvPr/>
          </p:nvSpPr>
          <p:spPr>
            <a:xfrm>
              <a:off x="7800760" y="1923218"/>
              <a:ext cx="23733" cy="24534"/>
            </a:xfrm>
            <a:custGeom>
              <a:avLst/>
              <a:gdLst/>
              <a:ahLst/>
              <a:cxnLst/>
              <a:rect l="l" t="t" r="r" b="b"/>
              <a:pathLst>
                <a:path w="652" h="674" extrusionOk="0">
                  <a:moveTo>
                    <a:pt x="408" y="1"/>
                  </a:moveTo>
                  <a:cubicBezTo>
                    <a:pt x="337" y="1"/>
                    <a:pt x="269" y="35"/>
                    <a:pt x="227" y="97"/>
                  </a:cubicBezTo>
                  <a:lnTo>
                    <a:pt x="66" y="334"/>
                  </a:lnTo>
                  <a:cubicBezTo>
                    <a:pt x="1" y="435"/>
                    <a:pt x="31" y="566"/>
                    <a:pt x="127" y="637"/>
                  </a:cubicBezTo>
                  <a:cubicBezTo>
                    <a:pt x="167" y="657"/>
                    <a:pt x="207" y="673"/>
                    <a:pt x="248" y="673"/>
                  </a:cubicBezTo>
                  <a:cubicBezTo>
                    <a:pt x="313" y="673"/>
                    <a:pt x="384" y="637"/>
                    <a:pt x="425" y="576"/>
                  </a:cubicBezTo>
                  <a:lnTo>
                    <a:pt x="586" y="340"/>
                  </a:lnTo>
                  <a:cubicBezTo>
                    <a:pt x="652" y="238"/>
                    <a:pt x="626" y="107"/>
                    <a:pt x="526" y="36"/>
                  </a:cubicBezTo>
                  <a:cubicBezTo>
                    <a:pt x="489" y="12"/>
                    <a:pt x="448" y="1"/>
                    <a:pt x="408"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30"/>
            <p:cNvSpPr/>
            <p:nvPr/>
          </p:nvSpPr>
          <p:spPr>
            <a:xfrm>
              <a:off x="7195368" y="1850784"/>
              <a:ext cx="92529" cy="59441"/>
            </a:xfrm>
            <a:custGeom>
              <a:avLst/>
              <a:gdLst/>
              <a:ahLst/>
              <a:cxnLst/>
              <a:rect l="l" t="t" r="r" b="b"/>
              <a:pathLst>
                <a:path w="2542" h="1633" extrusionOk="0">
                  <a:moveTo>
                    <a:pt x="247" y="1"/>
                  </a:moveTo>
                  <a:cubicBezTo>
                    <a:pt x="213" y="1"/>
                    <a:pt x="179" y="9"/>
                    <a:pt x="147" y="26"/>
                  </a:cubicBezTo>
                  <a:cubicBezTo>
                    <a:pt x="40" y="80"/>
                    <a:pt x="0" y="212"/>
                    <a:pt x="56" y="318"/>
                  </a:cubicBezTo>
                  <a:cubicBezTo>
                    <a:pt x="490" y="1141"/>
                    <a:pt x="1288" y="1632"/>
                    <a:pt x="2167" y="1632"/>
                  </a:cubicBezTo>
                  <a:cubicBezTo>
                    <a:pt x="2223" y="1632"/>
                    <a:pt x="2274" y="1632"/>
                    <a:pt x="2329" y="1626"/>
                  </a:cubicBezTo>
                  <a:cubicBezTo>
                    <a:pt x="2451" y="1617"/>
                    <a:pt x="2542" y="1516"/>
                    <a:pt x="2531" y="1400"/>
                  </a:cubicBezTo>
                  <a:cubicBezTo>
                    <a:pt x="2521" y="1284"/>
                    <a:pt x="2430" y="1196"/>
                    <a:pt x="2321" y="1196"/>
                  </a:cubicBezTo>
                  <a:cubicBezTo>
                    <a:pt x="2315" y="1196"/>
                    <a:pt x="2310" y="1197"/>
                    <a:pt x="2304" y="1197"/>
                  </a:cubicBezTo>
                  <a:cubicBezTo>
                    <a:pt x="2260" y="1200"/>
                    <a:pt x="2216" y="1201"/>
                    <a:pt x="2172" y="1201"/>
                  </a:cubicBezTo>
                  <a:cubicBezTo>
                    <a:pt x="1443" y="1201"/>
                    <a:pt x="801" y="803"/>
                    <a:pt x="434" y="117"/>
                  </a:cubicBezTo>
                  <a:cubicBezTo>
                    <a:pt x="395" y="43"/>
                    <a:pt x="323" y="1"/>
                    <a:pt x="247"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30"/>
            <p:cNvSpPr/>
            <p:nvPr/>
          </p:nvSpPr>
          <p:spPr>
            <a:xfrm>
              <a:off x="7123043" y="1207755"/>
              <a:ext cx="96060" cy="90964"/>
            </a:xfrm>
            <a:custGeom>
              <a:avLst/>
              <a:gdLst/>
              <a:ahLst/>
              <a:cxnLst/>
              <a:rect l="l" t="t" r="r" b="b"/>
              <a:pathLst>
                <a:path w="2639" h="2499" extrusionOk="0">
                  <a:moveTo>
                    <a:pt x="2387" y="1"/>
                  </a:moveTo>
                  <a:cubicBezTo>
                    <a:pt x="2357" y="1"/>
                    <a:pt x="2328" y="7"/>
                    <a:pt x="2300" y="19"/>
                  </a:cubicBezTo>
                  <a:cubicBezTo>
                    <a:pt x="1325" y="473"/>
                    <a:pt x="628" y="1407"/>
                    <a:pt x="72" y="2155"/>
                  </a:cubicBezTo>
                  <a:cubicBezTo>
                    <a:pt x="1" y="2251"/>
                    <a:pt x="21" y="2388"/>
                    <a:pt x="112" y="2458"/>
                  </a:cubicBezTo>
                  <a:cubicBezTo>
                    <a:pt x="152" y="2489"/>
                    <a:pt x="199" y="2498"/>
                    <a:pt x="243" y="2498"/>
                  </a:cubicBezTo>
                  <a:cubicBezTo>
                    <a:pt x="310" y="2498"/>
                    <a:pt x="376" y="2468"/>
                    <a:pt x="416" y="2414"/>
                  </a:cubicBezTo>
                  <a:cubicBezTo>
                    <a:pt x="977" y="1665"/>
                    <a:pt x="1608" y="821"/>
                    <a:pt x="2482" y="413"/>
                  </a:cubicBezTo>
                  <a:cubicBezTo>
                    <a:pt x="2593" y="362"/>
                    <a:pt x="2638" y="236"/>
                    <a:pt x="2588" y="124"/>
                  </a:cubicBezTo>
                  <a:cubicBezTo>
                    <a:pt x="2551" y="46"/>
                    <a:pt x="2470" y="1"/>
                    <a:pt x="2387"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30"/>
            <p:cNvSpPr/>
            <p:nvPr/>
          </p:nvSpPr>
          <p:spPr>
            <a:xfrm>
              <a:off x="7419151" y="2212883"/>
              <a:ext cx="19510" cy="62171"/>
            </a:xfrm>
            <a:custGeom>
              <a:avLst/>
              <a:gdLst/>
              <a:ahLst/>
              <a:cxnLst/>
              <a:rect l="l" t="t" r="r" b="b"/>
              <a:pathLst>
                <a:path w="536" h="1708" extrusionOk="0">
                  <a:moveTo>
                    <a:pt x="232" y="0"/>
                  </a:moveTo>
                  <a:cubicBezTo>
                    <a:pt x="106" y="0"/>
                    <a:pt x="15" y="91"/>
                    <a:pt x="11" y="212"/>
                  </a:cubicBezTo>
                  <a:cubicBezTo>
                    <a:pt x="1" y="651"/>
                    <a:pt x="26" y="1091"/>
                    <a:pt x="92" y="1521"/>
                  </a:cubicBezTo>
                  <a:cubicBezTo>
                    <a:pt x="106" y="1627"/>
                    <a:pt x="202" y="1707"/>
                    <a:pt x="304" y="1707"/>
                  </a:cubicBezTo>
                  <a:cubicBezTo>
                    <a:pt x="314" y="1707"/>
                    <a:pt x="323" y="1703"/>
                    <a:pt x="339" y="1703"/>
                  </a:cubicBezTo>
                  <a:cubicBezTo>
                    <a:pt x="456" y="1688"/>
                    <a:pt x="536" y="1576"/>
                    <a:pt x="516" y="1460"/>
                  </a:cubicBezTo>
                  <a:cubicBezTo>
                    <a:pt x="460" y="1045"/>
                    <a:pt x="430" y="642"/>
                    <a:pt x="445" y="222"/>
                  </a:cubicBezTo>
                  <a:cubicBezTo>
                    <a:pt x="445" y="101"/>
                    <a:pt x="349" y="5"/>
                    <a:pt x="232"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30"/>
            <p:cNvSpPr/>
            <p:nvPr/>
          </p:nvSpPr>
          <p:spPr>
            <a:xfrm>
              <a:off x="7444557" y="2603921"/>
              <a:ext cx="25735" cy="62135"/>
            </a:xfrm>
            <a:custGeom>
              <a:avLst/>
              <a:gdLst/>
              <a:ahLst/>
              <a:cxnLst/>
              <a:rect l="l" t="t" r="r" b="b"/>
              <a:pathLst>
                <a:path w="707" h="1707" extrusionOk="0">
                  <a:moveTo>
                    <a:pt x="244" y="1"/>
                  </a:moveTo>
                  <a:cubicBezTo>
                    <a:pt x="219" y="1"/>
                    <a:pt x="195" y="5"/>
                    <a:pt x="171" y="14"/>
                  </a:cubicBezTo>
                  <a:cubicBezTo>
                    <a:pt x="61" y="54"/>
                    <a:pt x="0" y="175"/>
                    <a:pt x="40" y="286"/>
                  </a:cubicBezTo>
                  <a:cubicBezTo>
                    <a:pt x="147" y="590"/>
                    <a:pt x="247" y="1110"/>
                    <a:pt x="268" y="1504"/>
                  </a:cubicBezTo>
                  <a:cubicBezTo>
                    <a:pt x="273" y="1615"/>
                    <a:pt x="369" y="1706"/>
                    <a:pt x="485" y="1706"/>
                  </a:cubicBezTo>
                  <a:lnTo>
                    <a:pt x="495" y="1706"/>
                  </a:lnTo>
                  <a:cubicBezTo>
                    <a:pt x="616" y="1695"/>
                    <a:pt x="707" y="1595"/>
                    <a:pt x="697" y="1478"/>
                  </a:cubicBezTo>
                  <a:cubicBezTo>
                    <a:pt x="672" y="1044"/>
                    <a:pt x="571" y="483"/>
                    <a:pt x="450" y="145"/>
                  </a:cubicBezTo>
                  <a:cubicBezTo>
                    <a:pt x="418" y="57"/>
                    <a:pt x="333" y="1"/>
                    <a:pt x="244"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30"/>
            <p:cNvSpPr/>
            <p:nvPr/>
          </p:nvSpPr>
          <p:spPr>
            <a:xfrm>
              <a:off x="7296522" y="2699541"/>
              <a:ext cx="79061" cy="68541"/>
            </a:xfrm>
            <a:custGeom>
              <a:avLst/>
              <a:gdLst/>
              <a:ahLst/>
              <a:cxnLst/>
              <a:rect l="l" t="t" r="r" b="b"/>
              <a:pathLst>
                <a:path w="2172" h="1883" extrusionOk="0">
                  <a:moveTo>
                    <a:pt x="1117" y="435"/>
                  </a:moveTo>
                  <a:cubicBezTo>
                    <a:pt x="1223" y="435"/>
                    <a:pt x="1309" y="462"/>
                    <a:pt x="1369" y="488"/>
                  </a:cubicBezTo>
                  <a:cubicBezTo>
                    <a:pt x="1561" y="570"/>
                    <a:pt x="1698" y="747"/>
                    <a:pt x="1717" y="922"/>
                  </a:cubicBezTo>
                  <a:cubicBezTo>
                    <a:pt x="1733" y="1080"/>
                    <a:pt x="1652" y="1221"/>
                    <a:pt x="1490" y="1332"/>
                  </a:cubicBezTo>
                  <a:cubicBezTo>
                    <a:pt x="1357" y="1421"/>
                    <a:pt x="1227" y="1452"/>
                    <a:pt x="1115" y="1452"/>
                  </a:cubicBezTo>
                  <a:cubicBezTo>
                    <a:pt x="984" y="1452"/>
                    <a:pt x="875" y="1411"/>
                    <a:pt x="808" y="1372"/>
                  </a:cubicBezTo>
                  <a:cubicBezTo>
                    <a:pt x="596" y="1267"/>
                    <a:pt x="449" y="1059"/>
                    <a:pt x="444" y="862"/>
                  </a:cubicBezTo>
                  <a:cubicBezTo>
                    <a:pt x="444" y="791"/>
                    <a:pt x="460" y="726"/>
                    <a:pt x="485" y="670"/>
                  </a:cubicBezTo>
                  <a:cubicBezTo>
                    <a:pt x="491" y="671"/>
                    <a:pt x="498" y="671"/>
                    <a:pt x="504" y="671"/>
                  </a:cubicBezTo>
                  <a:cubicBezTo>
                    <a:pt x="546" y="671"/>
                    <a:pt x="586" y="656"/>
                    <a:pt x="621" y="625"/>
                  </a:cubicBezTo>
                  <a:cubicBezTo>
                    <a:pt x="809" y="480"/>
                    <a:pt x="979" y="435"/>
                    <a:pt x="1117" y="435"/>
                  </a:cubicBezTo>
                  <a:close/>
                  <a:moveTo>
                    <a:pt x="649" y="0"/>
                  </a:moveTo>
                  <a:cubicBezTo>
                    <a:pt x="612" y="0"/>
                    <a:pt x="574" y="10"/>
                    <a:pt x="540" y="29"/>
                  </a:cubicBezTo>
                  <a:cubicBezTo>
                    <a:pt x="192" y="236"/>
                    <a:pt x="0" y="539"/>
                    <a:pt x="15" y="878"/>
                  </a:cubicBezTo>
                  <a:cubicBezTo>
                    <a:pt x="20" y="1232"/>
                    <a:pt x="257" y="1580"/>
                    <a:pt x="611" y="1757"/>
                  </a:cubicBezTo>
                  <a:cubicBezTo>
                    <a:pt x="773" y="1843"/>
                    <a:pt x="945" y="1883"/>
                    <a:pt x="1111" y="1883"/>
                  </a:cubicBezTo>
                  <a:cubicBezTo>
                    <a:pt x="1323" y="1883"/>
                    <a:pt x="1540" y="1817"/>
                    <a:pt x="1733" y="1691"/>
                  </a:cubicBezTo>
                  <a:cubicBezTo>
                    <a:pt x="2020" y="1494"/>
                    <a:pt x="2172" y="1201"/>
                    <a:pt x="2146" y="887"/>
                  </a:cubicBezTo>
                  <a:cubicBezTo>
                    <a:pt x="2116" y="549"/>
                    <a:pt x="1880" y="236"/>
                    <a:pt x="1540" y="89"/>
                  </a:cubicBezTo>
                  <a:cubicBezTo>
                    <a:pt x="1407" y="33"/>
                    <a:pt x="1266" y="4"/>
                    <a:pt x="1123" y="4"/>
                  </a:cubicBezTo>
                  <a:cubicBezTo>
                    <a:pt x="1014" y="4"/>
                    <a:pt x="903" y="21"/>
                    <a:pt x="793" y="54"/>
                  </a:cubicBezTo>
                  <a:cubicBezTo>
                    <a:pt x="755" y="19"/>
                    <a:pt x="703" y="0"/>
                    <a:pt x="649"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30"/>
            <p:cNvSpPr/>
            <p:nvPr/>
          </p:nvSpPr>
          <p:spPr>
            <a:xfrm>
              <a:off x="7312647" y="2715375"/>
              <a:ext cx="46956" cy="37019"/>
            </a:xfrm>
            <a:custGeom>
              <a:avLst/>
              <a:gdLst/>
              <a:ahLst/>
              <a:cxnLst/>
              <a:rect l="l" t="t" r="r" b="b"/>
              <a:pathLst>
                <a:path w="1290" h="1017" extrusionOk="0">
                  <a:moveTo>
                    <a:pt x="674" y="0"/>
                  </a:moveTo>
                  <a:cubicBezTo>
                    <a:pt x="536" y="0"/>
                    <a:pt x="366" y="45"/>
                    <a:pt x="178" y="190"/>
                  </a:cubicBezTo>
                  <a:cubicBezTo>
                    <a:pt x="143" y="221"/>
                    <a:pt x="103" y="236"/>
                    <a:pt x="61" y="236"/>
                  </a:cubicBezTo>
                  <a:cubicBezTo>
                    <a:pt x="55" y="236"/>
                    <a:pt x="48" y="236"/>
                    <a:pt x="42" y="235"/>
                  </a:cubicBezTo>
                  <a:cubicBezTo>
                    <a:pt x="17" y="291"/>
                    <a:pt x="1" y="356"/>
                    <a:pt x="1" y="427"/>
                  </a:cubicBezTo>
                  <a:cubicBezTo>
                    <a:pt x="6" y="624"/>
                    <a:pt x="153" y="832"/>
                    <a:pt x="365" y="937"/>
                  </a:cubicBezTo>
                  <a:cubicBezTo>
                    <a:pt x="432" y="976"/>
                    <a:pt x="541" y="1017"/>
                    <a:pt x="672" y="1017"/>
                  </a:cubicBezTo>
                  <a:cubicBezTo>
                    <a:pt x="784" y="1017"/>
                    <a:pt x="914" y="986"/>
                    <a:pt x="1047" y="897"/>
                  </a:cubicBezTo>
                  <a:cubicBezTo>
                    <a:pt x="1209" y="786"/>
                    <a:pt x="1290" y="645"/>
                    <a:pt x="1274" y="487"/>
                  </a:cubicBezTo>
                  <a:cubicBezTo>
                    <a:pt x="1255" y="312"/>
                    <a:pt x="1118" y="135"/>
                    <a:pt x="926" y="53"/>
                  </a:cubicBezTo>
                  <a:cubicBezTo>
                    <a:pt x="866" y="27"/>
                    <a:pt x="780" y="0"/>
                    <a:pt x="674"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30"/>
            <p:cNvSpPr/>
            <p:nvPr/>
          </p:nvSpPr>
          <p:spPr>
            <a:xfrm>
              <a:off x="7731966" y="1221004"/>
              <a:ext cx="66794" cy="59368"/>
            </a:xfrm>
            <a:custGeom>
              <a:avLst/>
              <a:gdLst/>
              <a:ahLst/>
              <a:cxnLst/>
              <a:rect l="l" t="t" r="r" b="b"/>
              <a:pathLst>
                <a:path w="1835" h="1631" extrusionOk="0">
                  <a:moveTo>
                    <a:pt x="983" y="472"/>
                  </a:moveTo>
                  <a:cubicBezTo>
                    <a:pt x="1131" y="472"/>
                    <a:pt x="1231" y="566"/>
                    <a:pt x="1278" y="665"/>
                  </a:cubicBezTo>
                  <a:cubicBezTo>
                    <a:pt x="1355" y="826"/>
                    <a:pt x="1324" y="1033"/>
                    <a:pt x="1087" y="1145"/>
                  </a:cubicBezTo>
                  <a:cubicBezTo>
                    <a:pt x="1009" y="1182"/>
                    <a:pt x="939" y="1196"/>
                    <a:pt x="878" y="1196"/>
                  </a:cubicBezTo>
                  <a:cubicBezTo>
                    <a:pt x="782" y="1196"/>
                    <a:pt x="707" y="1160"/>
                    <a:pt x="657" y="1120"/>
                  </a:cubicBezTo>
                  <a:cubicBezTo>
                    <a:pt x="526" y="1019"/>
                    <a:pt x="460" y="831"/>
                    <a:pt x="490" y="685"/>
                  </a:cubicBezTo>
                  <a:cubicBezTo>
                    <a:pt x="506" y="614"/>
                    <a:pt x="541" y="558"/>
                    <a:pt x="597" y="513"/>
                  </a:cubicBezTo>
                  <a:cubicBezTo>
                    <a:pt x="630" y="530"/>
                    <a:pt x="665" y="539"/>
                    <a:pt x="701" y="539"/>
                  </a:cubicBezTo>
                  <a:cubicBezTo>
                    <a:pt x="732" y="539"/>
                    <a:pt x="763" y="532"/>
                    <a:pt x="793" y="518"/>
                  </a:cubicBezTo>
                  <a:cubicBezTo>
                    <a:pt x="863" y="486"/>
                    <a:pt x="927" y="472"/>
                    <a:pt x="983" y="472"/>
                  </a:cubicBezTo>
                  <a:close/>
                  <a:moveTo>
                    <a:pt x="740" y="0"/>
                  </a:moveTo>
                  <a:cubicBezTo>
                    <a:pt x="723" y="0"/>
                    <a:pt x="705" y="2"/>
                    <a:pt x="688" y="8"/>
                  </a:cubicBezTo>
                  <a:cubicBezTo>
                    <a:pt x="359" y="89"/>
                    <a:pt x="137" y="296"/>
                    <a:pt x="72" y="588"/>
                  </a:cubicBezTo>
                  <a:cubicBezTo>
                    <a:pt x="0" y="902"/>
                    <a:pt x="126" y="1250"/>
                    <a:pt x="389" y="1458"/>
                  </a:cubicBezTo>
                  <a:cubicBezTo>
                    <a:pt x="531" y="1569"/>
                    <a:pt x="702" y="1630"/>
                    <a:pt x="879" y="1630"/>
                  </a:cubicBezTo>
                  <a:cubicBezTo>
                    <a:pt x="1005" y="1630"/>
                    <a:pt x="1142" y="1600"/>
                    <a:pt x="1273" y="1534"/>
                  </a:cubicBezTo>
                  <a:cubicBezTo>
                    <a:pt x="1754" y="1306"/>
                    <a:pt x="1835" y="831"/>
                    <a:pt x="1667" y="483"/>
                  </a:cubicBezTo>
                  <a:cubicBezTo>
                    <a:pt x="1550" y="234"/>
                    <a:pt x="1298" y="41"/>
                    <a:pt x="984" y="41"/>
                  </a:cubicBezTo>
                  <a:cubicBezTo>
                    <a:pt x="948" y="41"/>
                    <a:pt x="912" y="44"/>
                    <a:pt x="874" y="49"/>
                  </a:cubicBezTo>
                  <a:cubicBezTo>
                    <a:pt x="837" y="19"/>
                    <a:pt x="789" y="0"/>
                    <a:pt x="740"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30"/>
            <p:cNvSpPr/>
            <p:nvPr/>
          </p:nvSpPr>
          <p:spPr>
            <a:xfrm>
              <a:off x="7748673" y="1238184"/>
              <a:ext cx="32614" cy="26390"/>
            </a:xfrm>
            <a:custGeom>
              <a:avLst/>
              <a:gdLst/>
              <a:ahLst/>
              <a:cxnLst/>
              <a:rect l="l" t="t" r="r" b="b"/>
              <a:pathLst>
                <a:path w="896" h="725" extrusionOk="0">
                  <a:moveTo>
                    <a:pt x="524" y="0"/>
                  </a:moveTo>
                  <a:cubicBezTo>
                    <a:pt x="468" y="0"/>
                    <a:pt x="404" y="14"/>
                    <a:pt x="334" y="46"/>
                  </a:cubicBezTo>
                  <a:cubicBezTo>
                    <a:pt x="304" y="60"/>
                    <a:pt x="273" y="67"/>
                    <a:pt x="242" y="67"/>
                  </a:cubicBezTo>
                  <a:cubicBezTo>
                    <a:pt x="206" y="67"/>
                    <a:pt x="171" y="58"/>
                    <a:pt x="138" y="41"/>
                  </a:cubicBezTo>
                  <a:cubicBezTo>
                    <a:pt x="82" y="86"/>
                    <a:pt x="47" y="142"/>
                    <a:pt x="31" y="213"/>
                  </a:cubicBezTo>
                  <a:cubicBezTo>
                    <a:pt x="1" y="359"/>
                    <a:pt x="67" y="547"/>
                    <a:pt x="198" y="648"/>
                  </a:cubicBezTo>
                  <a:cubicBezTo>
                    <a:pt x="248" y="688"/>
                    <a:pt x="323" y="724"/>
                    <a:pt x="419" y="724"/>
                  </a:cubicBezTo>
                  <a:cubicBezTo>
                    <a:pt x="480" y="724"/>
                    <a:pt x="550" y="710"/>
                    <a:pt x="628" y="673"/>
                  </a:cubicBezTo>
                  <a:cubicBezTo>
                    <a:pt x="865" y="561"/>
                    <a:pt x="896" y="354"/>
                    <a:pt x="819" y="193"/>
                  </a:cubicBezTo>
                  <a:cubicBezTo>
                    <a:pt x="772" y="94"/>
                    <a:pt x="672" y="0"/>
                    <a:pt x="524"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30"/>
            <p:cNvSpPr/>
            <p:nvPr/>
          </p:nvSpPr>
          <p:spPr>
            <a:xfrm>
              <a:off x="7383443" y="1141108"/>
              <a:ext cx="42552" cy="23551"/>
            </a:xfrm>
            <a:custGeom>
              <a:avLst/>
              <a:gdLst/>
              <a:ahLst/>
              <a:cxnLst/>
              <a:rect l="l" t="t" r="r" b="b"/>
              <a:pathLst>
                <a:path w="1169" h="647" extrusionOk="0">
                  <a:moveTo>
                    <a:pt x="922" y="0"/>
                  </a:moveTo>
                  <a:cubicBezTo>
                    <a:pt x="900" y="0"/>
                    <a:pt x="878" y="4"/>
                    <a:pt x="856" y="10"/>
                  </a:cubicBezTo>
                  <a:cubicBezTo>
                    <a:pt x="644" y="81"/>
                    <a:pt x="355" y="176"/>
                    <a:pt x="178" y="227"/>
                  </a:cubicBezTo>
                  <a:cubicBezTo>
                    <a:pt x="62" y="263"/>
                    <a:pt x="1" y="379"/>
                    <a:pt x="31" y="495"/>
                  </a:cubicBezTo>
                  <a:cubicBezTo>
                    <a:pt x="62" y="591"/>
                    <a:pt x="148" y="647"/>
                    <a:pt x="239" y="647"/>
                  </a:cubicBezTo>
                  <a:cubicBezTo>
                    <a:pt x="259" y="647"/>
                    <a:pt x="285" y="647"/>
                    <a:pt x="299" y="637"/>
                  </a:cubicBezTo>
                  <a:cubicBezTo>
                    <a:pt x="481" y="586"/>
                    <a:pt x="775" y="495"/>
                    <a:pt x="992" y="425"/>
                  </a:cubicBezTo>
                  <a:cubicBezTo>
                    <a:pt x="1103" y="384"/>
                    <a:pt x="1169" y="263"/>
                    <a:pt x="1129" y="146"/>
                  </a:cubicBezTo>
                  <a:cubicBezTo>
                    <a:pt x="1099" y="57"/>
                    <a:pt x="1014" y="0"/>
                    <a:pt x="922"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30"/>
            <p:cNvSpPr/>
            <p:nvPr/>
          </p:nvSpPr>
          <p:spPr>
            <a:xfrm>
              <a:off x="7594959" y="2944144"/>
              <a:ext cx="68614" cy="66503"/>
            </a:xfrm>
            <a:custGeom>
              <a:avLst/>
              <a:gdLst/>
              <a:ahLst/>
              <a:cxnLst/>
              <a:rect l="l" t="t" r="r" b="b"/>
              <a:pathLst>
                <a:path w="1885" h="1827" extrusionOk="0">
                  <a:moveTo>
                    <a:pt x="870" y="442"/>
                  </a:moveTo>
                  <a:cubicBezTo>
                    <a:pt x="1026" y="473"/>
                    <a:pt x="1178" y="549"/>
                    <a:pt x="1278" y="659"/>
                  </a:cubicBezTo>
                  <a:cubicBezTo>
                    <a:pt x="1415" y="811"/>
                    <a:pt x="1420" y="988"/>
                    <a:pt x="1299" y="1186"/>
                  </a:cubicBezTo>
                  <a:cubicBezTo>
                    <a:pt x="1191" y="1358"/>
                    <a:pt x="1084" y="1396"/>
                    <a:pt x="1007" y="1396"/>
                  </a:cubicBezTo>
                  <a:cubicBezTo>
                    <a:pt x="964" y="1396"/>
                    <a:pt x="930" y="1384"/>
                    <a:pt x="910" y="1377"/>
                  </a:cubicBezTo>
                  <a:cubicBezTo>
                    <a:pt x="672" y="1296"/>
                    <a:pt x="450" y="969"/>
                    <a:pt x="471" y="726"/>
                  </a:cubicBezTo>
                  <a:cubicBezTo>
                    <a:pt x="476" y="675"/>
                    <a:pt x="490" y="514"/>
                    <a:pt x="793" y="468"/>
                  </a:cubicBezTo>
                  <a:cubicBezTo>
                    <a:pt x="819" y="468"/>
                    <a:pt x="844" y="458"/>
                    <a:pt x="870" y="442"/>
                  </a:cubicBezTo>
                  <a:close/>
                  <a:moveTo>
                    <a:pt x="737" y="0"/>
                  </a:moveTo>
                  <a:cubicBezTo>
                    <a:pt x="578" y="0"/>
                    <a:pt x="418" y="32"/>
                    <a:pt x="273" y="99"/>
                  </a:cubicBezTo>
                  <a:cubicBezTo>
                    <a:pt x="177" y="139"/>
                    <a:pt x="127" y="256"/>
                    <a:pt x="157" y="356"/>
                  </a:cubicBezTo>
                  <a:cubicBezTo>
                    <a:pt x="71" y="483"/>
                    <a:pt x="47" y="610"/>
                    <a:pt x="40" y="690"/>
                  </a:cubicBezTo>
                  <a:cubicBezTo>
                    <a:pt x="0" y="1130"/>
                    <a:pt x="344" y="1645"/>
                    <a:pt x="774" y="1787"/>
                  </a:cubicBezTo>
                  <a:cubicBezTo>
                    <a:pt x="854" y="1817"/>
                    <a:pt x="935" y="1827"/>
                    <a:pt x="1011" y="1827"/>
                  </a:cubicBezTo>
                  <a:cubicBezTo>
                    <a:pt x="1264" y="1827"/>
                    <a:pt x="1496" y="1685"/>
                    <a:pt x="1668" y="1412"/>
                  </a:cubicBezTo>
                  <a:cubicBezTo>
                    <a:pt x="1885" y="1059"/>
                    <a:pt x="1859" y="670"/>
                    <a:pt x="1602" y="377"/>
                  </a:cubicBezTo>
                  <a:cubicBezTo>
                    <a:pt x="1388" y="133"/>
                    <a:pt x="1062" y="0"/>
                    <a:pt x="737"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30"/>
            <p:cNvSpPr/>
            <p:nvPr/>
          </p:nvSpPr>
          <p:spPr>
            <a:xfrm>
              <a:off x="7611339" y="2960233"/>
              <a:ext cx="35344" cy="34762"/>
            </a:xfrm>
            <a:custGeom>
              <a:avLst/>
              <a:gdLst/>
              <a:ahLst/>
              <a:cxnLst/>
              <a:rect l="l" t="t" r="r" b="b"/>
              <a:pathLst>
                <a:path w="971" h="955" extrusionOk="0">
                  <a:moveTo>
                    <a:pt x="420" y="0"/>
                  </a:moveTo>
                  <a:cubicBezTo>
                    <a:pt x="394" y="16"/>
                    <a:pt x="369" y="26"/>
                    <a:pt x="343" y="26"/>
                  </a:cubicBezTo>
                  <a:cubicBezTo>
                    <a:pt x="40" y="72"/>
                    <a:pt x="26" y="233"/>
                    <a:pt x="21" y="284"/>
                  </a:cubicBezTo>
                  <a:cubicBezTo>
                    <a:pt x="0" y="527"/>
                    <a:pt x="222" y="854"/>
                    <a:pt x="460" y="935"/>
                  </a:cubicBezTo>
                  <a:cubicBezTo>
                    <a:pt x="480" y="942"/>
                    <a:pt x="514" y="954"/>
                    <a:pt x="557" y="954"/>
                  </a:cubicBezTo>
                  <a:cubicBezTo>
                    <a:pt x="634" y="954"/>
                    <a:pt x="741" y="916"/>
                    <a:pt x="849" y="744"/>
                  </a:cubicBezTo>
                  <a:cubicBezTo>
                    <a:pt x="970" y="546"/>
                    <a:pt x="965" y="369"/>
                    <a:pt x="828" y="217"/>
                  </a:cubicBezTo>
                  <a:cubicBezTo>
                    <a:pt x="728" y="107"/>
                    <a:pt x="576" y="31"/>
                    <a:pt x="420"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30"/>
            <p:cNvSpPr/>
            <p:nvPr/>
          </p:nvSpPr>
          <p:spPr>
            <a:xfrm>
              <a:off x="7665210" y="2817329"/>
              <a:ext cx="18236" cy="48448"/>
            </a:xfrm>
            <a:custGeom>
              <a:avLst/>
              <a:gdLst/>
              <a:ahLst/>
              <a:cxnLst/>
              <a:rect l="l" t="t" r="r" b="b"/>
              <a:pathLst>
                <a:path w="501" h="1331" extrusionOk="0">
                  <a:moveTo>
                    <a:pt x="224" y="0"/>
                  </a:moveTo>
                  <a:cubicBezTo>
                    <a:pt x="108" y="0"/>
                    <a:pt x="26" y="93"/>
                    <a:pt x="15" y="203"/>
                  </a:cubicBezTo>
                  <a:cubicBezTo>
                    <a:pt x="6" y="440"/>
                    <a:pt x="1" y="799"/>
                    <a:pt x="57" y="1148"/>
                  </a:cubicBezTo>
                  <a:cubicBezTo>
                    <a:pt x="71" y="1254"/>
                    <a:pt x="167" y="1330"/>
                    <a:pt x="274" y="1330"/>
                  </a:cubicBezTo>
                  <a:lnTo>
                    <a:pt x="304" y="1330"/>
                  </a:lnTo>
                  <a:cubicBezTo>
                    <a:pt x="420" y="1310"/>
                    <a:pt x="500" y="1198"/>
                    <a:pt x="486" y="1082"/>
                  </a:cubicBezTo>
                  <a:cubicBezTo>
                    <a:pt x="445" y="839"/>
                    <a:pt x="435" y="536"/>
                    <a:pt x="451" y="228"/>
                  </a:cubicBezTo>
                  <a:cubicBezTo>
                    <a:pt x="456" y="107"/>
                    <a:pt x="365" y="6"/>
                    <a:pt x="243" y="1"/>
                  </a:cubicBezTo>
                  <a:cubicBezTo>
                    <a:pt x="237" y="1"/>
                    <a:pt x="230" y="0"/>
                    <a:pt x="224"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30"/>
            <p:cNvSpPr/>
            <p:nvPr/>
          </p:nvSpPr>
          <p:spPr>
            <a:xfrm>
              <a:off x="7669650" y="2885360"/>
              <a:ext cx="17690" cy="32796"/>
            </a:xfrm>
            <a:custGeom>
              <a:avLst/>
              <a:gdLst/>
              <a:ahLst/>
              <a:cxnLst/>
              <a:rect l="l" t="t" r="r" b="b"/>
              <a:pathLst>
                <a:path w="486" h="901" extrusionOk="0">
                  <a:moveTo>
                    <a:pt x="216" y="1"/>
                  </a:moveTo>
                  <a:cubicBezTo>
                    <a:pt x="213" y="1"/>
                    <a:pt x="210" y="1"/>
                    <a:pt x="207" y="1"/>
                  </a:cubicBezTo>
                  <a:cubicBezTo>
                    <a:pt x="91" y="7"/>
                    <a:pt x="0" y="107"/>
                    <a:pt x="5" y="229"/>
                  </a:cubicBezTo>
                  <a:cubicBezTo>
                    <a:pt x="10" y="390"/>
                    <a:pt x="26" y="546"/>
                    <a:pt x="40" y="709"/>
                  </a:cubicBezTo>
                  <a:cubicBezTo>
                    <a:pt x="56" y="819"/>
                    <a:pt x="147" y="900"/>
                    <a:pt x="257" y="900"/>
                  </a:cubicBezTo>
                  <a:lnTo>
                    <a:pt x="283" y="900"/>
                  </a:lnTo>
                  <a:cubicBezTo>
                    <a:pt x="399" y="886"/>
                    <a:pt x="485" y="779"/>
                    <a:pt x="469" y="658"/>
                  </a:cubicBezTo>
                  <a:cubicBezTo>
                    <a:pt x="455" y="511"/>
                    <a:pt x="444" y="360"/>
                    <a:pt x="434" y="208"/>
                  </a:cubicBezTo>
                  <a:cubicBezTo>
                    <a:pt x="429" y="90"/>
                    <a:pt x="328" y="1"/>
                    <a:pt x="216"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30"/>
            <p:cNvSpPr/>
            <p:nvPr/>
          </p:nvSpPr>
          <p:spPr>
            <a:xfrm>
              <a:off x="6772591" y="1532618"/>
              <a:ext cx="34762" cy="131732"/>
            </a:xfrm>
            <a:custGeom>
              <a:avLst/>
              <a:gdLst/>
              <a:ahLst/>
              <a:cxnLst/>
              <a:rect l="l" t="t" r="r" b="b"/>
              <a:pathLst>
                <a:path w="955" h="3619" extrusionOk="0">
                  <a:moveTo>
                    <a:pt x="710" y="1"/>
                  </a:moveTo>
                  <a:cubicBezTo>
                    <a:pt x="628" y="1"/>
                    <a:pt x="548" y="49"/>
                    <a:pt x="515" y="127"/>
                  </a:cubicBezTo>
                  <a:cubicBezTo>
                    <a:pt x="152" y="940"/>
                    <a:pt x="0" y="2016"/>
                    <a:pt x="65" y="3411"/>
                  </a:cubicBezTo>
                  <a:cubicBezTo>
                    <a:pt x="70" y="3527"/>
                    <a:pt x="166" y="3618"/>
                    <a:pt x="278" y="3618"/>
                  </a:cubicBezTo>
                  <a:lnTo>
                    <a:pt x="287" y="3618"/>
                  </a:lnTo>
                  <a:cubicBezTo>
                    <a:pt x="409" y="3613"/>
                    <a:pt x="500" y="3512"/>
                    <a:pt x="495" y="3390"/>
                  </a:cubicBezTo>
                  <a:cubicBezTo>
                    <a:pt x="439" y="2082"/>
                    <a:pt x="576" y="1046"/>
                    <a:pt x="909" y="309"/>
                  </a:cubicBezTo>
                  <a:cubicBezTo>
                    <a:pt x="954" y="198"/>
                    <a:pt x="909" y="72"/>
                    <a:pt x="798" y="21"/>
                  </a:cubicBezTo>
                  <a:cubicBezTo>
                    <a:pt x="770" y="7"/>
                    <a:pt x="740" y="1"/>
                    <a:pt x="710"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30"/>
            <p:cNvSpPr/>
            <p:nvPr/>
          </p:nvSpPr>
          <p:spPr>
            <a:xfrm>
              <a:off x="6776049" y="1699618"/>
              <a:ext cx="23587" cy="49104"/>
            </a:xfrm>
            <a:custGeom>
              <a:avLst/>
              <a:gdLst/>
              <a:ahLst/>
              <a:cxnLst/>
              <a:rect l="l" t="t" r="r" b="b"/>
              <a:pathLst>
                <a:path w="648" h="1349" extrusionOk="0">
                  <a:moveTo>
                    <a:pt x="240" y="0"/>
                  </a:moveTo>
                  <a:cubicBezTo>
                    <a:pt x="131" y="0"/>
                    <a:pt x="31" y="89"/>
                    <a:pt x="21" y="202"/>
                  </a:cubicBezTo>
                  <a:cubicBezTo>
                    <a:pt x="1" y="556"/>
                    <a:pt x="61" y="899"/>
                    <a:pt x="203" y="1218"/>
                  </a:cubicBezTo>
                  <a:cubicBezTo>
                    <a:pt x="238" y="1304"/>
                    <a:pt x="318" y="1349"/>
                    <a:pt x="400" y="1349"/>
                  </a:cubicBezTo>
                  <a:cubicBezTo>
                    <a:pt x="430" y="1349"/>
                    <a:pt x="456" y="1344"/>
                    <a:pt x="486" y="1334"/>
                  </a:cubicBezTo>
                  <a:cubicBezTo>
                    <a:pt x="597" y="1283"/>
                    <a:pt x="647" y="1157"/>
                    <a:pt x="597" y="1046"/>
                  </a:cubicBezTo>
                  <a:cubicBezTo>
                    <a:pt x="486" y="788"/>
                    <a:pt x="435" y="516"/>
                    <a:pt x="456" y="227"/>
                  </a:cubicBezTo>
                  <a:cubicBezTo>
                    <a:pt x="460" y="111"/>
                    <a:pt x="369" y="10"/>
                    <a:pt x="248" y="0"/>
                  </a:cubicBezTo>
                  <a:cubicBezTo>
                    <a:pt x="245" y="0"/>
                    <a:pt x="242" y="0"/>
                    <a:pt x="240"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30"/>
            <p:cNvSpPr/>
            <p:nvPr/>
          </p:nvSpPr>
          <p:spPr>
            <a:xfrm>
              <a:off x="8052862" y="1544484"/>
              <a:ext cx="22859" cy="109928"/>
            </a:xfrm>
            <a:custGeom>
              <a:avLst/>
              <a:gdLst/>
              <a:ahLst/>
              <a:cxnLst/>
              <a:rect l="l" t="t" r="r" b="b"/>
              <a:pathLst>
                <a:path w="628" h="3020" extrusionOk="0">
                  <a:moveTo>
                    <a:pt x="240" y="0"/>
                  </a:moveTo>
                  <a:cubicBezTo>
                    <a:pt x="222" y="0"/>
                    <a:pt x="205" y="3"/>
                    <a:pt x="187" y="7"/>
                  </a:cubicBezTo>
                  <a:cubicBezTo>
                    <a:pt x="71" y="33"/>
                    <a:pt x="1" y="149"/>
                    <a:pt x="26" y="266"/>
                  </a:cubicBezTo>
                  <a:cubicBezTo>
                    <a:pt x="178" y="902"/>
                    <a:pt x="192" y="1746"/>
                    <a:pt x="77" y="2782"/>
                  </a:cubicBezTo>
                  <a:cubicBezTo>
                    <a:pt x="61" y="2898"/>
                    <a:pt x="147" y="3004"/>
                    <a:pt x="264" y="3019"/>
                  </a:cubicBezTo>
                  <a:lnTo>
                    <a:pt x="289" y="3019"/>
                  </a:lnTo>
                  <a:cubicBezTo>
                    <a:pt x="400" y="3019"/>
                    <a:pt x="491" y="2938"/>
                    <a:pt x="506" y="2833"/>
                  </a:cubicBezTo>
                  <a:cubicBezTo>
                    <a:pt x="628" y="1746"/>
                    <a:pt x="612" y="851"/>
                    <a:pt x="446" y="165"/>
                  </a:cubicBezTo>
                  <a:cubicBezTo>
                    <a:pt x="424" y="67"/>
                    <a:pt x="334" y="0"/>
                    <a:pt x="240"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30"/>
            <p:cNvSpPr/>
            <p:nvPr/>
          </p:nvSpPr>
          <p:spPr>
            <a:xfrm>
              <a:off x="7927648" y="2508919"/>
              <a:ext cx="20420" cy="84484"/>
            </a:xfrm>
            <a:custGeom>
              <a:avLst/>
              <a:gdLst/>
              <a:ahLst/>
              <a:cxnLst/>
              <a:rect l="l" t="t" r="r" b="b"/>
              <a:pathLst>
                <a:path w="561" h="2321" extrusionOk="0">
                  <a:moveTo>
                    <a:pt x="222" y="1"/>
                  </a:moveTo>
                  <a:cubicBezTo>
                    <a:pt x="219" y="1"/>
                    <a:pt x="216" y="1"/>
                    <a:pt x="213" y="1"/>
                  </a:cubicBezTo>
                  <a:cubicBezTo>
                    <a:pt x="92" y="6"/>
                    <a:pt x="1" y="108"/>
                    <a:pt x="6" y="229"/>
                  </a:cubicBezTo>
                  <a:cubicBezTo>
                    <a:pt x="15" y="400"/>
                    <a:pt x="20" y="572"/>
                    <a:pt x="25" y="739"/>
                  </a:cubicBezTo>
                  <a:cubicBezTo>
                    <a:pt x="46" y="1194"/>
                    <a:pt x="61" y="1658"/>
                    <a:pt x="116" y="2128"/>
                  </a:cubicBezTo>
                  <a:cubicBezTo>
                    <a:pt x="132" y="2239"/>
                    <a:pt x="223" y="2321"/>
                    <a:pt x="328" y="2321"/>
                  </a:cubicBezTo>
                  <a:lnTo>
                    <a:pt x="354" y="2321"/>
                  </a:lnTo>
                  <a:cubicBezTo>
                    <a:pt x="475" y="2305"/>
                    <a:pt x="561" y="2199"/>
                    <a:pt x="546" y="2078"/>
                  </a:cubicBezTo>
                  <a:cubicBezTo>
                    <a:pt x="491" y="1623"/>
                    <a:pt x="475" y="1169"/>
                    <a:pt x="460" y="724"/>
                  </a:cubicBezTo>
                  <a:cubicBezTo>
                    <a:pt x="455" y="551"/>
                    <a:pt x="444" y="380"/>
                    <a:pt x="440" y="203"/>
                  </a:cubicBezTo>
                  <a:cubicBezTo>
                    <a:pt x="435" y="90"/>
                    <a:pt x="333" y="1"/>
                    <a:pt x="222"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30"/>
            <p:cNvSpPr/>
            <p:nvPr/>
          </p:nvSpPr>
          <p:spPr>
            <a:xfrm>
              <a:off x="7933690" y="2624777"/>
              <a:ext cx="15834" cy="33342"/>
            </a:xfrm>
            <a:custGeom>
              <a:avLst/>
              <a:gdLst/>
              <a:ahLst/>
              <a:cxnLst/>
              <a:rect l="l" t="t" r="r" b="b"/>
              <a:pathLst>
                <a:path w="435" h="916" extrusionOk="0">
                  <a:moveTo>
                    <a:pt x="218" y="1"/>
                  </a:moveTo>
                  <a:cubicBezTo>
                    <a:pt x="97" y="1"/>
                    <a:pt x="1" y="97"/>
                    <a:pt x="1" y="218"/>
                  </a:cubicBezTo>
                  <a:lnTo>
                    <a:pt x="1" y="703"/>
                  </a:lnTo>
                  <a:cubicBezTo>
                    <a:pt x="1" y="819"/>
                    <a:pt x="97" y="915"/>
                    <a:pt x="218" y="915"/>
                  </a:cubicBezTo>
                  <a:cubicBezTo>
                    <a:pt x="339" y="915"/>
                    <a:pt x="435" y="819"/>
                    <a:pt x="435" y="703"/>
                  </a:cubicBezTo>
                  <a:lnTo>
                    <a:pt x="435" y="218"/>
                  </a:lnTo>
                  <a:cubicBezTo>
                    <a:pt x="435" y="97"/>
                    <a:pt x="339" y="1"/>
                    <a:pt x="218"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30"/>
            <p:cNvSpPr/>
            <p:nvPr/>
          </p:nvSpPr>
          <p:spPr>
            <a:xfrm>
              <a:off x="7452456" y="1025758"/>
              <a:ext cx="162053" cy="31522"/>
            </a:xfrm>
            <a:custGeom>
              <a:avLst/>
              <a:gdLst/>
              <a:ahLst/>
              <a:cxnLst/>
              <a:rect l="l" t="t" r="r" b="b"/>
              <a:pathLst>
                <a:path w="4452" h="866" extrusionOk="0">
                  <a:moveTo>
                    <a:pt x="659" y="1"/>
                  </a:moveTo>
                  <a:cubicBezTo>
                    <a:pt x="512" y="1"/>
                    <a:pt x="363" y="3"/>
                    <a:pt x="212" y="6"/>
                  </a:cubicBezTo>
                  <a:cubicBezTo>
                    <a:pt x="96" y="6"/>
                    <a:pt x="0" y="108"/>
                    <a:pt x="5" y="223"/>
                  </a:cubicBezTo>
                  <a:cubicBezTo>
                    <a:pt x="5" y="344"/>
                    <a:pt x="96" y="430"/>
                    <a:pt x="222" y="435"/>
                  </a:cubicBezTo>
                  <a:cubicBezTo>
                    <a:pt x="356" y="433"/>
                    <a:pt x="488" y="431"/>
                    <a:pt x="618" y="431"/>
                  </a:cubicBezTo>
                  <a:cubicBezTo>
                    <a:pt x="1934" y="431"/>
                    <a:pt x="3096" y="571"/>
                    <a:pt x="4153" y="860"/>
                  </a:cubicBezTo>
                  <a:cubicBezTo>
                    <a:pt x="4174" y="866"/>
                    <a:pt x="4193" y="866"/>
                    <a:pt x="4214" y="866"/>
                  </a:cubicBezTo>
                  <a:cubicBezTo>
                    <a:pt x="4305" y="866"/>
                    <a:pt x="4396" y="805"/>
                    <a:pt x="4421" y="708"/>
                  </a:cubicBezTo>
                  <a:cubicBezTo>
                    <a:pt x="4451" y="593"/>
                    <a:pt x="4386" y="477"/>
                    <a:pt x="4270" y="446"/>
                  </a:cubicBezTo>
                  <a:cubicBezTo>
                    <a:pt x="3181" y="146"/>
                    <a:pt x="1999" y="1"/>
                    <a:pt x="659"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30"/>
            <p:cNvSpPr/>
            <p:nvPr/>
          </p:nvSpPr>
          <p:spPr>
            <a:xfrm>
              <a:off x="7338454" y="3045189"/>
              <a:ext cx="19874" cy="82446"/>
            </a:xfrm>
            <a:custGeom>
              <a:avLst/>
              <a:gdLst/>
              <a:ahLst/>
              <a:cxnLst/>
              <a:rect l="l" t="t" r="r" b="b"/>
              <a:pathLst>
                <a:path w="546" h="2265" extrusionOk="0">
                  <a:moveTo>
                    <a:pt x="213" y="0"/>
                  </a:moveTo>
                  <a:cubicBezTo>
                    <a:pt x="92" y="0"/>
                    <a:pt x="5" y="94"/>
                    <a:pt x="5" y="213"/>
                  </a:cubicBezTo>
                  <a:cubicBezTo>
                    <a:pt x="0" y="551"/>
                    <a:pt x="30" y="884"/>
                    <a:pt x="61" y="1203"/>
                  </a:cubicBezTo>
                  <a:cubicBezTo>
                    <a:pt x="85" y="1481"/>
                    <a:pt x="110" y="1770"/>
                    <a:pt x="110" y="2052"/>
                  </a:cubicBezTo>
                  <a:cubicBezTo>
                    <a:pt x="115" y="2168"/>
                    <a:pt x="212" y="2264"/>
                    <a:pt x="328" y="2264"/>
                  </a:cubicBezTo>
                  <a:lnTo>
                    <a:pt x="334" y="2264"/>
                  </a:lnTo>
                  <a:cubicBezTo>
                    <a:pt x="449" y="2264"/>
                    <a:pt x="546" y="2168"/>
                    <a:pt x="546" y="2047"/>
                  </a:cubicBezTo>
                  <a:cubicBezTo>
                    <a:pt x="540" y="1749"/>
                    <a:pt x="515" y="1451"/>
                    <a:pt x="490" y="1168"/>
                  </a:cubicBezTo>
                  <a:cubicBezTo>
                    <a:pt x="465" y="854"/>
                    <a:pt x="434" y="536"/>
                    <a:pt x="434" y="217"/>
                  </a:cubicBezTo>
                  <a:cubicBezTo>
                    <a:pt x="439" y="96"/>
                    <a:pt x="343" y="0"/>
                    <a:pt x="222" y="0"/>
                  </a:cubicBezTo>
                  <a:cubicBezTo>
                    <a:pt x="219" y="0"/>
                    <a:pt x="216" y="0"/>
                    <a:pt x="213"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30"/>
            <p:cNvSpPr/>
            <p:nvPr/>
          </p:nvSpPr>
          <p:spPr>
            <a:xfrm>
              <a:off x="7345770" y="3151220"/>
              <a:ext cx="19365" cy="35417"/>
            </a:xfrm>
            <a:custGeom>
              <a:avLst/>
              <a:gdLst/>
              <a:ahLst/>
              <a:cxnLst/>
              <a:rect l="l" t="t" r="r" b="b"/>
              <a:pathLst>
                <a:path w="532" h="973" extrusionOk="0">
                  <a:moveTo>
                    <a:pt x="232" y="1"/>
                  </a:moveTo>
                  <a:cubicBezTo>
                    <a:pt x="122" y="1"/>
                    <a:pt x="30" y="83"/>
                    <a:pt x="21" y="195"/>
                  </a:cubicBezTo>
                  <a:cubicBezTo>
                    <a:pt x="0" y="407"/>
                    <a:pt x="21" y="620"/>
                    <a:pt x="82" y="821"/>
                  </a:cubicBezTo>
                  <a:cubicBezTo>
                    <a:pt x="112" y="912"/>
                    <a:pt x="198" y="972"/>
                    <a:pt x="289" y="972"/>
                  </a:cubicBezTo>
                  <a:cubicBezTo>
                    <a:pt x="308" y="972"/>
                    <a:pt x="334" y="968"/>
                    <a:pt x="354" y="963"/>
                  </a:cubicBezTo>
                  <a:cubicBezTo>
                    <a:pt x="466" y="928"/>
                    <a:pt x="531" y="806"/>
                    <a:pt x="496" y="690"/>
                  </a:cubicBezTo>
                  <a:cubicBezTo>
                    <a:pt x="450" y="548"/>
                    <a:pt x="436" y="392"/>
                    <a:pt x="450" y="235"/>
                  </a:cubicBezTo>
                  <a:cubicBezTo>
                    <a:pt x="460" y="119"/>
                    <a:pt x="375" y="13"/>
                    <a:pt x="259" y="2"/>
                  </a:cubicBezTo>
                  <a:cubicBezTo>
                    <a:pt x="250" y="1"/>
                    <a:pt x="241" y="1"/>
                    <a:pt x="232"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9" name="Google Shape;1199;p30"/>
            <p:cNvGrpSpPr/>
            <p:nvPr/>
          </p:nvGrpSpPr>
          <p:grpSpPr>
            <a:xfrm>
              <a:off x="7826543" y="2039821"/>
              <a:ext cx="430721" cy="419037"/>
              <a:chOff x="7656250" y="1739850"/>
              <a:chExt cx="295825" cy="287800"/>
            </a:xfrm>
          </p:grpSpPr>
          <p:sp>
            <p:nvSpPr>
              <p:cNvPr id="1200" name="Google Shape;1200;p30"/>
              <p:cNvSpPr/>
              <p:nvPr/>
            </p:nvSpPr>
            <p:spPr>
              <a:xfrm>
                <a:off x="7656250" y="1739850"/>
                <a:ext cx="295825" cy="287800"/>
              </a:xfrm>
              <a:custGeom>
                <a:avLst/>
                <a:gdLst/>
                <a:ahLst/>
                <a:cxnLst/>
                <a:rect l="l" t="t" r="r" b="b"/>
                <a:pathLst>
                  <a:path w="11833" h="11512" extrusionOk="0">
                    <a:moveTo>
                      <a:pt x="5748" y="297"/>
                    </a:moveTo>
                    <a:cubicBezTo>
                      <a:pt x="6012" y="297"/>
                      <a:pt x="6259" y="442"/>
                      <a:pt x="6477" y="724"/>
                    </a:cubicBezTo>
                    <a:cubicBezTo>
                      <a:pt x="7134" y="1573"/>
                      <a:pt x="6756" y="3371"/>
                      <a:pt x="6316" y="4458"/>
                    </a:cubicBezTo>
                    <a:cubicBezTo>
                      <a:pt x="6271" y="4432"/>
                      <a:pt x="6220" y="4407"/>
                      <a:pt x="6169" y="4392"/>
                    </a:cubicBezTo>
                    <a:cubicBezTo>
                      <a:pt x="6189" y="4377"/>
                      <a:pt x="6199" y="4357"/>
                      <a:pt x="6204" y="4332"/>
                    </a:cubicBezTo>
                    <a:cubicBezTo>
                      <a:pt x="6290" y="3917"/>
                      <a:pt x="6325" y="3467"/>
                      <a:pt x="6320" y="2881"/>
                    </a:cubicBezTo>
                    <a:cubicBezTo>
                      <a:pt x="6316" y="2826"/>
                      <a:pt x="6276" y="2781"/>
                      <a:pt x="6220" y="2781"/>
                    </a:cubicBezTo>
                    <a:cubicBezTo>
                      <a:pt x="6164" y="2781"/>
                      <a:pt x="6119" y="2826"/>
                      <a:pt x="6119" y="2881"/>
                    </a:cubicBezTo>
                    <a:cubicBezTo>
                      <a:pt x="6129" y="3457"/>
                      <a:pt x="6094" y="3892"/>
                      <a:pt x="6012" y="4297"/>
                    </a:cubicBezTo>
                    <a:cubicBezTo>
                      <a:pt x="6008" y="4316"/>
                      <a:pt x="6012" y="4337"/>
                      <a:pt x="6022" y="4352"/>
                    </a:cubicBezTo>
                    <a:lnTo>
                      <a:pt x="6017" y="4352"/>
                    </a:lnTo>
                    <a:cubicBezTo>
                      <a:pt x="5962" y="4342"/>
                      <a:pt x="5904" y="4337"/>
                      <a:pt x="5846" y="4337"/>
                    </a:cubicBezTo>
                    <a:cubicBezTo>
                      <a:pt x="5758" y="4337"/>
                      <a:pt x="5667" y="4349"/>
                      <a:pt x="5578" y="4377"/>
                    </a:cubicBezTo>
                    <a:cubicBezTo>
                      <a:pt x="5583" y="4367"/>
                      <a:pt x="5583" y="4352"/>
                      <a:pt x="5583" y="4341"/>
                    </a:cubicBezTo>
                    <a:cubicBezTo>
                      <a:pt x="5574" y="4220"/>
                      <a:pt x="5563" y="4089"/>
                      <a:pt x="5553" y="3963"/>
                    </a:cubicBezTo>
                    <a:cubicBezTo>
                      <a:pt x="5523" y="3588"/>
                      <a:pt x="5487" y="3200"/>
                      <a:pt x="5436" y="2831"/>
                    </a:cubicBezTo>
                    <a:cubicBezTo>
                      <a:pt x="5432" y="2784"/>
                      <a:pt x="5387" y="2745"/>
                      <a:pt x="5336" y="2745"/>
                    </a:cubicBezTo>
                    <a:cubicBezTo>
                      <a:pt x="5332" y="2745"/>
                      <a:pt x="5329" y="2745"/>
                      <a:pt x="5325" y="2746"/>
                    </a:cubicBezTo>
                    <a:cubicBezTo>
                      <a:pt x="5270" y="2755"/>
                      <a:pt x="5234" y="2806"/>
                      <a:pt x="5240" y="2856"/>
                    </a:cubicBezTo>
                    <a:cubicBezTo>
                      <a:pt x="5290" y="3220"/>
                      <a:pt x="5320" y="3609"/>
                      <a:pt x="5355" y="3982"/>
                    </a:cubicBezTo>
                    <a:cubicBezTo>
                      <a:pt x="5361" y="4110"/>
                      <a:pt x="5376" y="4236"/>
                      <a:pt x="5386" y="4357"/>
                    </a:cubicBezTo>
                    <a:cubicBezTo>
                      <a:pt x="5386" y="4377"/>
                      <a:pt x="5396" y="4397"/>
                      <a:pt x="5406" y="4407"/>
                    </a:cubicBezTo>
                    <a:cubicBezTo>
                      <a:pt x="5371" y="4418"/>
                      <a:pt x="5336" y="4427"/>
                      <a:pt x="5301" y="4432"/>
                    </a:cubicBezTo>
                    <a:cubicBezTo>
                      <a:pt x="5301" y="4413"/>
                      <a:pt x="5290" y="4397"/>
                      <a:pt x="5280" y="4377"/>
                    </a:cubicBezTo>
                    <a:lnTo>
                      <a:pt x="5229" y="4301"/>
                    </a:lnTo>
                    <a:cubicBezTo>
                      <a:pt x="5149" y="4185"/>
                      <a:pt x="5063" y="4054"/>
                      <a:pt x="4972" y="3917"/>
                    </a:cubicBezTo>
                    <a:cubicBezTo>
                      <a:pt x="4694" y="3103"/>
                      <a:pt x="4548" y="2023"/>
                      <a:pt x="4674" y="1417"/>
                    </a:cubicBezTo>
                    <a:cubicBezTo>
                      <a:pt x="4790" y="866"/>
                      <a:pt x="5164" y="416"/>
                      <a:pt x="5588" y="314"/>
                    </a:cubicBezTo>
                    <a:cubicBezTo>
                      <a:pt x="5642" y="303"/>
                      <a:pt x="5695" y="297"/>
                      <a:pt x="5748" y="297"/>
                    </a:cubicBezTo>
                    <a:close/>
                    <a:moveTo>
                      <a:pt x="2112" y="1932"/>
                    </a:moveTo>
                    <a:cubicBezTo>
                      <a:pt x="3142" y="1932"/>
                      <a:pt x="4068" y="3119"/>
                      <a:pt x="4704" y="4054"/>
                    </a:cubicBezTo>
                    <a:cubicBezTo>
                      <a:pt x="4770" y="4241"/>
                      <a:pt x="4846" y="4418"/>
                      <a:pt x="4921" y="4569"/>
                    </a:cubicBezTo>
                    <a:cubicBezTo>
                      <a:pt x="4790" y="4630"/>
                      <a:pt x="4679" y="4705"/>
                      <a:pt x="4593" y="4782"/>
                    </a:cubicBezTo>
                    <a:cubicBezTo>
                      <a:pt x="4522" y="4740"/>
                      <a:pt x="4452" y="4700"/>
                      <a:pt x="4380" y="4660"/>
                    </a:cubicBezTo>
                    <a:cubicBezTo>
                      <a:pt x="3997" y="4453"/>
                      <a:pt x="3633" y="4250"/>
                      <a:pt x="3361" y="3917"/>
                    </a:cubicBezTo>
                    <a:cubicBezTo>
                      <a:pt x="3341" y="3895"/>
                      <a:pt x="3312" y="3884"/>
                      <a:pt x="3284" y="3884"/>
                    </a:cubicBezTo>
                    <a:cubicBezTo>
                      <a:pt x="3260" y="3884"/>
                      <a:pt x="3237" y="3891"/>
                      <a:pt x="3219" y="3907"/>
                    </a:cubicBezTo>
                    <a:cubicBezTo>
                      <a:pt x="3179" y="3942"/>
                      <a:pt x="3173" y="4003"/>
                      <a:pt x="3209" y="4049"/>
                    </a:cubicBezTo>
                    <a:cubicBezTo>
                      <a:pt x="3499" y="4404"/>
                      <a:pt x="3875" y="4611"/>
                      <a:pt x="4275" y="4832"/>
                    </a:cubicBezTo>
                    <a:lnTo>
                      <a:pt x="4275" y="4832"/>
                    </a:lnTo>
                    <a:cubicBezTo>
                      <a:pt x="4268" y="4829"/>
                      <a:pt x="4261" y="4826"/>
                      <a:pt x="4254" y="4826"/>
                    </a:cubicBezTo>
                    <a:cubicBezTo>
                      <a:pt x="3203" y="4705"/>
                      <a:pt x="2380" y="4346"/>
                      <a:pt x="1799" y="3761"/>
                    </a:cubicBezTo>
                    <a:cubicBezTo>
                      <a:pt x="1354" y="3306"/>
                      <a:pt x="1127" y="2685"/>
                      <a:pt x="1279" y="2315"/>
                    </a:cubicBezTo>
                    <a:cubicBezTo>
                      <a:pt x="1410" y="1998"/>
                      <a:pt x="1804" y="1932"/>
                      <a:pt x="2107" y="1932"/>
                    </a:cubicBezTo>
                    <a:close/>
                    <a:moveTo>
                      <a:pt x="8923" y="2011"/>
                    </a:moveTo>
                    <a:cubicBezTo>
                      <a:pt x="9248" y="2011"/>
                      <a:pt x="9568" y="2116"/>
                      <a:pt x="9817" y="2310"/>
                    </a:cubicBezTo>
                    <a:cubicBezTo>
                      <a:pt x="10110" y="2543"/>
                      <a:pt x="10266" y="2867"/>
                      <a:pt x="10256" y="3236"/>
                    </a:cubicBezTo>
                    <a:cubicBezTo>
                      <a:pt x="10236" y="4201"/>
                      <a:pt x="9195" y="4817"/>
                      <a:pt x="8174" y="5246"/>
                    </a:cubicBezTo>
                    <a:cubicBezTo>
                      <a:pt x="7866" y="5358"/>
                      <a:pt x="7568" y="5474"/>
                      <a:pt x="7311" y="5575"/>
                    </a:cubicBezTo>
                    <a:lnTo>
                      <a:pt x="7089" y="5661"/>
                    </a:lnTo>
                    <a:cubicBezTo>
                      <a:pt x="7069" y="5528"/>
                      <a:pt x="7033" y="5398"/>
                      <a:pt x="6982" y="5271"/>
                    </a:cubicBezTo>
                    <a:cubicBezTo>
                      <a:pt x="6982" y="5267"/>
                      <a:pt x="6987" y="5267"/>
                      <a:pt x="6987" y="5267"/>
                    </a:cubicBezTo>
                    <a:cubicBezTo>
                      <a:pt x="7367" y="4892"/>
                      <a:pt x="8069" y="4539"/>
                      <a:pt x="8356" y="4402"/>
                    </a:cubicBezTo>
                    <a:cubicBezTo>
                      <a:pt x="8402" y="4377"/>
                      <a:pt x="8428" y="4322"/>
                      <a:pt x="8402" y="4271"/>
                    </a:cubicBezTo>
                    <a:cubicBezTo>
                      <a:pt x="8384" y="4235"/>
                      <a:pt x="8351" y="4215"/>
                      <a:pt x="8315" y="4215"/>
                    </a:cubicBezTo>
                    <a:cubicBezTo>
                      <a:pt x="8301" y="4215"/>
                      <a:pt x="8286" y="4218"/>
                      <a:pt x="8271" y="4225"/>
                    </a:cubicBezTo>
                    <a:cubicBezTo>
                      <a:pt x="7917" y="4387"/>
                      <a:pt x="7286" y="4721"/>
                      <a:pt x="6896" y="5080"/>
                    </a:cubicBezTo>
                    <a:cubicBezTo>
                      <a:pt x="6887" y="5064"/>
                      <a:pt x="6882" y="5050"/>
                      <a:pt x="6871" y="5039"/>
                    </a:cubicBezTo>
                    <a:lnTo>
                      <a:pt x="6871" y="5034"/>
                    </a:lnTo>
                    <a:cubicBezTo>
                      <a:pt x="6871" y="5034"/>
                      <a:pt x="6877" y="5039"/>
                      <a:pt x="6882" y="5039"/>
                    </a:cubicBezTo>
                    <a:cubicBezTo>
                      <a:pt x="6917" y="5039"/>
                      <a:pt x="6952" y="5019"/>
                      <a:pt x="6973" y="4983"/>
                    </a:cubicBezTo>
                    <a:cubicBezTo>
                      <a:pt x="7195" y="4518"/>
                      <a:pt x="7428" y="4084"/>
                      <a:pt x="7822" y="3807"/>
                    </a:cubicBezTo>
                    <a:cubicBezTo>
                      <a:pt x="7862" y="3776"/>
                      <a:pt x="7877" y="3716"/>
                      <a:pt x="7841" y="3670"/>
                    </a:cubicBezTo>
                    <a:cubicBezTo>
                      <a:pt x="7822" y="3642"/>
                      <a:pt x="7792" y="3627"/>
                      <a:pt x="7761" y="3627"/>
                    </a:cubicBezTo>
                    <a:cubicBezTo>
                      <a:pt x="7742" y="3627"/>
                      <a:pt x="7722" y="3633"/>
                      <a:pt x="7705" y="3644"/>
                    </a:cubicBezTo>
                    <a:cubicBezTo>
                      <a:pt x="7276" y="3947"/>
                      <a:pt x="7029" y="4407"/>
                      <a:pt x="6791" y="4892"/>
                    </a:cubicBezTo>
                    <a:lnTo>
                      <a:pt x="6791" y="4903"/>
                    </a:lnTo>
                    <a:cubicBezTo>
                      <a:pt x="6735" y="4822"/>
                      <a:pt x="6679" y="4756"/>
                      <a:pt x="6619" y="4691"/>
                    </a:cubicBezTo>
                    <a:cubicBezTo>
                      <a:pt x="6619" y="4691"/>
                      <a:pt x="6624" y="4686"/>
                      <a:pt x="6624" y="4680"/>
                    </a:cubicBezTo>
                    <a:cubicBezTo>
                      <a:pt x="6892" y="3594"/>
                      <a:pt x="7605" y="2310"/>
                      <a:pt x="8533" y="2063"/>
                    </a:cubicBezTo>
                    <a:cubicBezTo>
                      <a:pt x="8661" y="2028"/>
                      <a:pt x="8792" y="2011"/>
                      <a:pt x="8923" y="2011"/>
                    </a:cubicBezTo>
                    <a:close/>
                    <a:moveTo>
                      <a:pt x="5846" y="4534"/>
                    </a:moveTo>
                    <a:cubicBezTo>
                      <a:pt x="6008" y="4534"/>
                      <a:pt x="6143" y="4589"/>
                      <a:pt x="6255" y="4649"/>
                    </a:cubicBezTo>
                    <a:cubicBezTo>
                      <a:pt x="6260" y="4705"/>
                      <a:pt x="6290" y="4756"/>
                      <a:pt x="6341" y="4782"/>
                    </a:cubicBezTo>
                    <a:cubicBezTo>
                      <a:pt x="6359" y="4787"/>
                      <a:pt x="6377" y="4790"/>
                      <a:pt x="6394" y="4790"/>
                    </a:cubicBezTo>
                    <a:cubicBezTo>
                      <a:pt x="6407" y="4790"/>
                      <a:pt x="6419" y="4788"/>
                      <a:pt x="6432" y="4786"/>
                    </a:cubicBezTo>
                    <a:lnTo>
                      <a:pt x="6437" y="4791"/>
                    </a:lnTo>
                    <a:cubicBezTo>
                      <a:pt x="6675" y="5013"/>
                      <a:pt x="6852" y="5367"/>
                      <a:pt x="6896" y="5741"/>
                    </a:cubicBezTo>
                    <a:cubicBezTo>
                      <a:pt x="6912" y="5843"/>
                      <a:pt x="6917" y="5943"/>
                      <a:pt x="6912" y="6044"/>
                    </a:cubicBezTo>
                    <a:cubicBezTo>
                      <a:pt x="6901" y="6267"/>
                      <a:pt x="6841" y="6489"/>
                      <a:pt x="6715" y="6680"/>
                    </a:cubicBezTo>
                    <a:cubicBezTo>
                      <a:pt x="6462" y="7076"/>
                      <a:pt x="6145" y="7279"/>
                      <a:pt x="5802" y="7279"/>
                    </a:cubicBezTo>
                    <a:cubicBezTo>
                      <a:pt x="5693" y="7279"/>
                      <a:pt x="5581" y="7258"/>
                      <a:pt x="5467" y="7216"/>
                    </a:cubicBezTo>
                    <a:cubicBezTo>
                      <a:pt x="5129" y="7090"/>
                      <a:pt x="4830" y="6808"/>
                      <a:pt x="4639" y="6468"/>
                    </a:cubicBezTo>
                    <a:cubicBezTo>
                      <a:pt x="4639" y="6438"/>
                      <a:pt x="4628" y="6414"/>
                      <a:pt x="4613" y="6388"/>
                    </a:cubicBezTo>
                    <a:cubicBezTo>
                      <a:pt x="4603" y="6377"/>
                      <a:pt x="4593" y="6372"/>
                      <a:pt x="4588" y="6363"/>
                    </a:cubicBezTo>
                    <a:cubicBezTo>
                      <a:pt x="4583" y="6363"/>
                      <a:pt x="4583" y="6363"/>
                      <a:pt x="4583" y="6358"/>
                    </a:cubicBezTo>
                    <a:cubicBezTo>
                      <a:pt x="4446" y="6085"/>
                      <a:pt x="4385" y="5782"/>
                      <a:pt x="4422" y="5509"/>
                    </a:cubicBezTo>
                    <a:cubicBezTo>
                      <a:pt x="4466" y="5206"/>
                      <a:pt x="4634" y="4963"/>
                      <a:pt x="4911" y="4801"/>
                    </a:cubicBezTo>
                    <a:lnTo>
                      <a:pt x="4911" y="4801"/>
                    </a:lnTo>
                    <a:cubicBezTo>
                      <a:pt x="4907" y="4826"/>
                      <a:pt x="4907" y="4857"/>
                      <a:pt x="4921" y="4877"/>
                    </a:cubicBezTo>
                    <a:cubicBezTo>
                      <a:pt x="4941" y="4910"/>
                      <a:pt x="4973" y="4928"/>
                      <a:pt x="5008" y="4928"/>
                    </a:cubicBezTo>
                    <a:cubicBezTo>
                      <a:pt x="5026" y="4928"/>
                      <a:pt x="5045" y="4923"/>
                      <a:pt x="5063" y="4912"/>
                    </a:cubicBezTo>
                    <a:lnTo>
                      <a:pt x="5149" y="4857"/>
                    </a:lnTo>
                    <a:cubicBezTo>
                      <a:pt x="5159" y="4847"/>
                      <a:pt x="5173" y="4837"/>
                      <a:pt x="5184" y="4826"/>
                    </a:cubicBezTo>
                    <a:cubicBezTo>
                      <a:pt x="5199" y="4822"/>
                      <a:pt x="5219" y="4817"/>
                      <a:pt x="5234" y="4807"/>
                    </a:cubicBezTo>
                    <a:cubicBezTo>
                      <a:pt x="5259" y="4791"/>
                      <a:pt x="5280" y="4766"/>
                      <a:pt x="5290" y="4735"/>
                    </a:cubicBezTo>
                    <a:cubicBezTo>
                      <a:pt x="5392" y="4665"/>
                      <a:pt x="5483" y="4614"/>
                      <a:pt x="5574" y="4584"/>
                    </a:cubicBezTo>
                    <a:cubicBezTo>
                      <a:pt x="5639" y="4574"/>
                      <a:pt x="5714" y="4564"/>
                      <a:pt x="5786" y="4558"/>
                    </a:cubicBezTo>
                    <a:cubicBezTo>
                      <a:pt x="5810" y="4558"/>
                      <a:pt x="5831" y="4549"/>
                      <a:pt x="5846" y="4534"/>
                    </a:cubicBezTo>
                    <a:close/>
                    <a:moveTo>
                      <a:pt x="4336" y="4862"/>
                    </a:moveTo>
                    <a:lnTo>
                      <a:pt x="4336" y="4862"/>
                    </a:lnTo>
                    <a:cubicBezTo>
                      <a:pt x="4376" y="4887"/>
                      <a:pt x="4411" y="4908"/>
                      <a:pt x="4457" y="4933"/>
                    </a:cubicBezTo>
                    <a:cubicBezTo>
                      <a:pt x="4355" y="5059"/>
                      <a:pt x="4294" y="5190"/>
                      <a:pt x="4264" y="5311"/>
                    </a:cubicBezTo>
                    <a:lnTo>
                      <a:pt x="4264" y="5316"/>
                    </a:lnTo>
                    <a:cubicBezTo>
                      <a:pt x="4200" y="5310"/>
                      <a:pt x="4137" y="5307"/>
                      <a:pt x="4075" y="5307"/>
                    </a:cubicBezTo>
                    <a:cubicBezTo>
                      <a:pt x="3841" y="5307"/>
                      <a:pt x="3621" y="5347"/>
                      <a:pt x="3405" y="5388"/>
                    </a:cubicBezTo>
                    <a:cubicBezTo>
                      <a:pt x="3254" y="5418"/>
                      <a:pt x="3097" y="5448"/>
                      <a:pt x="2946" y="5463"/>
                    </a:cubicBezTo>
                    <a:cubicBezTo>
                      <a:pt x="2890" y="5468"/>
                      <a:pt x="2850" y="5519"/>
                      <a:pt x="2855" y="5570"/>
                    </a:cubicBezTo>
                    <a:cubicBezTo>
                      <a:pt x="2860" y="5619"/>
                      <a:pt x="2900" y="5661"/>
                      <a:pt x="2951" y="5661"/>
                    </a:cubicBezTo>
                    <a:lnTo>
                      <a:pt x="2960" y="5661"/>
                    </a:lnTo>
                    <a:cubicBezTo>
                      <a:pt x="3128" y="5645"/>
                      <a:pt x="3289" y="5615"/>
                      <a:pt x="3445" y="5584"/>
                    </a:cubicBezTo>
                    <a:cubicBezTo>
                      <a:pt x="3657" y="5544"/>
                      <a:pt x="3858" y="5507"/>
                      <a:pt x="4066" y="5507"/>
                    </a:cubicBezTo>
                    <a:cubicBezTo>
                      <a:pt x="4116" y="5507"/>
                      <a:pt x="4167" y="5509"/>
                      <a:pt x="4219" y="5514"/>
                    </a:cubicBezTo>
                    <a:cubicBezTo>
                      <a:pt x="4209" y="5605"/>
                      <a:pt x="4209" y="5701"/>
                      <a:pt x="4219" y="5796"/>
                    </a:cubicBezTo>
                    <a:cubicBezTo>
                      <a:pt x="4211" y="5794"/>
                      <a:pt x="4204" y="5793"/>
                      <a:pt x="4197" y="5793"/>
                    </a:cubicBezTo>
                    <a:cubicBezTo>
                      <a:pt x="4190" y="5793"/>
                      <a:pt x="4184" y="5794"/>
                      <a:pt x="4179" y="5796"/>
                    </a:cubicBezTo>
                    <a:cubicBezTo>
                      <a:pt x="3755" y="5903"/>
                      <a:pt x="3335" y="6095"/>
                      <a:pt x="2946" y="6277"/>
                    </a:cubicBezTo>
                    <a:cubicBezTo>
                      <a:pt x="2895" y="6302"/>
                      <a:pt x="2876" y="6363"/>
                      <a:pt x="2900" y="6414"/>
                    </a:cubicBezTo>
                    <a:cubicBezTo>
                      <a:pt x="2916" y="6449"/>
                      <a:pt x="2951" y="6468"/>
                      <a:pt x="2991" y="6468"/>
                    </a:cubicBezTo>
                    <a:cubicBezTo>
                      <a:pt x="3002" y="6468"/>
                      <a:pt x="3016" y="6468"/>
                      <a:pt x="3032" y="6459"/>
                    </a:cubicBezTo>
                    <a:cubicBezTo>
                      <a:pt x="3410" y="6277"/>
                      <a:pt x="3820" y="6095"/>
                      <a:pt x="4224" y="5989"/>
                    </a:cubicBezTo>
                    <a:cubicBezTo>
                      <a:pt x="4234" y="5989"/>
                      <a:pt x="4240" y="5983"/>
                      <a:pt x="4245" y="5978"/>
                    </a:cubicBezTo>
                    <a:cubicBezTo>
                      <a:pt x="4264" y="6064"/>
                      <a:pt x="4289" y="6151"/>
                      <a:pt x="4320" y="6237"/>
                    </a:cubicBezTo>
                    <a:cubicBezTo>
                      <a:pt x="4305" y="6241"/>
                      <a:pt x="4294" y="6251"/>
                      <a:pt x="4285" y="6262"/>
                    </a:cubicBezTo>
                    <a:cubicBezTo>
                      <a:pt x="3614" y="6878"/>
                      <a:pt x="2591" y="7454"/>
                      <a:pt x="1707" y="7454"/>
                    </a:cubicBezTo>
                    <a:cubicBezTo>
                      <a:pt x="1613" y="7454"/>
                      <a:pt x="1520" y="7447"/>
                      <a:pt x="1430" y="7433"/>
                    </a:cubicBezTo>
                    <a:cubicBezTo>
                      <a:pt x="1031" y="7373"/>
                      <a:pt x="657" y="7090"/>
                      <a:pt x="475" y="6706"/>
                    </a:cubicBezTo>
                    <a:cubicBezTo>
                      <a:pt x="313" y="6372"/>
                      <a:pt x="329" y="6013"/>
                      <a:pt x="511" y="5706"/>
                    </a:cubicBezTo>
                    <a:cubicBezTo>
                      <a:pt x="824" y="5171"/>
                      <a:pt x="1627" y="5056"/>
                      <a:pt x="2438" y="5056"/>
                    </a:cubicBezTo>
                    <a:cubicBezTo>
                      <a:pt x="2778" y="5056"/>
                      <a:pt x="3119" y="5076"/>
                      <a:pt x="3426" y="5094"/>
                    </a:cubicBezTo>
                    <a:cubicBezTo>
                      <a:pt x="3683" y="5110"/>
                      <a:pt x="3926" y="5125"/>
                      <a:pt x="4128" y="5125"/>
                    </a:cubicBezTo>
                    <a:cubicBezTo>
                      <a:pt x="4143" y="5125"/>
                      <a:pt x="4154" y="5120"/>
                      <a:pt x="4168" y="5115"/>
                    </a:cubicBezTo>
                    <a:cubicBezTo>
                      <a:pt x="4189" y="5120"/>
                      <a:pt x="4203" y="5120"/>
                      <a:pt x="4219" y="5125"/>
                    </a:cubicBezTo>
                    <a:lnTo>
                      <a:pt x="4240" y="5125"/>
                    </a:lnTo>
                    <a:cubicBezTo>
                      <a:pt x="4310" y="5125"/>
                      <a:pt x="4376" y="5069"/>
                      <a:pt x="4385" y="4989"/>
                    </a:cubicBezTo>
                    <a:cubicBezTo>
                      <a:pt x="4391" y="4943"/>
                      <a:pt x="4371" y="4898"/>
                      <a:pt x="4336" y="4862"/>
                    </a:cubicBezTo>
                    <a:close/>
                    <a:moveTo>
                      <a:pt x="10126" y="5121"/>
                    </a:moveTo>
                    <a:cubicBezTo>
                      <a:pt x="10329" y="5121"/>
                      <a:pt x="10520" y="5146"/>
                      <a:pt x="10690" y="5201"/>
                    </a:cubicBezTo>
                    <a:cubicBezTo>
                      <a:pt x="11049" y="5316"/>
                      <a:pt x="11313" y="5584"/>
                      <a:pt x="11413" y="5938"/>
                    </a:cubicBezTo>
                    <a:cubicBezTo>
                      <a:pt x="11520" y="6312"/>
                      <a:pt x="11424" y="6722"/>
                      <a:pt x="11161" y="7034"/>
                    </a:cubicBezTo>
                    <a:cubicBezTo>
                      <a:pt x="10815" y="7447"/>
                      <a:pt x="10243" y="7604"/>
                      <a:pt x="9598" y="7604"/>
                    </a:cubicBezTo>
                    <a:cubicBezTo>
                      <a:pt x="8727" y="7604"/>
                      <a:pt x="7723" y="7317"/>
                      <a:pt x="6968" y="6990"/>
                    </a:cubicBezTo>
                    <a:cubicBezTo>
                      <a:pt x="6917" y="6948"/>
                      <a:pt x="6871" y="6913"/>
                      <a:pt x="6826" y="6878"/>
                    </a:cubicBezTo>
                    <a:cubicBezTo>
                      <a:pt x="6847" y="6848"/>
                      <a:pt x="6861" y="6822"/>
                      <a:pt x="6882" y="6792"/>
                    </a:cubicBezTo>
                    <a:cubicBezTo>
                      <a:pt x="6901" y="6762"/>
                      <a:pt x="6917" y="6731"/>
                      <a:pt x="6932" y="6706"/>
                    </a:cubicBezTo>
                    <a:cubicBezTo>
                      <a:pt x="6947" y="6717"/>
                      <a:pt x="6968" y="6726"/>
                      <a:pt x="6992" y="6726"/>
                    </a:cubicBezTo>
                    <a:cubicBezTo>
                      <a:pt x="7058" y="6724"/>
                      <a:pt x="7124" y="6723"/>
                      <a:pt x="7190" y="6723"/>
                    </a:cubicBezTo>
                    <a:cubicBezTo>
                      <a:pt x="7519" y="6723"/>
                      <a:pt x="7851" y="6752"/>
                      <a:pt x="8174" y="6777"/>
                    </a:cubicBezTo>
                    <a:cubicBezTo>
                      <a:pt x="8281" y="6782"/>
                      <a:pt x="8387" y="6792"/>
                      <a:pt x="8488" y="6797"/>
                    </a:cubicBezTo>
                    <a:lnTo>
                      <a:pt x="8498" y="6797"/>
                    </a:lnTo>
                    <a:cubicBezTo>
                      <a:pt x="8549" y="6797"/>
                      <a:pt x="8594" y="6762"/>
                      <a:pt x="8594" y="6706"/>
                    </a:cubicBezTo>
                    <a:cubicBezTo>
                      <a:pt x="8599" y="6650"/>
                      <a:pt x="8559" y="6605"/>
                      <a:pt x="8503" y="6600"/>
                    </a:cubicBezTo>
                    <a:cubicBezTo>
                      <a:pt x="8398" y="6596"/>
                      <a:pt x="8296" y="6585"/>
                      <a:pt x="8190" y="6575"/>
                    </a:cubicBezTo>
                    <a:cubicBezTo>
                      <a:pt x="7856" y="6549"/>
                      <a:pt x="7514" y="6522"/>
                      <a:pt x="7168" y="6522"/>
                    </a:cubicBezTo>
                    <a:cubicBezTo>
                      <a:pt x="7116" y="6522"/>
                      <a:pt x="7065" y="6523"/>
                      <a:pt x="7013" y="6524"/>
                    </a:cubicBezTo>
                    <a:cubicBezTo>
                      <a:pt x="7048" y="6444"/>
                      <a:pt x="7069" y="6358"/>
                      <a:pt x="7083" y="6272"/>
                    </a:cubicBezTo>
                    <a:cubicBezTo>
                      <a:pt x="7574" y="6125"/>
                      <a:pt x="8221" y="6034"/>
                      <a:pt x="8792" y="6029"/>
                    </a:cubicBezTo>
                    <a:cubicBezTo>
                      <a:pt x="8847" y="6029"/>
                      <a:pt x="8887" y="5983"/>
                      <a:pt x="8887" y="5929"/>
                    </a:cubicBezTo>
                    <a:cubicBezTo>
                      <a:pt x="8887" y="5873"/>
                      <a:pt x="8841" y="5827"/>
                      <a:pt x="8792" y="5827"/>
                    </a:cubicBezTo>
                    <a:cubicBezTo>
                      <a:pt x="8221" y="5832"/>
                      <a:pt x="7609" y="5918"/>
                      <a:pt x="7113" y="6060"/>
                    </a:cubicBezTo>
                    <a:lnTo>
                      <a:pt x="7113" y="5973"/>
                    </a:lnTo>
                    <a:cubicBezTo>
                      <a:pt x="7200" y="5943"/>
                      <a:pt x="7286" y="5913"/>
                      <a:pt x="7372" y="5878"/>
                    </a:cubicBezTo>
                    <a:cubicBezTo>
                      <a:pt x="7649" y="5777"/>
                      <a:pt x="7953" y="5665"/>
                      <a:pt x="8265" y="5528"/>
                    </a:cubicBezTo>
                    <a:cubicBezTo>
                      <a:pt x="8878" y="5313"/>
                      <a:pt x="9553" y="5121"/>
                      <a:pt x="10126" y="5121"/>
                    </a:cubicBezTo>
                    <a:close/>
                    <a:moveTo>
                      <a:pt x="4522" y="6650"/>
                    </a:moveTo>
                    <a:cubicBezTo>
                      <a:pt x="4543" y="6686"/>
                      <a:pt x="4567" y="6722"/>
                      <a:pt x="4593" y="6757"/>
                    </a:cubicBezTo>
                    <a:cubicBezTo>
                      <a:pt x="4583" y="6766"/>
                      <a:pt x="4573" y="6771"/>
                      <a:pt x="4562" y="6782"/>
                    </a:cubicBezTo>
                    <a:lnTo>
                      <a:pt x="4492" y="6873"/>
                    </a:lnTo>
                    <a:cubicBezTo>
                      <a:pt x="4224" y="7202"/>
                      <a:pt x="3921" y="7570"/>
                      <a:pt x="3846" y="8005"/>
                    </a:cubicBezTo>
                    <a:cubicBezTo>
                      <a:pt x="3835" y="8060"/>
                      <a:pt x="3870" y="8111"/>
                      <a:pt x="3926" y="8121"/>
                    </a:cubicBezTo>
                    <a:lnTo>
                      <a:pt x="3941" y="8121"/>
                    </a:lnTo>
                    <a:cubicBezTo>
                      <a:pt x="3991" y="8121"/>
                      <a:pt x="4032" y="8086"/>
                      <a:pt x="4042" y="8040"/>
                    </a:cubicBezTo>
                    <a:cubicBezTo>
                      <a:pt x="4108" y="7657"/>
                      <a:pt x="4396" y="7307"/>
                      <a:pt x="4648" y="6999"/>
                    </a:cubicBezTo>
                    <a:lnTo>
                      <a:pt x="4714" y="6908"/>
                    </a:lnTo>
                    <a:cubicBezTo>
                      <a:pt x="4825" y="7039"/>
                      <a:pt x="4951" y="7151"/>
                      <a:pt x="5082" y="7242"/>
                    </a:cubicBezTo>
                    <a:lnTo>
                      <a:pt x="5088" y="7242"/>
                    </a:lnTo>
                    <a:cubicBezTo>
                      <a:pt x="4982" y="7429"/>
                      <a:pt x="4891" y="7636"/>
                      <a:pt x="4810" y="7843"/>
                    </a:cubicBezTo>
                    <a:cubicBezTo>
                      <a:pt x="4734" y="8035"/>
                      <a:pt x="4648" y="8237"/>
                      <a:pt x="4553" y="8414"/>
                    </a:cubicBezTo>
                    <a:cubicBezTo>
                      <a:pt x="4527" y="8464"/>
                      <a:pt x="4548" y="8525"/>
                      <a:pt x="4593" y="8550"/>
                    </a:cubicBezTo>
                    <a:cubicBezTo>
                      <a:pt x="4608" y="8555"/>
                      <a:pt x="4623" y="8560"/>
                      <a:pt x="4639" y="8560"/>
                    </a:cubicBezTo>
                    <a:cubicBezTo>
                      <a:pt x="4679" y="8560"/>
                      <a:pt x="4709" y="8540"/>
                      <a:pt x="4730" y="8510"/>
                    </a:cubicBezTo>
                    <a:cubicBezTo>
                      <a:pt x="4830" y="8323"/>
                      <a:pt x="4911" y="8116"/>
                      <a:pt x="4998" y="7918"/>
                    </a:cubicBezTo>
                    <a:cubicBezTo>
                      <a:pt x="5078" y="7711"/>
                      <a:pt x="5159" y="7519"/>
                      <a:pt x="5259" y="7342"/>
                    </a:cubicBezTo>
                    <a:cubicBezTo>
                      <a:pt x="5285" y="7358"/>
                      <a:pt x="5315" y="7373"/>
                      <a:pt x="5346" y="7378"/>
                    </a:cubicBezTo>
                    <a:lnTo>
                      <a:pt x="5346" y="7384"/>
                    </a:lnTo>
                    <a:cubicBezTo>
                      <a:pt x="5346" y="7393"/>
                      <a:pt x="5341" y="7403"/>
                      <a:pt x="5336" y="7414"/>
                    </a:cubicBezTo>
                    <a:cubicBezTo>
                      <a:pt x="5331" y="7475"/>
                      <a:pt x="5315" y="7601"/>
                      <a:pt x="5301" y="7778"/>
                    </a:cubicBezTo>
                    <a:cubicBezTo>
                      <a:pt x="5264" y="7974"/>
                      <a:pt x="5245" y="8182"/>
                      <a:pt x="5219" y="8378"/>
                    </a:cubicBezTo>
                    <a:cubicBezTo>
                      <a:pt x="5113" y="9404"/>
                      <a:pt x="5017" y="10283"/>
                      <a:pt x="3860" y="10667"/>
                    </a:cubicBezTo>
                    <a:cubicBezTo>
                      <a:pt x="3699" y="10722"/>
                      <a:pt x="3546" y="10749"/>
                      <a:pt x="3405" y="10749"/>
                    </a:cubicBezTo>
                    <a:cubicBezTo>
                      <a:pt x="3198" y="10749"/>
                      <a:pt x="3018" y="10690"/>
                      <a:pt x="2880" y="10576"/>
                    </a:cubicBezTo>
                    <a:cubicBezTo>
                      <a:pt x="2627" y="10369"/>
                      <a:pt x="2526" y="10005"/>
                      <a:pt x="2587" y="9546"/>
                    </a:cubicBezTo>
                    <a:cubicBezTo>
                      <a:pt x="2703" y="8620"/>
                      <a:pt x="3669" y="7342"/>
                      <a:pt x="4522" y="6650"/>
                    </a:cubicBezTo>
                    <a:close/>
                    <a:moveTo>
                      <a:pt x="6598" y="7141"/>
                    </a:moveTo>
                    <a:cubicBezTo>
                      <a:pt x="6609" y="7151"/>
                      <a:pt x="6619" y="7161"/>
                      <a:pt x="6634" y="7165"/>
                    </a:cubicBezTo>
                    <a:cubicBezTo>
                      <a:pt x="6684" y="7191"/>
                      <a:pt x="6745" y="7216"/>
                      <a:pt x="6805" y="7242"/>
                    </a:cubicBezTo>
                    <a:cubicBezTo>
                      <a:pt x="7689" y="7974"/>
                      <a:pt x="8251" y="8888"/>
                      <a:pt x="8311" y="9723"/>
                    </a:cubicBezTo>
                    <a:cubicBezTo>
                      <a:pt x="8347" y="10233"/>
                      <a:pt x="8205" y="10652"/>
                      <a:pt x="7917" y="10915"/>
                    </a:cubicBezTo>
                    <a:cubicBezTo>
                      <a:pt x="7704" y="11110"/>
                      <a:pt x="7415" y="11209"/>
                      <a:pt x="7074" y="11209"/>
                    </a:cubicBezTo>
                    <a:cubicBezTo>
                      <a:pt x="6963" y="11209"/>
                      <a:pt x="6847" y="11199"/>
                      <a:pt x="6725" y="11178"/>
                    </a:cubicBezTo>
                    <a:cubicBezTo>
                      <a:pt x="5598" y="10985"/>
                      <a:pt x="5472" y="9136"/>
                      <a:pt x="5588" y="7838"/>
                    </a:cubicBezTo>
                    <a:cubicBezTo>
                      <a:pt x="5609" y="7711"/>
                      <a:pt x="5628" y="7590"/>
                      <a:pt x="5658" y="7469"/>
                    </a:cubicBezTo>
                    <a:cubicBezTo>
                      <a:pt x="5709" y="7475"/>
                      <a:pt x="5755" y="7479"/>
                      <a:pt x="5805" y="7479"/>
                    </a:cubicBezTo>
                    <a:cubicBezTo>
                      <a:pt x="5982" y="7479"/>
                      <a:pt x="6159" y="7433"/>
                      <a:pt x="6320" y="7342"/>
                    </a:cubicBezTo>
                    <a:cubicBezTo>
                      <a:pt x="6325" y="7347"/>
                      <a:pt x="6331" y="7353"/>
                      <a:pt x="6336" y="7363"/>
                    </a:cubicBezTo>
                    <a:cubicBezTo>
                      <a:pt x="6588" y="7590"/>
                      <a:pt x="6816" y="7939"/>
                      <a:pt x="6932" y="8277"/>
                    </a:cubicBezTo>
                    <a:cubicBezTo>
                      <a:pt x="6947" y="8312"/>
                      <a:pt x="6987" y="8343"/>
                      <a:pt x="7029" y="8343"/>
                    </a:cubicBezTo>
                    <a:cubicBezTo>
                      <a:pt x="7038" y="8343"/>
                      <a:pt x="7048" y="8338"/>
                      <a:pt x="7059" y="8338"/>
                    </a:cubicBezTo>
                    <a:cubicBezTo>
                      <a:pt x="7113" y="8317"/>
                      <a:pt x="7139" y="8263"/>
                      <a:pt x="7124" y="8207"/>
                    </a:cubicBezTo>
                    <a:cubicBezTo>
                      <a:pt x="6998" y="7853"/>
                      <a:pt x="6756" y="7484"/>
                      <a:pt x="6488" y="7232"/>
                    </a:cubicBezTo>
                    <a:cubicBezTo>
                      <a:pt x="6528" y="7207"/>
                      <a:pt x="6558" y="7176"/>
                      <a:pt x="6593" y="7141"/>
                    </a:cubicBezTo>
                    <a:close/>
                    <a:moveTo>
                      <a:pt x="5755" y="0"/>
                    </a:moveTo>
                    <a:cubicBezTo>
                      <a:pt x="5678" y="0"/>
                      <a:pt x="5601" y="9"/>
                      <a:pt x="5523" y="27"/>
                    </a:cubicBezTo>
                    <a:cubicBezTo>
                      <a:pt x="4982" y="148"/>
                      <a:pt x="4522" y="684"/>
                      <a:pt x="4380" y="1356"/>
                    </a:cubicBezTo>
                    <a:cubicBezTo>
                      <a:pt x="4285" y="1825"/>
                      <a:pt x="4331" y="2543"/>
                      <a:pt x="4476" y="3231"/>
                    </a:cubicBezTo>
                    <a:cubicBezTo>
                      <a:pt x="3846" y="2412"/>
                      <a:pt x="3037" y="1629"/>
                      <a:pt x="2112" y="1629"/>
                    </a:cubicBezTo>
                    <a:lnTo>
                      <a:pt x="2107" y="1629"/>
                    </a:lnTo>
                    <a:cubicBezTo>
                      <a:pt x="1390" y="1634"/>
                      <a:pt x="1111" y="1942"/>
                      <a:pt x="1006" y="2205"/>
                    </a:cubicBezTo>
                    <a:cubicBezTo>
                      <a:pt x="778" y="2746"/>
                      <a:pt x="1127" y="3504"/>
                      <a:pt x="1592" y="3968"/>
                    </a:cubicBezTo>
                    <a:cubicBezTo>
                      <a:pt x="1920" y="4301"/>
                      <a:pt x="2319" y="4569"/>
                      <a:pt x="2790" y="4761"/>
                    </a:cubicBezTo>
                    <a:cubicBezTo>
                      <a:pt x="2679" y="4758"/>
                      <a:pt x="2568" y="4756"/>
                      <a:pt x="2456" y="4756"/>
                    </a:cubicBezTo>
                    <a:cubicBezTo>
                      <a:pt x="1554" y="4756"/>
                      <a:pt x="639" y="4889"/>
                      <a:pt x="253" y="5549"/>
                    </a:cubicBezTo>
                    <a:cubicBezTo>
                      <a:pt x="15" y="5953"/>
                      <a:pt x="1" y="6408"/>
                      <a:pt x="202" y="6838"/>
                    </a:cubicBezTo>
                    <a:cubicBezTo>
                      <a:pt x="430" y="7307"/>
                      <a:pt x="894" y="7657"/>
                      <a:pt x="1384" y="7727"/>
                    </a:cubicBezTo>
                    <a:cubicBezTo>
                      <a:pt x="1496" y="7747"/>
                      <a:pt x="1602" y="7752"/>
                      <a:pt x="1713" y="7752"/>
                    </a:cubicBezTo>
                    <a:cubicBezTo>
                      <a:pt x="2344" y="7752"/>
                      <a:pt x="3002" y="7499"/>
                      <a:pt x="3567" y="7161"/>
                    </a:cubicBezTo>
                    <a:lnTo>
                      <a:pt x="3567" y="7161"/>
                    </a:lnTo>
                    <a:cubicBezTo>
                      <a:pt x="2967" y="7843"/>
                      <a:pt x="2391" y="8732"/>
                      <a:pt x="2289" y="9511"/>
                    </a:cubicBezTo>
                    <a:cubicBezTo>
                      <a:pt x="2214" y="10071"/>
                      <a:pt x="2354" y="10536"/>
                      <a:pt x="2688" y="10809"/>
                    </a:cubicBezTo>
                    <a:cubicBezTo>
                      <a:pt x="2880" y="10966"/>
                      <a:pt x="3128" y="11052"/>
                      <a:pt x="3405" y="11052"/>
                    </a:cubicBezTo>
                    <a:cubicBezTo>
                      <a:pt x="3578" y="11052"/>
                      <a:pt x="3760" y="11015"/>
                      <a:pt x="3951" y="10955"/>
                    </a:cubicBezTo>
                    <a:cubicBezTo>
                      <a:pt x="4779" y="10677"/>
                      <a:pt x="5143" y="10162"/>
                      <a:pt x="5320" y="9566"/>
                    </a:cubicBezTo>
                    <a:cubicBezTo>
                      <a:pt x="5446" y="10460"/>
                      <a:pt x="5800" y="11324"/>
                      <a:pt x="6675" y="11476"/>
                    </a:cubicBezTo>
                    <a:cubicBezTo>
                      <a:pt x="6810" y="11495"/>
                      <a:pt x="6947" y="11511"/>
                      <a:pt x="7073" y="11511"/>
                    </a:cubicBezTo>
                    <a:cubicBezTo>
                      <a:pt x="7488" y="11511"/>
                      <a:pt x="7847" y="11385"/>
                      <a:pt x="8120" y="11137"/>
                    </a:cubicBezTo>
                    <a:cubicBezTo>
                      <a:pt x="8478" y="10814"/>
                      <a:pt x="8650" y="10304"/>
                      <a:pt x="8610" y="9702"/>
                    </a:cubicBezTo>
                    <a:cubicBezTo>
                      <a:pt x="8554" y="8975"/>
                      <a:pt x="8170" y="8202"/>
                      <a:pt x="7544" y="7524"/>
                    </a:cubicBezTo>
                    <a:lnTo>
                      <a:pt x="7544" y="7524"/>
                    </a:lnTo>
                    <a:cubicBezTo>
                      <a:pt x="8174" y="7737"/>
                      <a:pt x="8913" y="7904"/>
                      <a:pt x="9605" y="7904"/>
                    </a:cubicBezTo>
                    <a:cubicBezTo>
                      <a:pt x="10317" y="7904"/>
                      <a:pt x="10974" y="7727"/>
                      <a:pt x="11394" y="7232"/>
                    </a:cubicBezTo>
                    <a:cubicBezTo>
                      <a:pt x="11716" y="6843"/>
                      <a:pt x="11833" y="6328"/>
                      <a:pt x="11697" y="5857"/>
                    </a:cubicBezTo>
                    <a:cubicBezTo>
                      <a:pt x="11570" y="5402"/>
                      <a:pt x="11236" y="5064"/>
                      <a:pt x="10781" y="4917"/>
                    </a:cubicBezTo>
                    <a:cubicBezTo>
                      <a:pt x="10581" y="4850"/>
                      <a:pt x="10361" y="4821"/>
                      <a:pt x="10129" y="4821"/>
                    </a:cubicBezTo>
                    <a:cubicBezTo>
                      <a:pt x="9929" y="4821"/>
                      <a:pt x="9721" y="4842"/>
                      <a:pt x="9508" y="4877"/>
                    </a:cubicBezTo>
                    <a:cubicBezTo>
                      <a:pt x="10100" y="4474"/>
                      <a:pt x="10539" y="3942"/>
                      <a:pt x="10555" y="3240"/>
                    </a:cubicBezTo>
                    <a:cubicBezTo>
                      <a:pt x="10564" y="2781"/>
                      <a:pt x="10368" y="2366"/>
                      <a:pt x="10004" y="2079"/>
                    </a:cubicBezTo>
                    <a:cubicBezTo>
                      <a:pt x="9702" y="1839"/>
                      <a:pt x="9308" y="1711"/>
                      <a:pt x="8913" y="1711"/>
                    </a:cubicBezTo>
                    <a:cubicBezTo>
                      <a:pt x="8760" y="1711"/>
                      <a:pt x="8606" y="1730"/>
                      <a:pt x="8458" y="1770"/>
                    </a:cubicBezTo>
                    <a:cubicBezTo>
                      <a:pt x="7872" y="1927"/>
                      <a:pt x="7403" y="2391"/>
                      <a:pt x="7054" y="2931"/>
                    </a:cubicBezTo>
                    <a:lnTo>
                      <a:pt x="7054" y="2931"/>
                    </a:lnTo>
                    <a:cubicBezTo>
                      <a:pt x="7195" y="2058"/>
                      <a:pt x="7173" y="1132"/>
                      <a:pt x="6715" y="542"/>
                    </a:cubicBezTo>
                    <a:cubicBezTo>
                      <a:pt x="6441" y="186"/>
                      <a:pt x="6106" y="0"/>
                      <a:pt x="5755"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30"/>
              <p:cNvSpPr/>
              <p:nvPr/>
            </p:nvSpPr>
            <p:spPr>
              <a:xfrm>
                <a:off x="7765875" y="1853200"/>
                <a:ext cx="63325" cy="68625"/>
              </a:xfrm>
              <a:custGeom>
                <a:avLst/>
                <a:gdLst/>
                <a:ahLst/>
                <a:cxnLst/>
                <a:rect l="l" t="t" r="r" b="b"/>
                <a:pathLst>
                  <a:path w="2533" h="2745" extrusionOk="0">
                    <a:moveTo>
                      <a:pt x="1431" y="637"/>
                    </a:moveTo>
                    <a:cubicBezTo>
                      <a:pt x="1486" y="637"/>
                      <a:pt x="1532" y="682"/>
                      <a:pt x="1532" y="733"/>
                    </a:cubicBezTo>
                    <a:cubicBezTo>
                      <a:pt x="1532" y="788"/>
                      <a:pt x="1486" y="833"/>
                      <a:pt x="1431" y="833"/>
                    </a:cubicBezTo>
                    <a:lnTo>
                      <a:pt x="1355" y="833"/>
                    </a:lnTo>
                    <a:cubicBezTo>
                      <a:pt x="1304" y="833"/>
                      <a:pt x="1259" y="788"/>
                      <a:pt x="1259" y="733"/>
                    </a:cubicBezTo>
                    <a:cubicBezTo>
                      <a:pt x="1259" y="682"/>
                      <a:pt x="1304" y="637"/>
                      <a:pt x="1355" y="637"/>
                    </a:cubicBezTo>
                    <a:close/>
                    <a:moveTo>
                      <a:pt x="734" y="964"/>
                    </a:moveTo>
                    <a:cubicBezTo>
                      <a:pt x="788" y="964"/>
                      <a:pt x="834" y="1010"/>
                      <a:pt x="834" y="1066"/>
                    </a:cubicBezTo>
                    <a:cubicBezTo>
                      <a:pt x="834" y="1122"/>
                      <a:pt x="788" y="1162"/>
                      <a:pt x="734" y="1162"/>
                    </a:cubicBezTo>
                    <a:lnTo>
                      <a:pt x="697" y="1162"/>
                    </a:lnTo>
                    <a:cubicBezTo>
                      <a:pt x="643" y="1162"/>
                      <a:pt x="597" y="1122"/>
                      <a:pt x="597" y="1066"/>
                    </a:cubicBezTo>
                    <a:cubicBezTo>
                      <a:pt x="597" y="1010"/>
                      <a:pt x="643" y="964"/>
                      <a:pt x="697" y="964"/>
                    </a:cubicBezTo>
                    <a:close/>
                    <a:moveTo>
                      <a:pt x="1753" y="1256"/>
                    </a:moveTo>
                    <a:cubicBezTo>
                      <a:pt x="1805" y="1256"/>
                      <a:pt x="1840" y="1279"/>
                      <a:pt x="1860" y="1298"/>
                    </a:cubicBezTo>
                    <a:cubicBezTo>
                      <a:pt x="1886" y="1323"/>
                      <a:pt x="1910" y="1369"/>
                      <a:pt x="1895" y="1455"/>
                    </a:cubicBezTo>
                    <a:cubicBezTo>
                      <a:pt x="1886" y="1500"/>
                      <a:pt x="1845" y="1530"/>
                      <a:pt x="1800" y="1530"/>
                    </a:cubicBezTo>
                    <a:lnTo>
                      <a:pt x="1779" y="1530"/>
                    </a:lnTo>
                    <a:cubicBezTo>
                      <a:pt x="1739" y="1521"/>
                      <a:pt x="1709" y="1490"/>
                      <a:pt x="1698" y="1455"/>
                    </a:cubicBezTo>
                    <a:cubicBezTo>
                      <a:pt x="1663" y="1439"/>
                      <a:pt x="1637" y="1414"/>
                      <a:pt x="1627" y="1379"/>
                    </a:cubicBezTo>
                    <a:cubicBezTo>
                      <a:pt x="1618" y="1323"/>
                      <a:pt x="1648" y="1273"/>
                      <a:pt x="1704" y="1262"/>
                    </a:cubicBezTo>
                    <a:cubicBezTo>
                      <a:pt x="1722" y="1258"/>
                      <a:pt x="1738" y="1256"/>
                      <a:pt x="1753" y="1256"/>
                    </a:cubicBezTo>
                    <a:close/>
                    <a:moveTo>
                      <a:pt x="1029" y="1550"/>
                    </a:moveTo>
                    <a:cubicBezTo>
                      <a:pt x="1054" y="1550"/>
                      <a:pt x="1079" y="1561"/>
                      <a:pt x="1098" y="1581"/>
                    </a:cubicBezTo>
                    <a:cubicBezTo>
                      <a:pt x="1147" y="1637"/>
                      <a:pt x="1198" y="1717"/>
                      <a:pt x="1233" y="1803"/>
                    </a:cubicBezTo>
                    <a:cubicBezTo>
                      <a:pt x="1249" y="1854"/>
                      <a:pt x="1224" y="1910"/>
                      <a:pt x="1173" y="1929"/>
                    </a:cubicBezTo>
                    <a:cubicBezTo>
                      <a:pt x="1158" y="1934"/>
                      <a:pt x="1147" y="1934"/>
                      <a:pt x="1138" y="1934"/>
                    </a:cubicBezTo>
                    <a:cubicBezTo>
                      <a:pt x="1098" y="1934"/>
                      <a:pt x="1056" y="1910"/>
                      <a:pt x="1047" y="1869"/>
                    </a:cubicBezTo>
                    <a:cubicBezTo>
                      <a:pt x="1021" y="1813"/>
                      <a:pt x="991" y="1758"/>
                      <a:pt x="956" y="1722"/>
                    </a:cubicBezTo>
                    <a:cubicBezTo>
                      <a:pt x="916" y="1682"/>
                      <a:pt x="921" y="1617"/>
                      <a:pt x="961" y="1581"/>
                    </a:cubicBezTo>
                    <a:cubicBezTo>
                      <a:pt x="978" y="1561"/>
                      <a:pt x="1003" y="1550"/>
                      <a:pt x="1029" y="1550"/>
                    </a:cubicBezTo>
                    <a:close/>
                    <a:moveTo>
                      <a:pt x="1696" y="1930"/>
                    </a:moveTo>
                    <a:cubicBezTo>
                      <a:pt x="1729" y="1930"/>
                      <a:pt x="1769" y="1946"/>
                      <a:pt x="1804" y="2001"/>
                    </a:cubicBezTo>
                    <a:cubicBezTo>
                      <a:pt x="1835" y="2046"/>
                      <a:pt x="1830" y="2106"/>
                      <a:pt x="1779" y="2137"/>
                    </a:cubicBezTo>
                    <a:cubicBezTo>
                      <a:pt x="1764" y="2152"/>
                      <a:pt x="1744" y="2157"/>
                      <a:pt x="1723" y="2157"/>
                    </a:cubicBezTo>
                    <a:cubicBezTo>
                      <a:pt x="1718" y="2157"/>
                      <a:pt x="1709" y="2152"/>
                      <a:pt x="1704" y="2152"/>
                    </a:cubicBezTo>
                    <a:lnTo>
                      <a:pt x="1678" y="2152"/>
                    </a:lnTo>
                    <a:cubicBezTo>
                      <a:pt x="1627" y="2152"/>
                      <a:pt x="1583" y="2106"/>
                      <a:pt x="1587" y="2051"/>
                    </a:cubicBezTo>
                    <a:cubicBezTo>
                      <a:pt x="1592" y="1965"/>
                      <a:pt x="1648" y="1945"/>
                      <a:pt x="1667" y="1934"/>
                    </a:cubicBezTo>
                    <a:cubicBezTo>
                      <a:pt x="1676" y="1932"/>
                      <a:pt x="1686" y="1930"/>
                      <a:pt x="1696" y="1930"/>
                    </a:cubicBezTo>
                    <a:close/>
                    <a:moveTo>
                      <a:pt x="1461" y="0"/>
                    </a:moveTo>
                    <a:cubicBezTo>
                      <a:pt x="1446" y="15"/>
                      <a:pt x="1425" y="24"/>
                      <a:pt x="1401" y="24"/>
                    </a:cubicBezTo>
                    <a:cubicBezTo>
                      <a:pt x="1329" y="30"/>
                      <a:pt x="1254" y="40"/>
                      <a:pt x="1189" y="50"/>
                    </a:cubicBezTo>
                    <a:cubicBezTo>
                      <a:pt x="1098" y="80"/>
                      <a:pt x="1007" y="131"/>
                      <a:pt x="905" y="201"/>
                    </a:cubicBezTo>
                    <a:cubicBezTo>
                      <a:pt x="895" y="232"/>
                      <a:pt x="874" y="257"/>
                      <a:pt x="849" y="273"/>
                    </a:cubicBezTo>
                    <a:cubicBezTo>
                      <a:pt x="834" y="283"/>
                      <a:pt x="814" y="288"/>
                      <a:pt x="799" y="292"/>
                    </a:cubicBezTo>
                    <a:cubicBezTo>
                      <a:pt x="788" y="303"/>
                      <a:pt x="774" y="313"/>
                      <a:pt x="764" y="323"/>
                    </a:cubicBezTo>
                    <a:lnTo>
                      <a:pt x="678" y="378"/>
                    </a:lnTo>
                    <a:cubicBezTo>
                      <a:pt x="660" y="389"/>
                      <a:pt x="641" y="394"/>
                      <a:pt x="623" y="394"/>
                    </a:cubicBezTo>
                    <a:cubicBezTo>
                      <a:pt x="588" y="394"/>
                      <a:pt x="556" y="376"/>
                      <a:pt x="536" y="343"/>
                    </a:cubicBezTo>
                    <a:cubicBezTo>
                      <a:pt x="522" y="323"/>
                      <a:pt x="522" y="292"/>
                      <a:pt x="526" y="267"/>
                    </a:cubicBezTo>
                    <a:lnTo>
                      <a:pt x="526" y="267"/>
                    </a:lnTo>
                    <a:cubicBezTo>
                      <a:pt x="249" y="429"/>
                      <a:pt x="81" y="672"/>
                      <a:pt x="37" y="975"/>
                    </a:cubicBezTo>
                    <a:cubicBezTo>
                      <a:pt x="0" y="1248"/>
                      <a:pt x="61" y="1551"/>
                      <a:pt x="198" y="1824"/>
                    </a:cubicBezTo>
                    <a:cubicBezTo>
                      <a:pt x="198" y="1829"/>
                      <a:pt x="198" y="1829"/>
                      <a:pt x="203" y="1829"/>
                    </a:cubicBezTo>
                    <a:cubicBezTo>
                      <a:pt x="208" y="1838"/>
                      <a:pt x="218" y="1843"/>
                      <a:pt x="228" y="1854"/>
                    </a:cubicBezTo>
                    <a:cubicBezTo>
                      <a:pt x="243" y="1880"/>
                      <a:pt x="254" y="1904"/>
                      <a:pt x="254" y="1934"/>
                    </a:cubicBezTo>
                    <a:cubicBezTo>
                      <a:pt x="445" y="2274"/>
                      <a:pt x="744" y="2556"/>
                      <a:pt x="1082" y="2682"/>
                    </a:cubicBezTo>
                    <a:cubicBezTo>
                      <a:pt x="1196" y="2724"/>
                      <a:pt x="1308" y="2745"/>
                      <a:pt x="1417" y="2745"/>
                    </a:cubicBezTo>
                    <a:cubicBezTo>
                      <a:pt x="1760" y="2745"/>
                      <a:pt x="2077" y="2542"/>
                      <a:pt x="2330" y="2146"/>
                    </a:cubicBezTo>
                    <a:cubicBezTo>
                      <a:pt x="2456" y="1955"/>
                      <a:pt x="2516" y="1733"/>
                      <a:pt x="2527" y="1510"/>
                    </a:cubicBezTo>
                    <a:cubicBezTo>
                      <a:pt x="2532" y="1409"/>
                      <a:pt x="2527" y="1309"/>
                      <a:pt x="2511" y="1207"/>
                    </a:cubicBezTo>
                    <a:cubicBezTo>
                      <a:pt x="2467" y="833"/>
                      <a:pt x="2290" y="479"/>
                      <a:pt x="2052" y="257"/>
                    </a:cubicBezTo>
                    <a:lnTo>
                      <a:pt x="2047" y="252"/>
                    </a:lnTo>
                    <a:cubicBezTo>
                      <a:pt x="2034" y="254"/>
                      <a:pt x="2022" y="256"/>
                      <a:pt x="2009" y="256"/>
                    </a:cubicBezTo>
                    <a:cubicBezTo>
                      <a:pt x="1992" y="256"/>
                      <a:pt x="1974" y="253"/>
                      <a:pt x="1956" y="248"/>
                    </a:cubicBezTo>
                    <a:cubicBezTo>
                      <a:pt x="1905" y="222"/>
                      <a:pt x="1875" y="171"/>
                      <a:pt x="1870" y="115"/>
                    </a:cubicBezTo>
                    <a:cubicBezTo>
                      <a:pt x="1758" y="55"/>
                      <a:pt x="1623" y="0"/>
                      <a:pt x="1461"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30"/>
              <p:cNvSpPr/>
              <p:nvPr/>
            </p:nvSpPr>
            <p:spPr>
              <a:xfrm>
                <a:off x="7719400" y="1906100"/>
                <a:ext cx="70500" cy="102500"/>
              </a:xfrm>
              <a:custGeom>
                <a:avLst/>
                <a:gdLst/>
                <a:ahLst/>
                <a:cxnLst/>
                <a:rect l="l" t="t" r="r" b="b"/>
                <a:pathLst>
                  <a:path w="2820" h="4100" extrusionOk="0">
                    <a:moveTo>
                      <a:pt x="1122" y="1969"/>
                    </a:moveTo>
                    <a:cubicBezTo>
                      <a:pt x="1142" y="1969"/>
                      <a:pt x="1163" y="1975"/>
                      <a:pt x="1183" y="1986"/>
                    </a:cubicBezTo>
                    <a:cubicBezTo>
                      <a:pt x="1229" y="2021"/>
                      <a:pt x="1238" y="2082"/>
                      <a:pt x="1203" y="2128"/>
                    </a:cubicBezTo>
                    <a:cubicBezTo>
                      <a:pt x="1143" y="2213"/>
                      <a:pt x="1101" y="2315"/>
                      <a:pt x="1071" y="2425"/>
                    </a:cubicBezTo>
                    <a:cubicBezTo>
                      <a:pt x="1061" y="2466"/>
                      <a:pt x="1021" y="2502"/>
                      <a:pt x="975" y="2502"/>
                    </a:cubicBezTo>
                    <a:cubicBezTo>
                      <a:pt x="970" y="2502"/>
                      <a:pt x="961" y="2497"/>
                      <a:pt x="956" y="2497"/>
                    </a:cubicBezTo>
                    <a:cubicBezTo>
                      <a:pt x="900" y="2481"/>
                      <a:pt x="870" y="2431"/>
                      <a:pt x="879" y="2375"/>
                    </a:cubicBezTo>
                    <a:cubicBezTo>
                      <a:pt x="910" y="2243"/>
                      <a:pt x="966" y="2117"/>
                      <a:pt x="1041" y="2012"/>
                    </a:cubicBezTo>
                    <a:cubicBezTo>
                      <a:pt x="1059" y="1983"/>
                      <a:pt x="1089" y="1969"/>
                      <a:pt x="1122" y="1969"/>
                    </a:cubicBezTo>
                    <a:close/>
                    <a:moveTo>
                      <a:pt x="1785" y="2449"/>
                    </a:moveTo>
                    <a:cubicBezTo>
                      <a:pt x="1816" y="2449"/>
                      <a:pt x="1847" y="2462"/>
                      <a:pt x="1865" y="2486"/>
                    </a:cubicBezTo>
                    <a:cubicBezTo>
                      <a:pt x="1896" y="2532"/>
                      <a:pt x="1885" y="2597"/>
                      <a:pt x="1840" y="2628"/>
                    </a:cubicBezTo>
                    <a:cubicBezTo>
                      <a:pt x="1794" y="2663"/>
                      <a:pt x="1754" y="2704"/>
                      <a:pt x="1719" y="2749"/>
                    </a:cubicBezTo>
                    <a:cubicBezTo>
                      <a:pt x="1698" y="2779"/>
                      <a:pt x="1668" y="2795"/>
                      <a:pt x="1637" y="2795"/>
                    </a:cubicBezTo>
                    <a:cubicBezTo>
                      <a:pt x="1617" y="2795"/>
                      <a:pt x="1597" y="2784"/>
                      <a:pt x="1582" y="2774"/>
                    </a:cubicBezTo>
                    <a:cubicBezTo>
                      <a:pt x="1537" y="2744"/>
                      <a:pt x="1526" y="2679"/>
                      <a:pt x="1556" y="2633"/>
                    </a:cubicBezTo>
                    <a:cubicBezTo>
                      <a:pt x="1607" y="2567"/>
                      <a:pt x="1663" y="2511"/>
                      <a:pt x="1728" y="2466"/>
                    </a:cubicBezTo>
                    <a:cubicBezTo>
                      <a:pt x="1744" y="2454"/>
                      <a:pt x="1764" y="2449"/>
                      <a:pt x="1785" y="2449"/>
                    </a:cubicBezTo>
                    <a:close/>
                    <a:moveTo>
                      <a:pt x="1996" y="0"/>
                    </a:moveTo>
                    <a:cubicBezTo>
                      <a:pt x="1143" y="692"/>
                      <a:pt x="177" y="1970"/>
                      <a:pt x="61" y="2896"/>
                    </a:cubicBezTo>
                    <a:cubicBezTo>
                      <a:pt x="0" y="3355"/>
                      <a:pt x="101" y="3719"/>
                      <a:pt x="354" y="3926"/>
                    </a:cubicBezTo>
                    <a:cubicBezTo>
                      <a:pt x="492" y="4040"/>
                      <a:pt x="672" y="4099"/>
                      <a:pt x="879" y="4099"/>
                    </a:cubicBezTo>
                    <a:cubicBezTo>
                      <a:pt x="1020" y="4099"/>
                      <a:pt x="1173" y="4072"/>
                      <a:pt x="1334" y="4017"/>
                    </a:cubicBezTo>
                    <a:cubicBezTo>
                      <a:pt x="2491" y="3633"/>
                      <a:pt x="2587" y="2754"/>
                      <a:pt x="2693" y="1728"/>
                    </a:cubicBezTo>
                    <a:cubicBezTo>
                      <a:pt x="2719" y="1532"/>
                      <a:pt x="2738" y="1324"/>
                      <a:pt x="2775" y="1128"/>
                    </a:cubicBezTo>
                    <a:cubicBezTo>
                      <a:pt x="2789" y="951"/>
                      <a:pt x="2805" y="825"/>
                      <a:pt x="2810" y="764"/>
                    </a:cubicBezTo>
                    <a:cubicBezTo>
                      <a:pt x="2815" y="753"/>
                      <a:pt x="2820" y="743"/>
                      <a:pt x="2820" y="734"/>
                    </a:cubicBezTo>
                    <a:lnTo>
                      <a:pt x="2820" y="728"/>
                    </a:lnTo>
                    <a:cubicBezTo>
                      <a:pt x="2789" y="723"/>
                      <a:pt x="2759" y="708"/>
                      <a:pt x="2733" y="692"/>
                    </a:cubicBezTo>
                    <a:cubicBezTo>
                      <a:pt x="2633" y="869"/>
                      <a:pt x="2552" y="1061"/>
                      <a:pt x="2472" y="1268"/>
                    </a:cubicBezTo>
                    <a:cubicBezTo>
                      <a:pt x="2385" y="1466"/>
                      <a:pt x="2304" y="1673"/>
                      <a:pt x="2204" y="1860"/>
                    </a:cubicBezTo>
                    <a:cubicBezTo>
                      <a:pt x="2183" y="1890"/>
                      <a:pt x="2153" y="1910"/>
                      <a:pt x="2113" y="1910"/>
                    </a:cubicBezTo>
                    <a:cubicBezTo>
                      <a:pt x="2097" y="1910"/>
                      <a:pt x="2082" y="1905"/>
                      <a:pt x="2067" y="1900"/>
                    </a:cubicBezTo>
                    <a:cubicBezTo>
                      <a:pt x="2022" y="1875"/>
                      <a:pt x="2001" y="1814"/>
                      <a:pt x="2027" y="1764"/>
                    </a:cubicBezTo>
                    <a:cubicBezTo>
                      <a:pt x="2122" y="1587"/>
                      <a:pt x="2208" y="1385"/>
                      <a:pt x="2284" y="1193"/>
                    </a:cubicBezTo>
                    <a:cubicBezTo>
                      <a:pt x="2365" y="986"/>
                      <a:pt x="2456" y="779"/>
                      <a:pt x="2562" y="592"/>
                    </a:cubicBezTo>
                    <a:lnTo>
                      <a:pt x="2556" y="592"/>
                    </a:lnTo>
                    <a:cubicBezTo>
                      <a:pt x="2425" y="501"/>
                      <a:pt x="2299" y="389"/>
                      <a:pt x="2188" y="258"/>
                    </a:cubicBezTo>
                    <a:lnTo>
                      <a:pt x="2122" y="349"/>
                    </a:lnTo>
                    <a:cubicBezTo>
                      <a:pt x="1870" y="657"/>
                      <a:pt x="1582" y="1007"/>
                      <a:pt x="1516" y="1390"/>
                    </a:cubicBezTo>
                    <a:cubicBezTo>
                      <a:pt x="1506" y="1436"/>
                      <a:pt x="1465" y="1471"/>
                      <a:pt x="1415" y="1471"/>
                    </a:cubicBezTo>
                    <a:lnTo>
                      <a:pt x="1400" y="1471"/>
                    </a:lnTo>
                    <a:cubicBezTo>
                      <a:pt x="1344" y="1461"/>
                      <a:pt x="1309" y="1410"/>
                      <a:pt x="1320" y="1355"/>
                    </a:cubicBezTo>
                    <a:cubicBezTo>
                      <a:pt x="1395" y="920"/>
                      <a:pt x="1698" y="552"/>
                      <a:pt x="1966" y="223"/>
                    </a:cubicBezTo>
                    <a:lnTo>
                      <a:pt x="2036" y="132"/>
                    </a:lnTo>
                    <a:cubicBezTo>
                      <a:pt x="2047" y="121"/>
                      <a:pt x="2057" y="116"/>
                      <a:pt x="2067" y="107"/>
                    </a:cubicBezTo>
                    <a:cubicBezTo>
                      <a:pt x="2041" y="72"/>
                      <a:pt x="2017" y="36"/>
                      <a:pt x="1996"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30"/>
              <p:cNvSpPr/>
              <p:nvPr/>
            </p:nvSpPr>
            <p:spPr>
              <a:xfrm>
                <a:off x="7664075" y="1861375"/>
                <a:ext cx="103600" cy="64825"/>
              </a:xfrm>
              <a:custGeom>
                <a:avLst/>
                <a:gdLst/>
                <a:ahLst/>
                <a:cxnLst/>
                <a:rect l="l" t="t" r="r" b="b"/>
                <a:pathLst>
                  <a:path w="4144" h="2593" extrusionOk="0">
                    <a:moveTo>
                      <a:pt x="2017" y="784"/>
                    </a:moveTo>
                    <a:cubicBezTo>
                      <a:pt x="2067" y="784"/>
                      <a:pt x="2118" y="830"/>
                      <a:pt x="2118" y="886"/>
                    </a:cubicBezTo>
                    <a:cubicBezTo>
                      <a:pt x="2118" y="940"/>
                      <a:pt x="2067" y="986"/>
                      <a:pt x="2017" y="986"/>
                    </a:cubicBezTo>
                    <a:lnTo>
                      <a:pt x="1719" y="986"/>
                    </a:lnTo>
                    <a:cubicBezTo>
                      <a:pt x="1668" y="986"/>
                      <a:pt x="1623" y="940"/>
                      <a:pt x="1623" y="886"/>
                    </a:cubicBezTo>
                    <a:cubicBezTo>
                      <a:pt x="1623" y="830"/>
                      <a:pt x="1668" y="784"/>
                      <a:pt x="1719" y="784"/>
                    </a:cubicBezTo>
                    <a:close/>
                    <a:moveTo>
                      <a:pt x="2196" y="1592"/>
                    </a:moveTo>
                    <a:cubicBezTo>
                      <a:pt x="2245" y="1592"/>
                      <a:pt x="2295" y="1631"/>
                      <a:pt x="2299" y="1684"/>
                    </a:cubicBezTo>
                    <a:cubicBezTo>
                      <a:pt x="2304" y="1739"/>
                      <a:pt x="2264" y="1784"/>
                      <a:pt x="2209" y="1789"/>
                    </a:cubicBezTo>
                    <a:cubicBezTo>
                      <a:pt x="2087" y="1805"/>
                      <a:pt x="1976" y="1835"/>
                      <a:pt x="1880" y="1891"/>
                    </a:cubicBezTo>
                    <a:cubicBezTo>
                      <a:pt x="1865" y="1901"/>
                      <a:pt x="1850" y="1901"/>
                      <a:pt x="1835" y="1901"/>
                    </a:cubicBezTo>
                    <a:cubicBezTo>
                      <a:pt x="1794" y="1901"/>
                      <a:pt x="1764" y="1880"/>
                      <a:pt x="1744" y="1850"/>
                    </a:cubicBezTo>
                    <a:cubicBezTo>
                      <a:pt x="1719" y="1800"/>
                      <a:pt x="1738" y="1739"/>
                      <a:pt x="1784" y="1714"/>
                    </a:cubicBezTo>
                    <a:cubicBezTo>
                      <a:pt x="1910" y="1648"/>
                      <a:pt x="2041" y="1607"/>
                      <a:pt x="2188" y="1593"/>
                    </a:cubicBezTo>
                    <a:cubicBezTo>
                      <a:pt x="2191" y="1592"/>
                      <a:pt x="2194" y="1592"/>
                      <a:pt x="2196" y="1592"/>
                    </a:cubicBezTo>
                    <a:close/>
                    <a:moveTo>
                      <a:pt x="4023" y="1"/>
                    </a:moveTo>
                    <a:cubicBezTo>
                      <a:pt x="4058" y="37"/>
                      <a:pt x="4078" y="82"/>
                      <a:pt x="4072" y="128"/>
                    </a:cubicBezTo>
                    <a:cubicBezTo>
                      <a:pt x="4063" y="208"/>
                      <a:pt x="3997" y="264"/>
                      <a:pt x="3927" y="264"/>
                    </a:cubicBezTo>
                    <a:lnTo>
                      <a:pt x="3906" y="264"/>
                    </a:lnTo>
                    <a:cubicBezTo>
                      <a:pt x="3890" y="259"/>
                      <a:pt x="3876" y="259"/>
                      <a:pt x="3855" y="254"/>
                    </a:cubicBezTo>
                    <a:cubicBezTo>
                      <a:pt x="3841" y="259"/>
                      <a:pt x="3830" y="264"/>
                      <a:pt x="3815" y="264"/>
                    </a:cubicBezTo>
                    <a:cubicBezTo>
                      <a:pt x="3613" y="264"/>
                      <a:pt x="3370" y="249"/>
                      <a:pt x="3113" y="233"/>
                    </a:cubicBezTo>
                    <a:cubicBezTo>
                      <a:pt x="2806" y="215"/>
                      <a:pt x="2465" y="195"/>
                      <a:pt x="2125" y="195"/>
                    </a:cubicBezTo>
                    <a:cubicBezTo>
                      <a:pt x="1314" y="195"/>
                      <a:pt x="511" y="310"/>
                      <a:pt x="198" y="845"/>
                    </a:cubicBezTo>
                    <a:cubicBezTo>
                      <a:pt x="16" y="1152"/>
                      <a:pt x="0" y="1511"/>
                      <a:pt x="162" y="1845"/>
                    </a:cubicBezTo>
                    <a:cubicBezTo>
                      <a:pt x="344" y="2229"/>
                      <a:pt x="718" y="2512"/>
                      <a:pt x="1117" y="2572"/>
                    </a:cubicBezTo>
                    <a:cubicBezTo>
                      <a:pt x="1207" y="2586"/>
                      <a:pt x="1300" y="2593"/>
                      <a:pt x="1394" y="2593"/>
                    </a:cubicBezTo>
                    <a:cubicBezTo>
                      <a:pt x="2278" y="2593"/>
                      <a:pt x="3301" y="2017"/>
                      <a:pt x="3972" y="1401"/>
                    </a:cubicBezTo>
                    <a:cubicBezTo>
                      <a:pt x="3981" y="1390"/>
                      <a:pt x="3992" y="1380"/>
                      <a:pt x="4007" y="1376"/>
                    </a:cubicBezTo>
                    <a:cubicBezTo>
                      <a:pt x="3976" y="1290"/>
                      <a:pt x="3951" y="1203"/>
                      <a:pt x="3932" y="1117"/>
                    </a:cubicBezTo>
                    <a:cubicBezTo>
                      <a:pt x="3927" y="1122"/>
                      <a:pt x="3921" y="1128"/>
                      <a:pt x="3911" y="1128"/>
                    </a:cubicBezTo>
                    <a:cubicBezTo>
                      <a:pt x="3507" y="1234"/>
                      <a:pt x="3097" y="1416"/>
                      <a:pt x="2719" y="1598"/>
                    </a:cubicBezTo>
                    <a:cubicBezTo>
                      <a:pt x="2703" y="1607"/>
                      <a:pt x="2689" y="1607"/>
                      <a:pt x="2678" y="1607"/>
                    </a:cubicBezTo>
                    <a:cubicBezTo>
                      <a:pt x="2638" y="1607"/>
                      <a:pt x="2603" y="1588"/>
                      <a:pt x="2587" y="1553"/>
                    </a:cubicBezTo>
                    <a:cubicBezTo>
                      <a:pt x="2563" y="1502"/>
                      <a:pt x="2582" y="1441"/>
                      <a:pt x="2633" y="1416"/>
                    </a:cubicBezTo>
                    <a:cubicBezTo>
                      <a:pt x="3022" y="1234"/>
                      <a:pt x="3442" y="1042"/>
                      <a:pt x="3866" y="935"/>
                    </a:cubicBezTo>
                    <a:cubicBezTo>
                      <a:pt x="3871" y="933"/>
                      <a:pt x="3877" y="932"/>
                      <a:pt x="3884" y="932"/>
                    </a:cubicBezTo>
                    <a:cubicBezTo>
                      <a:pt x="3891" y="932"/>
                      <a:pt x="3898" y="933"/>
                      <a:pt x="3906" y="935"/>
                    </a:cubicBezTo>
                    <a:cubicBezTo>
                      <a:pt x="3896" y="840"/>
                      <a:pt x="3896" y="744"/>
                      <a:pt x="3906" y="653"/>
                    </a:cubicBezTo>
                    <a:cubicBezTo>
                      <a:pt x="3854" y="648"/>
                      <a:pt x="3803" y="646"/>
                      <a:pt x="3753" y="646"/>
                    </a:cubicBezTo>
                    <a:cubicBezTo>
                      <a:pt x="3545" y="646"/>
                      <a:pt x="3344" y="683"/>
                      <a:pt x="3132" y="723"/>
                    </a:cubicBezTo>
                    <a:cubicBezTo>
                      <a:pt x="2976" y="754"/>
                      <a:pt x="2815" y="784"/>
                      <a:pt x="2647" y="800"/>
                    </a:cubicBezTo>
                    <a:lnTo>
                      <a:pt x="2638" y="800"/>
                    </a:lnTo>
                    <a:cubicBezTo>
                      <a:pt x="2587" y="800"/>
                      <a:pt x="2547" y="758"/>
                      <a:pt x="2542" y="709"/>
                    </a:cubicBezTo>
                    <a:cubicBezTo>
                      <a:pt x="2537" y="658"/>
                      <a:pt x="2577" y="607"/>
                      <a:pt x="2633" y="602"/>
                    </a:cubicBezTo>
                    <a:cubicBezTo>
                      <a:pt x="2784" y="587"/>
                      <a:pt x="2941" y="557"/>
                      <a:pt x="3092" y="527"/>
                    </a:cubicBezTo>
                    <a:cubicBezTo>
                      <a:pt x="3308" y="486"/>
                      <a:pt x="3528" y="446"/>
                      <a:pt x="3762" y="446"/>
                    </a:cubicBezTo>
                    <a:cubicBezTo>
                      <a:pt x="3824" y="446"/>
                      <a:pt x="3887" y="449"/>
                      <a:pt x="3951" y="455"/>
                    </a:cubicBezTo>
                    <a:lnTo>
                      <a:pt x="3951" y="450"/>
                    </a:lnTo>
                    <a:cubicBezTo>
                      <a:pt x="3981" y="329"/>
                      <a:pt x="4042" y="198"/>
                      <a:pt x="4144" y="72"/>
                    </a:cubicBezTo>
                    <a:cubicBezTo>
                      <a:pt x="4098" y="47"/>
                      <a:pt x="4063" y="26"/>
                      <a:pt x="4023"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30"/>
              <p:cNvSpPr/>
              <p:nvPr/>
            </p:nvSpPr>
            <p:spPr>
              <a:xfrm>
                <a:off x="7684425" y="1788150"/>
                <a:ext cx="94875" cy="72650"/>
              </a:xfrm>
              <a:custGeom>
                <a:avLst/>
                <a:gdLst/>
                <a:ahLst/>
                <a:cxnLst/>
                <a:rect l="l" t="t" r="r" b="b"/>
                <a:pathLst>
                  <a:path w="3795" h="2906" extrusionOk="0">
                    <a:moveTo>
                      <a:pt x="2080" y="1071"/>
                    </a:moveTo>
                    <a:cubicBezTo>
                      <a:pt x="2106" y="1071"/>
                      <a:pt x="2132" y="1081"/>
                      <a:pt x="2152" y="1101"/>
                    </a:cubicBezTo>
                    <a:cubicBezTo>
                      <a:pt x="2203" y="1147"/>
                      <a:pt x="2258" y="1192"/>
                      <a:pt x="2318" y="1232"/>
                    </a:cubicBezTo>
                    <a:cubicBezTo>
                      <a:pt x="2365" y="1262"/>
                      <a:pt x="2379" y="1329"/>
                      <a:pt x="2349" y="1374"/>
                    </a:cubicBezTo>
                    <a:cubicBezTo>
                      <a:pt x="2329" y="1399"/>
                      <a:pt x="2299" y="1414"/>
                      <a:pt x="2269" y="1414"/>
                    </a:cubicBezTo>
                    <a:cubicBezTo>
                      <a:pt x="2248" y="1414"/>
                      <a:pt x="2228" y="1414"/>
                      <a:pt x="2213" y="1399"/>
                    </a:cubicBezTo>
                    <a:cubicBezTo>
                      <a:pt x="2137" y="1353"/>
                      <a:pt x="2071" y="1299"/>
                      <a:pt x="2011" y="1243"/>
                    </a:cubicBezTo>
                    <a:cubicBezTo>
                      <a:pt x="1975" y="1202"/>
                      <a:pt x="1970" y="1141"/>
                      <a:pt x="2011" y="1101"/>
                    </a:cubicBezTo>
                    <a:cubicBezTo>
                      <a:pt x="2028" y="1081"/>
                      <a:pt x="2054" y="1071"/>
                      <a:pt x="2080" y="1071"/>
                    </a:cubicBezTo>
                    <a:close/>
                    <a:moveTo>
                      <a:pt x="1607" y="1475"/>
                    </a:moveTo>
                    <a:cubicBezTo>
                      <a:pt x="1663" y="1475"/>
                      <a:pt x="1703" y="1521"/>
                      <a:pt x="1703" y="1576"/>
                    </a:cubicBezTo>
                    <a:cubicBezTo>
                      <a:pt x="1703" y="1652"/>
                      <a:pt x="1738" y="1656"/>
                      <a:pt x="1763" y="1656"/>
                    </a:cubicBezTo>
                    <a:cubicBezTo>
                      <a:pt x="1819" y="1667"/>
                      <a:pt x="1854" y="1712"/>
                      <a:pt x="1849" y="1768"/>
                    </a:cubicBezTo>
                    <a:cubicBezTo>
                      <a:pt x="1844" y="1819"/>
                      <a:pt x="1803" y="1859"/>
                      <a:pt x="1753" y="1859"/>
                    </a:cubicBezTo>
                    <a:cubicBezTo>
                      <a:pt x="1749" y="1859"/>
                      <a:pt x="1743" y="1854"/>
                      <a:pt x="1743" y="1854"/>
                    </a:cubicBezTo>
                    <a:cubicBezTo>
                      <a:pt x="1591" y="1838"/>
                      <a:pt x="1500" y="1728"/>
                      <a:pt x="1506" y="1572"/>
                    </a:cubicBezTo>
                    <a:cubicBezTo>
                      <a:pt x="1506" y="1516"/>
                      <a:pt x="1551" y="1475"/>
                      <a:pt x="1607" y="1475"/>
                    </a:cubicBezTo>
                    <a:close/>
                    <a:moveTo>
                      <a:pt x="2488" y="1586"/>
                    </a:moveTo>
                    <a:cubicBezTo>
                      <a:pt x="2513" y="1586"/>
                      <a:pt x="2537" y="1595"/>
                      <a:pt x="2556" y="1612"/>
                    </a:cubicBezTo>
                    <a:cubicBezTo>
                      <a:pt x="2845" y="1899"/>
                      <a:pt x="3204" y="2232"/>
                      <a:pt x="3638" y="2481"/>
                    </a:cubicBezTo>
                    <a:cubicBezTo>
                      <a:pt x="3683" y="2505"/>
                      <a:pt x="3703" y="2566"/>
                      <a:pt x="3673" y="2617"/>
                    </a:cubicBezTo>
                    <a:cubicBezTo>
                      <a:pt x="3652" y="2647"/>
                      <a:pt x="3622" y="2663"/>
                      <a:pt x="3587" y="2663"/>
                    </a:cubicBezTo>
                    <a:cubicBezTo>
                      <a:pt x="3572" y="2663"/>
                      <a:pt x="3552" y="2663"/>
                      <a:pt x="3537" y="2652"/>
                    </a:cubicBezTo>
                    <a:cubicBezTo>
                      <a:pt x="3087" y="2390"/>
                      <a:pt x="2719" y="2050"/>
                      <a:pt x="2415" y="1753"/>
                    </a:cubicBezTo>
                    <a:cubicBezTo>
                      <a:pt x="2374" y="1717"/>
                      <a:pt x="2374" y="1652"/>
                      <a:pt x="2415" y="1616"/>
                    </a:cubicBezTo>
                    <a:cubicBezTo>
                      <a:pt x="2436" y="1596"/>
                      <a:pt x="2462" y="1586"/>
                      <a:pt x="2488" y="1586"/>
                    </a:cubicBezTo>
                    <a:close/>
                    <a:moveTo>
                      <a:pt x="980" y="0"/>
                    </a:moveTo>
                    <a:cubicBezTo>
                      <a:pt x="677" y="0"/>
                      <a:pt x="283" y="66"/>
                      <a:pt x="152" y="383"/>
                    </a:cubicBezTo>
                    <a:cubicBezTo>
                      <a:pt x="0" y="753"/>
                      <a:pt x="227" y="1374"/>
                      <a:pt x="672" y="1829"/>
                    </a:cubicBezTo>
                    <a:cubicBezTo>
                      <a:pt x="1253" y="2414"/>
                      <a:pt x="2076" y="2773"/>
                      <a:pt x="3127" y="2894"/>
                    </a:cubicBezTo>
                    <a:cubicBezTo>
                      <a:pt x="3134" y="2894"/>
                      <a:pt x="3141" y="2897"/>
                      <a:pt x="3148" y="2900"/>
                    </a:cubicBezTo>
                    <a:lnTo>
                      <a:pt x="3148" y="2900"/>
                    </a:lnTo>
                    <a:cubicBezTo>
                      <a:pt x="2748" y="2679"/>
                      <a:pt x="2372" y="2472"/>
                      <a:pt x="2082" y="2117"/>
                    </a:cubicBezTo>
                    <a:cubicBezTo>
                      <a:pt x="2046" y="2071"/>
                      <a:pt x="2052" y="2010"/>
                      <a:pt x="2092" y="1975"/>
                    </a:cubicBezTo>
                    <a:cubicBezTo>
                      <a:pt x="2110" y="1959"/>
                      <a:pt x="2133" y="1952"/>
                      <a:pt x="2157" y="1952"/>
                    </a:cubicBezTo>
                    <a:cubicBezTo>
                      <a:pt x="2185" y="1952"/>
                      <a:pt x="2214" y="1963"/>
                      <a:pt x="2234" y="1985"/>
                    </a:cubicBezTo>
                    <a:cubicBezTo>
                      <a:pt x="2506" y="2318"/>
                      <a:pt x="2870" y="2521"/>
                      <a:pt x="3253" y="2728"/>
                    </a:cubicBezTo>
                    <a:cubicBezTo>
                      <a:pt x="3325" y="2768"/>
                      <a:pt x="3395" y="2808"/>
                      <a:pt x="3466" y="2850"/>
                    </a:cubicBezTo>
                    <a:cubicBezTo>
                      <a:pt x="3552" y="2773"/>
                      <a:pt x="3663" y="2698"/>
                      <a:pt x="3794" y="2637"/>
                    </a:cubicBezTo>
                    <a:cubicBezTo>
                      <a:pt x="3719" y="2486"/>
                      <a:pt x="3643" y="2309"/>
                      <a:pt x="3577" y="2122"/>
                    </a:cubicBezTo>
                    <a:cubicBezTo>
                      <a:pt x="2941" y="1187"/>
                      <a:pt x="2015" y="0"/>
                      <a:pt x="985" y="0"/>
                    </a:cubicBezTo>
                    <a:close/>
                    <a:moveTo>
                      <a:pt x="3148" y="2900"/>
                    </a:moveTo>
                    <a:cubicBezTo>
                      <a:pt x="3151" y="2902"/>
                      <a:pt x="3154" y="2903"/>
                      <a:pt x="3158" y="2905"/>
                    </a:cubicBezTo>
                    <a:cubicBezTo>
                      <a:pt x="3154" y="2903"/>
                      <a:pt x="3151" y="2901"/>
                      <a:pt x="3148" y="290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30"/>
              <p:cNvSpPr/>
              <p:nvPr/>
            </p:nvSpPr>
            <p:spPr>
              <a:xfrm>
                <a:off x="7769925" y="1747250"/>
                <a:ext cx="64700" cy="104050"/>
              </a:xfrm>
              <a:custGeom>
                <a:avLst/>
                <a:gdLst/>
                <a:ahLst/>
                <a:cxnLst/>
                <a:rect l="l" t="t" r="r" b="b"/>
                <a:pathLst>
                  <a:path w="2588" h="4162" extrusionOk="0">
                    <a:moveTo>
                      <a:pt x="1561" y="1752"/>
                    </a:moveTo>
                    <a:cubicBezTo>
                      <a:pt x="1617" y="1752"/>
                      <a:pt x="1663" y="1797"/>
                      <a:pt x="1663" y="1853"/>
                    </a:cubicBezTo>
                    <a:lnTo>
                      <a:pt x="1663" y="2070"/>
                    </a:lnTo>
                    <a:cubicBezTo>
                      <a:pt x="1663" y="2126"/>
                      <a:pt x="1617" y="2171"/>
                      <a:pt x="1561" y="2171"/>
                    </a:cubicBezTo>
                    <a:cubicBezTo>
                      <a:pt x="1505" y="2171"/>
                      <a:pt x="1461" y="2126"/>
                      <a:pt x="1461" y="2070"/>
                    </a:cubicBezTo>
                    <a:lnTo>
                      <a:pt x="1461" y="1853"/>
                    </a:lnTo>
                    <a:cubicBezTo>
                      <a:pt x="1461" y="1797"/>
                      <a:pt x="1505" y="1752"/>
                      <a:pt x="1561" y="1752"/>
                    </a:cubicBezTo>
                    <a:close/>
                    <a:moveTo>
                      <a:pt x="766" y="1680"/>
                    </a:moveTo>
                    <a:cubicBezTo>
                      <a:pt x="812" y="1680"/>
                      <a:pt x="854" y="1727"/>
                      <a:pt x="854" y="1777"/>
                    </a:cubicBezTo>
                    <a:cubicBezTo>
                      <a:pt x="859" y="1898"/>
                      <a:pt x="869" y="2010"/>
                      <a:pt x="889" y="2131"/>
                    </a:cubicBezTo>
                    <a:cubicBezTo>
                      <a:pt x="899" y="2182"/>
                      <a:pt x="864" y="2237"/>
                      <a:pt x="808" y="2242"/>
                    </a:cubicBezTo>
                    <a:cubicBezTo>
                      <a:pt x="803" y="2247"/>
                      <a:pt x="799" y="2247"/>
                      <a:pt x="789" y="2247"/>
                    </a:cubicBezTo>
                    <a:cubicBezTo>
                      <a:pt x="743" y="2247"/>
                      <a:pt x="703" y="2212"/>
                      <a:pt x="693" y="2161"/>
                    </a:cubicBezTo>
                    <a:cubicBezTo>
                      <a:pt x="672" y="2035"/>
                      <a:pt x="657" y="1914"/>
                      <a:pt x="657" y="1783"/>
                    </a:cubicBezTo>
                    <a:cubicBezTo>
                      <a:pt x="652" y="1727"/>
                      <a:pt x="698" y="1681"/>
                      <a:pt x="754" y="1681"/>
                    </a:cubicBezTo>
                    <a:cubicBezTo>
                      <a:pt x="758" y="1680"/>
                      <a:pt x="762" y="1680"/>
                      <a:pt x="766" y="1680"/>
                    </a:cubicBezTo>
                    <a:close/>
                    <a:moveTo>
                      <a:pt x="1201" y="1"/>
                    </a:moveTo>
                    <a:cubicBezTo>
                      <a:pt x="1148" y="1"/>
                      <a:pt x="1095" y="7"/>
                      <a:pt x="1041" y="18"/>
                    </a:cubicBezTo>
                    <a:cubicBezTo>
                      <a:pt x="617" y="120"/>
                      <a:pt x="243" y="570"/>
                      <a:pt x="127" y="1121"/>
                    </a:cubicBezTo>
                    <a:cubicBezTo>
                      <a:pt x="1" y="1727"/>
                      <a:pt x="147" y="2807"/>
                      <a:pt x="425" y="3621"/>
                    </a:cubicBezTo>
                    <a:cubicBezTo>
                      <a:pt x="516" y="3758"/>
                      <a:pt x="602" y="3889"/>
                      <a:pt x="682" y="4005"/>
                    </a:cubicBezTo>
                    <a:lnTo>
                      <a:pt x="733" y="4081"/>
                    </a:lnTo>
                    <a:cubicBezTo>
                      <a:pt x="743" y="4101"/>
                      <a:pt x="754" y="4117"/>
                      <a:pt x="754" y="4136"/>
                    </a:cubicBezTo>
                    <a:cubicBezTo>
                      <a:pt x="789" y="4131"/>
                      <a:pt x="824" y="4122"/>
                      <a:pt x="859" y="4111"/>
                    </a:cubicBezTo>
                    <a:cubicBezTo>
                      <a:pt x="849" y="4101"/>
                      <a:pt x="839" y="4081"/>
                      <a:pt x="839" y="4061"/>
                    </a:cubicBezTo>
                    <a:cubicBezTo>
                      <a:pt x="829" y="3940"/>
                      <a:pt x="814" y="3814"/>
                      <a:pt x="808" y="3686"/>
                    </a:cubicBezTo>
                    <a:cubicBezTo>
                      <a:pt x="773" y="3313"/>
                      <a:pt x="743" y="2924"/>
                      <a:pt x="693" y="2560"/>
                    </a:cubicBezTo>
                    <a:cubicBezTo>
                      <a:pt x="687" y="2510"/>
                      <a:pt x="723" y="2459"/>
                      <a:pt x="778" y="2450"/>
                    </a:cubicBezTo>
                    <a:cubicBezTo>
                      <a:pt x="782" y="2449"/>
                      <a:pt x="785" y="2449"/>
                      <a:pt x="789" y="2449"/>
                    </a:cubicBezTo>
                    <a:cubicBezTo>
                      <a:pt x="840" y="2449"/>
                      <a:pt x="885" y="2488"/>
                      <a:pt x="889" y="2535"/>
                    </a:cubicBezTo>
                    <a:cubicBezTo>
                      <a:pt x="940" y="2904"/>
                      <a:pt x="976" y="3292"/>
                      <a:pt x="1006" y="3667"/>
                    </a:cubicBezTo>
                    <a:cubicBezTo>
                      <a:pt x="1016" y="3793"/>
                      <a:pt x="1027" y="3924"/>
                      <a:pt x="1036" y="4045"/>
                    </a:cubicBezTo>
                    <a:cubicBezTo>
                      <a:pt x="1036" y="4056"/>
                      <a:pt x="1036" y="4071"/>
                      <a:pt x="1031" y="4081"/>
                    </a:cubicBezTo>
                    <a:cubicBezTo>
                      <a:pt x="1120" y="4053"/>
                      <a:pt x="1211" y="4041"/>
                      <a:pt x="1299" y="4041"/>
                    </a:cubicBezTo>
                    <a:cubicBezTo>
                      <a:pt x="1357" y="4041"/>
                      <a:pt x="1415" y="4046"/>
                      <a:pt x="1470" y="4056"/>
                    </a:cubicBezTo>
                    <a:lnTo>
                      <a:pt x="1475" y="4056"/>
                    </a:lnTo>
                    <a:cubicBezTo>
                      <a:pt x="1465" y="4041"/>
                      <a:pt x="1461" y="4020"/>
                      <a:pt x="1465" y="4001"/>
                    </a:cubicBezTo>
                    <a:cubicBezTo>
                      <a:pt x="1547" y="3596"/>
                      <a:pt x="1582" y="3161"/>
                      <a:pt x="1572" y="2585"/>
                    </a:cubicBezTo>
                    <a:cubicBezTo>
                      <a:pt x="1572" y="2530"/>
                      <a:pt x="1617" y="2485"/>
                      <a:pt x="1673" y="2485"/>
                    </a:cubicBezTo>
                    <a:cubicBezTo>
                      <a:pt x="1729" y="2485"/>
                      <a:pt x="1769" y="2530"/>
                      <a:pt x="1773" y="2585"/>
                    </a:cubicBezTo>
                    <a:cubicBezTo>
                      <a:pt x="1778" y="3171"/>
                      <a:pt x="1743" y="3621"/>
                      <a:pt x="1657" y="4036"/>
                    </a:cubicBezTo>
                    <a:cubicBezTo>
                      <a:pt x="1652" y="4061"/>
                      <a:pt x="1642" y="4081"/>
                      <a:pt x="1622" y="4096"/>
                    </a:cubicBezTo>
                    <a:cubicBezTo>
                      <a:pt x="1673" y="4111"/>
                      <a:pt x="1724" y="4136"/>
                      <a:pt x="1769" y="4162"/>
                    </a:cubicBezTo>
                    <a:cubicBezTo>
                      <a:pt x="2209" y="3075"/>
                      <a:pt x="2587" y="1277"/>
                      <a:pt x="1930" y="428"/>
                    </a:cubicBezTo>
                    <a:cubicBezTo>
                      <a:pt x="1712" y="146"/>
                      <a:pt x="1465" y="1"/>
                      <a:pt x="1201"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30"/>
              <p:cNvSpPr/>
              <p:nvPr/>
            </p:nvSpPr>
            <p:spPr>
              <a:xfrm>
                <a:off x="7821700" y="1790125"/>
                <a:ext cx="91225" cy="91250"/>
              </a:xfrm>
              <a:custGeom>
                <a:avLst/>
                <a:gdLst/>
                <a:ahLst/>
                <a:cxnLst/>
                <a:rect l="l" t="t" r="r" b="b"/>
                <a:pathLst>
                  <a:path w="3649" h="3650" extrusionOk="0">
                    <a:moveTo>
                      <a:pt x="1915" y="991"/>
                    </a:moveTo>
                    <a:cubicBezTo>
                      <a:pt x="1952" y="991"/>
                      <a:pt x="1987" y="1011"/>
                      <a:pt x="2001" y="1048"/>
                    </a:cubicBezTo>
                    <a:cubicBezTo>
                      <a:pt x="2027" y="1098"/>
                      <a:pt x="2006" y="1153"/>
                      <a:pt x="1957" y="1183"/>
                    </a:cubicBezTo>
                    <a:cubicBezTo>
                      <a:pt x="1866" y="1225"/>
                      <a:pt x="1754" y="1295"/>
                      <a:pt x="1684" y="1351"/>
                    </a:cubicBezTo>
                    <a:cubicBezTo>
                      <a:pt x="1663" y="1365"/>
                      <a:pt x="1643" y="1376"/>
                      <a:pt x="1623" y="1376"/>
                    </a:cubicBezTo>
                    <a:cubicBezTo>
                      <a:pt x="1593" y="1376"/>
                      <a:pt x="1562" y="1360"/>
                      <a:pt x="1542" y="1335"/>
                    </a:cubicBezTo>
                    <a:cubicBezTo>
                      <a:pt x="1507" y="1295"/>
                      <a:pt x="1516" y="1229"/>
                      <a:pt x="1562" y="1199"/>
                    </a:cubicBezTo>
                    <a:cubicBezTo>
                      <a:pt x="1638" y="1134"/>
                      <a:pt x="1764" y="1052"/>
                      <a:pt x="1870" y="1001"/>
                    </a:cubicBezTo>
                    <a:cubicBezTo>
                      <a:pt x="1885" y="994"/>
                      <a:pt x="1900" y="991"/>
                      <a:pt x="1915" y="991"/>
                    </a:cubicBezTo>
                    <a:close/>
                    <a:moveTo>
                      <a:pt x="2403" y="1941"/>
                    </a:moveTo>
                    <a:cubicBezTo>
                      <a:pt x="2429" y="1941"/>
                      <a:pt x="2455" y="1943"/>
                      <a:pt x="2482" y="1947"/>
                    </a:cubicBezTo>
                    <a:cubicBezTo>
                      <a:pt x="2533" y="1957"/>
                      <a:pt x="2573" y="2008"/>
                      <a:pt x="2563" y="2058"/>
                    </a:cubicBezTo>
                    <a:cubicBezTo>
                      <a:pt x="2557" y="2108"/>
                      <a:pt x="2513" y="2145"/>
                      <a:pt x="2467" y="2145"/>
                    </a:cubicBezTo>
                    <a:cubicBezTo>
                      <a:pt x="2462" y="2145"/>
                      <a:pt x="2456" y="2145"/>
                      <a:pt x="2451" y="2144"/>
                    </a:cubicBezTo>
                    <a:cubicBezTo>
                      <a:pt x="2437" y="2142"/>
                      <a:pt x="2423" y="2141"/>
                      <a:pt x="2410" y="2141"/>
                    </a:cubicBezTo>
                    <a:cubicBezTo>
                      <a:pt x="2342" y="2141"/>
                      <a:pt x="2276" y="2160"/>
                      <a:pt x="2239" y="2195"/>
                    </a:cubicBezTo>
                    <a:cubicBezTo>
                      <a:pt x="2218" y="2209"/>
                      <a:pt x="2193" y="2220"/>
                      <a:pt x="2174" y="2220"/>
                    </a:cubicBezTo>
                    <a:cubicBezTo>
                      <a:pt x="2143" y="2220"/>
                      <a:pt x="2118" y="2209"/>
                      <a:pt x="2097" y="2184"/>
                    </a:cubicBezTo>
                    <a:cubicBezTo>
                      <a:pt x="2062" y="2144"/>
                      <a:pt x="2062" y="2083"/>
                      <a:pt x="2108" y="2048"/>
                    </a:cubicBezTo>
                    <a:cubicBezTo>
                      <a:pt x="2182" y="1978"/>
                      <a:pt x="2289" y="1941"/>
                      <a:pt x="2403" y="1941"/>
                    </a:cubicBezTo>
                    <a:close/>
                    <a:moveTo>
                      <a:pt x="2305" y="0"/>
                    </a:moveTo>
                    <a:cubicBezTo>
                      <a:pt x="2174" y="0"/>
                      <a:pt x="2043" y="17"/>
                      <a:pt x="1915" y="52"/>
                    </a:cubicBezTo>
                    <a:cubicBezTo>
                      <a:pt x="987" y="299"/>
                      <a:pt x="274" y="1583"/>
                      <a:pt x="6" y="2669"/>
                    </a:cubicBezTo>
                    <a:cubicBezTo>
                      <a:pt x="6" y="2675"/>
                      <a:pt x="1" y="2680"/>
                      <a:pt x="1" y="2680"/>
                    </a:cubicBezTo>
                    <a:cubicBezTo>
                      <a:pt x="61" y="2745"/>
                      <a:pt x="117" y="2811"/>
                      <a:pt x="173" y="2892"/>
                    </a:cubicBezTo>
                    <a:lnTo>
                      <a:pt x="173" y="2881"/>
                    </a:lnTo>
                    <a:cubicBezTo>
                      <a:pt x="411" y="2396"/>
                      <a:pt x="658" y="1936"/>
                      <a:pt x="1087" y="1633"/>
                    </a:cubicBezTo>
                    <a:cubicBezTo>
                      <a:pt x="1104" y="1622"/>
                      <a:pt x="1124" y="1616"/>
                      <a:pt x="1143" y="1616"/>
                    </a:cubicBezTo>
                    <a:cubicBezTo>
                      <a:pt x="1174" y="1616"/>
                      <a:pt x="1204" y="1631"/>
                      <a:pt x="1223" y="1659"/>
                    </a:cubicBezTo>
                    <a:cubicBezTo>
                      <a:pt x="1259" y="1705"/>
                      <a:pt x="1244" y="1765"/>
                      <a:pt x="1204" y="1796"/>
                    </a:cubicBezTo>
                    <a:cubicBezTo>
                      <a:pt x="810" y="2073"/>
                      <a:pt x="577" y="2507"/>
                      <a:pt x="355" y="2972"/>
                    </a:cubicBezTo>
                    <a:cubicBezTo>
                      <a:pt x="334" y="3008"/>
                      <a:pt x="299" y="3028"/>
                      <a:pt x="264" y="3028"/>
                    </a:cubicBezTo>
                    <a:cubicBezTo>
                      <a:pt x="259" y="3028"/>
                      <a:pt x="253" y="3023"/>
                      <a:pt x="253" y="3023"/>
                    </a:cubicBezTo>
                    <a:lnTo>
                      <a:pt x="253" y="3028"/>
                    </a:lnTo>
                    <a:cubicBezTo>
                      <a:pt x="264" y="3039"/>
                      <a:pt x="269" y="3053"/>
                      <a:pt x="278" y="3069"/>
                    </a:cubicBezTo>
                    <a:cubicBezTo>
                      <a:pt x="668" y="2710"/>
                      <a:pt x="1299" y="2376"/>
                      <a:pt x="1653" y="2214"/>
                    </a:cubicBezTo>
                    <a:cubicBezTo>
                      <a:pt x="1668" y="2207"/>
                      <a:pt x="1683" y="2204"/>
                      <a:pt x="1697" y="2204"/>
                    </a:cubicBezTo>
                    <a:cubicBezTo>
                      <a:pt x="1733" y="2204"/>
                      <a:pt x="1766" y="2224"/>
                      <a:pt x="1784" y="2260"/>
                    </a:cubicBezTo>
                    <a:cubicBezTo>
                      <a:pt x="1810" y="2311"/>
                      <a:pt x="1784" y="2366"/>
                      <a:pt x="1738" y="2391"/>
                    </a:cubicBezTo>
                    <a:cubicBezTo>
                      <a:pt x="1451" y="2528"/>
                      <a:pt x="749" y="2881"/>
                      <a:pt x="369" y="3256"/>
                    </a:cubicBezTo>
                    <a:cubicBezTo>
                      <a:pt x="369" y="3256"/>
                      <a:pt x="364" y="3256"/>
                      <a:pt x="364" y="3260"/>
                    </a:cubicBezTo>
                    <a:cubicBezTo>
                      <a:pt x="415" y="3387"/>
                      <a:pt x="451" y="3517"/>
                      <a:pt x="471" y="3650"/>
                    </a:cubicBezTo>
                    <a:lnTo>
                      <a:pt x="693" y="3564"/>
                    </a:lnTo>
                    <a:cubicBezTo>
                      <a:pt x="950" y="3463"/>
                      <a:pt x="1248" y="3347"/>
                      <a:pt x="1556" y="3235"/>
                    </a:cubicBezTo>
                    <a:cubicBezTo>
                      <a:pt x="2577" y="2806"/>
                      <a:pt x="3618" y="2190"/>
                      <a:pt x="3638" y="1225"/>
                    </a:cubicBezTo>
                    <a:cubicBezTo>
                      <a:pt x="3648" y="856"/>
                      <a:pt x="3492" y="532"/>
                      <a:pt x="3199" y="299"/>
                    </a:cubicBezTo>
                    <a:cubicBezTo>
                      <a:pt x="2950" y="105"/>
                      <a:pt x="2630" y="0"/>
                      <a:pt x="2305"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30"/>
              <p:cNvSpPr/>
              <p:nvPr/>
            </p:nvSpPr>
            <p:spPr>
              <a:xfrm>
                <a:off x="7826900" y="1867875"/>
                <a:ext cx="117350" cy="62075"/>
              </a:xfrm>
              <a:custGeom>
                <a:avLst/>
                <a:gdLst/>
                <a:ahLst/>
                <a:cxnLst/>
                <a:rect l="l" t="t" r="r" b="b"/>
                <a:pathLst>
                  <a:path w="4694" h="2483" extrusionOk="0">
                    <a:moveTo>
                      <a:pt x="3027" y="671"/>
                    </a:moveTo>
                    <a:cubicBezTo>
                      <a:pt x="3082" y="671"/>
                      <a:pt x="3127" y="717"/>
                      <a:pt x="3127" y="771"/>
                    </a:cubicBezTo>
                    <a:cubicBezTo>
                      <a:pt x="3127" y="827"/>
                      <a:pt x="3082" y="873"/>
                      <a:pt x="3027" y="873"/>
                    </a:cubicBezTo>
                    <a:lnTo>
                      <a:pt x="2698" y="873"/>
                    </a:lnTo>
                    <a:cubicBezTo>
                      <a:pt x="2642" y="873"/>
                      <a:pt x="2597" y="827"/>
                      <a:pt x="2597" y="771"/>
                    </a:cubicBezTo>
                    <a:cubicBezTo>
                      <a:pt x="2597" y="717"/>
                      <a:pt x="2642" y="671"/>
                      <a:pt x="2698" y="671"/>
                    </a:cubicBezTo>
                    <a:close/>
                    <a:moveTo>
                      <a:pt x="2335" y="1477"/>
                    </a:moveTo>
                    <a:cubicBezTo>
                      <a:pt x="2341" y="1477"/>
                      <a:pt x="2348" y="1478"/>
                      <a:pt x="2355" y="1479"/>
                    </a:cubicBezTo>
                    <a:cubicBezTo>
                      <a:pt x="2446" y="1505"/>
                      <a:pt x="2537" y="1529"/>
                      <a:pt x="2622" y="1559"/>
                    </a:cubicBezTo>
                    <a:cubicBezTo>
                      <a:pt x="2673" y="1575"/>
                      <a:pt x="2698" y="1631"/>
                      <a:pt x="2682" y="1687"/>
                    </a:cubicBezTo>
                    <a:cubicBezTo>
                      <a:pt x="2668" y="1727"/>
                      <a:pt x="2628" y="1752"/>
                      <a:pt x="2586" y="1752"/>
                    </a:cubicBezTo>
                    <a:cubicBezTo>
                      <a:pt x="2577" y="1752"/>
                      <a:pt x="2567" y="1752"/>
                      <a:pt x="2556" y="1747"/>
                    </a:cubicBezTo>
                    <a:cubicBezTo>
                      <a:pt x="2476" y="1722"/>
                      <a:pt x="2395" y="1696"/>
                      <a:pt x="2309" y="1676"/>
                    </a:cubicBezTo>
                    <a:cubicBezTo>
                      <a:pt x="2253" y="1666"/>
                      <a:pt x="2218" y="1610"/>
                      <a:pt x="2234" y="1555"/>
                    </a:cubicBezTo>
                    <a:cubicBezTo>
                      <a:pt x="2246" y="1511"/>
                      <a:pt x="2287" y="1477"/>
                      <a:pt x="2335" y="1477"/>
                    </a:cubicBezTo>
                    <a:close/>
                    <a:moveTo>
                      <a:pt x="3300" y="0"/>
                    </a:moveTo>
                    <a:cubicBezTo>
                      <a:pt x="2727" y="0"/>
                      <a:pt x="2052" y="192"/>
                      <a:pt x="1439" y="407"/>
                    </a:cubicBezTo>
                    <a:cubicBezTo>
                      <a:pt x="1127" y="544"/>
                      <a:pt x="823" y="656"/>
                      <a:pt x="546" y="757"/>
                    </a:cubicBezTo>
                    <a:cubicBezTo>
                      <a:pt x="460" y="792"/>
                      <a:pt x="374" y="822"/>
                      <a:pt x="287" y="852"/>
                    </a:cubicBezTo>
                    <a:lnTo>
                      <a:pt x="287" y="939"/>
                    </a:lnTo>
                    <a:cubicBezTo>
                      <a:pt x="783" y="797"/>
                      <a:pt x="1395" y="711"/>
                      <a:pt x="1966" y="706"/>
                    </a:cubicBezTo>
                    <a:cubicBezTo>
                      <a:pt x="2015" y="706"/>
                      <a:pt x="2061" y="752"/>
                      <a:pt x="2061" y="808"/>
                    </a:cubicBezTo>
                    <a:cubicBezTo>
                      <a:pt x="2061" y="862"/>
                      <a:pt x="2021" y="908"/>
                      <a:pt x="1966" y="908"/>
                    </a:cubicBezTo>
                    <a:cubicBezTo>
                      <a:pt x="1395" y="913"/>
                      <a:pt x="748" y="1004"/>
                      <a:pt x="257" y="1151"/>
                    </a:cubicBezTo>
                    <a:cubicBezTo>
                      <a:pt x="243" y="1237"/>
                      <a:pt x="222" y="1323"/>
                      <a:pt x="187" y="1403"/>
                    </a:cubicBezTo>
                    <a:cubicBezTo>
                      <a:pt x="239" y="1402"/>
                      <a:pt x="290" y="1401"/>
                      <a:pt x="342" y="1401"/>
                    </a:cubicBezTo>
                    <a:cubicBezTo>
                      <a:pt x="688" y="1401"/>
                      <a:pt x="1030" y="1428"/>
                      <a:pt x="1364" y="1454"/>
                    </a:cubicBezTo>
                    <a:cubicBezTo>
                      <a:pt x="1470" y="1464"/>
                      <a:pt x="1572" y="1475"/>
                      <a:pt x="1677" y="1479"/>
                    </a:cubicBezTo>
                    <a:cubicBezTo>
                      <a:pt x="1733" y="1484"/>
                      <a:pt x="1773" y="1529"/>
                      <a:pt x="1768" y="1585"/>
                    </a:cubicBezTo>
                    <a:cubicBezTo>
                      <a:pt x="1768" y="1641"/>
                      <a:pt x="1723" y="1676"/>
                      <a:pt x="1672" y="1676"/>
                    </a:cubicBezTo>
                    <a:lnTo>
                      <a:pt x="1662" y="1676"/>
                    </a:lnTo>
                    <a:cubicBezTo>
                      <a:pt x="1561" y="1671"/>
                      <a:pt x="1455" y="1661"/>
                      <a:pt x="1348" y="1656"/>
                    </a:cubicBezTo>
                    <a:cubicBezTo>
                      <a:pt x="1025" y="1631"/>
                      <a:pt x="693" y="1602"/>
                      <a:pt x="364" y="1602"/>
                    </a:cubicBezTo>
                    <a:cubicBezTo>
                      <a:pt x="298" y="1602"/>
                      <a:pt x="232" y="1603"/>
                      <a:pt x="166" y="1605"/>
                    </a:cubicBezTo>
                    <a:cubicBezTo>
                      <a:pt x="142" y="1605"/>
                      <a:pt x="121" y="1596"/>
                      <a:pt x="106" y="1585"/>
                    </a:cubicBezTo>
                    <a:cubicBezTo>
                      <a:pt x="91" y="1610"/>
                      <a:pt x="75" y="1641"/>
                      <a:pt x="56" y="1671"/>
                    </a:cubicBezTo>
                    <a:cubicBezTo>
                      <a:pt x="35" y="1701"/>
                      <a:pt x="21" y="1727"/>
                      <a:pt x="0" y="1757"/>
                    </a:cubicBezTo>
                    <a:cubicBezTo>
                      <a:pt x="45" y="1792"/>
                      <a:pt x="91" y="1827"/>
                      <a:pt x="142" y="1869"/>
                    </a:cubicBezTo>
                    <a:cubicBezTo>
                      <a:pt x="897" y="2196"/>
                      <a:pt x="1901" y="2483"/>
                      <a:pt x="2772" y="2483"/>
                    </a:cubicBezTo>
                    <a:cubicBezTo>
                      <a:pt x="3417" y="2483"/>
                      <a:pt x="3989" y="2326"/>
                      <a:pt x="4335" y="1913"/>
                    </a:cubicBezTo>
                    <a:cubicBezTo>
                      <a:pt x="4598" y="1601"/>
                      <a:pt x="4694" y="1191"/>
                      <a:pt x="4587" y="817"/>
                    </a:cubicBezTo>
                    <a:cubicBezTo>
                      <a:pt x="4487" y="463"/>
                      <a:pt x="4223" y="195"/>
                      <a:pt x="3864" y="80"/>
                    </a:cubicBezTo>
                    <a:cubicBezTo>
                      <a:pt x="3694" y="25"/>
                      <a:pt x="3503" y="0"/>
                      <a:pt x="3300"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30"/>
              <p:cNvSpPr/>
              <p:nvPr/>
            </p:nvSpPr>
            <p:spPr>
              <a:xfrm>
                <a:off x="7793025" y="1918375"/>
                <a:ext cx="71900" cy="101725"/>
              </a:xfrm>
              <a:custGeom>
                <a:avLst/>
                <a:gdLst/>
                <a:ahLst/>
                <a:cxnLst/>
                <a:rect l="l" t="t" r="r" b="b"/>
                <a:pathLst>
                  <a:path w="2876" h="4069" extrusionOk="0">
                    <a:moveTo>
                      <a:pt x="1847" y="1514"/>
                    </a:moveTo>
                    <a:cubicBezTo>
                      <a:pt x="1887" y="1514"/>
                      <a:pt x="1926" y="1538"/>
                      <a:pt x="1941" y="1576"/>
                    </a:cubicBezTo>
                    <a:cubicBezTo>
                      <a:pt x="1987" y="1682"/>
                      <a:pt x="2027" y="1803"/>
                      <a:pt x="2057" y="1920"/>
                    </a:cubicBezTo>
                    <a:cubicBezTo>
                      <a:pt x="2067" y="1975"/>
                      <a:pt x="2037" y="2031"/>
                      <a:pt x="1982" y="2041"/>
                    </a:cubicBezTo>
                    <a:cubicBezTo>
                      <a:pt x="1976" y="2046"/>
                      <a:pt x="1966" y="2046"/>
                      <a:pt x="1961" y="2046"/>
                    </a:cubicBezTo>
                    <a:cubicBezTo>
                      <a:pt x="1915" y="2046"/>
                      <a:pt x="1875" y="2015"/>
                      <a:pt x="1866" y="1971"/>
                    </a:cubicBezTo>
                    <a:cubicBezTo>
                      <a:pt x="1840" y="1864"/>
                      <a:pt x="1800" y="1752"/>
                      <a:pt x="1759" y="1652"/>
                    </a:cubicBezTo>
                    <a:cubicBezTo>
                      <a:pt x="1739" y="1607"/>
                      <a:pt x="1759" y="1546"/>
                      <a:pt x="1810" y="1521"/>
                    </a:cubicBezTo>
                    <a:cubicBezTo>
                      <a:pt x="1822" y="1516"/>
                      <a:pt x="1834" y="1514"/>
                      <a:pt x="1847" y="1514"/>
                    </a:cubicBezTo>
                    <a:close/>
                    <a:moveTo>
                      <a:pt x="717" y="304"/>
                    </a:moveTo>
                    <a:cubicBezTo>
                      <a:pt x="761" y="304"/>
                      <a:pt x="796" y="333"/>
                      <a:pt x="809" y="378"/>
                    </a:cubicBezTo>
                    <a:cubicBezTo>
                      <a:pt x="940" y="889"/>
                      <a:pt x="1057" y="1449"/>
                      <a:pt x="1143" y="2006"/>
                    </a:cubicBezTo>
                    <a:cubicBezTo>
                      <a:pt x="1148" y="2055"/>
                      <a:pt x="1113" y="2106"/>
                      <a:pt x="1057" y="2116"/>
                    </a:cubicBezTo>
                    <a:lnTo>
                      <a:pt x="1042" y="2116"/>
                    </a:lnTo>
                    <a:cubicBezTo>
                      <a:pt x="996" y="2116"/>
                      <a:pt x="951" y="2086"/>
                      <a:pt x="945" y="2036"/>
                    </a:cubicBezTo>
                    <a:cubicBezTo>
                      <a:pt x="860" y="1486"/>
                      <a:pt x="749" y="929"/>
                      <a:pt x="618" y="429"/>
                    </a:cubicBezTo>
                    <a:cubicBezTo>
                      <a:pt x="602" y="374"/>
                      <a:pt x="632" y="323"/>
                      <a:pt x="688" y="308"/>
                    </a:cubicBezTo>
                    <a:cubicBezTo>
                      <a:pt x="698" y="305"/>
                      <a:pt x="708" y="304"/>
                      <a:pt x="717" y="304"/>
                    </a:cubicBezTo>
                    <a:close/>
                    <a:moveTo>
                      <a:pt x="1115" y="2506"/>
                    </a:moveTo>
                    <a:cubicBezTo>
                      <a:pt x="1149" y="2506"/>
                      <a:pt x="1183" y="2525"/>
                      <a:pt x="1204" y="2556"/>
                    </a:cubicBezTo>
                    <a:cubicBezTo>
                      <a:pt x="1229" y="2612"/>
                      <a:pt x="1259" y="2662"/>
                      <a:pt x="1279" y="2713"/>
                    </a:cubicBezTo>
                    <a:cubicBezTo>
                      <a:pt x="1304" y="2764"/>
                      <a:pt x="1279" y="2824"/>
                      <a:pt x="1229" y="2844"/>
                    </a:cubicBezTo>
                    <a:cubicBezTo>
                      <a:pt x="1218" y="2850"/>
                      <a:pt x="1204" y="2855"/>
                      <a:pt x="1188" y="2855"/>
                    </a:cubicBezTo>
                    <a:cubicBezTo>
                      <a:pt x="1153" y="2855"/>
                      <a:pt x="1113" y="2829"/>
                      <a:pt x="1097" y="2794"/>
                    </a:cubicBezTo>
                    <a:cubicBezTo>
                      <a:pt x="1077" y="2743"/>
                      <a:pt x="1057" y="2703"/>
                      <a:pt x="1031" y="2657"/>
                    </a:cubicBezTo>
                    <a:cubicBezTo>
                      <a:pt x="1001" y="2607"/>
                      <a:pt x="1022" y="2547"/>
                      <a:pt x="1066" y="2521"/>
                    </a:cubicBezTo>
                    <a:cubicBezTo>
                      <a:pt x="1082" y="2511"/>
                      <a:pt x="1099" y="2506"/>
                      <a:pt x="1115" y="2506"/>
                    </a:cubicBezTo>
                    <a:close/>
                    <a:moveTo>
                      <a:pt x="1122" y="0"/>
                    </a:moveTo>
                    <a:cubicBezTo>
                      <a:pt x="1087" y="35"/>
                      <a:pt x="1057" y="66"/>
                      <a:pt x="1017" y="91"/>
                    </a:cubicBezTo>
                    <a:cubicBezTo>
                      <a:pt x="1285" y="343"/>
                      <a:pt x="1527" y="712"/>
                      <a:pt x="1653" y="1066"/>
                    </a:cubicBezTo>
                    <a:cubicBezTo>
                      <a:pt x="1668" y="1122"/>
                      <a:pt x="1642" y="1176"/>
                      <a:pt x="1588" y="1197"/>
                    </a:cubicBezTo>
                    <a:cubicBezTo>
                      <a:pt x="1577" y="1197"/>
                      <a:pt x="1567" y="1202"/>
                      <a:pt x="1558" y="1202"/>
                    </a:cubicBezTo>
                    <a:cubicBezTo>
                      <a:pt x="1516" y="1202"/>
                      <a:pt x="1476" y="1171"/>
                      <a:pt x="1461" y="1136"/>
                    </a:cubicBezTo>
                    <a:cubicBezTo>
                      <a:pt x="1345" y="798"/>
                      <a:pt x="1117" y="449"/>
                      <a:pt x="865" y="222"/>
                    </a:cubicBezTo>
                    <a:cubicBezTo>
                      <a:pt x="860" y="212"/>
                      <a:pt x="854" y="206"/>
                      <a:pt x="849" y="201"/>
                    </a:cubicBezTo>
                    <a:cubicBezTo>
                      <a:pt x="688" y="292"/>
                      <a:pt x="511" y="338"/>
                      <a:pt x="334" y="338"/>
                    </a:cubicBezTo>
                    <a:cubicBezTo>
                      <a:pt x="284" y="338"/>
                      <a:pt x="238" y="334"/>
                      <a:pt x="187" y="328"/>
                    </a:cubicBezTo>
                    <a:cubicBezTo>
                      <a:pt x="157" y="449"/>
                      <a:pt x="138" y="570"/>
                      <a:pt x="117" y="697"/>
                    </a:cubicBezTo>
                    <a:cubicBezTo>
                      <a:pt x="1" y="1995"/>
                      <a:pt x="127" y="3844"/>
                      <a:pt x="1254" y="4037"/>
                    </a:cubicBezTo>
                    <a:cubicBezTo>
                      <a:pt x="1376" y="4058"/>
                      <a:pt x="1492" y="4068"/>
                      <a:pt x="1603" y="4068"/>
                    </a:cubicBezTo>
                    <a:cubicBezTo>
                      <a:pt x="1944" y="4068"/>
                      <a:pt x="2233" y="3969"/>
                      <a:pt x="2446" y="3774"/>
                    </a:cubicBezTo>
                    <a:cubicBezTo>
                      <a:pt x="2734" y="3511"/>
                      <a:pt x="2876" y="3092"/>
                      <a:pt x="2840" y="2582"/>
                    </a:cubicBezTo>
                    <a:cubicBezTo>
                      <a:pt x="2780" y="1747"/>
                      <a:pt x="2218" y="833"/>
                      <a:pt x="1334" y="101"/>
                    </a:cubicBezTo>
                    <a:cubicBezTo>
                      <a:pt x="1274" y="75"/>
                      <a:pt x="1213" y="50"/>
                      <a:pt x="1163" y="24"/>
                    </a:cubicBezTo>
                    <a:cubicBezTo>
                      <a:pt x="1148" y="20"/>
                      <a:pt x="1138" y="10"/>
                      <a:pt x="1127"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30"/>
              <p:cNvSpPr/>
              <p:nvPr/>
            </p:nvSpPr>
            <p:spPr>
              <a:xfrm>
                <a:off x="7780775" y="1877300"/>
                <a:ext cx="5975" cy="4950"/>
              </a:xfrm>
              <a:custGeom>
                <a:avLst/>
                <a:gdLst/>
                <a:ahLst/>
                <a:cxnLst/>
                <a:rect l="l" t="t" r="r" b="b"/>
                <a:pathLst>
                  <a:path w="239" h="198" extrusionOk="0">
                    <a:moveTo>
                      <a:pt x="101" y="0"/>
                    </a:moveTo>
                    <a:cubicBezTo>
                      <a:pt x="47" y="0"/>
                      <a:pt x="1" y="46"/>
                      <a:pt x="1" y="102"/>
                    </a:cubicBezTo>
                    <a:cubicBezTo>
                      <a:pt x="1" y="158"/>
                      <a:pt x="47" y="198"/>
                      <a:pt x="101" y="198"/>
                    </a:cubicBezTo>
                    <a:lnTo>
                      <a:pt x="138" y="198"/>
                    </a:lnTo>
                    <a:cubicBezTo>
                      <a:pt x="192" y="198"/>
                      <a:pt x="238" y="158"/>
                      <a:pt x="238" y="102"/>
                    </a:cubicBezTo>
                    <a:cubicBezTo>
                      <a:pt x="238" y="46"/>
                      <a:pt x="192" y="0"/>
                      <a:pt x="138"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30"/>
              <p:cNvSpPr/>
              <p:nvPr/>
            </p:nvSpPr>
            <p:spPr>
              <a:xfrm>
                <a:off x="7797325" y="1869100"/>
                <a:ext cx="6850" cy="4950"/>
              </a:xfrm>
              <a:custGeom>
                <a:avLst/>
                <a:gdLst/>
                <a:ahLst/>
                <a:cxnLst/>
                <a:rect l="l" t="t" r="r" b="b"/>
                <a:pathLst>
                  <a:path w="274" h="198" extrusionOk="0">
                    <a:moveTo>
                      <a:pt x="97" y="1"/>
                    </a:moveTo>
                    <a:cubicBezTo>
                      <a:pt x="46" y="1"/>
                      <a:pt x="1" y="46"/>
                      <a:pt x="1" y="97"/>
                    </a:cubicBezTo>
                    <a:cubicBezTo>
                      <a:pt x="1" y="152"/>
                      <a:pt x="46" y="197"/>
                      <a:pt x="97" y="197"/>
                    </a:cubicBezTo>
                    <a:lnTo>
                      <a:pt x="173" y="197"/>
                    </a:lnTo>
                    <a:cubicBezTo>
                      <a:pt x="228" y="197"/>
                      <a:pt x="274" y="152"/>
                      <a:pt x="274" y="97"/>
                    </a:cubicBezTo>
                    <a:cubicBezTo>
                      <a:pt x="274" y="46"/>
                      <a:pt x="228" y="1"/>
                      <a:pt x="173"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30"/>
              <p:cNvSpPr/>
              <p:nvPr/>
            </p:nvSpPr>
            <p:spPr>
              <a:xfrm>
                <a:off x="7788750" y="1891950"/>
                <a:ext cx="8375" cy="9625"/>
              </a:xfrm>
              <a:custGeom>
                <a:avLst/>
                <a:gdLst/>
                <a:ahLst/>
                <a:cxnLst/>
                <a:rect l="l" t="t" r="r" b="b"/>
                <a:pathLst>
                  <a:path w="335" h="385" extrusionOk="0">
                    <a:moveTo>
                      <a:pt x="114" y="0"/>
                    </a:moveTo>
                    <a:cubicBezTo>
                      <a:pt x="88" y="0"/>
                      <a:pt x="63" y="11"/>
                      <a:pt x="46" y="31"/>
                    </a:cubicBezTo>
                    <a:cubicBezTo>
                      <a:pt x="6" y="67"/>
                      <a:pt x="1" y="132"/>
                      <a:pt x="41" y="172"/>
                    </a:cubicBezTo>
                    <a:cubicBezTo>
                      <a:pt x="76" y="208"/>
                      <a:pt x="106" y="263"/>
                      <a:pt x="132" y="319"/>
                    </a:cubicBezTo>
                    <a:cubicBezTo>
                      <a:pt x="141" y="360"/>
                      <a:pt x="183" y="384"/>
                      <a:pt x="223" y="384"/>
                    </a:cubicBezTo>
                    <a:cubicBezTo>
                      <a:pt x="232" y="384"/>
                      <a:pt x="243" y="384"/>
                      <a:pt x="258" y="379"/>
                    </a:cubicBezTo>
                    <a:cubicBezTo>
                      <a:pt x="309" y="360"/>
                      <a:pt x="334" y="304"/>
                      <a:pt x="318" y="253"/>
                    </a:cubicBezTo>
                    <a:cubicBezTo>
                      <a:pt x="283" y="167"/>
                      <a:pt x="232" y="87"/>
                      <a:pt x="183" y="31"/>
                    </a:cubicBezTo>
                    <a:cubicBezTo>
                      <a:pt x="164" y="11"/>
                      <a:pt x="139" y="0"/>
                      <a:pt x="114"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30"/>
              <p:cNvSpPr/>
              <p:nvPr/>
            </p:nvSpPr>
            <p:spPr>
              <a:xfrm>
                <a:off x="7806300" y="1884600"/>
                <a:ext cx="7325" cy="6875"/>
              </a:xfrm>
              <a:custGeom>
                <a:avLst/>
                <a:gdLst/>
                <a:ahLst/>
                <a:cxnLst/>
                <a:rect l="l" t="t" r="r" b="b"/>
                <a:pathLst>
                  <a:path w="293" h="275" extrusionOk="0">
                    <a:moveTo>
                      <a:pt x="136" y="0"/>
                    </a:moveTo>
                    <a:cubicBezTo>
                      <a:pt x="121" y="0"/>
                      <a:pt x="105" y="2"/>
                      <a:pt x="87" y="6"/>
                    </a:cubicBezTo>
                    <a:cubicBezTo>
                      <a:pt x="31" y="17"/>
                      <a:pt x="1" y="67"/>
                      <a:pt x="10" y="123"/>
                    </a:cubicBezTo>
                    <a:cubicBezTo>
                      <a:pt x="20" y="158"/>
                      <a:pt x="46" y="183"/>
                      <a:pt x="81" y="199"/>
                    </a:cubicBezTo>
                    <a:cubicBezTo>
                      <a:pt x="92" y="234"/>
                      <a:pt x="122" y="265"/>
                      <a:pt x="162" y="274"/>
                    </a:cubicBezTo>
                    <a:lnTo>
                      <a:pt x="183" y="274"/>
                    </a:lnTo>
                    <a:cubicBezTo>
                      <a:pt x="228" y="274"/>
                      <a:pt x="269" y="244"/>
                      <a:pt x="278" y="199"/>
                    </a:cubicBezTo>
                    <a:cubicBezTo>
                      <a:pt x="293" y="113"/>
                      <a:pt x="269" y="67"/>
                      <a:pt x="243" y="42"/>
                    </a:cubicBezTo>
                    <a:cubicBezTo>
                      <a:pt x="223" y="23"/>
                      <a:pt x="188" y="0"/>
                      <a:pt x="136"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30"/>
              <p:cNvSpPr/>
              <p:nvPr/>
            </p:nvSpPr>
            <p:spPr>
              <a:xfrm>
                <a:off x="7805425" y="1901450"/>
                <a:ext cx="6325" cy="5700"/>
              </a:xfrm>
              <a:custGeom>
                <a:avLst/>
                <a:gdLst/>
                <a:ahLst/>
                <a:cxnLst/>
                <a:rect l="l" t="t" r="r" b="b"/>
                <a:pathLst>
                  <a:path w="253" h="228" extrusionOk="0">
                    <a:moveTo>
                      <a:pt x="114" y="0"/>
                    </a:moveTo>
                    <a:cubicBezTo>
                      <a:pt x="104" y="0"/>
                      <a:pt x="94" y="2"/>
                      <a:pt x="85" y="4"/>
                    </a:cubicBezTo>
                    <a:cubicBezTo>
                      <a:pt x="66" y="15"/>
                      <a:pt x="10" y="35"/>
                      <a:pt x="5" y="121"/>
                    </a:cubicBezTo>
                    <a:cubicBezTo>
                      <a:pt x="1" y="176"/>
                      <a:pt x="45" y="222"/>
                      <a:pt x="96" y="222"/>
                    </a:cubicBezTo>
                    <a:lnTo>
                      <a:pt x="122" y="222"/>
                    </a:lnTo>
                    <a:cubicBezTo>
                      <a:pt x="127" y="222"/>
                      <a:pt x="136" y="227"/>
                      <a:pt x="141" y="227"/>
                    </a:cubicBezTo>
                    <a:cubicBezTo>
                      <a:pt x="162" y="227"/>
                      <a:pt x="182" y="222"/>
                      <a:pt x="197" y="207"/>
                    </a:cubicBezTo>
                    <a:cubicBezTo>
                      <a:pt x="248" y="176"/>
                      <a:pt x="253" y="116"/>
                      <a:pt x="222" y="71"/>
                    </a:cubicBezTo>
                    <a:cubicBezTo>
                      <a:pt x="187" y="16"/>
                      <a:pt x="147" y="0"/>
                      <a:pt x="114"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30"/>
              <p:cNvSpPr/>
              <p:nvPr/>
            </p:nvSpPr>
            <p:spPr>
              <a:xfrm>
                <a:off x="7859350" y="1814900"/>
                <a:ext cx="13025" cy="9650"/>
              </a:xfrm>
              <a:custGeom>
                <a:avLst/>
                <a:gdLst/>
                <a:ahLst/>
                <a:cxnLst/>
                <a:rect l="l" t="t" r="r" b="b"/>
                <a:pathLst>
                  <a:path w="521" h="386" extrusionOk="0">
                    <a:moveTo>
                      <a:pt x="409" y="0"/>
                    </a:moveTo>
                    <a:cubicBezTo>
                      <a:pt x="394" y="0"/>
                      <a:pt x="379" y="3"/>
                      <a:pt x="364" y="10"/>
                    </a:cubicBezTo>
                    <a:cubicBezTo>
                      <a:pt x="258" y="61"/>
                      <a:pt x="132" y="143"/>
                      <a:pt x="56" y="208"/>
                    </a:cubicBezTo>
                    <a:cubicBezTo>
                      <a:pt x="10" y="238"/>
                      <a:pt x="1" y="304"/>
                      <a:pt x="36" y="344"/>
                    </a:cubicBezTo>
                    <a:cubicBezTo>
                      <a:pt x="56" y="369"/>
                      <a:pt x="87" y="385"/>
                      <a:pt x="117" y="385"/>
                    </a:cubicBezTo>
                    <a:cubicBezTo>
                      <a:pt x="137" y="385"/>
                      <a:pt x="157" y="374"/>
                      <a:pt x="178" y="360"/>
                    </a:cubicBezTo>
                    <a:cubicBezTo>
                      <a:pt x="248" y="304"/>
                      <a:pt x="360" y="234"/>
                      <a:pt x="451" y="192"/>
                    </a:cubicBezTo>
                    <a:cubicBezTo>
                      <a:pt x="500" y="162"/>
                      <a:pt x="521" y="107"/>
                      <a:pt x="495" y="57"/>
                    </a:cubicBezTo>
                    <a:cubicBezTo>
                      <a:pt x="481" y="20"/>
                      <a:pt x="446" y="0"/>
                      <a:pt x="409"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30"/>
              <p:cNvSpPr/>
              <p:nvPr/>
            </p:nvSpPr>
            <p:spPr>
              <a:xfrm>
                <a:off x="7873250" y="1838650"/>
                <a:ext cx="12775" cy="7000"/>
              </a:xfrm>
              <a:custGeom>
                <a:avLst/>
                <a:gdLst/>
                <a:ahLst/>
                <a:cxnLst/>
                <a:rect l="l" t="t" r="r" b="b"/>
                <a:pathLst>
                  <a:path w="511" h="280" extrusionOk="0">
                    <a:moveTo>
                      <a:pt x="341" y="0"/>
                    </a:moveTo>
                    <a:cubicBezTo>
                      <a:pt x="227" y="0"/>
                      <a:pt x="120" y="37"/>
                      <a:pt x="46" y="107"/>
                    </a:cubicBezTo>
                    <a:cubicBezTo>
                      <a:pt x="0" y="142"/>
                      <a:pt x="0" y="203"/>
                      <a:pt x="35" y="243"/>
                    </a:cubicBezTo>
                    <a:cubicBezTo>
                      <a:pt x="56" y="268"/>
                      <a:pt x="81" y="279"/>
                      <a:pt x="112" y="279"/>
                    </a:cubicBezTo>
                    <a:cubicBezTo>
                      <a:pt x="131" y="279"/>
                      <a:pt x="156" y="268"/>
                      <a:pt x="177" y="254"/>
                    </a:cubicBezTo>
                    <a:cubicBezTo>
                      <a:pt x="214" y="219"/>
                      <a:pt x="280" y="200"/>
                      <a:pt x="348" y="200"/>
                    </a:cubicBezTo>
                    <a:cubicBezTo>
                      <a:pt x="361" y="200"/>
                      <a:pt x="375" y="201"/>
                      <a:pt x="389" y="203"/>
                    </a:cubicBezTo>
                    <a:cubicBezTo>
                      <a:pt x="394" y="204"/>
                      <a:pt x="400" y="204"/>
                      <a:pt x="405" y="204"/>
                    </a:cubicBezTo>
                    <a:cubicBezTo>
                      <a:pt x="451" y="204"/>
                      <a:pt x="495" y="167"/>
                      <a:pt x="501" y="117"/>
                    </a:cubicBezTo>
                    <a:cubicBezTo>
                      <a:pt x="511" y="67"/>
                      <a:pt x="471" y="16"/>
                      <a:pt x="420" y="6"/>
                    </a:cubicBezTo>
                    <a:cubicBezTo>
                      <a:pt x="393" y="2"/>
                      <a:pt x="367" y="0"/>
                      <a:pt x="341"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30"/>
              <p:cNvSpPr/>
              <p:nvPr/>
            </p:nvSpPr>
            <p:spPr>
              <a:xfrm>
                <a:off x="7891825" y="1884625"/>
                <a:ext cx="13275" cy="5100"/>
              </a:xfrm>
              <a:custGeom>
                <a:avLst/>
                <a:gdLst/>
                <a:ahLst/>
                <a:cxnLst/>
                <a:rect l="l" t="t" r="r" b="b"/>
                <a:pathLst>
                  <a:path w="531" h="204" extrusionOk="0">
                    <a:moveTo>
                      <a:pt x="101" y="1"/>
                    </a:moveTo>
                    <a:cubicBezTo>
                      <a:pt x="45" y="1"/>
                      <a:pt x="0" y="47"/>
                      <a:pt x="0" y="101"/>
                    </a:cubicBezTo>
                    <a:cubicBezTo>
                      <a:pt x="0" y="157"/>
                      <a:pt x="45" y="203"/>
                      <a:pt x="101" y="203"/>
                    </a:cubicBezTo>
                    <a:lnTo>
                      <a:pt x="430" y="203"/>
                    </a:lnTo>
                    <a:cubicBezTo>
                      <a:pt x="485" y="203"/>
                      <a:pt x="530" y="157"/>
                      <a:pt x="530" y="101"/>
                    </a:cubicBezTo>
                    <a:cubicBezTo>
                      <a:pt x="530" y="47"/>
                      <a:pt x="485" y="1"/>
                      <a:pt x="430"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30"/>
              <p:cNvSpPr/>
              <p:nvPr/>
            </p:nvSpPr>
            <p:spPr>
              <a:xfrm>
                <a:off x="7882325" y="1904800"/>
                <a:ext cx="12025" cy="6900"/>
              </a:xfrm>
              <a:custGeom>
                <a:avLst/>
                <a:gdLst/>
                <a:ahLst/>
                <a:cxnLst/>
                <a:rect l="l" t="t" r="r" b="b"/>
                <a:pathLst>
                  <a:path w="481" h="276" extrusionOk="0">
                    <a:moveTo>
                      <a:pt x="118" y="0"/>
                    </a:moveTo>
                    <a:cubicBezTo>
                      <a:pt x="70" y="0"/>
                      <a:pt x="29" y="34"/>
                      <a:pt x="17" y="78"/>
                    </a:cubicBezTo>
                    <a:cubicBezTo>
                      <a:pt x="1" y="133"/>
                      <a:pt x="36" y="189"/>
                      <a:pt x="92" y="199"/>
                    </a:cubicBezTo>
                    <a:cubicBezTo>
                      <a:pt x="178" y="219"/>
                      <a:pt x="259" y="245"/>
                      <a:pt x="339" y="270"/>
                    </a:cubicBezTo>
                    <a:cubicBezTo>
                      <a:pt x="350" y="275"/>
                      <a:pt x="360" y="275"/>
                      <a:pt x="369" y="275"/>
                    </a:cubicBezTo>
                    <a:cubicBezTo>
                      <a:pt x="411" y="275"/>
                      <a:pt x="451" y="250"/>
                      <a:pt x="465" y="210"/>
                    </a:cubicBezTo>
                    <a:cubicBezTo>
                      <a:pt x="481" y="154"/>
                      <a:pt x="456" y="98"/>
                      <a:pt x="405" y="82"/>
                    </a:cubicBezTo>
                    <a:cubicBezTo>
                      <a:pt x="320" y="52"/>
                      <a:pt x="229" y="28"/>
                      <a:pt x="138" y="2"/>
                    </a:cubicBezTo>
                    <a:cubicBezTo>
                      <a:pt x="131" y="1"/>
                      <a:pt x="124" y="0"/>
                      <a:pt x="118"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30"/>
              <p:cNvSpPr/>
              <p:nvPr/>
            </p:nvSpPr>
            <p:spPr>
              <a:xfrm>
                <a:off x="7836500" y="1956200"/>
                <a:ext cx="8200" cy="13325"/>
              </a:xfrm>
              <a:custGeom>
                <a:avLst/>
                <a:gdLst/>
                <a:ahLst/>
                <a:cxnLst/>
                <a:rect l="l" t="t" r="r" b="b"/>
                <a:pathLst>
                  <a:path w="328" h="533" extrusionOk="0">
                    <a:moveTo>
                      <a:pt x="108" y="1"/>
                    </a:moveTo>
                    <a:cubicBezTo>
                      <a:pt x="95" y="1"/>
                      <a:pt x="83" y="3"/>
                      <a:pt x="71" y="8"/>
                    </a:cubicBezTo>
                    <a:cubicBezTo>
                      <a:pt x="20" y="33"/>
                      <a:pt x="0" y="94"/>
                      <a:pt x="20" y="139"/>
                    </a:cubicBezTo>
                    <a:cubicBezTo>
                      <a:pt x="61" y="239"/>
                      <a:pt x="101" y="351"/>
                      <a:pt x="127" y="458"/>
                    </a:cubicBezTo>
                    <a:cubicBezTo>
                      <a:pt x="136" y="502"/>
                      <a:pt x="176" y="533"/>
                      <a:pt x="222" y="533"/>
                    </a:cubicBezTo>
                    <a:cubicBezTo>
                      <a:pt x="227" y="533"/>
                      <a:pt x="237" y="533"/>
                      <a:pt x="243" y="528"/>
                    </a:cubicBezTo>
                    <a:cubicBezTo>
                      <a:pt x="298" y="518"/>
                      <a:pt x="328" y="462"/>
                      <a:pt x="318" y="407"/>
                    </a:cubicBezTo>
                    <a:cubicBezTo>
                      <a:pt x="288" y="290"/>
                      <a:pt x="248" y="169"/>
                      <a:pt x="202" y="63"/>
                    </a:cubicBezTo>
                    <a:cubicBezTo>
                      <a:pt x="187" y="25"/>
                      <a:pt x="148" y="1"/>
                      <a:pt x="108"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30"/>
              <p:cNvSpPr/>
              <p:nvPr/>
            </p:nvSpPr>
            <p:spPr>
              <a:xfrm>
                <a:off x="7808075" y="1925975"/>
                <a:ext cx="13650" cy="45325"/>
              </a:xfrm>
              <a:custGeom>
                <a:avLst/>
                <a:gdLst/>
                <a:ahLst/>
                <a:cxnLst/>
                <a:rect l="l" t="t" r="r" b="b"/>
                <a:pathLst>
                  <a:path w="546" h="1813" extrusionOk="0">
                    <a:moveTo>
                      <a:pt x="115" y="0"/>
                    </a:moveTo>
                    <a:cubicBezTo>
                      <a:pt x="106" y="0"/>
                      <a:pt x="96" y="1"/>
                      <a:pt x="86" y="4"/>
                    </a:cubicBezTo>
                    <a:cubicBezTo>
                      <a:pt x="30" y="19"/>
                      <a:pt x="0" y="70"/>
                      <a:pt x="16" y="125"/>
                    </a:cubicBezTo>
                    <a:cubicBezTo>
                      <a:pt x="147" y="625"/>
                      <a:pt x="258" y="1182"/>
                      <a:pt x="343" y="1732"/>
                    </a:cubicBezTo>
                    <a:cubicBezTo>
                      <a:pt x="349" y="1782"/>
                      <a:pt x="394" y="1812"/>
                      <a:pt x="440" y="1812"/>
                    </a:cubicBezTo>
                    <a:lnTo>
                      <a:pt x="455" y="1812"/>
                    </a:lnTo>
                    <a:cubicBezTo>
                      <a:pt x="511" y="1802"/>
                      <a:pt x="546" y="1751"/>
                      <a:pt x="541" y="1702"/>
                    </a:cubicBezTo>
                    <a:cubicBezTo>
                      <a:pt x="455" y="1145"/>
                      <a:pt x="338" y="585"/>
                      <a:pt x="207" y="74"/>
                    </a:cubicBezTo>
                    <a:cubicBezTo>
                      <a:pt x="194" y="29"/>
                      <a:pt x="159" y="0"/>
                      <a:pt x="115"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30"/>
              <p:cNvSpPr/>
              <p:nvPr/>
            </p:nvSpPr>
            <p:spPr>
              <a:xfrm>
                <a:off x="7818050" y="1981025"/>
                <a:ext cx="7600" cy="8725"/>
              </a:xfrm>
              <a:custGeom>
                <a:avLst/>
                <a:gdLst/>
                <a:ahLst/>
                <a:cxnLst/>
                <a:rect l="l" t="t" r="r" b="b"/>
                <a:pathLst>
                  <a:path w="304" h="349" extrusionOk="0">
                    <a:moveTo>
                      <a:pt x="114" y="0"/>
                    </a:moveTo>
                    <a:cubicBezTo>
                      <a:pt x="98" y="0"/>
                      <a:pt x="81" y="5"/>
                      <a:pt x="65" y="15"/>
                    </a:cubicBezTo>
                    <a:cubicBezTo>
                      <a:pt x="21" y="41"/>
                      <a:pt x="0" y="101"/>
                      <a:pt x="30" y="151"/>
                    </a:cubicBezTo>
                    <a:cubicBezTo>
                      <a:pt x="56" y="197"/>
                      <a:pt x="76" y="237"/>
                      <a:pt x="96" y="288"/>
                    </a:cubicBezTo>
                    <a:cubicBezTo>
                      <a:pt x="112" y="323"/>
                      <a:pt x="152" y="349"/>
                      <a:pt x="187" y="349"/>
                    </a:cubicBezTo>
                    <a:cubicBezTo>
                      <a:pt x="203" y="349"/>
                      <a:pt x="217" y="344"/>
                      <a:pt x="228" y="338"/>
                    </a:cubicBezTo>
                    <a:cubicBezTo>
                      <a:pt x="278" y="318"/>
                      <a:pt x="303" y="258"/>
                      <a:pt x="278" y="207"/>
                    </a:cubicBezTo>
                    <a:cubicBezTo>
                      <a:pt x="258" y="156"/>
                      <a:pt x="228" y="106"/>
                      <a:pt x="203" y="50"/>
                    </a:cubicBezTo>
                    <a:cubicBezTo>
                      <a:pt x="182" y="19"/>
                      <a:pt x="148" y="0"/>
                      <a:pt x="114"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30"/>
              <p:cNvSpPr/>
              <p:nvPr/>
            </p:nvSpPr>
            <p:spPr>
              <a:xfrm>
                <a:off x="7757525" y="1967300"/>
                <a:ext cx="9275" cy="8700"/>
              </a:xfrm>
              <a:custGeom>
                <a:avLst/>
                <a:gdLst/>
                <a:ahLst/>
                <a:cxnLst/>
                <a:rect l="l" t="t" r="r" b="b"/>
                <a:pathLst>
                  <a:path w="371" h="348" extrusionOk="0">
                    <a:moveTo>
                      <a:pt x="260" y="1"/>
                    </a:moveTo>
                    <a:cubicBezTo>
                      <a:pt x="239" y="1"/>
                      <a:pt x="219" y="6"/>
                      <a:pt x="203" y="18"/>
                    </a:cubicBezTo>
                    <a:cubicBezTo>
                      <a:pt x="138" y="63"/>
                      <a:pt x="82" y="119"/>
                      <a:pt x="31" y="185"/>
                    </a:cubicBezTo>
                    <a:cubicBezTo>
                      <a:pt x="1" y="231"/>
                      <a:pt x="12" y="296"/>
                      <a:pt x="57" y="326"/>
                    </a:cubicBezTo>
                    <a:cubicBezTo>
                      <a:pt x="72" y="336"/>
                      <a:pt x="92" y="347"/>
                      <a:pt x="112" y="347"/>
                    </a:cubicBezTo>
                    <a:cubicBezTo>
                      <a:pt x="143" y="347"/>
                      <a:pt x="173" y="331"/>
                      <a:pt x="194" y="301"/>
                    </a:cubicBezTo>
                    <a:cubicBezTo>
                      <a:pt x="229" y="256"/>
                      <a:pt x="269" y="215"/>
                      <a:pt x="315" y="180"/>
                    </a:cubicBezTo>
                    <a:cubicBezTo>
                      <a:pt x="360" y="149"/>
                      <a:pt x="371" y="84"/>
                      <a:pt x="340" y="38"/>
                    </a:cubicBezTo>
                    <a:cubicBezTo>
                      <a:pt x="322" y="14"/>
                      <a:pt x="291" y="1"/>
                      <a:pt x="260"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30"/>
              <p:cNvSpPr/>
              <p:nvPr/>
            </p:nvSpPr>
            <p:spPr>
              <a:xfrm>
                <a:off x="7741125" y="1955300"/>
                <a:ext cx="9250" cy="13350"/>
              </a:xfrm>
              <a:custGeom>
                <a:avLst/>
                <a:gdLst/>
                <a:ahLst/>
                <a:cxnLst/>
                <a:rect l="l" t="t" r="r" b="b"/>
                <a:pathLst>
                  <a:path w="370" h="534" extrusionOk="0">
                    <a:moveTo>
                      <a:pt x="253" y="1"/>
                    </a:moveTo>
                    <a:cubicBezTo>
                      <a:pt x="220" y="1"/>
                      <a:pt x="190" y="15"/>
                      <a:pt x="172" y="44"/>
                    </a:cubicBezTo>
                    <a:cubicBezTo>
                      <a:pt x="97" y="149"/>
                      <a:pt x="41" y="275"/>
                      <a:pt x="10" y="407"/>
                    </a:cubicBezTo>
                    <a:cubicBezTo>
                      <a:pt x="1" y="463"/>
                      <a:pt x="31" y="513"/>
                      <a:pt x="87" y="529"/>
                    </a:cubicBezTo>
                    <a:cubicBezTo>
                      <a:pt x="92" y="529"/>
                      <a:pt x="101" y="534"/>
                      <a:pt x="106" y="534"/>
                    </a:cubicBezTo>
                    <a:cubicBezTo>
                      <a:pt x="152" y="534"/>
                      <a:pt x="192" y="498"/>
                      <a:pt x="202" y="457"/>
                    </a:cubicBezTo>
                    <a:cubicBezTo>
                      <a:pt x="232" y="347"/>
                      <a:pt x="274" y="245"/>
                      <a:pt x="334" y="160"/>
                    </a:cubicBezTo>
                    <a:cubicBezTo>
                      <a:pt x="369" y="114"/>
                      <a:pt x="360" y="53"/>
                      <a:pt x="314" y="18"/>
                    </a:cubicBezTo>
                    <a:cubicBezTo>
                      <a:pt x="294" y="7"/>
                      <a:pt x="273" y="1"/>
                      <a:pt x="253"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30"/>
              <p:cNvSpPr/>
              <p:nvPr/>
            </p:nvSpPr>
            <p:spPr>
              <a:xfrm>
                <a:off x="7707025" y="1901175"/>
                <a:ext cx="14675" cy="7725"/>
              </a:xfrm>
              <a:custGeom>
                <a:avLst/>
                <a:gdLst/>
                <a:ahLst/>
                <a:cxnLst/>
                <a:rect l="l" t="t" r="r" b="b"/>
                <a:pathLst>
                  <a:path w="587" h="309" extrusionOk="0">
                    <a:moveTo>
                      <a:pt x="478" y="0"/>
                    </a:moveTo>
                    <a:cubicBezTo>
                      <a:pt x="476" y="0"/>
                      <a:pt x="473" y="0"/>
                      <a:pt x="470" y="1"/>
                    </a:cubicBezTo>
                    <a:cubicBezTo>
                      <a:pt x="323" y="15"/>
                      <a:pt x="192" y="56"/>
                      <a:pt x="66" y="122"/>
                    </a:cubicBezTo>
                    <a:cubicBezTo>
                      <a:pt x="20" y="147"/>
                      <a:pt x="1" y="208"/>
                      <a:pt x="26" y="258"/>
                    </a:cubicBezTo>
                    <a:cubicBezTo>
                      <a:pt x="46" y="288"/>
                      <a:pt x="76" y="309"/>
                      <a:pt x="117" y="309"/>
                    </a:cubicBezTo>
                    <a:cubicBezTo>
                      <a:pt x="132" y="309"/>
                      <a:pt x="147" y="309"/>
                      <a:pt x="162" y="299"/>
                    </a:cubicBezTo>
                    <a:cubicBezTo>
                      <a:pt x="258" y="243"/>
                      <a:pt x="369" y="213"/>
                      <a:pt x="491" y="197"/>
                    </a:cubicBezTo>
                    <a:cubicBezTo>
                      <a:pt x="546" y="192"/>
                      <a:pt x="586" y="147"/>
                      <a:pt x="581" y="92"/>
                    </a:cubicBezTo>
                    <a:cubicBezTo>
                      <a:pt x="577" y="39"/>
                      <a:pt x="527" y="0"/>
                      <a:pt x="478"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30"/>
              <p:cNvSpPr/>
              <p:nvPr/>
            </p:nvSpPr>
            <p:spPr>
              <a:xfrm>
                <a:off x="7704625" y="1880950"/>
                <a:ext cx="12400" cy="5100"/>
              </a:xfrm>
              <a:custGeom>
                <a:avLst/>
                <a:gdLst/>
                <a:ahLst/>
                <a:cxnLst/>
                <a:rect l="l" t="t" r="r" b="b"/>
                <a:pathLst>
                  <a:path w="496" h="204" extrusionOk="0">
                    <a:moveTo>
                      <a:pt x="97" y="1"/>
                    </a:moveTo>
                    <a:cubicBezTo>
                      <a:pt x="46" y="1"/>
                      <a:pt x="1" y="47"/>
                      <a:pt x="1" y="103"/>
                    </a:cubicBezTo>
                    <a:cubicBezTo>
                      <a:pt x="1" y="157"/>
                      <a:pt x="46" y="203"/>
                      <a:pt x="97" y="203"/>
                    </a:cubicBezTo>
                    <a:lnTo>
                      <a:pt x="395" y="203"/>
                    </a:lnTo>
                    <a:cubicBezTo>
                      <a:pt x="445" y="203"/>
                      <a:pt x="496" y="157"/>
                      <a:pt x="496" y="103"/>
                    </a:cubicBezTo>
                    <a:cubicBezTo>
                      <a:pt x="496" y="47"/>
                      <a:pt x="445" y="1"/>
                      <a:pt x="395"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30"/>
              <p:cNvSpPr/>
              <p:nvPr/>
            </p:nvSpPr>
            <p:spPr>
              <a:xfrm>
                <a:off x="7721925" y="1825000"/>
                <a:ext cx="8875" cy="9625"/>
              </a:xfrm>
              <a:custGeom>
                <a:avLst/>
                <a:gdLst/>
                <a:ahLst/>
                <a:cxnLst/>
                <a:rect l="l" t="t" r="r" b="b"/>
                <a:pathLst>
                  <a:path w="355" h="385" extrusionOk="0">
                    <a:moveTo>
                      <a:pt x="107" y="1"/>
                    </a:moveTo>
                    <a:cubicBezTo>
                      <a:pt x="51" y="1"/>
                      <a:pt x="6" y="42"/>
                      <a:pt x="6" y="98"/>
                    </a:cubicBezTo>
                    <a:cubicBezTo>
                      <a:pt x="0" y="254"/>
                      <a:pt x="91" y="364"/>
                      <a:pt x="243" y="380"/>
                    </a:cubicBezTo>
                    <a:cubicBezTo>
                      <a:pt x="243" y="380"/>
                      <a:pt x="249" y="385"/>
                      <a:pt x="253" y="385"/>
                    </a:cubicBezTo>
                    <a:cubicBezTo>
                      <a:pt x="303" y="385"/>
                      <a:pt x="344" y="345"/>
                      <a:pt x="349" y="294"/>
                    </a:cubicBezTo>
                    <a:cubicBezTo>
                      <a:pt x="354" y="238"/>
                      <a:pt x="319" y="193"/>
                      <a:pt x="263" y="182"/>
                    </a:cubicBezTo>
                    <a:cubicBezTo>
                      <a:pt x="238" y="182"/>
                      <a:pt x="203" y="178"/>
                      <a:pt x="203" y="102"/>
                    </a:cubicBezTo>
                    <a:cubicBezTo>
                      <a:pt x="203" y="47"/>
                      <a:pt x="163" y="1"/>
                      <a:pt x="107"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30"/>
              <p:cNvSpPr/>
              <p:nvPr/>
            </p:nvSpPr>
            <p:spPr>
              <a:xfrm>
                <a:off x="7743775" y="1827775"/>
                <a:ext cx="33250" cy="26950"/>
              </a:xfrm>
              <a:custGeom>
                <a:avLst/>
                <a:gdLst/>
                <a:ahLst/>
                <a:cxnLst/>
                <a:rect l="l" t="t" r="r" b="b"/>
                <a:pathLst>
                  <a:path w="1330" h="1078" extrusionOk="0">
                    <a:moveTo>
                      <a:pt x="114" y="1"/>
                    </a:moveTo>
                    <a:cubicBezTo>
                      <a:pt x="88" y="1"/>
                      <a:pt x="62" y="11"/>
                      <a:pt x="41" y="31"/>
                    </a:cubicBezTo>
                    <a:cubicBezTo>
                      <a:pt x="0" y="67"/>
                      <a:pt x="0" y="132"/>
                      <a:pt x="41" y="168"/>
                    </a:cubicBezTo>
                    <a:cubicBezTo>
                      <a:pt x="345" y="465"/>
                      <a:pt x="713" y="805"/>
                      <a:pt x="1163" y="1067"/>
                    </a:cubicBezTo>
                    <a:cubicBezTo>
                      <a:pt x="1178" y="1078"/>
                      <a:pt x="1198" y="1078"/>
                      <a:pt x="1213" y="1078"/>
                    </a:cubicBezTo>
                    <a:cubicBezTo>
                      <a:pt x="1248" y="1078"/>
                      <a:pt x="1278" y="1062"/>
                      <a:pt x="1299" y="1032"/>
                    </a:cubicBezTo>
                    <a:cubicBezTo>
                      <a:pt x="1329" y="981"/>
                      <a:pt x="1309" y="920"/>
                      <a:pt x="1264" y="896"/>
                    </a:cubicBezTo>
                    <a:cubicBezTo>
                      <a:pt x="830" y="647"/>
                      <a:pt x="471" y="314"/>
                      <a:pt x="182" y="27"/>
                    </a:cubicBezTo>
                    <a:cubicBezTo>
                      <a:pt x="163" y="10"/>
                      <a:pt x="139" y="1"/>
                      <a:pt x="114"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30"/>
              <p:cNvSpPr/>
              <p:nvPr/>
            </p:nvSpPr>
            <p:spPr>
              <a:xfrm>
                <a:off x="7733675" y="1814925"/>
                <a:ext cx="10250" cy="8575"/>
              </a:xfrm>
              <a:custGeom>
                <a:avLst/>
                <a:gdLst/>
                <a:ahLst/>
                <a:cxnLst/>
                <a:rect l="l" t="t" r="r" b="b"/>
                <a:pathLst>
                  <a:path w="410" h="343" extrusionOk="0">
                    <a:moveTo>
                      <a:pt x="110" y="0"/>
                    </a:moveTo>
                    <a:cubicBezTo>
                      <a:pt x="84" y="0"/>
                      <a:pt x="58" y="10"/>
                      <a:pt x="41" y="30"/>
                    </a:cubicBezTo>
                    <a:cubicBezTo>
                      <a:pt x="0" y="70"/>
                      <a:pt x="5" y="131"/>
                      <a:pt x="41" y="172"/>
                    </a:cubicBezTo>
                    <a:cubicBezTo>
                      <a:pt x="101" y="228"/>
                      <a:pt x="167" y="282"/>
                      <a:pt x="243" y="328"/>
                    </a:cubicBezTo>
                    <a:cubicBezTo>
                      <a:pt x="258" y="343"/>
                      <a:pt x="278" y="343"/>
                      <a:pt x="299" y="343"/>
                    </a:cubicBezTo>
                    <a:cubicBezTo>
                      <a:pt x="329" y="343"/>
                      <a:pt x="359" y="328"/>
                      <a:pt x="379" y="303"/>
                    </a:cubicBezTo>
                    <a:cubicBezTo>
                      <a:pt x="409" y="258"/>
                      <a:pt x="395" y="191"/>
                      <a:pt x="348" y="161"/>
                    </a:cubicBezTo>
                    <a:cubicBezTo>
                      <a:pt x="288" y="121"/>
                      <a:pt x="233" y="76"/>
                      <a:pt x="182" y="30"/>
                    </a:cubicBezTo>
                    <a:cubicBezTo>
                      <a:pt x="162" y="10"/>
                      <a:pt x="136" y="0"/>
                      <a:pt x="110"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30"/>
              <p:cNvSpPr/>
              <p:nvPr/>
            </p:nvSpPr>
            <p:spPr>
              <a:xfrm>
                <a:off x="7786200" y="1789225"/>
                <a:ext cx="6225" cy="14225"/>
              </a:xfrm>
              <a:custGeom>
                <a:avLst/>
                <a:gdLst/>
                <a:ahLst/>
                <a:cxnLst/>
                <a:rect l="l" t="t" r="r" b="b"/>
                <a:pathLst>
                  <a:path w="249" h="569" extrusionOk="0">
                    <a:moveTo>
                      <a:pt x="115" y="1"/>
                    </a:moveTo>
                    <a:cubicBezTo>
                      <a:pt x="111" y="1"/>
                      <a:pt x="107" y="1"/>
                      <a:pt x="103" y="2"/>
                    </a:cubicBezTo>
                    <a:cubicBezTo>
                      <a:pt x="47" y="2"/>
                      <a:pt x="1" y="48"/>
                      <a:pt x="6" y="104"/>
                    </a:cubicBezTo>
                    <a:cubicBezTo>
                      <a:pt x="6" y="235"/>
                      <a:pt x="21" y="356"/>
                      <a:pt x="42" y="482"/>
                    </a:cubicBezTo>
                    <a:cubicBezTo>
                      <a:pt x="52" y="533"/>
                      <a:pt x="92" y="568"/>
                      <a:pt x="138" y="568"/>
                    </a:cubicBezTo>
                    <a:cubicBezTo>
                      <a:pt x="148" y="568"/>
                      <a:pt x="152" y="568"/>
                      <a:pt x="157" y="563"/>
                    </a:cubicBezTo>
                    <a:cubicBezTo>
                      <a:pt x="213" y="558"/>
                      <a:pt x="248" y="503"/>
                      <a:pt x="238" y="452"/>
                    </a:cubicBezTo>
                    <a:cubicBezTo>
                      <a:pt x="218" y="331"/>
                      <a:pt x="208" y="219"/>
                      <a:pt x="203" y="98"/>
                    </a:cubicBezTo>
                    <a:cubicBezTo>
                      <a:pt x="203" y="48"/>
                      <a:pt x="161" y="1"/>
                      <a:pt x="115"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30"/>
              <p:cNvSpPr/>
              <p:nvPr/>
            </p:nvSpPr>
            <p:spPr>
              <a:xfrm>
                <a:off x="7806425" y="1791050"/>
                <a:ext cx="5100" cy="10475"/>
              </a:xfrm>
              <a:custGeom>
                <a:avLst/>
                <a:gdLst/>
                <a:ahLst/>
                <a:cxnLst/>
                <a:rect l="l" t="t" r="r" b="b"/>
                <a:pathLst>
                  <a:path w="204" h="419" extrusionOk="0">
                    <a:moveTo>
                      <a:pt x="101" y="0"/>
                    </a:moveTo>
                    <a:cubicBezTo>
                      <a:pt x="45" y="0"/>
                      <a:pt x="1" y="45"/>
                      <a:pt x="1" y="101"/>
                    </a:cubicBezTo>
                    <a:lnTo>
                      <a:pt x="1" y="318"/>
                    </a:lnTo>
                    <a:cubicBezTo>
                      <a:pt x="1" y="374"/>
                      <a:pt x="45" y="419"/>
                      <a:pt x="101" y="419"/>
                    </a:cubicBezTo>
                    <a:cubicBezTo>
                      <a:pt x="157" y="419"/>
                      <a:pt x="203" y="374"/>
                      <a:pt x="203" y="318"/>
                    </a:cubicBezTo>
                    <a:lnTo>
                      <a:pt x="203" y="101"/>
                    </a:lnTo>
                    <a:cubicBezTo>
                      <a:pt x="203" y="45"/>
                      <a:pt x="157" y="0"/>
                      <a:pt x="101"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0" name="Google Shape;1230;p30"/>
            <p:cNvGrpSpPr/>
            <p:nvPr/>
          </p:nvGrpSpPr>
          <p:grpSpPr>
            <a:xfrm>
              <a:off x="6679907" y="945892"/>
              <a:ext cx="273109" cy="265684"/>
              <a:chOff x="6868725" y="988525"/>
              <a:chExt cx="187575" cy="182475"/>
            </a:xfrm>
          </p:grpSpPr>
          <p:sp>
            <p:nvSpPr>
              <p:cNvPr id="1231" name="Google Shape;1231;p30"/>
              <p:cNvSpPr/>
              <p:nvPr/>
            </p:nvSpPr>
            <p:spPr>
              <a:xfrm>
                <a:off x="6868725" y="988525"/>
                <a:ext cx="187575" cy="182475"/>
              </a:xfrm>
              <a:custGeom>
                <a:avLst/>
                <a:gdLst/>
                <a:ahLst/>
                <a:cxnLst/>
                <a:rect l="l" t="t" r="r" b="b"/>
                <a:pathLst>
                  <a:path w="7503" h="7299" extrusionOk="0">
                    <a:moveTo>
                      <a:pt x="3644" y="189"/>
                    </a:moveTo>
                    <a:cubicBezTo>
                      <a:pt x="3812" y="189"/>
                      <a:pt x="3969" y="282"/>
                      <a:pt x="4108" y="459"/>
                    </a:cubicBezTo>
                    <a:cubicBezTo>
                      <a:pt x="4527" y="999"/>
                      <a:pt x="4285" y="2136"/>
                      <a:pt x="4007" y="2828"/>
                    </a:cubicBezTo>
                    <a:cubicBezTo>
                      <a:pt x="3977" y="2812"/>
                      <a:pt x="3946" y="2798"/>
                      <a:pt x="3911" y="2788"/>
                    </a:cubicBezTo>
                    <a:cubicBezTo>
                      <a:pt x="3926" y="2777"/>
                      <a:pt x="3936" y="2762"/>
                      <a:pt x="3936" y="2747"/>
                    </a:cubicBezTo>
                    <a:cubicBezTo>
                      <a:pt x="3991" y="2485"/>
                      <a:pt x="4012" y="2196"/>
                      <a:pt x="4007" y="1828"/>
                    </a:cubicBezTo>
                    <a:cubicBezTo>
                      <a:pt x="4007" y="1792"/>
                      <a:pt x="3982" y="1762"/>
                      <a:pt x="3946" y="1762"/>
                    </a:cubicBezTo>
                    <a:cubicBezTo>
                      <a:pt x="3911" y="1762"/>
                      <a:pt x="3881" y="1792"/>
                      <a:pt x="3881" y="1828"/>
                    </a:cubicBezTo>
                    <a:cubicBezTo>
                      <a:pt x="3886" y="2191"/>
                      <a:pt x="3865" y="2464"/>
                      <a:pt x="3814" y="2721"/>
                    </a:cubicBezTo>
                    <a:cubicBezTo>
                      <a:pt x="3809" y="2737"/>
                      <a:pt x="3814" y="2747"/>
                      <a:pt x="3820" y="2762"/>
                    </a:cubicBezTo>
                    <a:cubicBezTo>
                      <a:pt x="3782" y="2754"/>
                      <a:pt x="3743" y="2750"/>
                      <a:pt x="3703" y="2750"/>
                    </a:cubicBezTo>
                    <a:cubicBezTo>
                      <a:pt x="3649" y="2750"/>
                      <a:pt x="3594" y="2757"/>
                      <a:pt x="3541" y="2772"/>
                    </a:cubicBezTo>
                    <a:lnTo>
                      <a:pt x="3541" y="2752"/>
                    </a:lnTo>
                    <a:cubicBezTo>
                      <a:pt x="3537" y="2676"/>
                      <a:pt x="3527" y="2595"/>
                      <a:pt x="3522" y="2515"/>
                    </a:cubicBezTo>
                    <a:cubicBezTo>
                      <a:pt x="3501" y="2273"/>
                      <a:pt x="3481" y="2030"/>
                      <a:pt x="3451" y="1797"/>
                    </a:cubicBezTo>
                    <a:cubicBezTo>
                      <a:pt x="3446" y="1765"/>
                      <a:pt x="3420" y="1741"/>
                      <a:pt x="3389" y="1741"/>
                    </a:cubicBezTo>
                    <a:cubicBezTo>
                      <a:pt x="3386" y="1741"/>
                      <a:pt x="3383" y="1741"/>
                      <a:pt x="3380" y="1742"/>
                    </a:cubicBezTo>
                    <a:cubicBezTo>
                      <a:pt x="3345" y="1746"/>
                      <a:pt x="3320" y="1777"/>
                      <a:pt x="3324" y="1812"/>
                    </a:cubicBezTo>
                    <a:cubicBezTo>
                      <a:pt x="3355" y="2040"/>
                      <a:pt x="3375" y="2287"/>
                      <a:pt x="3396" y="2525"/>
                    </a:cubicBezTo>
                    <a:cubicBezTo>
                      <a:pt x="3401" y="2606"/>
                      <a:pt x="3411" y="2686"/>
                      <a:pt x="3415" y="2762"/>
                    </a:cubicBezTo>
                    <a:cubicBezTo>
                      <a:pt x="3415" y="2777"/>
                      <a:pt x="3426" y="2788"/>
                      <a:pt x="3431" y="2798"/>
                    </a:cubicBezTo>
                    <a:cubicBezTo>
                      <a:pt x="3406" y="2802"/>
                      <a:pt x="3385" y="2807"/>
                      <a:pt x="3366" y="2812"/>
                    </a:cubicBezTo>
                    <a:cubicBezTo>
                      <a:pt x="3360" y="2798"/>
                      <a:pt x="3355" y="2788"/>
                      <a:pt x="3350" y="2777"/>
                    </a:cubicBezTo>
                    <a:lnTo>
                      <a:pt x="3320" y="2727"/>
                    </a:lnTo>
                    <a:cubicBezTo>
                      <a:pt x="3269" y="2651"/>
                      <a:pt x="3214" y="2570"/>
                      <a:pt x="3153" y="2485"/>
                    </a:cubicBezTo>
                    <a:cubicBezTo>
                      <a:pt x="2976" y="1969"/>
                      <a:pt x="2885" y="1282"/>
                      <a:pt x="2965" y="898"/>
                    </a:cubicBezTo>
                    <a:cubicBezTo>
                      <a:pt x="3037" y="550"/>
                      <a:pt x="3280" y="261"/>
                      <a:pt x="3541" y="200"/>
                    </a:cubicBezTo>
                    <a:cubicBezTo>
                      <a:pt x="3576" y="193"/>
                      <a:pt x="3610" y="189"/>
                      <a:pt x="3644" y="189"/>
                    </a:cubicBezTo>
                    <a:close/>
                    <a:moveTo>
                      <a:pt x="1339" y="1226"/>
                    </a:moveTo>
                    <a:cubicBezTo>
                      <a:pt x="1995" y="1226"/>
                      <a:pt x="2582" y="1979"/>
                      <a:pt x="2986" y="2570"/>
                    </a:cubicBezTo>
                    <a:cubicBezTo>
                      <a:pt x="3026" y="2691"/>
                      <a:pt x="3072" y="2798"/>
                      <a:pt x="3123" y="2893"/>
                    </a:cubicBezTo>
                    <a:cubicBezTo>
                      <a:pt x="3037" y="2933"/>
                      <a:pt x="2972" y="2984"/>
                      <a:pt x="2916" y="3030"/>
                    </a:cubicBezTo>
                    <a:cubicBezTo>
                      <a:pt x="2870" y="3005"/>
                      <a:pt x="2825" y="2980"/>
                      <a:pt x="2779" y="2954"/>
                    </a:cubicBezTo>
                    <a:cubicBezTo>
                      <a:pt x="2536" y="2823"/>
                      <a:pt x="2305" y="2697"/>
                      <a:pt x="2132" y="2485"/>
                    </a:cubicBezTo>
                    <a:cubicBezTo>
                      <a:pt x="2118" y="2471"/>
                      <a:pt x="2100" y="2463"/>
                      <a:pt x="2082" y="2463"/>
                    </a:cubicBezTo>
                    <a:cubicBezTo>
                      <a:pt x="2067" y="2463"/>
                      <a:pt x="2053" y="2468"/>
                      <a:pt x="2042" y="2479"/>
                    </a:cubicBezTo>
                    <a:cubicBezTo>
                      <a:pt x="2016" y="2499"/>
                      <a:pt x="2011" y="2539"/>
                      <a:pt x="2037" y="2565"/>
                    </a:cubicBezTo>
                    <a:cubicBezTo>
                      <a:pt x="2223" y="2793"/>
                      <a:pt x="2461" y="2924"/>
                      <a:pt x="2718" y="3066"/>
                    </a:cubicBezTo>
                    <a:cubicBezTo>
                      <a:pt x="2708" y="3066"/>
                      <a:pt x="2704" y="3061"/>
                      <a:pt x="2699" y="3061"/>
                    </a:cubicBezTo>
                    <a:cubicBezTo>
                      <a:pt x="2032" y="2984"/>
                      <a:pt x="1510" y="2758"/>
                      <a:pt x="1142" y="2383"/>
                    </a:cubicBezTo>
                    <a:cubicBezTo>
                      <a:pt x="859" y="2096"/>
                      <a:pt x="717" y="1701"/>
                      <a:pt x="813" y="1469"/>
                    </a:cubicBezTo>
                    <a:cubicBezTo>
                      <a:pt x="894" y="1266"/>
                      <a:pt x="1142" y="1226"/>
                      <a:pt x="1339" y="1226"/>
                    </a:cubicBezTo>
                    <a:close/>
                    <a:moveTo>
                      <a:pt x="5659" y="1275"/>
                    </a:moveTo>
                    <a:cubicBezTo>
                      <a:pt x="5866" y="1275"/>
                      <a:pt x="6070" y="1341"/>
                      <a:pt x="6225" y="1464"/>
                    </a:cubicBezTo>
                    <a:cubicBezTo>
                      <a:pt x="6412" y="1611"/>
                      <a:pt x="6507" y="1818"/>
                      <a:pt x="6503" y="2049"/>
                    </a:cubicBezTo>
                    <a:cubicBezTo>
                      <a:pt x="6493" y="2661"/>
                      <a:pt x="5831" y="3055"/>
                      <a:pt x="5184" y="3328"/>
                    </a:cubicBezTo>
                    <a:cubicBezTo>
                      <a:pt x="4987" y="3399"/>
                      <a:pt x="4800" y="3469"/>
                      <a:pt x="4639" y="3535"/>
                    </a:cubicBezTo>
                    <a:lnTo>
                      <a:pt x="4497" y="3591"/>
                    </a:lnTo>
                    <a:cubicBezTo>
                      <a:pt x="4481" y="3505"/>
                      <a:pt x="4462" y="3418"/>
                      <a:pt x="4431" y="3343"/>
                    </a:cubicBezTo>
                    <a:lnTo>
                      <a:pt x="4431" y="3338"/>
                    </a:lnTo>
                    <a:cubicBezTo>
                      <a:pt x="4674" y="3101"/>
                      <a:pt x="5118" y="2879"/>
                      <a:pt x="5300" y="2793"/>
                    </a:cubicBezTo>
                    <a:cubicBezTo>
                      <a:pt x="5330" y="2777"/>
                      <a:pt x="5346" y="2737"/>
                      <a:pt x="5330" y="2707"/>
                    </a:cubicBezTo>
                    <a:cubicBezTo>
                      <a:pt x="5319" y="2685"/>
                      <a:pt x="5295" y="2670"/>
                      <a:pt x="5271" y="2670"/>
                    </a:cubicBezTo>
                    <a:cubicBezTo>
                      <a:pt x="5262" y="2670"/>
                      <a:pt x="5253" y="2672"/>
                      <a:pt x="5245" y="2676"/>
                    </a:cubicBezTo>
                    <a:cubicBezTo>
                      <a:pt x="5022" y="2782"/>
                      <a:pt x="4623" y="2989"/>
                      <a:pt x="4371" y="3222"/>
                    </a:cubicBezTo>
                    <a:cubicBezTo>
                      <a:pt x="4371" y="3212"/>
                      <a:pt x="4366" y="3201"/>
                      <a:pt x="4360" y="3192"/>
                    </a:cubicBezTo>
                    <a:lnTo>
                      <a:pt x="4366" y="3192"/>
                    </a:lnTo>
                    <a:cubicBezTo>
                      <a:pt x="4385" y="3192"/>
                      <a:pt x="4411" y="3182"/>
                      <a:pt x="4421" y="3157"/>
                    </a:cubicBezTo>
                    <a:cubicBezTo>
                      <a:pt x="4562" y="2863"/>
                      <a:pt x="4714" y="2590"/>
                      <a:pt x="4957" y="2413"/>
                    </a:cubicBezTo>
                    <a:cubicBezTo>
                      <a:pt x="4987" y="2394"/>
                      <a:pt x="4992" y="2353"/>
                      <a:pt x="4972" y="2327"/>
                    </a:cubicBezTo>
                    <a:cubicBezTo>
                      <a:pt x="4960" y="2309"/>
                      <a:pt x="4943" y="2300"/>
                      <a:pt x="4924" y="2300"/>
                    </a:cubicBezTo>
                    <a:cubicBezTo>
                      <a:pt x="4912" y="2300"/>
                      <a:pt x="4898" y="2304"/>
                      <a:pt x="4886" y="2313"/>
                    </a:cubicBezTo>
                    <a:cubicBezTo>
                      <a:pt x="4613" y="2504"/>
                      <a:pt x="4457" y="2793"/>
                      <a:pt x="4310" y="3101"/>
                    </a:cubicBezTo>
                    <a:lnTo>
                      <a:pt x="4305" y="3106"/>
                    </a:lnTo>
                    <a:cubicBezTo>
                      <a:pt x="4275" y="3061"/>
                      <a:pt x="4239" y="3015"/>
                      <a:pt x="4199" y="2975"/>
                    </a:cubicBezTo>
                    <a:lnTo>
                      <a:pt x="4199" y="2970"/>
                    </a:lnTo>
                    <a:cubicBezTo>
                      <a:pt x="4371" y="2277"/>
                      <a:pt x="4826" y="1464"/>
                      <a:pt x="5411" y="1307"/>
                    </a:cubicBezTo>
                    <a:cubicBezTo>
                      <a:pt x="5492" y="1286"/>
                      <a:pt x="5576" y="1275"/>
                      <a:pt x="5659" y="1275"/>
                    </a:cubicBezTo>
                    <a:close/>
                    <a:moveTo>
                      <a:pt x="3709" y="2873"/>
                    </a:moveTo>
                    <a:cubicBezTo>
                      <a:pt x="3809" y="2873"/>
                      <a:pt x="3900" y="2909"/>
                      <a:pt x="3966" y="2949"/>
                    </a:cubicBezTo>
                    <a:cubicBezTo>
                      <a:pt x="3972" y="2984"/>
                      <a:pt x="3991" y="3015"/>
                      <a:pt x="4022" y="3030"/>
                    </a:cubicBezTo>
                    <a:cubicBezTo>
                      <a:pt x="4034" y="3036"/>
                      <a:pt x="4046" y="3038"/>
                      <a:pt x="4058" y="3038"/>
                    </a:cubicBezTo>
                    <a:cubicBezTo>
                      <a:pt x="4066" y="3038"/>
                      <a:pt x="4074" y="3037"/>
                      <a:pt x="4082" y="3035"/>
                    </a:cubicBezTo>
                    <a:cubicBezTo>
                      <a:pt x="4234" y="3176"/>
                      <a:pt x="4345" y="3404"/>
                      <a:pt x="4376" y="3642"/>
                    </a:cubicBezTo>
                    <a:cubicBezTo>
                      <a:pt x="4385" y="3702"/>
                      <a:pt x="4385" y="3768"/>
                      <a:pt x="4385" y="3833"/>
                    </a:cubicBezTo>
                    <a:cubicBezTo>
                      <a:pt x="4376" y="3975"/>
                      <a:pt x="4341" y="4116"/>
                      <a:pt x="4259" y="4237"/>
                    </a:cubicBezTo>
                    <a:cubicBezTo>
                      <a:pt x="4098" y="4486"/>
                      <a:pt x="3897" y="4616"/>
                      <a:pt x="3679" y="4616"/>
                    </a:cubicBezTo>
                    <a:cubicBezTo>
                      <a:pt x="3609" y="4616"/>
                      <a:pt x="3538" y="4603"/>
                      <a:pt x="3466" y="4576"/>
                    </a:cubicBezTo>
                    <a:cubicBezTo>
                      <a:pt x="3254" y="4495"/>
                      <a:pt x="3067" y="4318"/>
                      <a:pt x="2946" y="4101"/>
                    </a:cubicBezTo>
                    <a:cubicBezTo>
                      <a:pt x="2941" y="4085"/>
                      <a:pt x="2935" y="4066"/>
                      <a:pt x="2925" y="4050"/>
                    </a:cubicBezTo>
                    <a:cubicBezTo>
                      <a:pt x="2921" y="4045"/>
                      <a:pt x="2916" y="4041"/>
                      <a:pt x="2911" y="4036"/>
                    </a:cubicBezTo>
                    <a:cubicBezTo>
                      <a:pt x="2911" y="4036"/>
                      <a:pt x="2905" y="4036"/>
                      <a:pt x="2905" y="4031"/>
                    </a:cubicBezTo>
                    <a:cubicBezTo>
                      <a:pt x="2820" y="3859"/>
                      <a:pt x="2779" y="3667"/>
                      <a:pt x="2804" y="3495"/>
                    </a:cubicBezTo>
                    <a:cubicBezTo>
                      <a:pt x="2835" y="3297"/>
                      <a:pt x="2941" y="3146"/>
                      <a:pt x="3117" y="3045"/>
                    </a:cubicBezTo>
                    <a:lnTo>
                      <a:pt x="3117" y="3045"/>
                    </a:lnTo>
                    <a:cubicBezTo>
                      <a:pt x="3112" y="3061"/>
                      <a:pt x="3112" y="3080"/>
                      <a:pt x="3123" y="3096"/>
                    </a:cubicBezTo>
                    <a:cubicBezTo>
                      <a:pt x="3135" y="3115"/>
                      <a:pt x="3154" y="3124"/>
                      <a:pt x="3174" y="3124"/>
                    </a:cubicBezTo>
                    <a:cubicBezTo>
                      <a:pt x="3185" y="3124"/>
                      <a:pt x="3197" y="3121"/>
                      <a:pt x="3208" y="3115"/>
                    </a:cubicBezTo>
                    <a:lnTo>
                      <a:pt x="3264" y="3080"/>
                    </a:lnTo>
                    <a:cubicBezTo>
                      <a:pt x="3275" y="3070"/>
                      <a:pt x="3280" y="3066"/>
                      <a:pt x="3289" y="3061"/>
                    </a:cubicBezTo>
                    <a:cubicBezTo>
                      <a:pt x="3299" y="3061"/>
                      <a:pt x="3310" y="3055"/>
                      <a:pt x="3320" y="3050"/>
                    </a:cubicBezTo>
                    <a:cubicBezTo>
                      <a:pt x="3340" y="3035"/>
                      <a:pt x="3350" y="3020"/>
                      <a:pt x="3355" y="3005"/>
                    </a:cubicBezTo>
                    <a:cubicBezTo>
                      <a:pt x="3420" y="2959"/>
                      <a:pt x="3476" y="2924"/>
                      <a:pt x="3537" y="2903"/>
                    </a:cubicBezTo>
                    <a:cubicBezTo>
                      <a:pt x="3578" y="2898"/>
                      <a:pt x="3623" y="2893"/>
                      <a:pt x="3669" y="2893"/>
                    </a:cubicBezTo>
                    <a:cubicBezTo>
                      <a:pt x="3683" y="2889"/>
                      <a:pt x="3699" y="2884"/>
                      <a:pt x="3709" y="2873"/>
                    </a:cubicBezTo>
                    <a:close/>
                    <a:moveTo>
                      <a:pt x="2748" y="3085"/>
                    </a:moveTo>
                    <a:lnTo>
                      <a:pt x="2748" y="3085"/>
                    </a:lnTo>
                    <a:cubicBezTo>
                      <a:pt x="2774" y="3096"/>
                      <a:pt x="2799" y="3110"/>
                      <a:pt x="2825" y="3126"/>
                    </a:cubicBezTo>
                    <a:cubicBezTo>
                      <a:pt x="2764" y="3206"/>
                      <a:pt x="2723" y="3292"/>
                      <a:pt x="2704" y="3369"/>
                    </a:cubicBezTo>
                    <a:cubicBezTo>
                      <a:pt x="2668" y="3366"/>
                      <a:pt x="2632" y="3364"/>
                      <a:pt x="2597" y="3364"/>
                    </a:cubicBezTo>
                    <a:cubicBezTo>
                      <a:pt x="2445" y="3364"/>
                      <a:pt x="2303" y="3390"/>
                      <a:pt x="2163" y="3418"/>
                    </a:cubicBezTo>
                    <a:cubicBezTo>
                      <a:pt x="2067" y="3434"/>
                      <a:pt x="1965" y="3455"/>
                      <a:pt x="1869" y="3465"/>
                    </a:cubicBezTo>
                    <a:cubicBezTo>
                      <a:pt x="1834" y="3465"/>
                      <a:pt x="1809" y="3500"/>
                      <a:pt x="1809" y="3530"/>
                    </a:cubicBezTo>
                    <a:cubicBezTo>
                      <a:pt x="1814" y="3565"/>
                      <a:pt x="1839" y="3591"/>
                      <a:pt x="1874" y="3591"/>
                    </a:cubicBezTo>
                    <a:lnTo>
                      <a:pt x="1880" y="3591"/>
                    </a:lnTo>
                    <a:cubicBezTo>
                      <a:pt x="1986" y="3581"/>
                      <a:pt x="2086" y="3560"/>
                      <a:pt x="2183" y="3540"/>
                    </a:cubicBezTo>
                    <a:cubicBezTo>
                      <a:pt x="2318" y="3515"/>
                      <a:pt x="2450" y="3491"/>
                      <a:pt x="2584" y="3491"/>
                    </a:cubicBezTo>
                    <a:cubicBezTo>
                      <a:pt x="2615" y="3491"/>
                      <a:pt x="2647" y="3492"/>
                      <a:pt x="2678" y="3495"/>
                    </a:cubicBezTo>
                    <a:cubicBezTo>
                      <a:pt x="2673" y="3555"/>
                      <a:pt x="2668" y="3616"/>
                      <a:pt x="2678" y="3677"/>
                    </a:cubicBezTo>
                    <a:cubicBezTo>
                      <a:pt x="2673" y="3674"/>
                      <a:pt x="2668" y="3673"/>
                      <a:pt x="2663" y="3673"/>
                    </a:cubicBezTo>
                    <a:cubicBezTo>
                      <a:pt x="2658" y="3673"/>
                      <a:pt x="2653" y="3674"/>
                      <a:pt x="2648" y="3677"/>
                    </a:cubicBezTo>
                    <a:cubicBezTo>
                      <a:pt x="2380" y="3742"/>
                      <a:pt x="2117" y="3863"/>
                      <a:pt x="1869" y="3980"/>
                    </a:cubicBezTo>
                    <a:cubicBezTo>
                      <a:pt x="1839" y="3994"/>
                      <a:pt x="1824" y="4036"/>
                      <a:pt x="1839" y="4066"/>
                    </a:cubicBezTo>
                    <a:cubicBezTo>
                      <a:pt x="1850" y="4091"/>
                      <a:pt x="1874" y="4101"/>
                      <a:pt x="1895" y="4101"/>
                    </a:cubicBezTo>
                    <a:cubicBezTo>
                      <a:pt x="1905" y="4101"/>
                      <a:pt x="1915" y="4101"/>
                      <a:pt x="1925" y="4096"/>
                    </a:cubicBezTo>
                    <a:cubicBezTo>
                      <a:pt x="2163" y="3980"/>
                      <a:pt x="2420" y="3863"/>
                      <a:pt x="2678" y="3798"/>
                    </a:cubicBezTo>
                    <a:cubicBezTo>
                      <a:pt x="2683" y="3798"/>
                      <a:pt x="2688" y="3793"/>
                      <a:pt x="2693" y="3793"/>
                    </a:cubicBezTo>
                    <a:cubicBezTo>
                      <a:pt x="2704" y="3843"/>
                      <a:pt x="2718" y="3899"/>
                      <a:pt x="2739" y="3954"/>
                    </a:cubicBezTo>
                    <a:cubicBezTo>
                      <a:pt x="2734" y="3959"/>
                      <a:pt x="2723" y="3964"/>
                      <a:pt x="2718" y="3970"/>
                    </a:cubicBezTo>
                    <a:cubicBezTo>
                      <a:pt x="2294" y="4362"/>
                      <a:pt x="1648" y="4725"/>
                      <a:pt x="1088" y="4725"/>
                    </a:cubicBezTo>
                    <a:cubicBezTo>
                      <a:pt x="1027" y="4725"/>
                      <a:pt x="968" y="4721"/>
                      <a:pt x="910" y="4712"/>
                    </a:cubicBezTo>
                    <a:cubicBezTo>
                      <a:pt x="657" y="4677"/>
                      <a:pt x="419" y="4495"/>
                      <a:pt x="304" y="4253"/>
                    </a:cubicBezTo>
                    <a:cubicBezTo>
                      <a:pt x="202" y="4041"/>
                      <a:pt x="207" y="3813"/>
                      <a:pt x="323" y="3616"/>
                    </a:cubicBezTo>
                    <a:cubicBezTo>
                      <a:pt x="522" y="3280"/>
                      <a:pt x="1025" y="3206"/>
                      <a:pt x="1536" y="3206"/>
                    </a:cubicBezTo>
                    <a:cubicBezTo>
                      <a:pt x="1754" y="3206"/>
                      <a:pt x="1974" y="3220"/>
                      <a:pt x="2172" y="3232"/>
                    </a:cubicBezTo>
                    <a:cubicBezTo>
                      <a:pt x="2340" y="3243"/>
                      <a:pt x="2491" y="3247"/>
                      <a:pt x="2617" y="3247"/>
                    </a:cubicBezTo>
                    <a:cubicBezTo>
                      <a:pt x="2627" y="3247"/>
                      <a:pt x="2638" y="3247"/>
                      <a:pt x="2643" y="3243"/>
                    </a:cubicBezTo>
                    <a:cubicBezTo>
                      <a:pt x="2658" y="3247"/>
                      <a:pt x="2668" y="3247"/>
                      <a:pt x="2678" y="3247"/>
                    </a:cubicBezTo>
                    <a:lnTo>
                      <a:pt x="2688" y="3247"/>
                    </a:lnTo>
                    <a:cubicBezTo>
                      <a:pt x="2734" y="3247"/>
                      <a:pt x="2774" y="3212"/>
                      <a:pt x="2784" y="3166"/>
                    </a:cubicBezTo>
                    <a:cubicBezTo>
                      <a:pt x="2784" y="3131"/>
                      <a:pt x="2774" y="3106"/>
                      <a:pt x="2748" y="3085"/>
                    </a:cubicBezTo>
                    <a:close/>
                    <a:moveTo>
                      <a:pt x="6420" y="3246"/>
                    </a:moveTo>
                    <a:cubicBezTo>
                      <a:pt x="6550" y="3246"/>
                      <a:pt x="6671" y="3261"/>
                      <a:pt x="6780" y="3297"/>
                    </a:cubicBezTo>
                    <a:cubicBezTo>
                      <a:pt x="7008" y="3369"/>
                      <a:pt x="7174" y="3540"/>
                      <a:pt x="7235" y="3768"/>
                    </a:cubicBezTo>
                    <a:cubicBezTo>
                      <a:pt x="7306" y="4005"/>
                      <a:pt x="7246" y="4262"/>
                      <a:pt x="7078" y="4460"/>
                    </a:cubicBezTo>
                    <a:cubicBezTo>
                      <a:pt x="6860" y="4722"/>
                      <a:pt x="6497" y="4821"/>
                      <a:pt x="6089" y="4821"/>
                    </a:cubicBezTo>
                    <a:cubicBezTo>
                      <a:pt x="5537" y="4821"/>
                      <a:pt x="4900" y="4639"/>
                      <a:pt x="4421" y="4430"/>
                    </a:cubicBezTo>
                    <a:cubicBezTo>
                      <a:pt x="4390" y="4409"/>
                      <a:pt x="4360" y="4384"/>
                      <a:pt x="4330" y="4358"/>
                    </a:cubicBezTo>
                    <a:cubicBezTo>
                      <a:pt x="4341" y="4344"/>
                      <a:pt x="4355" y="4323"/>
                      <a:pt x="4366" y="4308"/>
                    </a:cubicBezTo>
                    <a:cubicBezTo>
                      <a:pt x="4376" y="4288"/>
                      <a:pt x="4390" y="4267"/>
                      <a:pt x="4396" y="4253"/>
                    </a:cubicBezTo>
                    <a:cubicBezTo>
                      <a:pt x="4406" y="4258"/>
                      <a:pt x="4421" y="4262"/>
                      <a:pt x="4436" y="4262"/>
                    </a:cubicBezTo>
                    <a:cubicBezTo>
                      <a:pt x="4461" y="4262"/>
                      <a:pt x="4486" y="4262"/>
                      <a:pt x="4511" y="4262"/>
                    </a:cubicBezTo>
                    <a:cubicBezTo>
                      <a:pt x="4735" y="4262"/>
                      <a:pt x="4966" y="4280"/>
                      <a:pt x="5184" y="4298"/>
                    </a:cubicBezTo>
                    <a:cubicBezTo>
                      <a:pt x="5250" y="4304"/>
                      <a:pt x="5320" y="4308"/>
                      <a:pt x="5381" y="4313"/>
                    </a:cubicBezTo>
                    <a:lnTo>
                      <a:pt x="5391" y="4313"/>
                    </a:lnTo>
                    <a:cubicBezTo>
                      <a:pt x="5421" y="4313"/>
                      <a:pt x="5451" y="4288"/>
                      <a:pt x="5451" y="4253"/>
                    </a:cubicBezTo>
                    <a:cubicBezTo>
                      <a:pt x="5451" y="4218"/>
                      <a:pt x="5427" y="4187"/>
                      <a:pt x="5391" y="4187"/>
                    </a:cubicBezTo>
                    <a:cubicBezTo>
                      <a:pt x="5325" y="4182"/>
                      <a:pt x="5260" y="4176"/>
                      <a:pt x="5194" y="4171"/>
                    </a:cubicBezTo>
                    <a:cubicBezTo>
                      <a:pt x="4976" y="4154"/>
                      <a:pt x="4750" y="4136"/>
                      <a:pt x="4526" y="4136"/>
                    </a:cubicBezTo>
                    <a:cubicBezTo>
                      <a:pt x="4501" y="4136"/>
                      <a:pt x="4476" y="4136"/>
                      <a:pt x="4451" y="4136"/>
                    </a:cubicBezTo>
                    <a:cubicBezTo>
                      <a:pt x="4471" y="4085"/>
                      <a:pt x="4487" y="4031"/>
                      <a:pt x="4497" y="3980"/>
                    </a:cubicBezTo>
                    <a:cubicBezTo>
                      <a:pt x="4805" y="3884"/>
                      <a:pt x="5215" y="3828"/>
                      <a:pt x="5572" y="3823"/>
                    </a:cubicBezTo>
                    <a:cubicBezTo>
                      <a:pt x="5609" y="3823"/>
                      <a:pt x="5639" y="3793"/>
                      <a:pt x="5639" y="3758"/>
                    </a:cubicBezTo>
                    <a:cubicBezTo>
                      <a:pt x="5639" y="3725"/>
                      <a:pt x="5614" y="3697"/>
                      <a:pt x="5582" y="3697"/>
                    </a:cubicBezTo>
                    <a:cubicBezTo>
                      <a:pt x="5579" y="3697"/>
                      <a:pt x="5576" y="3697"/>
                      <a:pt x="5572" y="3697"/>
                    </a:cubicBezTo>
                    <a:cubicBezTo>
                      <a:pt x="5215" y="3697"/>
                      <a:pt x="4826" y="3752"/>
                      <a:pt x="4511" y="3843"/>
                    </a:cubicBezTo>
                    <a:lnTo>
                      <a:pt x="4511" y="3788"/>
                    </a:lnTo>
                    <a:cubicBezTo>
                      <a:pt x="4567" y="3768"/>
                      <a:pt x="4618" y="3747"/>
                      <a:pt x="4679" y="3728"/>
                    </a:cubicBezTo>
                    <a:cubicBezTo>
                      <a:pt x="4851" y="3661"/>
                      <a:pt x="5043" y="3591"/>
                      <a:pt x="5245" y="3505"/>
                    </a:cubicBezTo>
                    <a:cubicBezTo>
                      <a:pt x="5632" y="3367"/>
                      <a:pt x="6057" y="3246"/>
                      <a:pt x="6420" y="3246"/>
                    </a:cubicBezTo>
                    <a:close/>
                    <a:moveTo>
                      <a:pt x="2870" y="4218"/>
                    </a:moveTo>
                    <a:cubicBezTo>
                      <a:pt x="2881" y="4237"/>
                      <a:pt x="2900" y="4262"/>
                      <a:pt x="2916" y="4283"/>
                    </a:cubicBezTo>
                    <a:cubicBezTo>
                      <a:pt x="2905" y="4288"/>
                      <a:pt x="2900" y="4293"/>
                      <a:pt x="2895" y="4304"/>
                    </a:cubicBezTo>
                    <a:lnTo>
                      <a:pt x="2850" y="4358"/>
                    </a:lnTo>
                    <a:cubicBezTo>
                      <a:pt x="2678" y="4566"/>
                      <a:pt x="2487" y="4803"/>
                      <a:pt x="2440" y="5076"/>
                    </a:cubicBezTo>
                    <a:cubicBezTo>
                      <a:pt x="2436" y="5111"/>
                      <a:pt x="2456" y="5142"/>
                      <a:pt x="2491" y="5146"/>
                    </a:cubicBezTo>
                    <a:cubicBezTo>
                      <a:pt x="2496" y="5152"/>
                      <a:pt x="2496" y="5152"/>
                      <a:pt x="2501" y="5152"/>
                    </a:cubicBezTo>
                    <a:cubicBezTo>
                      <a:pt x="2531" y="5152"/>
                      <a:pt x="2557" y="5127"/>
                      <a:pt x="2562" y="5097"/>
                    </a:cubicBezTo>
                    <a:cubicBezTo>
                      <a:pt x="2608" y="4854"/>
                      <a:pt x="2790" y="4631"/>
                      <a:pt x="2946" y="4439"/>
                    </a:cubicBezTo>
                    <a:lnTo>
                      <a:pt x="2991" y="4384"/>
                    </a:lnTo>
                    <a:cubicBezTo>
                      <a:pt x="3063" y="4465"/>
                      <a:pt x="3138" y="4535"/>
                      <a:pt x="3224" y="4591"/>
                    </a:cubicBezTo>
                    <a:lnTo>
                      <a:pt x="3229" y="4591"/>
                    </a:lnTo>
                    <a:cubicBezTo>
                      <a:pt x="3158" y="4712"/>
                      <a:pt x="3103" y="4843"/>
                      <a:pt x="3052" y="4971"/>
                    </a:cubicBezTo>
                    <a:cubicBezTo>
                      <a:pt x="3002" y="5097"/>
                      <a:pt x="2951" y="5223"/>
                      <a:pt x="2890" y="5334"/>
                    </a:cubicBezTo>
                    <a:cubicBezTo>
                      <a:pt x="2870" y="5365"/>
                      <a:pt x="2885" y="5405"/>
                      <a:pt x="2916" y="5419"/>
                    </a:cubicBezTo>
                    <a:cubicBezTo>
                      <a:pt x="2925" y="5425"/>
                      <a:pt x="2935" y="5430"/>
                      <a:pt x="2946" y="5430"/>
                    </a:cubicBezTo>
                    <a:cubicBezTo>
                      <a:pt x="2965" y="5430"/>
                      <a:pt x="2986" y="5414"/>
                      <a:pt x="3002" y="5395"/>
                    </a:cubicBezTo>
                    <a:cubicBezTo>
                      <a:pt x="3063" y="5279"/>
                      <a:pt x="3117" y="5146"/>
                      <a:pt x="3168" y="5020"/>
                    </a:cubicBezTo>
                    <a:cubicBezTo>
                      <a:pt x="3224" y="4889"/>
                      <a:pt x="3275" y="4768"/>
                      <a:pt x="3335" y="4656"/>
                    </a:cubicBezTo>
                    <a:cubicBezTo>
                      <a:pt x="3355" y="4667"/>
                      <a:pt x="3370" y="4672"/>
                      <a:pt x="3390" y="4682"/>
                    </a:cubicBezTo>
                    <a:cubicBezTo>
                      <a:pt x="3390" y="4687"/>
                      <a:pt x="3385" y="4692"/>
                      <a:pt x="3385" y="4703"/>
                    </a:cubicBezTo>
                    <a:cubicBezTo>
                      <a:pt x="3380" y="4738"/>
                      <a:pt x="3370" y="4819"/>
                      <a:pt x="3360" y="4929"/>
                    </a:cubicBezTo>
                    <a:cubicBezTo>
                      <a:pt x="3340" y="5055"/>
                      <a:pt x="3324" y="5188"/>
                      <a:pt x="3310" y="5314"/>
                    </a:cubicBezTo>
                    <a:cubicBezTo>
                      <a:pt x="3244" y="5960"/>
                      <a:pt x="3184" y="6521"/>
                      <a:pt x="2445" y="6764"/>
                    </a:cubicBezTo>
                    <a:cubicBezTo>
                      <a:pt x="2342" y="6799"/>
                      <a:pt x="2245" y="6816"/>
                      <a:pt x="2156" y="6816"/>
                    </a:cubicBezTo>
                    <a:cubicBezTo>
                      <a:pt x="2027" y="6816"/>
                      <a:pt x="1914" y="6780"/>
                      <a:pt x="1824" y="6708"/>
                    </a:cubicBezTo>
                    <a:cubicBezTo>
                      <a:pt x="1668" y="6577"/>
                      <a:pt x="1601" y="6344"/>
                      <a:pt x="1643" y="6056"/>
                    </a:cubicBezTo>
                    <a:cubicBezTo>
                      <a:pt x="1718" y="5465"/>
                      <a:pt x="2329" y="4656"/>
                      <a:pt x="2870" y="4218"/>
                    </a:cubicBezTo>
                    <a:close/>
                    <a:moveTo>
                      <a:pt x="4184" y="4526"/>
                    </a:moveTo>
                    <a:cubicBezTo>
                      <a:pt x="4194" y="4535"/>
                      <a:pt x="4199" y="4540"/>
                      <a:pt x="4208" y="4546"/>
                    </a:cubicBezTo>
                    <a:cubicBezTo>
                      <a:pt x="4239" y="4561"/>
                      <a:pt x="4280" y="4576"/>
                      <a:pt x="4320" y="4591"/>
                    </a:cubicBezTo>
                    <a:cubicBezTo>
                      <a:pt x="4875" y="5055"/>
                      <a:pt x="5234" y="5637"/>
                      <a:pt x="5269" y="6167"/>
                    </a:cubicBezTo>
                    <a:cubicBezTo>
                      <a:pt x="5295" y="6486"/>
                      <a:pt x="5204" y="6753"/>
                      <a:pt x="5022" y="6920"/>
                    </a:cubicBezTo>
                    <a:cubicBezTo>
                      <a:pt x="4884" y="7042"/>
                      <a:pt x="4701" y="7107"/>
                      <a:pt x="4484" y="7107"/>
                    </a:cubicBezTo>
                    <a:cubicBezTo>
                      <a:pt x="4414" y="7107"/>
                      <a:pt x="4341" y="7100"/>
                      <a:pt x="4264" y="7086"/>
                    </a:cubicBezTo>
                    <a:cubicBezTo>
                      <a:pt x="3552" y="6965"/>
                      <a:pt x="3471" y="5794"/>
                      <a:pt x="3548" y="4971"/>
                    </a:cubicBezTo>
                    <a:cubicBezTo>
                      <a:pt x="3557" y="4889"/>
                      <a:pt x="3572" y="4813"/>
                      <a:pt x="3588" y="4738"/>
                    </a:cubicBezTo>
                    <a:cubicBezTo>
                      <a:pt x="3623" y="4743"/>
                      <a:pt x="3653" y="4743"/>
                      <a:pt x="3683" y="4743"/>
                    </a:cubicBezTo>
                    <a:cubicBezTo>
                      <a:pt x="3795" y="4743"/>
                      <a:pt x="3905" y="4712"/>
                      <a:pt x="4012" y="4656"/>
                    </a:cubicBezTo>
                    <a:cubicBezTo>
                      <a:pt x="4012" y="4661"/>
                      <a:pt x="4017" y="4661"/>
                      <a:pt x="4017" y="4667"/>
                    </a:cubicBezTo>
                    <a:cubicBezTo>
                      <a:pt x="4178" y="4813"/>
                      <a:pt x="4325" y="5036"/>
                      <a:pt x="4396" y="5248"/>
                    </a:cubicBezTo>
                    <a:cubicBezTo>
                      <a:pt x="4406" y="5274"/>
                      <a:pt x="4431" y="5288"/>
                      <a:pt x="4457" y="5288"/>
                    </a:cubicBezTo>
                    <a:lnTo>
                      <a:pt x="4476" y="5288"/>
                    </a:lnTo>
                    <a:cubicBezTo>
                      <a:pt x="4511" y="5274"/>
                      <a:pt x="4527" y="5237"/>
                      <a:pt x="4518" y="5202"/>
                    </a:cubicBezTo>
                    <a:cubicBezTo>
                      <a:pt x="4441" y="4980"/>
                      <a:pt x="4285" y="4743"/>
                      <a:pt x="4117" y="4586"/>
                    </a:cubicBezTo>
                    <a:cubicBezTo>
                      <a:pt x="4138" y="4570"/>
                      <a:pt x="4163" y="4551"/>
                      <a:pt x="4184" y="4530"/>
                    </a:cubicBezTo>
                    <a:lnTo>
                      <a:pt x="4184" y="4526"/>
                    </a:lnTo>
                    <a:close/>
                    <a:moveTo>
                      <a:pt x="3652" y="1"/>
                    </a:moveTo>
                    <a:cubicBezTo>
                      <a:pt x="3602" y="1"/>
                      <a:pt x="3552" y="7"/>
                      <a:pt x="3501" y="18"/>
                    </a:cubicBezTo>
                    <a:cubicBezTo>
                      <a:pt x="3158" y="95"/>
                      <a:pt x="2870" y="433"/>
                      <a:pt x="2779" y="858"/>
                    </a:cubicBezTo>
                    <a:cubicBezTo>
                      <a:pt x="2718" y="1161"/>
                      <a:pt x="2748" y="1611"/>
                      <a:pt x="2839" y="2045"/>
                    </a:cubicBezTo>
                    <a:cubicBezTo>
                      <a:pt x="2440" y="1529"/>
                      <a:pt x="1925" y="1035"/>
                      <a:pt x="1339" y="1035"/>
                    </a:cubicBezTo>
                    <a:lnTo>
                      <a:pt x="1335" y="1035"/>
                    </a:lnTo>
                    <a:cubicBezTo>
                      <a:pt x="885" y="1039"/>
                      <a:pt x="708" y="1231"/>
                      <a:pt x="642" y="1398"/>
                    </a:cubicBezTo>
                    <a:cubicBezTo>
                      <a:pt x="496" y="1742"/>
                      <a:pt x="717" y="2222"/>
                      <a:pt x="1011" y="2515"/>
                    </a:cubicBezTo>
                    <a:cubicBezTo>
                      <a:pt x="1218" y="2727"/>
                      <a:pt x="1470" y="2893"/>
                      <a:pt x="1769" y="3020"/>
                    </a:cubicBezTo>
                    <a:cubicBezTo>
                      <a:pt x="1697" y="3017"/>
                      <a:pt x="1624" y="3016"/>
                      <a:pt x="1551" y="3016"/>
                    </a:cubicBezTo>
                    <a:cubicBezTo>
                      <a:pt x="984" y="3016"/>
                      <a:pt x="408" y="3099"/>
                      <a:pt x="162" y="3520"/>
                    </a:cubicBezTo>
                    <a:cubicBezTo>
                      <a:pt x="11" y="3773"/>
                      <a:pt x="1" y="4066"/>
                      <a:pt x="132" y="4334"/>
                    </a:cubicBezTo>
                    <a:cubicBezTo>
                      <a:pt x="274" y="4631"/>
                      <a:pt x="566" y="4854"/>
                      <a:pt x="880" y="4899"/>
                    </a:cubicBezTo>
                    <a:cubicBezTo>
                      <a:pt x="950" y="4910"/>
                      <a:pt x="1021" y="4915"/>
                      <a:pt x="1086" y="4915"/>
                    </a:cubicBezTo>
                    <a:cubicBezTo>
                      <a:pt x="1491" y="4915"/>
                      <a:pt x="1905" y="4758"/>
                      <a:pt x="2263" y="4540"/>
                    </a:cubicBezTo>
                    <a:lnTo>
                      <a:pt x="2263" y="4540"/>
                    </a:lnTo>
                    <a:cubicBezTo>
                      <a:pt x="1880" y="4975"/>
                      <a:pt x="1516" y="5536"/>
                      <a:pt x="1450" y="6032"/>
                    </a:cubicBezTo>
                    <a:cubicBezTo>
                      <a:pt x="1405" y="6384"/>
                      <a:pt x="1496" y="6678"/>
                      <a:pt x="1708" y="6850"/>
                    </a:cubicBezTo>
                    <a:cubicBezTo>
                      <a:pt x="1829" y="6955"/>
                      <a:pt x="1986" y="7006"/>
                      <a:pt x="2158" y="7006"/>
                    </a:cubicBezTo>
                    <a:cubicBezTo>
                      <a:pt x="2268" y="7006"/>
                      <a:pt x="2385" y="6986"/>
                      <a:pt x="2506" y="6946"/>
                    </a:cubicBezTo>
                    <a:cubicBezTo>
                      <a:pt x="3032" y="6769"/>
                      <a:pt x="3264" y="6445"/>
                      <a:pt x="3375" y="6067"/>
                    </a:cubicBezTo>
                    <a:cubicBezTo>
                      <a:pt x="3457" y="6632"/>
                      <a:pt x="3678" y="7177"/>
                      <a:pt x="4234" y="7274"/>
                    </a:cubicBezTo>
                    <a:cubicBezTo>
                      <a:pt x="4320" y="7289"/>
                      <a:pt x="4406" y="7299"/>
                      <a:pt x="4487" y="7299"/>
                    </a:cubicBezTo>
                    <a:cubicBezTo>
                      <a:pt x="4749" y="7299"/>
                      <a:pt x="4977" y="7219"/>
                      <a:pt x="5148" y="7062"/>
                    </a:cubicBezTo>
                    <a:cubicBezTo>
                      <a:pt x="5376" y="6855"/>
                      <a:pt x="5488" y="6531"/>
                      <a:pt x="5462" y="6153"/>
                    </a:cubicBezTo>
                    <a:cubicBezTo>
                      <a:pt x="5427" y="5692"/>
                      <a:pt x="5184" y="5202"/>
                      <a:pt x="4784" y="4773"/>
                    </a:cubicBezTo>
                    <a:lnTo>
                      <a:pt x="4784" y="4773"/>
                    </a:lnTo>
                    <a:cubicBezTo>
                      <a:pt x="5184" y="4904"/>
                      <a:pt x="5654" y="5011"/>
                      <a:pt x="6088" y="5011"/>
                    </a:cubicBezTo>
                    <a:cubicBezTo>
                      <a:pt x="6543" y="5011"/>
                      <a:pt x="6957" y="4899"/>
                      <a:pt x="7225" y="4586"/>
                    </a:cubicBezTo>
                    <a:cubicBezTo>
                      <a:pt x="7433" y="4339"/>
                      <a:pt x="7503" y="4010"/>
                      <a:pt x="7417" y="3712"/>
                    </a:cubicBezTo>
                    <a:cubicBezTo>
                      <a:pt x="7337" y="3429"/>
                      <a:pt x="7125" y="3212"/>
                      <a:pt x="6836" y="3115"/>
                    </a:cubicBezTo>
                    <a:cubicBezTo>
                      <a:pt x="6713" y="3076"/>
                      <a:pt x="6576" y="3058"/>
                      <a:pt x="6430" y="3058"/>
                    </a:cubicBezTo>
                    <a:cubicBezTo>
                      <a:pt x="6301" y="3058"/>
                      <a:pt x="6165" y="3072"/>
                      <a:pt x="6027" y="3096"/>
                    </a:cubicBezTo>
                    <a:cubicBezTo>
                      <a:pt x="6407" y="2833"/>
                      <a:pt x="6684" y="2499"/>
                      <a:pt x="6694" y="2054"/>
                    </a:cubicBezTo>
                    <a:cubicBezTo>
                      <a:pt x="6700" y="1762"/>
                      <a:pt x="6579" y="1499"/>
                      <a:pt x="6346" y="1317"/>
                    </a:cubicBezTo>
                    <a:cubicBezTo>
                      <a:pt x="6154" y="1168"/>
                      <a:pt x="5904" y="1087"/>
                      <a:pt x="5656" y="1087"/>
                    </a:cubicBezTo>
                    <a:cubicBezTo>
                      <a:pt x="5558" y="1087"/>
                      <a:pt x="5460" y="1100"/>
                      <a:pt x="5366" y="1126"/>
                    </a:cubicBezTo>
                    <a:cubicBezTo>
                      <a:pt x="4992" y="1221"/>
                      <a:pt x="4693" y="1520"/>
                      <a:pt x="4476" y="1863"/>
                    </a:cubicBezTo>
                    <a:lnTo>
                      <a:pt x="4471" y="1863"/>
                    </a:lnTo>
                    <a:cubicBezTo>
                      <a:pt x="4562" y="1307"/>
                      <a:pt x="4553" y="721"/>
                      <a:pt x="4259" y="342"/>
                    </a:cubicBezTo>
                    <a:cubicBezTo>
                      <a:pt x="4086" y="119"/>
                      <a:pt x="3875" y="1"/>
                      <a:pt x="3652"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30"/>
              <p:cNvSpPr/>
              <p:nvPr/>
            </p:nvSpPr>
            <p:spPr>
              <a:xfrm>
                <a:off x="6938175" y="1060325"/>
                <a:ext cx="40200" cy="43625"/>
              </a:xfrm>
              <a:custGeom>
                <a:avLst/>
                <a:gdLst/>
                <a:ahLst/>
                <a:cxnLst/>
                <a:rect l="l" t="t" r="r" b="b"/>
                <a:pathLst>
                  <a:path w="1608" h="1745" extrusionOk="0">
                    <a:moveTo>
                      <a:pt x="910" y="406"/>
                    </a:moveTo>
                    <a:cubicBezTo>
                      <a:pt x="945" y="406"/>
                      <a:pt x="976" y="436"/>
                      <a:pt x="976" y="466"/>
                    </a:cubicBezTo>
                    <a:cubicBezTo>
                      <a:pt x="976" y="502"/>
                      <a:pt x="945" y="532"/>
                      <a:pt x="910" y="532"/>
                    </a:cubicBezTo>
                    <a:lnTo>
                      <a:pt x="865" y="532"/>
                    </a:lnTo>
                    <a:cubicBezTo>
                      <a:pt x="830" y="532"/>
                      <a:pt x="800" y="502"/>
                      <a:pt x="800" y="466"/>
                    </a:cubicBezTo>
                    <a:cubicBezTo>
                      <a:pt x="800" y="436"/>
                      <a:pt x="830" y="406"/>
                      <a:pt x="865" y="406"/>
                    </a:cubicBezTo>
                    <a:close/>
                    <a:moveTo>
                      <a:pt x="471" y="613"/>
                    </a:moveTo>
                    <a:cubicBezTo>
                      <a:pt x="502" y="613"/>
                      <a:pt x="532" y="643"/>
                      <a:pt x="532" y="679"/>
                    </a:cubicBezTo>
                    <a:cubicBezTo>
                      <a:pt x="532" y="714"/>
                      <a:pt x="502" y="739"/>
                      <a:pt x="471" y="739"/>
                    </a:cubicBezTo>
                    <a:lnTo>
                      <a:pt x="446" y="739"/>
                    </a:lnTo>
                    <a:cubicBezTo>
                      <a:pt x="411" y="739"/>
                      <a:pt x="380" y="714"/>
                      <a:pt x="380" y="679"/>
                    </a:cubicBezTo>
                    <a:cubicBezTo>
                      <a:pt x="380" y="643"/>
                      <a:pt x="411" y="613"/>
                      <a:pt x="446" y="613"/>
                    </a:cubicBezTo>
                    <a:close/>
                    <a:moveTo>
                      <a:pt x="1120" y="799"/>
                    </a:moveTo>
                    <a:cubicBezTo>
                      <a:pt x="1152" y="799"/>
                      <a:pt x="1172" y="814"/>
                      <a:pt x="1183" y="825"/>
                    </a:cubicBezTo>
                    <a:cubicBezTo>
                      <a:pt x="1199" y="840"/>
                      <a:pt x="1218" y="870"/>
                      <a:pt x="1204" y="926"/>
                    </a:cubicBezTo>
                    <a:cubicBezTo>
                      <a:pt x="1199" y="951"/>
                      <a:pt x="1173" y="971"/>
                      <a:pt x="1143" y="971"/>
                    </a:cubicBezTo>
                    <a:lnTo>
                      <a:pt x="1133" y="971"/>
                    </a:lnTo>
                    <a:cubicBezTo>
                      <a:pt x="1108" y="966"/>
                      <a:pt x="1087" y="947"/>
                      <a:pt x="1082" y="926"/>
                    </a:cubicBezTo>
                    <a:cubicBezTo>
                      <a:pt x="1062" y="916"/>
                      <a:pt x="1042" y="901"/>
                      <a:pt x="1036" y="875"/>
                    </a:cubicBezTo>
                    <a:cubicBezTo>
                      <a:pt x="1031" y="845"/>
                      <a:pt x="1052" y="810"/>
                      <a:pt x="1082" y="805"/>
                    </a:cubicBezTo>
                    <a:cubicBezTo>
                      <a:pt x="1096" y="801"/>
                      <a:pt x="1109" y="799"/>
                      <a:pt x="1120" y="799"/>
                    </a:cubicBezTo>
                    <a:close/>
                    <a:moveTo>
                      <a:pt x="657" y="988"/>
                    </a:moveTo>
                    <a:cubicBezTo>
                      <a:pt x="673" y="988"/>
                      <a:pt x="688" y="995"/>
                      <a:pt x="698" y="1007"/>
                    </a:cubicBezTo>
                    <a:cubicBezTo>
                      <a:pt x="733" y="1042"/>
                      <a:pt x="763" y="1092"/>
                      <a:pt x="784" y="1143"/>
                    </a:cubicBezTo>
                    <a:cubicBezTo>
                      <a:pt x="794" y="1178"/>
                      <a:pt x="779" y="1213"/>
                      <a:pt x="749" y="1224"/>
                    </a:cubicBezTo>
                    <a:cubicBezTo>
                      <a:pt x="739" y="1229"/>
                      <a:pt x="733" y="1229"/>
                      <a:pt x="723" y="1229"/>
                    </a:cubicBezTo>
                    <a:cubicBezTo>
                      <a:pt x="698" y="1229"/>
                      <a:pt x="673" y="1213"/>
                      <a:pt x="668" y="1189"/>
                    </a:cubicBezTo>
                    <a:cubicBezTo>
                      <a:pt x="653" y="1153"/>
                      <a:pt x="633" y="1118"/>
                      <a:pt x="607" y="1092"/>
                    </a:cubicBezTo>
                    <a:cubicBezTo>
                      <a:pt x="588" y="1068"/>
                      <a:pt x="588" y="1027"/>
                      <a:pt x="612" y="1007"/>
                    </a:cubicBezTo>
                    <a:cubicBezTo>
                      <a:pt x="625" y="995"/>
                      <a:pt x="641" y="988"/>
                      <a:pt x="657" y="988"/>
                    </a:cubicBezTo>
                    <a:close/>
                    <a:moveTo>
                      <a:pt x="1079" y="1227"/>
                    </a:moveTo>
                    <a:cubicBezTo>
                      <a:pt x="1099" y="1227"/>
                      <a:pt x="1125" y="1235"/>
                      <a:pt x="1148" y="1269"/>
                    </a:cubicBezTo>
                    <a:cubicBezTo>
                      <a:pt x="1168" y="1299"/>
                      <a:pt x="1164" y="1341"/>
                      <a:pt x="1133" y="1360"/>
                    </a:cubicBezTo>
                    <a:cubicBezTo>
                      <a:pt x="1122" y="1365"/>
                      <a:pt x="1108" y="1371"/>
                      <a:pt x="1097" y="1371"/>
                    </a:cubicBezTo>
                    <a:cubicBezTo>
                      <a:pt x="1092" y="1371"/>
                      <a:pt x="1087" y="1371"/>
                      <a:pt x="1082" y="1365"/>
                    </a:cubicBezTo>
                    <a:cubicBezTo>
                      <a:pt x="1078" y="1371"/>
                      <a:pt x="1073" y="1371"/>
                      <a:pt x="1067" y="1371"/>
                    </a:cubicBezTo>
                    <a:cubicBezTo>
                      <a:pt x="1036" y="1365"/>
                      <a:pt x="1006" y="1335"/>
                      <a:pt x="1012" y="1304"/>
                    </a:cubicBezTo>
                    <a:cubicBezTo>
                      <a:pt x="1017" y="1250"/>
                      <a:pt x="1047" y="1234"/>
                      <a:pt x="1062" y="1229"/>
                    </a:cubicBezTo>
                    <a:cubicBezTo>
                      <a:pt x="1067" y="1228"/>
                      <a:pt x="1073" y="1227"/>
                      <a:pt x="1079" y="1227"/>
                    </a:cubicBezTo>
                    <a:close/>
                    <a:moveTo>
                      <a:pt x="931" y="1"/>
                    </a:moveTo>
                    <a:cubicBezTo>
                      <a:pt x="921" y="12"/>
                      <a:pt x="905" y="17"/>
                      <a:pt x="891" y="21"/>
                    </a:cubicBezTo>
                    <a:cubicBezTo>
                      <a:pt x="845" y="21"/>
                      <a:pt x="800" y="26"/>
                      <a:pt x="759" y="31"/>
                    </a:cubicBezTo>
                    <a:cubicBezTo>
                      <a:pt x="698" y="52"/>
                      <a:pt x="642" y="87"/>
                      <a:pt x="577" y="133"/>
                    </a:cubicBezTo>
                    <a:cubicBezTo>
                      <a:pt x="572" y="148"/>
                      <a:pt x="562" y="163"/>
                      <a:pt x="542" y="178"/>
                    </a:cubicBezTo>
                    <a:cubicBezTo>
                      <a:pt x="532" y="183"/>
                      <a:pt x="521" y="189"/>
                      <a:pt x="511" y="189"/>
                    </a:cubicBezTo>
                    <a:cubicBezTo>
                      <a:pt x="502" y="194"/>
                      <a:pt x="497" y="198"/>
                      <a:pt x="486" y="208"/>
                    </a:cubicBezTo>
                    <a:lnTo>
                      <a:pt x="430" y="243"/>
                    </a:lnTo>
                    <a:cubicBezTo>
                      <a:pt x="419" y="249"/>
                      <a:pt x="407" y="252"/>
                      <a:pt x="396" y="252"/>
                    </a:cubicBezTo>
                    <a:cubicBezTo>
                      <a:pt x="376" y="252"/>
                      <a:pt x="357" y="243"/>
                      <a:pt x="345" y="224"/>
                    </a:cubicBezTo>
                    <a:cubicBezTo>
                      <a:pt x="334" y="208"/>
                      <a:pt x="334" y="189"/>
                      <a:pt x="339" y="173"/>
                    </a:cubicBezTo>
                    <a:lnTo>
                      <a:pt x="339" y="173"/>
                    </a:lnTo>
                    <a:cubicBezTo>
                      <a:pt x="163" y="274"/>
                      <a:pt x="57" y="425"/>
                      <a:pt x="26" y="623"/>
                    </a:cubicBezTo>
                    <a:cubicBezTo>
                      <a:pt x="1" y="795"/>
                      <a:pt x="42" y="987"/>
                      <a:pt x="127" y="1159"/>
                    </a:cubicBezTo>
                    <a:cubicBezTo>
                      <a:pt x="127" y="1164"/>
                      <a:pt x="133" y="1164"/>
                      <a:pt x="133" y="1164"/>
                    </a:cubicBezTo>
                    <a:cubicBezTo>
                      <a:pt x="138" y="1169"/>
                      <a:pt x="143" y="1173"/>
                      <a:pt x="147" y="1178"/>
                    </a:cubicBezTo>
                    <a:cubicBezTo>
                      <a:pt x="157" y="1194"/>
                      <a:pt x="163" y="1213"/>
                      <a:pt x="168" y="1229"/>
                    </a:cubicBezTo>
                    <a:cubicBezTo>
                      <a:pt x="289" y="1446"/>
                      <a:pt x="476" y="1623"/>
                      <a:pt x="688" y="1704"/>
                    </a:cubicBezTo>
                    <a:cubicBezTo>
                      <a:pt x="760" y="1731"/>
                      <a:pt x="831" y="1744"/>
                      <a:pt x="901" y="1744"/>
                    </a:cubicBezTo>
                    <a:cubicBezTo>
                      <a:pt x="1119" y="1744"/>
                      <a:pt x="1320" y="1614"/>
                      <a:pt x="1481" y="1365"/>
                    </a:cubicBezTo>
                    <a:cubicBezTo>
                      <a:pt x="1563" y="1244"/>
                      <a:pt x="1598" y="1103"/>
                      <a:pt x="1607" y="961"/>
                    </a:cubicBezTo>
                    <a:cubicBezTo>
                      <a:pt x="1607" y="896"/>
                      <a:pt x="1607" y="830"/>
                      <a:pt x="1598" y="770"/>
                    </a:cubicBezTo>
                    <a:cubicBezTo>
                      <a:pt x="1567" y="532"/>
                      <a:pt x="1456" y="304"/>
                      <a:pt x="1304" y="163"/>
                    </a:cubicBezTo>
                    <a:cubicBezTo>
                      <a:pt x="1296" y="165"/>
                      <a:pt x="1288" y="166"/>
                      <a:pt x="1280" y="166"/>
                    </a:cubicBezTo>
                    <a:cubicBezTo>
                      <a:pt x="1268" y="166"/>
                      <a:pt x="1256" y="164"/>
                      <a:pt x="1244" y="158"/>
                    </a:cubicBezTo>
                    <a:cubicBezTo>
                      <a:pt x="1213" y="143"/>
                      <a:pt x="1194" y="112"/>
                      <a:pt x="1188" y="77"/>
                    </a:cubicBezTo>
                    <a:cubicBezTo>
                      <a:pt x="1122" y="37"/>
                      <a:pt x="1031" y="1"/>
                      <a:pt x="931"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30"/>
              <p:cNvSpPr/>
              <p:nvPr/>
            </p:nvSpPr>
            <p:spPr>
              <a:xfrm>
                <a:off x="6908750" y="1093950"/>
                <a:ext cx="44725" cy="65000"/>
              </a:xfrm>
              <a:custGeom>
                <a:avLst/>
                <a:gdLst/>
                <a:ahLst/>
                <a:cxnLst/>
                <a:rect l="l" t="t" r="r" b="b"/>
                <a:pathLst>
                  <a:path w="1789" h="2600" extrusionOk="0">
                    <a:moveTo>
                      <a:pt x="717" y="1248"/>
                    </a:moveTo>
                    <a:cubicBezTo>
                      <a:pt x="728" y="1248"/>
                      <a:pt x="739" y="1251"/>
                      <a:pt x="749" y="1258"/>
                    </a:cubicBezTo>
                    <a:cubicBezTo>
                      <a:pt x="779" y="1279"/>
                      <a:pt x="784" y="1319"/>
                      <a:pt x="764" y="1349"/>
                    </a:cubicBezTo>
                    <a:cubicBezTo>
                      <a:pt x="728" y="1405"/>
                      <a:pt x="698" y="1465"/>
                      <a:pt x="683" y="1536"/>
                    </a:cubicBezTo>
                    <a:cubicBezTo>
                      <a:pt x="678" y="1566"/>
                      <a:pt x="648" y="1582"/>
                      <a:pt x="622" y="1582"/>
                    </a:cubicBezTo>
                    <a:lnTo>
                      <a:pt x="607" y="1582"/>
                    </a:lnTo>
                    <a:cubicBezTo>
                      <a:pt x="571" y="1572"/>
                      <a:pt x="552" y="1542"/>
                      <a:pt x="562" y="1505"/>
                    </a:cubicBezTo>
                    <a:cubicBezTo>
                      <a:pt x="582" y="1420"/>
                      <a:pt x="618" y="1344"/>
                      <a:pt x="662" y="1274"/>
                    </a:cubicBezTo>
                    <a:cubicBezTo>
                      <a:pt x="676" y="1258"/>
                      <a:pt x="697" y="1248"/>
                      <a:pt x="717" y="1248"/>
                    </a:cubicBezTo>
                    <a:close/>
                    <a:moveTo>
                      <a:pt x="1132" y="1550"/>
                    </a:moveTo>
                    <a:cubicBezTo>
                      <a:pt x="1151" y="1550"/>
                      <a:pt x="1171" y="1559"/>
                      <a:pt x="1183" y="1577"/>
                    </a:cubicBezTo>
                    <a:cubicBezTo>
                      <a:pt x="1203" y="1607"/>
                      <a:pt x="1198" y="1647"/>
                      <a:pt x="1168" y="1668"/>
                    </a:cubicBezTo>
                    <a:cubicBezTo>
                      <a:pt x="1138" y="1687"/>
                      <a:pt x="1112" y="1713"/>
                      <a:pt x="1092" y="1743"/>
                    </a:cubicBezTo>
                    <a:cubicBezTo>
                      <a:pt x="1082" y="1759"/>
                      <a:pt x="1061" y="1768"/>
                      <a:pt x="1042" y="1768"/>
                    </a:cubicBezTo>
                    <a:cubicBezTo>
                      <a:pt x="1026" y="1768"/>
                      <a:pt x="1016" y="1764"/>
                      <a:pt x="1007" y="1759"/>
                    </a:cubicBezTo>
                    <a:cubicBezTo>
                      <a:pt x="976" y="1738"/>
                      <a:pt x="970" y="1698"/>
                      <a:pt x="991" y="1668"/>
                    </a:cubicBezTo>
                    <a:cubicBezTo>
                      <a:pt x="1021" y="1627"/>
                      <a:pt x="1057" y="1591"/>
                      <a:pt x="1098" y="1561"/>
                    </a:cubicBezTo>
                    <a:cubicBezTo>
                      <a:pt x="1107" y="1553"/>
                      <a:pt x="1120" y="1550"/>
                      <a:pt x="1132" y="1550"/>
                    </a:cubicBezTo>
                    <a:close/>
                    <a:moveTo>
                      <a:pt x="1269" y="1"/>
                    </a:moveTo>
                    <a:cubicBezTo>
                      <a:pt x="728" y="439"/>
                      <a:pt x="117" y="1248"/>
                      <a:pt x="42" y="1839"/>
                    </a:cubicBezTo>
                    <a:cubicBezTo>
                      <a:pt x="0" y="2127"/>
                      <a:pt x="67" y="2360"/>
                      <a:pt x="223" y="2491"/>
                    </a:cubicBezTo>
                    <a:cubicBezTo>
                      <a:pt x="313" y="2563"/>
                      <a:pt x="426" y="2599"/>
                      <a:pt x="555" y="2599"/>
                    </a:cubicBezTo>
                    <a:cubicBezTo>
                      <a:pt x="644" y="2599"/>
                      <a:pt x="741" y="2582"/>
                      <a:pt x="844" y="2547"/>
                    </a:cubicBezTo>
                    <a:cubicBezTo>
                      <a:pt x="1583" y="2304"/>
                      <a:pt x="1643" y="1743"/>
                      <a:pt x="1709" y="1097"/>
                    </a:cubicBezTo>
                    <a:cubicBezTo>
                      <a:pt x="1723" y="971"/>
                      <a:pt x="1739" y="838"/>
                      <a:pt x="1759" y="712"/>
                    </a:cubicBezTo>
                    <a:cubicBezTo>
                      <a:pt x="1769" y="602"/>
                      <a:pt x="1779" y="521"/>
                      <a:pt x="1784" y="486"/>
                    </a:cubicBezTo>
                    <a:cubicBezTo>
                      <a:pt x="1784" y="475"/>
                      <a:pt x="1789" y="470"/>
                      <a:pt x="1789" y="465"/>
                    </a:cubicBezTo>
                    <a:cubicBezTo>
                      <a:pt x="1769" y="455"/>
                      <a:pt x="1754" y="450"/>
                      <a:pt x="1734" y="439"/>
                    </a:cubicBezTo>
                    <a:cubicBezTo>
                      <a:pt x="1674" y="551"/>
                      <a:pt x="1623" y="672"/>
                      <a:pt x="1567" y="803"/>
                    </a:cubicBezTo>
                    <a:cubicBezTo>
                      <a:pt x="1516" y="929"/>
                      <a:pt x="1462" y="1062"/>
                      <a:pt x="1401" y="1178"/>
                    </a:cubicBezTo>
                    <a:cubicBezTo>
                      <a:pt x="1385" y="1197"/>
                      <a:pt x="1364" y="1213"/>
                      <a:pt x="1345" y="1213"/>
                    </a:cubicBezTo>
                    <a:cubicBezTo>
                      <a:pt x="1334" y="1213"/>
                      <a:pt x="1324" y="1208"/>
                      <a:pt x="1315" y="1202"/>
                    </a:cubicBezTo>
                    <a:cubicBezTo>
                      <a:pt x="1284" y="1188"/>
                      <a:pt x="1269" y="1148"/>
                      <a:pt x="1289" y="1117"/>
                    </a:cubicBezTo>
                    <a:cubicBezTo>
                      <a:pt x="1350" y="1006"/>
                      <a:pt x="1401" y="880"/>
                      <a:pt x="1451" y="754"/>
                    </a:cubicBezTo>
                    <a:cubicBezTo>
                      <a:pt x="1502" y="626"/>
                      <a:pt x="1557" y="495"/>
                      <a:pt x="1628" y="374"/>
                    </a:cubicBezTo>
                    <a:lnTo>
                      <a:pt x="1623" y="374"/>
                    </a:lnTo>
                    <a:cubicBezTo>
                      <a:pt x="1537" y="318"/>
                      <a:pt x="1462" y="248"/>
                      <a:pt x="1390" y="167"/>
                    </a:cubicBezTo>
                    <a:lnTo>
                      <a:pt x="1345" y="222"/>
                    </a:lnTo>
                    <a:cubicBezTo>
                      <a:pt x="1189" y="414"/>
                      <a:pt x="1007" y="637"/>
                      <a:pt x="961" y="880"/>
                    </a:cubicBezTo>
                    <a:cubicBezTo>
                      <a:pt x="956" y="910"/>
                      <a:pt x="930" y="935"/>
                      <a:pt x="900" y="935"/>
                    </a:cubicBezTo>
                    <a:cubicBezTo>
                      <a:pt x="895" y="935"/>
                      <a:pt x="895" y="935"/>
                      <a:pt x="890" y="929"/>
                    </a:cubicBezTo>
                    <a:cubicBezTo>
                      <a:pt x="855" y="925"/>
                      <a:pt x="835" y="894"/>
                      <a:pt x="839" y="859"/>
                    </a:cubicBezTo>
                    <a:cubicBezTo>
                      <a:pt x="886" y="586"/>
                      <a:pt x="1077" y="349"/>
                      <a:pt x="1249" y="141"/>
                    </a:cubicBezTo>
                    <a:lnTo>
                      <a:pt x="1294" y="87"/>
                    </a:lnTo>
                    <a:cubicBezTo>
                      <a:pt x="1299" y="76"/>
                      <a:pt x="1304" y="71"/>
                      <a:pt x="1315" y="66"/>
                    </a:cubicBezTo>
                    <a:cubicBezTo>
                      <a:pt x="1299" y="45"/>
                      <a:pt x="1280" y="20"/>
                      <a:pt x="1269"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30"/>
              <p:cNvSpPr/>
              <p:nvPr/>
            </p:nvSpPr>
            <p:spPr>
              <a:xfrm>
                <a:off x="6873775" y="1065650"/>
                <a:ext cx="65575" cy="41025"/>
              </a:xfrm>
              <a:custGeom>
                <a:avLst/>
                <a:gdLst/>
                <a:ahLst/>
                <a:cxnLst/>
                <a:rect l="l" t="t" r="r" b="b"/>
                <a:pathLst>
                  <a:path w="2623" h="1641" extrusionOk="0">
                    <a:moveTo>
                      <a:pt x="1273" y="496"/>
                    </a:moveTo>
                    <a:cubicBezTo>
                      <a:pt x="1308" y="496"/>
                      <a:pt x="1339" y="521"/>
                      <a:pt x="1339" y="557"/>
                    </a:cubicBezTo>
                    <a:cubicBezTo>
                      <a:pt x="1339" y="592"/>
                      <a:pt x="1308" y="622"/>
                      <a:pt x="1273" y="622"/>
                    </a:cubicBezTo>
                    <a:lnTo>
                      <a:pt x="1087" y="622"/>
                    </a:lnTo>
                    <a:cubicBezTo>
                      <a:pt x="1056" y="622"/>
                      <a:pt x="1026" y="592"/>
                      <a:pt x="1026" y="557"/>
                    </a:cubicBezTo>
                    <a:cubicBezTo>
                      <a:pt x="1026" y="521"/>
                      <a:pt x="1056" y="496"/>
                      <a:pt x="1087" y="496"/>
                    </a:cubicBezTo>
                    <a:close/>
                    <a:moveTo>
                      <a:pt x="1385" y="1006"/>
                    </a:moveTo>
                    <a:cubicBezTo>
                      <a:pt x="1420" y="1006"/>
                      <a:pt x="1450" y="1031"/>
                      <a:pt x="1455" y="1061"/>
                    </a:cubicBezTo>
                    <a:cubicBezTo>
                      <a:pt x="1460" y="1097"/>
                      <a:pt x="1436" y="1128"/>
                      <a:pt x="1399" y="1133"/>
                    </a:cubicBezTo>
                    <a:cubicBezTo>
                      <a:pt x="1324" y="1142"/>
                      <a:pt x="1254" y="1163"/>
                      <a:pt x="1187" y="1198"/>
                    </a:cubicBezTo>
                    <a:cubicBezTo>
                      <a:pt x="1177" y="1203"/>
                      <a:pt x="1173" y="1203"/>
                      <a:pt x="1157" y="1203"/>
                    </a:cubicBezTo>
                    <a:cubicBezTo>
                      <a:pt x="1137" y="1203"/>
                      <a:pt x="1117" y="1193"/>
                      <a:pt x="1102" y="1168"/>
                    </a:cubicBezTo>
                    <a:cubicBezTo>
                      <a:pt x="1087" y="1137"/>
                      <a:pt x="1096" y="1102"/>
                      <a:pt x="1127" y="1086"/>
                    </a:cubicBezTo>
                    <a:cubicBezTo>
                      <a:pt x="1208" y="1042"/>
                      <a:pt x="1294" y="1016"/>
                      <a:pt x="1385" y="1006"/>
                    </a:cubicBezTo>
                    <a:close/>
                    <a:moveTo>
                      <a:pt x="2546" y="0"/>
                    </a:moveTo>
                    <a:lnTo>
                      <a:pt x="2546" y="0"/>
                    </a:lnTo>
                    <a:cubicBezTo>
                      <a:pt x="2572" y="21"/>
                      <a:pt x="2582" y="46"/>
                      <a:pt x="2582" y="81"/>
                    </a:cubicBezTo>
                    <a:cubicBezTo>
                      <a:pt x="2572" y="127"/>
                      <a:pt x="2532" y="162"/>
                      <a:pt x="2486" y="162"/>
                    </a:cubicBezTo>
                    <a:lnTo>
                      <a:pt x="2476" y="162"/>
                    </a:lnTo>
                    <a:cubicBezTo>
                      <a:pt x="2466" y="162"/>
                      <a:pt x="2456" y="162"/>
                      <a:pt x="2441" y="158"/>
                    </a:cubicBezTo>
                    <a:cubicBezTo>
                      <a:pt x="2436" y="162"/>
                      <a:pt x="2425" y="162"/>
                      <a:pt x="2415" y="162"/>
                    </a:cubicBezTo>
                    <a:cubicBezTo>
                      <a:pt x="2289" y="162"/>
                      <a:pt x="2138" y="158"/>
                      <a:pt x="1970" y="147"/>
                    </a:cubicBezTo>
                    <a:cubicBezTo>
                      <a:pt x="1772" y="135"/>
                      <a:pt x="1552" y="121"/>
                      <a:pt x="1334" y="121"/>
                    </a:cubicBezTo>
                    <a:cubicBezTo>
                      <a:pt x="823" y="121"/>
                      <a:pt x="320" y="195"/>
                      <a:pt x="121" y="531"/>
                    </a:cubicBezTo>
                    <a:cubicBezTo>
                      <a:pt x="5" y="728"/>
                      <a:pt x="0" y="956"/>
                      <a:pt x="102" y="1168"/>
                    </a:cubicBezTo>
                    <a:cubicBezTo>
                      <a:pt x="217" y="1410"/>
                      <a:pt x="455" y="1592"/>
                      <a:pt x="708" y="1627"/>
                    </a:cubicBezTo>
                    <a:cubicBezTo>
                      <a:pt x="766" y="1636"/>
                      <a:pt x="825" y="1640"/>
                      <a:pt x="886" y="1640"/>
                    </a:cubicBezTo>
                    <a:cubicBezTo>
                      <a:pt x="1446" y="1640"/>
                      <a:pt x="2092" y="1277"/>
                      <a:pt x="2516" y="885"/>
                    </a:cubicBezTo>
                    <a:cubicBezTo>
                      <a:pt x="2521" y="879"/>
                      <a:pt x="2532" y="874"/>
                      <a:pt x="2537" y="869"/>
                    </a:cubicBezTo>
                    <a:cubicBezTo>
                      <a:pt x="2516" y="814"/>
                      <a:pt x="2502" y="758"/>
                      <a:pt x="2491" y="708"/>
                    </a:cubicBezTo>
                    <a:cubicBezTo>
                      <a:pt x="2486" y="708"/>
                      <a:pt x="2481" y="713"/>
                      <a:pt x="2476" y="713"/>
                    </a:cubicBezTo>
                    <a:cubicBezTo>
                      <a:pt x="2218" y="778"/>
                      <a:pt x="1961" y="895"/>
                      <a:pt x="1723" y="1011"/>
                    </a:cubicBezTo>
                    <a:cubicBezTo>
                      <a:pt x="1713" y="1016"/>
                      <a:pt x="1703" y="1016"/>
                      <a:pt x="1693" y="1016"/>
                    </a:cubicBezTo>
                    <a:cubicBezTo>
                      <a:pt x="1672" y="1016"/>
                      <a:pt x="1648" y="1006"/>
                      <a:pt x="1637" y="981"/>
                    </a:cubicBezTo>
                    <a:cubicBezTo>
                      <a:pt x="1622" y="951"/>
                      <a:pt x="1637" y="909"/>
                      <a:pt x="1667" y="895"/>
                    </a:cubicBezTo>
                    <a:cubicBezTo>
                      <a:pt x="1915" y="778"/>
                      <a:pt x="2178" y="657"/>
                      <a:pt x="2446" y="592"/>
                    </a:cubicBezTo>
                    <a:cubicBezTo>
                      <a:pt x="2451" y="589"/>
                      <a:pt x="2456" y="588"/>
                      <a:pt x="2461" y="588"/>
                    </a:cubicBezTo>
                    <a:cubicBezTo>
                      <a:pt x="2466" y="588"/>
                      <a:pt x="2471" y="589"/>
                      <a:pt x="2476" y="592"/>
                    </a:cubicBezTo>
                    <a:cubicBezTo>
                      <a:pt x="2466" y="531"/>
                      <a:pt x="2471" y="470"/>
                      <a:pt x="2476" y="410"/>
                    </a:cubicBezTo>
                    <a:cubicBezTo>
                      <a:pt x="2445" y="407"/>
                      <a:pt x="2413" y="406"/>
                      <a:pt x="2382" y="406"/>
                    </a:cubicBezTo>
                    <a:cubicBezTo>
                      <a:pt x="2248" y="406"/>
                      <a:pt x="2116" y="430"/>
                      <a:pt x="1981" y="455"/>
                    </a:cubicBezTo>
                    <a:cubicBezTo>
                      <a:pt x="1884" y="475"/>
                      <a:pt x="1784" y="496"/>
                      <a:pt x="1678" y="506"/>
                    </a:cubicBezTo>
                    <a:lnTo>
                      <a:pt x="1672" y="506"/>
                    </a:lnTo>
                    <a:cubicBezTo>
                      <a:pt x="1637" y="506"/>
                      <a:pt x="1612" y="480"/>
                      <a:pt x="1607" y="445"/>
                    </a:cubicBezTo>
                    <a:cubicBezTo>
                      <a:pt x="1607" y="415"/>
                      <a:pt x="1632" y="380"/>
                      <a:pt x="1667" y="380"/>
                    </a:cubicBezTo>
                    <a:cubicBezTo>
                      <a:pt x="1763" y="370"/>
                      <a:pt x="1865" y="349"/>
                      <a:pt x="1961" y="333"/>
                    </a:cubicBezTo>
                    <a:cubicBezTo>
                      <a:pt x="2101" y="305"/>
                      <a:pt x="2243" y="279"/>
                      <a:pt x="2395" y="279"/>
                    </a:cubicBezTo>
                    <a:cubicBezTo>
                      <a:pt x="2430" y="279"/>
                      <a:pt x="2466" y="281"/>
                      <a:pt x="2502" y="284"/>
                    </a:cubicBezTo>
                    <a:cubicBezTo>
                      <a:pt x="2521" y="207"/>
                      <a:pt x="2562" y="121"/>
                      <a:pt x="2623" y="41"/>
                    </a:cubicBezTo>
                    <a:cubicBezTo>
                      <a:pt x="2597" y="25"/>
                      <a:pt x="2572" y="11"/>
                      <a:pt x="2546"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30"/>
              <p:cNvSpPr/>
              <p:nvPr/>
            </p:nvSpPr>
            <p:spPr>
              <a:xfrm>
                <a:off x="6886650" y="1019175"/>
                <a:ext cx="60175" cy="46000"/>
              </a:xfrm>
              <a:custGeom>
                <a:avLst/>
                <a:gdLst/>
                <a:ahLst/>
                <a:cxnLst/>
                <a:rect l="l" t="t" r="r" b="b"/>
                <a:pathLst>
                  <a:path w="2407" h="1840" extrusionOk="0">
                    <a:moveTo>
                      <a:pt x="1319" y="678"/>
                    </a:moveTo>
                    <a:cubicBezTo>
                      <a:pt x="1335" y="678"/>
                      <a:pt x="1352" y="685"/>
                      <a:pt x="1365" y="697"/>
                    </a:cubicBezTo>
                    <a:cubicBezTo>
                      <a:pt x="1395" y="728"/>
                      <a:pt x="1430" y="753"/>
                      <a:pt x="1471" y="783"/>
                    </a:cubicBezTo>
                    <a:cubicBezTo>
                      <a:pt x="1502" y="798"/>
                      <a:pt x="1506" y="839"/>
                      <a:pt x="1486" y="870"/>
                    </a:cubicBezTo>
                    <a:cubicBezTo>
                      <a:pt x="1476" y="884"/>
                      <a:pt x="1455" y="895"/>
                      <a:pt x="1436" y="895"/>
                    </a:cubicBezTo>
                    <a:cubicBezTo>
                      <a:pt x="1425" y="895"/>
                      <a:pt x="1411" y="895"/>
                      <a:pt x="1400" y="884"/>
                    </a:cubicBezTo>
                    <a:cubicBezTo>
                      <a:pt x="1355" y="859"/>
                      <a:pt x="1315" y="823"/>
                      <a:pt x="1274" y="788"/>
                    </a:cubicBezTo>
                    <a:cubicBezTo>
                      <a:pt x="1248" y="763"/>
                      <a:pt x="1248" y="723"/>
                      <a:pt x="1274" y="697"/>
                    </a:cubicBezTo>
                    <a:cubicBezTo>
                      <a:pt x="1286" y="685"/>
                      <a:pt x="1303" y="678"/>
                      <a:pt x="1319" y="678"/>
                    </a:cubicBezTo>
                    <a:close/>
                    <a:moveTo>
                      <a:pt x="1017" y="935"/>
                    </a:moveTo>
                    <a:cubicBezTo>
                      <a:pt x="1052" y="935"/>
                      <a:pt x="1082" y="965"/>
                      <a:pt x="1082" y="996"/>
                    </a:cubicBezTo>
                    <a:cubicBezTo>
                      <a:pt x="1077" y="1047"/>
                      <a:pt x="1103" y="1051"/>
                      <a:pt x="1117" y="1051"/>
                    </a:cubicBezTo>
                    <a:cubicBezTo>
                      <a:pt x="1152" y="1056"/>
                      <a:pt x="1178" y="1087"/>
                      <a:pt x="1173" y="1122"/>
                    </a:cubicBezTo>
                    <a:cubicBezTo>
                      <a:pt x="1168" y="1152"/>
                      <a:pt x="1143" y="1178"/>
                      <a:pt x="1107" y="1178"/>
                    </a:cubicBezTo>
                    <a:lnTo>
                      <a:pt x="1103" y="1178"/>
                    </a:lnTo>
                    <a:cubicBezTo>
                      <a:pt x="1012" y="1168"/>
                      <a:pt x="951" y="1096"/>
                      <a:pt x="956" y="996"/>
                    </a:cubicBezTo>
                    <a:cubicBezTo>
                      <a:pt x="956" y="961"/>
                      <a:pt x="981" y="935"/>
                      <a:pt x="1017" y="935"/>
                    </a:cubicBezTo>
                    <a:close/>
                    <a:moveTo>
                      <a:pt x="1577" y="1002"/>
                    </a:moveTo>
                    <a:cubicBezTo>
                      <a:pt x="1593" y="1002"/>
                      <a:pt x="1608" y="1008"/>
                      <a:pt x="1618" y="1021"/>
                    </a:cubicBezTo>
                    <a:cubicBezTo>
                      <a:pt x="1805" y="1203"/>
                      <a:pt x="2031" y="1415"/>
                      <a:pt x="2304" y="1572"/>
                    </a:cubicBezTo>
                    <a:cubicBezTo>
                      <a:pt x="2335" y="1586"/>
                      <a:pt x="2346" y="1627"/>
                      <a:pt x="2330" y="1658"/>
                    </a:cubicBezTo>
                    <a:cubicBezTo>
                      <a:pt x="2315" y="1677"/>
                      <a:pt x="2295" y="1688"/>
                      <a:pt x="2274" y="1688"/>
                    </a:cubicBezTo>
                    <a:cubicBezTo>
                      <a:pt x="2264" y="1688"/>
                      <a:pt x="2255" y="1688"/>
                      <a:pt x="2244" y="1677"/>
                    </a:cubicBezTo>
                    <a:cubicBezTo>
                      <a:pt x="1956" y="1516"/>
                      <a:pt x="1723" y="1299"/>
                      <a:pt x="1532" y="1112"/>
                    </a:cubicBezTo>
                    <a:cubicBezTo>
                      <a:pt x="1506" y="1087"/>
                      <a:pt x="1506" y="1047"/>
                      <a:pt x="1532" y="1021"/>
                    </a:cubicBezTo>
                    <a:cubicBezTo>
                      <a:pt x="1545" y="1008"/>
                      <a:pt x="1561" y="1002"/>
                      <a:pt x="1577" y="1002"/>
                    </a:cubicBezTo>
                    <a:close/>
                    <a:moveTo>
                      <a:pt x="622" y="0"/>
                    </a:moveTo>
                    <a:cubicBezTo>
                      <a:pt x="425" y="0"/>
                      <a:pt x="177" y="40"/>
                      <a:pt x="96" y="243"/>
                    </a:cubicBezTo>
                    <a:cubicBezTo>
                      <a:pt x="0" y="475"/>
                      <a:pt x="142" y="870"/>
                      <a:pt x="425" y="1157"/>
                    </a:cubicBezTo>
                    <a:cubicBezTo>
                      <a:pt x="793" y="1532"/>
                      <a:pt x="1315" y="1758"/>
                      <a:pt x="1982" y="1835"/>
                    </a:cubicBezTo>
                    <a:cubicBezTo>
                      <a:pt x="1987" y="1835"/>
                      <a:pt x="1991" y="1840"/>
                      <a:pt x="2001" y="1840"/>
                    </a:cubicBezTo>
                    <a:cubicBezTo>
                      <a:pt x="1744" y="1698"/>
                      <a:pt x="1506" y="1567"/>
                      <a:pt x="1320" y="1339"/>
                    </a:cubicBezTo>
                    <a:cubicBezTo>
                      <a:pt x="1294" y="1313"/>
                      <a:pt x="1299" y="1273"/>
                      <a:pt x="1325" y="1253"/>
                    </a:cubicBezTo>
                    <a:cubicBezTo>
                      <a:pt x="1336" y="1242"/>
                      <a:pt x="1350" y="1237"/>
                      <a:pt x="1365" y="1237"/>
                    </a:cubicBezTo>
                    <a:cubicBezTo>
                      <a:pt x="1383" y="1237"/>
                      <a:pt x="1401" y="1245"/>
                      <a:pt x="1415" y="1259"/>
                    </a:cubicBezTo>
                    <a:cubicBezTo>
                      <a:pt x="1588" y="1471"/>
                      <a:pt x="1819" y="1597"/>
                      <a:pt x="2062" y="1728"/>
                    </a:cubicBezTo>
                    <a:cubicBezTo>
                      <a:pt x="2108" y="1754"/>
                      <a:pt x="2153" y="1779"/>
                      <a:pt x="2199" y="1804"/>
                    </a:cubicBezTo>
                    <a:cubicBezTo>
                      <a:pt x="2255" y="1758"/>
                      <a:pt x="2320" y="1707"/>
                      <a:pt x="2406" y="1667"/>
                    </a:cubicBezTo>
                    <a:cubicBezTo>
                      <a:pt x="2355" y="1572"/>
                      <a:pt x="2309" y="1465"/>
                      <a:pt x="2269" y="1344"/>
                    </a:cubicBezTo>
                    <a:cubicBezTo>
                      <a:pt x="1865" y="753"/>
                      <a:pt x="1278" y="0"/>
                      <a:pt x="622"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30"/>
              <p:cNvSpPr/>
              <p:nvPr/>
            </p:nvSpPr>
            <p:spPr>
              <a:xfrm>
                <a:off x="6940850" y="993250"/>
                <a:ext cx="41075" cy="65975"/>
              </a:xfrm>
              <a:custGeom>
                <a:avLst/>
                <a:gdLst/>
                <a:ahLst/>
                <a:cxnLst/>
                <a:rect l="l" t="t" r="r" b="b"/>
                <a:pathLst>
                  <a:path w="1643" h="2639" extrusionOk="0">
                    <a:moveTo>
                      <a:pt x="990" y="1108"/>
                    </a:moveTo>
                    <a:cubicBezTo>
                      <a:pt x="1026" y="1108"/>
                      <a:pt x="1051" y="1138"/>
                      <a:pt x="1051" y="1174"/>
                    </a:cubicBezTo>
                    <a:lnTo>
                      <a:pt x="1051" y="1310"/>
                    </a:lnTo>
                    <a:cubicBezTo>
                      <a:pt x="1051" y="1350"/>
                      <a:pt x="1026" y="1375"/>
                      <a:pt x="990" y="1375"/>
                    </a:cubicBezTo>
                    <a:cubicBezTo>
                      <a:pt x="955" y="1375"/>
                      <a:pt x="924" y="1350"/>
                      <a:pt x="924" y="1310"/>
                    </a:cubicBezTo>
                    <a:lnTo>
                      <a:pt x="924" y="1174"/>
                    </a:lnTo>
                    <a:cubicBezTo>
                      <a:pt x="924" y="1138"/>
                      <a:pt x="955" y="1108"/>
                      <a:pt x="990" y="1108"/>
                    </a:cubicBezTo>
                    <a:close/>
                    <a:moveTo>
                      <a:pt x="482" y="1062"/>
                    </a:moveTo>
                    <a:cubicBezTo>
                      <a:pt x="515" y="1062"/>
                      <a:pt x="541" y="1091"/>
                      <a:pt x="541" y="1123"/>
                    </a:cubicBezTo>
                    <a:cubicBezTo>
                      <a:pt x="546" y="1205"/>
                      <a:pt x="551" y="1275"/>
                      <a:pt x="566" y="1350"/>
                    </a:cubicBezTo>
                    <a:cubicBezTo>
                      <a:pt x="572" y="1380"/>
                      <a:pt x="546" y="1417"/>
                      <a:pt x="511" y="1422"/>
                    </a:cubicBezTo>
                    <a:lnTo>
                      <a:pt x="500" y="1422"/>
                    </a:lnTo>
                    <a:cubicBezTo>
                      <a:pt x="470" y="1422"/>
                      <a:pt x="444" y="1401"/>
                      <a:pt x="439" y="1371"/>
                    </a:cubicBezTo>
                    <a:cubicBezTo>
                      <a:pt x="425" y="1289"/>
                      <a:pt x="420" y="1214"/>
                      <a:pt x="414" y="1128"/>
                    </a:cubicBezTo>
                    <a:cubicBezTo>
                      <a:pt x="414" y="1093"/>
                      <a:pt x="439" y="1067"/>
                      <a:pt x="475" y="1063"/>
                    </a:cubicBezTo>
                    <a:cubicBezTo>
                      <a:pt x="477" y="1062"/>
                      <a:pt x="480" y="1062"/>
                      <a:pt x="482" y="1062"/>
                    </a:cubicBezTo>
                    <a:close/>
                    <a:moveTo>
                      <a:pt x="759" y="0"/>
                    </a:moveTo>
                    <a:cubicBezTo>
                      <a:pt x="725" y="0"/>
                      <a:pt x="691" y="4"/>
                      <a:pt x="656" y="11"/>
                    </a:cubicBezTo>
                    <a:cubicBezTo>
                      <a:pt x="395" y="72"/>
                      <a:pt x="152" y="361"/>
                      <a:pt x="80" y="709"/>
                    </a:cubicBezTo>
                    <a:cubicBezTo>
                      <a:pt x="0" y="1093"/>
                      <a:pt x="91" y="1780"/>
                      <a:pt x="268" y="2296"/>
                    </a:cubicBezTo>
                    <a:cubicBezTo>
                      <a:pt x="329" y="2381"/>
                      <a:pt x="384" y="2462"/>
                      <a:pt x="435" y="2538"/>
                    </a:cubicBezTo>
                    <a:lnTo>
                      <a:pt x="465" y="2588"/>
                    </a:lnTo>
                    <a:cubicBezTo>
                      <a:pt x="470" y="2599"/>
                      <a:pt x="475" y="2609"/>
                      <a:pt x="481" y="2623"/>
                    </a:cubicBezTo>
                    <a:cubicBezTo>
                      <a:pt x="500" y="2618"/>
                      <a:pt x="521" y="2613"/>
                      <a:pt x="546" y="2609"/>
                    </a:cubicBezTo>
                    <a:cubicBezTo>
                      <a:pt x="541" y="2599"/>
                      <a:pt x="530" y="2588"/>
                      <a:pt x="530" y="2573"/>
                    </a:cubicBezTo>
                    <a:cubicBezTo>
                      <a:pt x="526" y="2497"/>
                      <a:pt x="516" y="2417"/>
                      <a:pt x="511" y="2336"/>
                    </a:cubicBezTo>
                    <a:cubicBezTo>
                      <a:pt x="490" y="2098"/>
                      <a:pt x="470" y="1851"/>
                      <a:pt x="439" y="1623"/>
                    </a:cubicBezTo>
                    <a:cubicBezTo>
                      <a:pt x="435" y="1588"/>
                      <a:pt x="460" y="1557"/>
                      <a:pt x="495" y="1553"/>
                    </a:cubicBezTo>
                    <a:cubicBezTo>
                      <a:pt x="498" y="1552"/>
                      <a:pt x="501" y="1552"/>
                      <a:pt x="504" y="1552"/>
                    </a:cubicBezTo>
                    <a:cubicBezTo>
                      <a:pt x="535" y="1552"/>
                      <a:pt x="561" y="1576"/>
                      <a:pt x="566" y="1608"/>
                    </a:cubicBezTo>
                    <a:cubicBezTo>
                      <a:pt x="596" y="1841"/>
                      <a:pt x="616" y="2084"/>
                      <a:pt x="637" y="2326"/>
                    </a:cubicBezTo>
                    <a:cubicBezTo>
                      <a:pt x="642" y="2406"/>
                      <a:pt x="652" y="2487"/>
                      <a:pt x="656" y="2563"/>
                    </a:cubicBezTo>
                    <a:lnTo>
                      <a:pt x="656" y="2583"/>
                    </a:lnTo>
                    <a:cubicBezTo>
                      <a:pt x="709" y="2568"/>
                      <a:pt x="764" y="2561"/>
                      <a:pt x="818" y="2561"/>
                    </a:cubicBezTo>
                    <a:cubicBezTo>
                      <a:pt x="858" y="2561"/>
                      <a:pt x="897" y="2565"/>
                      <a:pt x="935" y="2573"/>
                    </a:cubicBezTo>
                    <a:cubicBezTo>
                      <a:pt x="929" y="2558"/>
                      <a:pt x="924" y="2548"/>
                      <a:pt x="929" y="2532"/>
                    </a:cubicBezTo>
                    <a:cubicBezTo>
                      <a:pt x="980" y="2275"/>
                      <a:pt x="1001" y="2002"/>
                      <a:pt x="996" y="1639"/>
                    </a:cubicBezTo>
                    <a:cubicBezTo>
                      <a:pt x="996" y="1603"/>
                      <a:pt x="1026" y="1573"/>
                      <a:pt x="1061" y="1573"/>
                    </a:cubicBezTo>
                    <a:cubicBezTo>
                      <a:pt x="1097" y="1573"/>
                      <a:pt x="1122" y="1603"/>
                      <a:pt x="1122" y="1639"/>
                    </a:cubicBezTo>
                    <a:cubicBezTo>
                      <a:pt x="1127" y="2007"/>
                      <a:pt x="1106" y="2296"/>
                      <a:pt x="1051" y="2558"/>
                    </a:cubicBezTo>
                    <a:cubicBezTo>
                      <a:pt x="1051" y="2573"/>
                      <a:pt x="1041" y="2588"/>
                      <a:pt x="1026" y="2599"/>
                    </a:cubicBezTo>
                    <a:cubicBezTo>
                      <a:pt x="1061" y="2609"/>
                      <a:pt x="1092" y="2623"/>
                      <a:pt x="1122" y="2639"/>
                    </a:cubicBezTo>
                    <a:cubicBezTo>
                      <a:pt x="1400" y="1947"/>
                      <a:pt x="1642" y="810"/>
                      <a:pt x="1223" y="270"/>
                    </a:cubicBezTo>
                    <a:cubicBezTo>
                      <a:pt x="1084" y="93"/>
                      <a:pt x="927" y="0"/>
                      <a:pt x="759"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30"/>
              <p:cNvSpPr/>
              <p:nvPr/>
            </p:nvSpPr>
            <p:spPr>
              <a:xfrm>
                <a:off x="6973675" y="1020375"/>
                <a:ext cx="57750" cy="57925"/>
              </a:xfrm>
              <a:custGeom>
                <a:avLst/>
                <a:gdLst/>
                <a:ahLst/>
                <a:cxnLst/>
                <a:rect l="l" t="t" r="r" b="b"/>
                <a:pathLst>
                  <a:path w="2310" h="2317" extrusionOk="0">
                    <a:moveTo>
                      <a:pt x="1209" y="631"/>
                    </a:moveTo>
                    <a:cubicBezTo>
                      <a:pt x="1235" y="631"/>
                      <a:pt x="1257" y="643"/>
                      <a:pt x="1269" y="665"/>
                    </a:cubicBezTo>
                    <a:cubicBezTo>
                      <a:pt x="1284" y="695"/>
                      <a:pt x="1274" y="735"/>
                      <a:pt x="1239" y="750"/>
                    </a:cubicBezTo>
                    <a:cubicBezTo>
                      <a:pt x="1183" y="775"/>
                      <a:pt x="1113" y="822"/>
                      <a:pt x="1066" y="857"/>
                    </a:cubicBezTo>
                    <a:cubicBezTo>
                      <a:pt x="1057" y="866"/>
                      <a:pt x="1041" y="871"/>
                      <a:pt x="1026" y="871"/>
                    </a:cubicBezTo>
                    <a:cubicBezTo>
                      <a:pt x="1011" y="871"/>
                      <a:pt x="991" y="862"/>
                      <a:pt x="976" y="847"/>
                    </a:cubicBezTo>
                    <a:cubicBezTo>
                      <a:pt x="956" y="822"/>
                      <a:pt x="961" y="780"/>
                      <a:pt x="986" y="761"/>
                    </a:cubicBezTo>
                    <a:cubicBezTo>
                      <a:pt x="1036" y="720"/>
                      <a:pt x="1117" y="670"/>
                      <a:pt x="1183" y="635"/>
                    </a:cubicBezTo>
                    <a:cubicBezTo>
                      <a:pt x="1192" y="632"/>
                      <a:pt x="1201" y="631"/>
                      <a:pt x="1209" y="631"/>
                    </a:cubicBezTo>
                    <a:close/>
                    <a:moveTo>
                      <a:pt x="1521" y="1231"/>
                    </a:moveTo>
                    <a:cubicBezTo>
                      <a:pt x="1538" y="1231"/>
                      <a:pt x="1555" y="1232"/>
                      <a:pt x="1572" y="1235"/>
                    </a:cubicBezTo>
                    <a:cubicBezTo>
                      <a:pt x="1607" y="1241"/>
                      <a:pt x="1628" y="1271"/>
                      <a:pt x="1623" y="1307"/>
                    </a:cubicBezTo>
                    <a:cubicBezTo>
                      <a:pt x="1617" y="1339"/>
                      <a:pt x="1592" y="1363"/>
                      <a:pt x="1560" y="1363"/>
                    </a:cubicBezTo>
                    <a:cubicBezTo>
                      <a:pt x="1557" y="1363"/>
                      <a:pt x="1554" y="1363"/>
                      <a:pt x="1552" y="1362"/>
                    </a:cubicBezTo>
                    <a:cubicBezTo>
                      <a:pt x="1541" y="1360"/>
                      <a:pt x="1529" y="1359"/>
                      <a:pt x="1518" y="1359"/>
                    </a:cubicBezTo>
                    <a:cubicBezTo>
                      <a:pt x="1479" y="1359"/>
                      <a:pt x="1440" y="1373"/>
                      <a:pt x="1421" y="1393"/>
                    </a:cubicBezTo>
                    <a:cubicBezTo>
                      <a:pt x="1405" y="1402"/>
                      <a:pt x="1390" y="1407"/>
                      <a:pt x="1374" y="1407"/>
                    </a:cubicBezTo>
                    <a:cubicBezTo>
                      <a:pt x="1360" y="1407"/>
                      <a:pt x="1344" y="1402"/>
                      <a:pt x="1330" y="1387"/>
                    </a:cubicBezTo>
                    <a:cubicBezTo>
                      <a:pt x="1304" y="1362"/>
                      <a:pt x="1309" y="1321"/>
                      <a:pt x="1334" y="1296"/>
                    </a:cubicBezTo>
                    <a:cubicBezTo>
                      <a:pt x="1380" y="1255"/>
                      <a:pt x="1448" y="1231"/>
                      <a:pt x="1521" y="1231"/>
                    </a:cubicBezTo>
                    <a:close/>
                    <a:moveTo>
                      <a:pt x="1461" y="1"/>
                    </a:moveTo>
                    <a:cubicBezTo>
                      <a:pt x="1378" y="1"/>
                      <a:pt x="1294" y="12"/>
                      <a:pt x="1213" y="33"/>
                    </a:cubicBezTo>
                    <a:cubicBezTo>
                      <a:pt x="628" y="190"/>
                      <a:pt x="173" y="1003"/>
                      <a:pt x="1" y="1696"/>
                    </a:cubicBezTo>
                    <a:lnTo>
                      <a:pt x="1" y="1701"/>
                    </a:lnTo>
                    <a:cubicBezTo>
                      <a:pt x="41" y="1741"/>
                      <a:pt x="77" y="1787"/>
                      <a:pt x="107" y="1832"/>
                    </a:cubicBezTo>
                    <a:lnTo>
                      <a:pt x="112" y="1827"/>
                    </a:lnTo>
                    <a:cubicBezTo>
                      <a:pt x="259" y="1519"/>
                      <a:pt x="415" y="1230"/>
                      <a:pt x="688" y="1039"/>
                    </a:cubicBezTo>
                    <a:cubicBezTo>
                      <a:pt x="700" y="1030"/>
                      <a:pt x="714" y="1026"/>
                      <a:pt x="726" y="1026"/>
                    </a:cubicBezTo>
                    <a:cubicBezTo>
                      <a:pt x="745" y="1026"/>
                      <a:pt x="762" y="1035"/>
                      <a:pt x="774" y="1053"/>
                    </a:cubicBezTo>
                    <a:cubicBezTo>
                      <a:pt x="794" y="1079"/>
                      <a:pt x="789" y="1120"/>
                      <a:pt x="759" y="1139"/>
                    </a:cubicBezTo>
                    <a:cubicBezTo>
                      <a:pt x="516" y="1316"/>
                      <a:pt x="364" y="1589"/>
                      <a:pt x="223" y="1883"/>
                    </a:cubicBezTo>
                    <a:cubicBezTo>
                      <a:pt x="213" y="1908"/>
                      <a:pt x="187" y="1918"/>
                      <a:pt x="168" y="1918"/>
                    </a:cubicBezTo>
                    <a:lnTo>
                      <a:pt x="162" y="1918"/>
                    </a:lnTo>
                    <a:cubicBezTo>
                      <a:pt x="168" y="1927"/>
                      <a:pt x="173" y="1938"/>
                      <a:pt x="173" y="1948"/>
                    </a:cubicBezTo>
                    <a:cubicBezTo>
                      <a:pt x="425" y="1715"/>
                      <a:pt x="824" y="1508"/>
                      <a:pt x="1047" y="1402"/>
                    </a:cubicBezTo>
                    <a:cubicBezTo>
                      <a:pt x="1055" y="1398"/>
                      <a:pt x="1064" y="1396"/>
                      <a:pt x="1073" y="1396"/>
                    </a:cubicBezTo>
                    <a:cubicBezTo>
                      <a:pt x="1097" y="1396"/>
                      <a:pt x="1121" y="1411"/>
                      <a:pt x="1132" y="1433"/>
                    </a:cubicBezTo>
                    <a:cubicBezTo>
                      <a:pt x="1148" y="1463"/>
                      <a:pt x="1132" y="1503"/>
                      <a:pt x="1102" y="1519"/>
                    </a:cubicBezTo>
                    <a:cubicBezTo>
                      <a:pt x="920" y="1605"/>
                      <a:pt x="476" y="1827"/>
                      <a:pt x="233" y="2064"/>
                    </a:cubicBezTo>
                    <a:lnTo>
                      <a:pt x="233" y="2069"/>
                    </a:lnTo>
                    <a:cubicBezTo>
                      <a:pt x="264" y="2144"/>
                      <a:pt x="283" y="2231"/>
                      <a:pt x="299" y="2317"/>
                    </a:cubicBezTo>
                    <a:lnTo>
                      <a:pt x="441" y="2261"/>
                    </a:lnTo>
                    <a:cubicBezTo>
                      <a:pt x="602" y="2195"/>
                      <a:pt x="789" y="2125"/>
                      <a:pt x="986" y="2054"/>
                    </a:cubicBezTo>
                    <a:cubicBezTo>
                      <a:pt x="1633" y="1781"/>
                      <a:pt x="2295" y="1387"/>
                      <a:pt x="2305" y="775"/>
                    </a:cubicBezTo>
                    <a:cubicBezTo>
                      <a:pt x="2309" y="544"/>
                      <a:pt x="2214" y="337"/>
                      <a:pt x="2027" y="190"/>
                    </a:cubicBezTo>
                    <a:cubicBezTo>
                      <a:pt x="1872" y="67"/>
                      <a:pt x="1668" y="1"/>
                      <a:pt x="1461"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30"/>
              <p:cNvSpPr/>
              <p:nvPr/>
            </p:nvSpPr>
            <p:spPr>
              <a:xfrm>
                <a:off x="6976950" y="1069650"/>
                <a:ext cx="74450" cy="39425"/>
              </a:xfrm>
              <a:custGeom>
                <a:avLst/>
                <a:gdLst/>
                <a:ahLst/>
                <a:cxnLst/>
                <a:rect l="l" t="t" r="r" b="b"/>
                <a:pathLst>
                  <a:path w="2978" h="1577" extrusionOk="0">
                    <a:moveTo>
                      <a:pt x="1921" y="427"/>
                    </a:moveTo>
                    <a:cubicBezTo>
                      <a:pt x="1956" y="427"/>
                      <a:pt x="1982" y="457"/>
                      <a:pt x="1982" y="492"/>
                    </a:cubicBezTo>
                    <a:cubicBezTo>
                      <a:pt x="1982" y="528"/>
                      <a:pt x="1956" y="553"/>
                      <a:pt x="1921" y="553"/>
                    </a:cubicBezTo>
                    <a:lnTo>
                      <a:pt x="1709" y="553"/>
                    </a:lnTo>
                    <a:cubicBezTo>
                      <a:pt x="1674" y="553"/>
                      <a:pt x="1648" y="528"/>
                      <a:pt x="1648" y="492"/>
                    </a:cubicBezTo>
                    <a:cubicBezTo>
                      <a:pt x="1648" y="457"/>
                      <a:pt x="1674" y="427"/>
                      <a:pt x="1709" y="427"/>
                    </a:cubicBezTo>
                    <a:close/>
                    <a:moveTo>
                      <a:pt x="1475" y="940"/>
                    </a:moveTo>
                    <a:cubicBezTo>
                      <a:pt x="1480" y="940"/>
                      <a:pt x="1486" y="940"/>
                      <a:pt x="1492" y="942"/>
                    </a:cubicBezTo>
                    <a:cubicBezTo>
                      <a:pt x="1547" y="957"/>
                      <a:pt x="1607" y="973"/>
                      <a:pt x="1663" y="992"/>
                    </a:cubicBezTo>
                    <a:cubicBezTo>
                      <a:pt x="1693" y="1003"/>
                      <a:pt x="1714" y="1038"/>
                      <a:pt x="1698" y="1068"/>
                    </a:cubicBezTo>
                    <a:cubicBezTo>
                      <a:pt x="1693" y="1099"/>
                      <a:pt x="1668" y="1113"/>
                      <a:pt x="1644" y="1113"/>
                    </a:cubicBezTo>
                    <a:cubicBezTo>
                      <a:pt x="1633" y="1113"/>
                      <a:pt x="1628" y="1113"/>
                      <a:pt x="1618" y="1108"/>
                    </a:cubicBezTo>
                    <a:cubicBezTo>
                      <a:pt x="1572" y="1094"/>
                      <a:pt x="1516" y="1078"/>
                      <a:pt x="1462" y="1063"/>
                    </a:cubicBezTo>
                    <a:cubicBezTo>
                      <a:pt x="1431" y="1059"/>
                      <a:pt x="1406" y="1022"/>
                      <a:pt x="1416" y="987"/>
                    </a:cubicBezTo>
                    <a:cubicBezTo>
                      <a:pt x="1424" y="962"/>
                      <a:pt x="1446" y="940"/>
                      <a:pt x="1475" y="940"/>
                    </a:cubicBezTo>
                    <a:close/>
                    <a:moveTo>
                      <a:pt x="2091" y="1"/>
                    </a:moveTo>
                    <a:cubicBezTo>
                      <a:pt x="1728" y="1"/>
                      <a:pt x="1303" y="122"/>
                      <a:pt x="916" y="260"/>
                    </a:cubicBezTo>
                    <a:cubicBezTo>
                      <a:pt x="714" y="346"/>
                      <a:pt x="522" y="416"/>
                      <a:pt x="350" y="483"/>
                    </a:cubicBezTo>
                    <a:cubicBezTo>
                      <a:pt x="289" y="502"/>
                      <a:pt x="238" y="523"/>
                      <a:pt x="182" y="543"/>
                    </a:cubicBezTo>
                    <a:lnTo>
                      <a:pt x="182" y="598"/>
                    </a:lnTo>
                    <a:cubicBezTo>
                      <a:pt x="497" y="507"/>
                      <a:pt x="886" y="452"/>
                      <a:pt x="1243" y="452"/>
                    </a:cubicBezTo>
                    <a:cubicBezTo>
                      <a:pt x="1247" y="452"/>
                      <a:pt x="1250" y="452"/>
                      <a:pt x="1253" y="452"/>
                    </a:cubicBezTo>
                    <a:cubicBezTo>
                      <a:pt x="1285" y="452"/>
                      <a:pt x="1310" y="480"/>
                      <a:pt x="1310" y="513"/>
                    </a:cubicBezTo>
                    <a:cubicBezTo>
                      <a:pt x="1310" y="548"/>
                      <a:pt x="1280" y="578"/>
                      <a:pt x="1243" y="578"/>
                    </a:cubicBezTo>
                    <a:cubicBezTo>
                      <a:pt x="886" y="583"/>
                      <a:pt x="476" y="639"/>
                      <a:pt x="168" y="735"/>
                    </a:cubicBezTo>
                    <a:cubicBezTo>
                      <a:pt x="158" y="786"/>
                      <a:pt x="142" y="840"/>
                      <a:pt x="122" y="891"/>
                    </a:cubicBezTo>
                    <a:cubicBezTo>
                      <a:pt x="147" y="891"/>
                      <a:pt x="172" y="891"/>
                      <a:pt x="197" y="891"/>
                    </a:cubicBezTo>
                    <a:cubicBezTo>
                      <a:pt x="421" y="891"/>
                      <a:pt x="647" y="909"/>
                      <a:pt x="865" y="926"/>
                    </a:cubicBezTo>
                    <a:cubicBezTo>
                      <a:pt x="931" y="931"/>
                      <a:pt x="996" y="937"/>
                      <a:pt x="1062" y="942"/>
                    </a:cubicBezTo>
                    <a:cubicBezTo>
                      <a:pt x="1098" y="942"/>
                      <a:pt x="1122" y="973"/>
                      <a:pt x="1122" y="1008"/>
                    </a:cubicBezTo>
                    <a:cubicBezTo>
                      <a:pt x="1122" y="1043"/>
                      <a:pt x="1092" y="1068"/>
                      <a:pt x="1062" y="1068"/>
                    </a:cubicBezTo>
                    <a:lnTo>
                      <a:pt x="1052" y="1068"/>
                    </a:lnTo>
                    <a:cubicBezTo>
                      <a:pt x="991" y="1063"/>
                      <a:pt x="921" y="1059"/>
                      <a:pt x="855" y="1053"/>
                    </a:cubicBezTo>
                    <a:cubicBezTo>
                      <a:pt x="637" y="1035"/>
                      <a:pt x="406" y="1017"/>
                      <a:pt x="182" y="1017"/>
                    </a:cubicBezTo>
                    <a:cubicBezTo>
                      <a:pt x="157" y="1017"/>
                      <a:pt x="132" y="1017"/>
                      <a:pt x="107" y="1017"/>
                    </a:cubicBezTo>
                    <a:cubicBezTo>
                      <a:pt x="92" y="1017"/>
                      <a:pt x="77" y="1013"/>
                      <a:pt x="67" y="1008"/>
                    </a:cubicBezTo>
                    <a:cubicBezTo>
                      <a:pt x="61" y="1022"/>
                      <a:pt x="47" y="1043"/>
                      <a:pt x="37" y="1063"/>
                    </a:cubicBezTo>
                    <a:cubicBezTo>
                      <a:pt x="26" y="1078"/>
                      <a:pt x="12" y="1099"/>
                      <a:pt x="1" y="1113"/>
                    </a:cubicBezTo>
                    <a:cubicBezTo>
                      <a:pt x="31" y="1139"/>
                      <a:pt x="61" y="1164"/>
                      <a:pt x="92" y="1185"/>
                    </a:cubicBezTo>
                    <a:cubicBezTo>
                      <a:pt x="571" y="1394"/>
                      <a:pt x="1208" y="1576"/>
                      <a:pt x="1760" y="1576"/>
                    </a:cubicBezTo>
                    <a:cubicBezTo>
                      <a:pt x="2168" y="1576"/>
                      <a:pt x="2531" y="1477"/>
                      <a:pt x="2749" y="1215"/>
                    </a:cubicBezTo>
                    <a:cubicBezTo>
                      <a:pt x="2917" y="1017"/>
                      <a:pt x="2977" y="760"/>
                      <a:pt x="2906" y="523"/>
                    </a:cubicBezTo>
                    <a:cubicBezTo>
                      <a:pt x="2845" y="295"/>
                      <a:pt x="2679" y="124"/>
                      <a:pt x="2451" y="52"/>
                    </a:cubicBezTo>
                    <a:cubicBezTo>
                      <a:pt x="2342" y="16"/>
                      <a:pt x="2221" y="1"/>
                      <a:pt x="2091"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30"/>
              <p:cNvSpPr/>
              <p:nvPr/>
            </p:nvSpPr>
            <p:spPr>
              <a:xfrm>
                <a:off x="6955500" y="1101650"/>
                <a:ext cx="45600" cy="64550"/>
              </a:xfrm>
              <a:custGeom>
                <a:avLst/>
                <a:gdLst/>
                <a:ahLst/>
                <a:cxnLst/>
                <a:rect l="l" t="t" r="r" b="b"/>
                <a:pathLst>
                  <a:path w="1824" h="2582" extrusionOk="0">
                    <a:moveTo>
                      <a:pt x="1173" y="964"/>
                    </a:moveTo>
                    <a:cubicBezTo>
                      <a:pt x="1197" y="964"/>
                      <a:pt x="1222" y="979"/>
                      <a:pt x="1233" y="1001"/>
                    </a:cubicBezTo>
                    <a:cubicBezTo>
                      <a:pt x="1259" y="1066"/>
                      <a:pt x="1289" y="1148"/>
                      <a:pt x="1304" y="1218"/>
                    </a:cubicBezTo>
                    <a:cubicBezTo>
                      <a:pt x="1313" y="1253"/>
                      <a:pt x="1294" y="1288"/>
                      <a:pt x="1259" y="1299"/>
                    </a:cubicBezTo>
                    <a:lnTo>
                      <a:pt x="1243" y="1299"/>
                    </a:lnTo>
                    <a:cubicBezTo>
                      <a:pt x="1213" y="1299"/>
                      <a:pt x="1187" y="1279"/>
                      <a:pt x="1182" y="1248"/>
                    </a:cubicBezTo>
                    <a:cubicBezTo>
                      <a:pt x="1168" y="1183"/>
                      <a:pt x="1142" y="1112"/>
                      <a:pt x="1117" y="1052"/>
                    </a:cubicBezTo>
                    <a:cubicBezTo>
                      <a:pt x="1101" y="1022"/>
                      <a:pt x="1117" y="980"/>
                      <a:pt x="1147" y="971"/>
                    </a:cubicBezTo>
                    <a:cubicBezTo>
                      <a:pt x="1155" y="966"/>
                      <a:pt x="1164" y="964"/>
                      <a:pt x="1173" y="964"/>
                    </a:cubicBezTo>
                    <a:close/>
                    <a:moveTo>
                      <a:pt x="452" y="195"/>
                    </a:moveTo>
                    <a:cubicBezTo>
                      <a:pt x="482" y="195"/>
                      <a:pt x="507" y="214"/>
                      <a:pt x="511" y="243"/>
                    </a:cubicBezTo>
                    <a:cubicBezTo>
                      <a:pt x="597" y="567"/>
                      <a:pt x="667" y="920"/>
                      <a:pt x="723" y="1274"/>
                    </a:cubicBezTo>
                    <a:cubicBezTo>
                      <a:pt x="728" y="1309"/>
                      <a:pt x="702" y="1339"/>
                      <a:pt x="672" y="1344"/>
                    </a:cubicBezTo>
                    <a:lnTo>
                      <a:pt x="662" y="1344"/>
                    </a:lnTo>
                    <a:cubicBezTo>
                      <a:pt x="632" y="1344"/>
                      <a:pt x="602" y="1325"/>
                      <a:pt x="597" y="1294"/>
                    </a:cubicBezTo>
                    <a:cubicBezTo>
                      <a:pt x="546" y="945"/>
                      <a:pt x="475" y="591"/>
                      <a:pt x="389" y="273"/>
                    </a:cubicBezTo>
                    <a:cubicBezTo>
                      <a:pt x="380" y="243"/>
                      <a:pt x="399" y="208"/>
                      <a:pt x="434" y="197"/>
                    </a:cubicBezTo>
                    <a:cubicBezTo>
                      <a:pt x="440" y="195"/>
                      <a:pt x="446" y="195"/>
                      <a:pt x="452" y="195"/>
                    </a:cubicBezTo>
                    <a:close/>
                    <a:moveTo>
                      <a:pt x="707" y="1590"/>
                    </a:moveTo>
                    <a:cubicBezTo>
                      <a:pt x="729" y="1590"/>
                      <a:pt x="750" y="1601"/>
                      <a:pt x="763" y="1622"/>
                    </a:cubicBezTo>
                    <a:cubicBezTo>
                      <a:pt x="779" y="1658"/>
                      <a:pt x="798" y="1688"/>
                      <a:pt x="814" y="1724"/>
                    </a:cubicBezTo>
                    <a:cubicBezTo>
                      <a:pt x="823" y="1754"/>
                      <a:pt x="809" y="1794"/>
                      <a:pt x="779" y="1810"/>
                    </a:cubicBezTo>
                    <a:cubicBezTo>
                      <a:pt x="774" y="1810"/>
                      <a:pt x="763" y="1815"/>
                      <a:pt x="753" y="1815"/>
                    </a:cubicBezTo>
                    <a:cubicBezTo>
                      <a:pt x="728" y="1815"/>
                      <a:pt x="707" y="1799"/>
                      <a:pt x="697" y="1773"/>
                    </a:cubicBezTo>
                    <a:cubicBezTo>
                      <a:pt x="683" y="1743"/>
                      <a:pt x="667" y="1713"/>
                      <a:pt x="652" y="1688"/>
                    </a:cubicBezTo>
                    <a:cubicBezTo>
                      <a:pt x="637" y="1652"/>
                      <a:pt x="646" y="1617"/>
                      <a:pt x="677" y="1597"/>
                    </a:cubicBezTo>
                    <a:cubicBezTo>
                      <a:pt x="686" y="1592"/>
                      <a:pt x="697" y="1590"/>
                      <a:pt x="707" y="1590"/>
                    </a:cubicBezTo>
                    <a:close/>
                    <a:moveTo>
                      <a:pt x="713" y="1"/>
                    </a:moveTo>
                    <a:lnTo>
                      <a:pt x="713" y="5"/>
                    </a:lnTo>
                    <a:cubicBezTo>
                      <a:pt x="692" y="26"/>
                      <a:pt x="667" y="45"/>
                      <a:pt x="646" y="61"/>
                    </a:cubicBezTo>
                    <a:cubicBezTo>
                      <a:pt x="814" y="218"/>
                      <a:pt x="970" y="455"/>
                      <a:pt x="1047" y="677"/>
                    </a:cubicBezTo>
                    <a:cubicBezTo>
                      <a:pt x="1056" y="712"/>
                      <a:pt x="1040" y="749"/>
                      <a:pt x="1005" y="763"/>
                    </a:cubicBezTo>
                    <a:lnTo>
                      <a:pt x="986" y="763"/>
                    </a:lnTo>
                    <a:cubicBezTo>
                      <a:pt x="960" y="763"/>
                      <a:pt x="935" y="749"/>
                      <a:pt x="925" y="723"/>
                    </a:cubicBezTo>
                    <a:cubicBezTo>
                      <a:pt x="854" y="511"/>
                      <a:pt x="707" y="288"/>
                      <a:pt x="546" y="142"/>
                    </a:cubicBezTo>
                    <a:cubicBezTo>
                      <a:pt x="546" y="136"/>
                      <a:pt x="541" y="136"/>
                      <a:pt x="541" y="131"/>
                    </a:cubicBezTo>
                    <a:cubicBezTo>
                      <a:pt x="434" y="187"/>
                      <a:pt x="324" y="218"/>
                      <a:pt x="212" y="218"/>
                    </a:cubicBezTo>
                    <a:cubicBezTo>
                      <a:pt x="182" y="218"/>
                      <a:pt x="152" y="218"/>
                      <a:pt x="117" y="213"/>
                    </a:cubicBezTo>
                    <a:cubicBezTo>
                      <a:pt x="101" y="288"/>
                      <a:pt x="86" y="364"/>
                      <a:pt x="77" y="446"/>
                    </a:cubicBezTo>
                    <a:cubicBezTo>
                      <a:pt x="0" y="1269"/>
                      <a:pt x="81" y="2440"/>
                      <a:pt x="793" y="2561"/>
                    </a:cubicBezTo>
                    <a:cubicBezTo>
                      <a:pt x="870" y="2575"/>
                      <a:pt x="943" y="2582"/>
                      <a:pt x="1013" y="2582"/>
                    </a:cubicBezTo>
                    <a:cubicBezTo>
                      <a:pt x="1230" y="2582"/>
                      <a:pt x="1413" y="2517"/>
                      <a:pt x="1551" y="2395"/>
                    </a:cubicBezTo>
                    <a:cubicBezTo>
                      <a:pt x="1733" y="2228"/>
                      <a:pt x="1824" y="1961"/>
                      <a:pt x="1798" y="1642"/>
                    </a:cubicBezTo>
                    <a:cubicBezTo>
                      <a:pt x="1763" y="1112"/>
                      <a:pt x="1404" y="530"/>
                      <a:pt x="849" y="66"/>
                    </a:cubicBezTo>
                    <a:cubicBezTo>
                      <a:pt x="809" y="51"/>
                      <a:pt x="768" y="36"/>
                      <a:pt x="737" y="21"/>
                    </a:cubicBezTo>
                    <a:cubicBezTo>
                      <a:pt x="728" y="15"/>
                      <a:pt x="723" y="10"/>
                      <a:pt x="713"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30"/>
              <p:cNvSpPr/>
              <p:nvPr/>
            </p:nvSpPr>
            <p:spPr>
              <a:xfrm>
                <a:off x="6947675" y="1075650"/>
                <a:ext cx="3800" cy="3175"/>
              </a:xfrm>
              <a:custGeom>
                <a:avLst/>
                <a:gdLst/>
                <a:ahLst/>
                <a:cxnLst/>
                <a:rect l="l" t="t" r="r" b="b"/>
                <a:pathLst>
                  <a:path w="152" h="127" extrusionOk="0">
                    <a:moveTo>
                      <a:pt x="66" y="0"/>
                    </a:moveTo>
                    <a:cubicBezTo>
                      <a:pt x="31" y="0"/>
                      <a:pt x="0" y="30"/>
                      <a:pt x="0" y="66"/>
                    </a:cubicBezTo>
                    <a:cubicBezTo>
                      <a:pt x="0" y="101"/>
                      <a:pt x="31" y="126"/>
                      <a:pt x="66" y="126"/>
                    </a:cubicBezTo>
                    <a:lnTo>
                      <a:pt x="91" y="126"/>
                    </a:lnTo>
                    <a:cubicBezTo>
                      <a:pt x="122" y="126"/>
                      <a:pt x="152" y="101"/>
                      <a:pt x="152" y="66"/>
                    </a:cubicBezTo>
                    <a:cubicBezTo>
                      <a:pt x="152" y="30"/>
                      <a:pt x="122" y="0"/>
                      <a:pt x="91"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30"/>
              <p:cNvSpPr/>
              <p:nvPr/>
            </p:nvSpPr>
            <p:spPr>
              <a:xfrm>
                <a:off x="6958150" y="1070450"/>
                <a:ext cx="4425" cy="3175"/>
              </a:xfrm>
              <a:custGeom>
                <a:avLst/>
                <a:gdLst/>
                <a:ahLst/>
                <a:cxnLst/>
                <a:rect l="l" t="t" r="r" b="b"/>
                <a:pathLst>
                  <a:path w="177" h="127" extrusionOk="0">
                    <a:moveTo>
                      <a:pt x="66" y="1"/>
                    </a:moveTo>
                    <a:cubicBezTo>
                      <a:pt x="31" y="1"/>
                      <a:pt x="1" y="31"/>
                      <a:pt x="1" y="61"/>
                    </a:cubicBezTo>
                    <a:cubicBezTo>
                      <a:pt x="1" y="97"/>
                      <a:pt x="31" y="127"/>
                      <a:pt x="66" y="127"/>
                    </a:cubicBezTo>
                    <a:lnTo>
                      <a:pt x="111" y="127"/>
                    </a:lnTo>
                    <a:cubicBezTo>
                      <a:pt x="146" y="127"/>
                      <a:pt x="177" y="97"/>
                      <a:pt x="177" y="61"/>
                    </a:cubicBezTo>
                    <a:cubicBezTo>
                      <a:pt x="177" y="31"/>
                      <a:pt x="146" y="1"/>
                      <a:pt x="111"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30"/>
              <p:cNvSpPr/>
              <p:nvPr/>
            </p:nvSpPr>
            <p:spPr>
              <a:xfrm>
                <a:off x="6952850" y="1085025"/>
                <a:ext cx="5175" cy="6050"/>
              </a:xfrm>
              <a:custGeom>
                <a:avLst/>
                <a:gdLst/>
                <a:ahLst/>
                <a:cxnLst/>
                <a:rect l="l" t="t" r="r" b="b"/>
                <a:pathLst>
                  <a:path w="207" h="242" extrusionOk="0">
                    <a:moveTo>
                      <a:pt x="70" y="0"/>
                    </a:moveTo>
                    <a:cubicBezTo>
                      <a:pt x="54" y="0"/>
                      <a:pt x="38" y="7"/>
                      <a:pt x="25" y="19"/>
                    </a:cubicBezTo>
                    <a:cubicBezTo>
                      <a:pt x="1" y="39"/>
                      <a:pt x="1" y="80"/>
                      <a:pt x="20" y="104"/>
                    </a:cubicBezTo>
                    <a:cubicBezTo>
                      <a:pt x="46" y="130"/>
                      <a:pt x="66" y="165"/>
                      <a:pt x="81" y="201"/>
                    </a:cubicBezTo>
                    <a:cubicBezTo>
                      <a:pt x="86" y="225"/>
                      <a:pt x="111" y="241"/>
                      <a:pt x="136" y="241"/>
                    </a:cubicBezTo>
                    <a:cubicBezTo>
                      <a:pt x="146" y="241"/>
                      <a:pt x="152" y="241"/>
                      <a:pt x="162" y="236"/>
                    </a:cubicBezTo>
                    <a:cubicBezTo>
                      <a:pt x="192" y="225"/>
                      <a:pt x="207" y="190"/>
                      <a:pt x="197" y="155"/>
                    </a:cubicBezTo>
                    <a:cubicBezTo>
                      <a:pt x="176" y="104"/>
                      <a:pt x="146" y="54"/>
                      <a:pt x="111" y="19"/>
                    </a:cubicBezTo>
                    <a:cubicBezTo>
                      <a:pt x="101" y="7"/>
                      <a:pt x="86" y="0"/>
                      <a:pt x="70"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30"/>
              <p:cNvSpPr/>
              <p:nvPr/>
            </p:nvSpPr>
            <p:spPr>
              <a:xfrm>
                <a:off x="6963950" y="1080300"/>
                <a:ext cx="4700" cy="4300"/>
              </a:xfrm>
              <a:custGeom>
                <a:avLst/>
                <a:gdLst/>
                <a:ahLst/>
                <a:cxnLst/>
                <a:rect l="l" t="t" r="r" b="b"/>
                <a:pathLst>
                  <a:path w="188" h="172" extrusionOk="0">
                    <a:moveTo>
                      <a:pt x="89" y="0"/>
                    </a:moveTo>
                    <a:cubicBezTo>
                      <a:pt x="78" y="0"/>
                      <a:pt x="65" y="2"/>
                      <a:pt x="51" y="6"/>
                    </a:cubicBezTo>
                    <a:cubicBezTo>
                      <a:pt x="21" y="11"/>
                      <a:pt x="0" y="46"/>
                      <a:pt x="5" y="76"/>
                    </a:cubicBezTo>
                    <a:cubicBezTo>
                      <a:pt x="11" y="102"/>
                      <a:pt x="31" y="117"/>
                      <a:pt x="51" y="127"/>
                    </a:cubicBezTo>
                    <a:cubicBezTo>
                      <a:pt x="56" y="148"/>
                      <a:pt x="77" y="167"/>
                      <a:pt x="102" y="172"/>
                    </a:cubicBezTo>
                    <a:lnTo>
                      <a:pt x="112" y="172"/>
                    </a:lnTo>
                    <a:cubicBezTo>
                      <a:pt x="142" y="172"/>
                      <a:pt x="168" y="152"/>
                      <a:pt x="173" y="127"/>
                    </a:cubicBezTo>
                    <a:cubicBezTo>
                      <a:pt x="187" y="71"/>
                      <a:pt x="168" y="41"/>
                      <a:pt x="152" y="26"/>
                    </a:cubicBezTo>
                    <a:cubicBezTo>
                      <a:pt x="141" y="15"/>
                      <a:pt x="121" y="0"/>
                      <a:pt x="89"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30"/>
              <p:cNvSpPr/>
              <p:nvPr/>
            </p:nvSpPr>
            <p:spPr>
              <a:xfrm>
                <a:off x="6963300" y="1091000"/>
                <a:ext cx="4100" cy="3600"/>
              </a:xfrm>
              <a:custGeom>
                <a:avLst/>
                <a:gdLst/>
                <a:ahLst/>
                <a:cxnLst/>
                <a:rect l="l" t="t" r="r" b="b"/>
                <a:pathLst>
                  <a:path w="164" h="144" extrusionOk="0">
                    <a:moveTo>
                      <a:pt x="74" y="0"/>
                    </a:moveTo>
                    <a:cubicBezTo>
                      <a:pt x="68" y="0"/>
                      <a:pt x="62" y="1"/>
                      <a:pt x="57" y="2"/>
                    </a:cubicBezTo>
                    <a:cubicBezTo>
                      <a:pt x="42" y="7"/>
                      <a:pt x="12" y="23"/>
                      <a:pt x="7" y="77"/>
                    </a:cubicBezTo>
                    <a:cubicBezTo>
                      <a:pt x="1" y="108"/>
                      <a:pt x="31" y="138"/>
                      <a:pt x="62" y="144"/>
                    </a:cubicBezTo>
                    <a:cubicBezTo>
                      <a:pt x="68" y="144"/>
                      <a:pt x="73" y="144"/>
                      <a:pt x="77" y="138"/>
                    </a:cubicBezTo>
                    <a:cubicBezTo>
                      <a:pt x="82" y="144"/>
                      <a:pt x="87" y="144"/>
                      <a:pt x="92" y="144"/>
                    </a:cubicBezTo>
                    <a:cubicBezTo>
                      <a:pt x="103" y="144"/>
                      <a:pt x="117" y="138"/>
                      <a:pt x="128" y="133"/>
                    </a:cubicBezTo>
                    <a:cubicBezTo>
                      <a:pt x="159" y="114"/>
                      <a:pt x="163" y="72"/>
                      <a:pt x="143" y="42"/>
                    </a:cubicBezTo>
                    <a:cubicBezTo>
                      <a:pt x="120" y="8"/>
                      <a:pt x="94" y="0"/>
                      <a:pt x="74"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30"/>
              <p:cNvSpPr/>
              <p:nvPr/>
            </p:nvSpPr>
            <p:spPr>
              <a:xfrm>
                <a:off x="6997575" y="1036125"/>
                <a:ext cx="8200" cy="6050"/>
              </a:xfrm>
              <a:custGeom>
                <a:avLst/>
                <a:gdLst/>
                <a:ahLst/>
                <a:cxnLst/>
                <a:rect l="l" t="t" r="r" b="b"/>
                <a:pathLst>
                  <a:path w="328" h="242" extrusionOk="0">
                    <a:moveTo>
                      <a:pt x="253" y="1"/>
                    </a:moveTo>
                    <a:cubicBezTo>
                      <a:pt x="245" y="1"/>
                      <a:pt x="236" y="2"/>
                      <a:pt x="227" y="5"/>
                    </a:cubicBezTo>
                    <a:cubicBezTo>
                      <a:pt x="161" y="40"/>
                      <a:pt x="80" y="90"/>
                      <a:pt x="30" y="131"/>
                    </a:cubicBezTo>
                    <a:cubicBezTo>
                      <a:pt x="5" y="150"/>
                      <a:pt x="0" y="192"/>
                      <a:pt x="20" y="217"/>
                    </a:cubicBezTo>
                    <a:cubicBezTo>
                      <a:pt x="35" y="232"/>
                      <a:pt x="55" y="241"/>
                      <a:pt x="70" y="241"/>
                    </a:cubicBezTo>
                    <a:cubicBezTo>
                      <a:pt x="85" y="241"/>
                      <a:pt x="101" y="236"/>
                      <a:pt x="110" y="227"/>
                    </a:cubicBezTo>
                    <a:cubicBezTo>
                      <a:pt x="157" y="192"/>
                      <a:pt x="227" y="145"/>
                      <a:pt x="283" y="120"/>
                    </a:cubicBezTo>
                    <a:cubicBezTo>
                      <a:pt x="318" y="105"/>
                      <a:pt x="328" y="65"/>
                      <a:pt x="313" y="35"/>
                    </a:cubicBezTo>
                    <a:cubicBezTo>
                      <a:pt x="301" y="13"/>
                      <a:pt x="279" y="1"/>
                      <a:pt x="253"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30"/>
              <p:cNvSpPr/>
              <p:nvPr/>
            </p:nvSpPr>
            <p:spPr>
              <a:xfrm>
                <a:off x="7006275" y="1051125"/>
                <a:ext cx="8100" cy="4450"/>
              </a:xfrm>
              <a:custGeom>
                <a:avLst/>
                <a:gdLst/>
                <a:ahLst/>
                <a:cxnLst/>
                <a:rect l="l" t="t" r="r" b="b"/>
                <a:pathLst>
                  <a:path w="324" h="178" extrusionOk="0">
                    <a:moveTo>
                      <a:pt x="217" y="1"/>
                    </a:moveTo>
                    <a:cubicBezTo>
                      <a:pt x="144" y="1"/>
                      <a:pt x="76" y="25"/>
                      <a:pt x="30" y="66"/>
                    </a:cubicBezTo>
                    <a:cubicBezTo>
                      <a:pt x="5" y="91"/>
                      <a:pt x="0" y="132"/>
                      <a:pt x="26" y="157"/>
                    </a:cubicBezTo>
                    <a:cubicBezTo>
                      <a:pt x="40" y="172"/>
                      <a:pt x="56" y="177"/>
                      <a:pt x="70" y="177"/>
                    </a:cubicBezTo>
                    <a:cubicBezTo>
                      <a:pt x="86" y="177"/>
                      <a:pt x="101" y="172"/>
                      <a:pt x="117" y="163"/>
                    </a:cubicBezTo>
                    <a:cubicBezTo>
                      <a:pt x="136" y="143"/>
                      <a:pt x="175" y="129"/>
                      <a:pt x="214" y="129"/>
                    </a:cubicBezTo>
                    <a:cubicBezTo>
                      <a:pt x="225" y="129"/>
                      <a:pt x="237" y="130"/>
                      <a:pt x="248" y="132"/>
                    </a:cubicBezTo>
                    <a:cubicBezTo>
                      <a:pt x="250" y="133"/>
                      <a:pt x="253" y="133"/>
                      <a:pt x="256" y="133"/>
                    </a:cubicBezTo>
                    <a:cubicBezTo>
                      <a:pt x="288" y="133"/>
                      <a:pt x="313" y="109"/>
                      <a:pt x="319" y="77"/>
                    </a:cubicBezTo>
                    <a:cubicBezTo>
                      <a:pt x="324" y="41"/>
                      <a:pt x="303" y="11"/>
                      <a:pt x="268" y="5"/>
                    </a:cubicBezTo>
                    <a:cubicBezTo>
                      <a:pt x="251" y="2"/>
                      <a:pt x="234" y="1"/>
                      <a:pt x="217"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30"/>
              <p:cNvSpPr/>
              <p:nvPr/>
            </p:nvSpPr>
            <p:spPr>
              <a:xfrm>
                <a:off x="7018150" y="1080300"/>
                <a:ext cx="8350" cy="3175"/>
              </a:xfrm>
              <a:custGeom>
                <a:avLst/>
                <a:gdLst/>
                <a:ahLst/>
                <a:cxnLst/>
                <a:rect l="l" t="t" r="r" b="b"/>
                <a:pathLst>
                  <a:path w="334" h="127" extrusionOk="0">
                    <a:moveTo>
                      <a:pt x="61" y="1"/>
                    </a:moveTo>
                    <a:cubicBezTo>
                      <a:pt x="26" y="1"/>
                      <a:pt x="0" y="31"/>
                      <a:pt x="0" y="66"/>
                    </a:cubicBezTo>
                    <a:cubicBezTo>
                      <a:pt x="0" y="102"/>
                      <a:pt x="26" y="127"/>
                      <a:pt x="61" y="127"/>
                    </a:cubicBezTo>
                    <a:lnTo>
                      <a:pt x="273" y="127"/>
                    </a:lnTo>
                    <a:cubicBezTo>
                      <a:pt x="308" y="127"/>
                      <a:pt x="334" y="102"/>
                      <a:pt x="334" y="66"/>
                    </a:cubicBezTo>
                    <a:cubicBezTo>
                      <a:pt x="334" y="31"/>
                      <a:pt x="308" y="1"/>
                      <a:pt x="273"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30"/>
              <p:cNvSpPr/>
              <p:nvPr/>
            </p:nvSpPr>
            <p:spPr>
              <a:xfrm>
                <a:off x="7012075" y="1093125"/>
                <a:ext cx="7725" cy="4375"/>
              </a:xfrm>
              <a:custGeom>
                <a:avLst/>
                <a:gdLst/>
                <a:ahLst/>
                <a:cxnLst/>
                <a:rect l="l" t="t" r="r" b="b"/>
                <a:pathLst>
                  <a:path w="309" h="175" extrusionOk="0">
                    <a:moveTo>
                      <a:pt x="70" y="1"/>
                    </a:moveTo>
                    <a:cubicBezTo>
                      <a:pt x="41" y="1"/>
                      <a:pt x="19" y="23"/>
                      <a:pt x="11" y="48"/>
                    </a:cubicBezTo>
                    <a:cubicBezTo>
                      <a:pt x="1" y="83"/>
                      <a:pt x="26" y="120"/>
                      <a:pt x="57" y="124"/>
                    </a:cubicBezTo>
                    <a:cubicBezTo>
                      <a:pt x="111" y="139"/>
                      <a:pt x="167" y="155"/>
                      <a:pt x="213" y="169"/>
                    </a:cubicBezTo>
                    <a:cubicBezTo>
                      <a:pt x="223" y="174"/>
                      <a:pt x="228" y="174"/>
                      <a:pt x="239" y="174"/>
                    </a:cubicBezTo>
                    <a:cubicBezTo>
                      <a:pt x="263" y="174"/>
                      <a:pt x="288" y="160"/>
                      <a:pt x="293" y="129"/>
                    </a:cubicBezTo>
                    <a:cubicBezTo>
                      <a:pt x="309" y="99"/>
                      <a:pt x="288" y="64"/>
                      <a:pt x="258" y="53"/>
                    </a:cubicBezTo>
                    <a:cubicBezTo>
                      <a:pt x="202" y="34"/>
                      <a:pt x="142" y="18"/>
                      <a:pt x="87" y="3"/>
                    </a:cubicBezTo>
                    <a:cubicBezTo>
                      <a:pt x="81" y="1"/>
                      <a:pt x="75" y="1"/>
                      <a:pt x="70"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30"/>
              <p:cNvSpPr/>
              <p:nvPr/>
            </p:nvSpPr>
            <p:spPr>
              <a:xfrm>
                <a:off x="6983025" y="1125750"/>
                <a:ext cx="5325" cy="8400"/>
              </a:xfrm>
              <a:custGeom>
                <a:avLst/>
                <a:gdLst/>
                <a:ahLst/>
                <a:cxnLst/>
                <a:rect l="l" t="t" r="r" b="b"/>
                <a:pathLst>
                  <a:path w="213" h="336" extrusionOk="0">
                    <a:moveTo>
                      <a:pt x="72" y="0"/>
                    </a:moveTo>
                    <a:cubicBezTo>
                      <a:pt x="63" y="0"/>
                      <a:pt x="54" y="2"/>
                      <a:pt x="46" y="7"/>
                    </a:cubicBezTo>
                    <a:cubicBezTo>
                      <a:pt x="16" y="16"/>
                      <a:pt x="0" y="58"/>
                      <a:pt x="16" y="88"/>
                    </a:cubicBezTo>
                    <a:cubicBezTo>
                      <a:pt x="41" y="148"/>
                      <a:pt x="67" y="219"/>
                      <a:pt x="81" y="284"/>
                    </a:cubicBezTo>
                    <a:cubicBezTo>
                      <a:pt x="86" y="315"/>
                      <a:pt x="112" y="335"/>
                      <a:pt x="142" y="335"/>
                    </a:cubicBezTo>
                    <a:lnTo>
                      <a:pt x="158" y="335"/>
                    </a:lnTo>
                    <a:cubicBezTo>
                      <a:pt x="193" y="324"/>
                      <a:pt x="212" y="289"/>
                      <a:pt x="203" y="254"/>
                    </a:cubicBezTo>
                    <a:cubicBezTo>
                      <a:pt x="188" y="184"/>
                      <a:pt x="158" y="102"/>
                      <a:pt x="132" y="37"/>
                    </a:cubicBezTo>
                    <a:cubicBezTo>
                      <a:pt x="121" y="15"/>
                      <a:pt x="96" y="0"/>
                      <a:pt x="72"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30"/>
              <p:cNvSpPr/>
              <p:nvPr/>
            </p:nvSpPr>
            <p:spPr>
              <a:xfrm>
                <a:off x="6964975" y="1106500"/>
                <a:ext cx="8725" cy="28775"/>
              </a:xfrm>
              <a:custGeom>
                <a:avLst/>
                <a:gdLst/>
                <a:ahLst/>
                <a:cxnLst/>
                <a:rect l="l" t="t" r="r" b="b"/>
                <a:pathLst>
                  <a:path w="349" h="1151" extrusionOk="0">
                    <a:moveTo>
                      <a:pt x="73" y="1"/>
                    </a:moveTo>
                    <a:cubicBezTo>
                      <a:pt x="67" y="1"/>
                      <a:pt x="61" y="1"/>
                      <a:pt x="55" y="3"/>
                    </a:cubicBezTo>
                    <a:cubicBezTo>
                      <a:pt x="20" y="14"/>
                      <a:pt x="1" y="49"/>
                      <a:pt x="10" y="79"/>
                    </a:cubicBezTo>
                    <a:cubicBezTo>
                      <a:pt x="96" y="397"/>
                      <a:pt x="167" y="751"/>
                      <a:pt x="218" y="1100"/>
                    </a:cubicBezTo>
                    <a:cubicBezTo>
                      <a:pt x="223" y="1131"/>
                      <a:pt x="253" y="1150"/>
                      <a:pt x="283" y="1150"/>
                    </a:cubicBezTo>
                    <a:lnTo>
                      <a:pt x="293" y="1150"/>
                    </a:lnTo>
                    <a:cubicBezTo>
                      <a:pt x="323" y="1145"/>
                      <a:pt x="349" y="1115"/>
                      <a:pt x="344" y="1080"/>
                    </a:cubicBezTo>
                    <a:cubicBezTo>
                      <a:pt x="288" y="726"/>
                      <a:pt x="218" y="373"/>
                      <a:pt x="132" y="49"/>
                    </a:cubicBezTo>
                    <a:cubicBezTo>
                      <a:pt x="128" y="20"/>
                      <a:pt x="103" y="1"/>
                      <a:pt x="73"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30"/>
              <p:cNvSpPr/>
              <p:nvPr/>
            </p:nvSpPr>
            <p:spPr>
              <a:xfrm>
                <a:off x="6971400" y="1141375"/>
                <a:ext cx="4700" cy="5650"/>
              </a:xfrm>
              <a:custGeom>
                <a:avLst/>
                <a:gdLst/>
                <a:ahLst/>
                <a:cxnLst/>
                <a:rect l="l" t="t" r="r" b="b"/>
                <a:pathLst>
                  <a:path w="188" h="226" extrusionOk="0">
                    <a:moveTo>
                      <a:pt x="71" y="1"/>
                    </a:moveTo>
                    <a:cubicBezTo>
                      <a:pt x="61" y="1"/>
                      <a:pt x="50" y="3"/>
                      <a:pt x="41" y="8"/>
                    </a:cubicBezTo>
                    <a:cubicBezTo>
                      <a:pt x="10" y="28"/>
                      <a:pt x="1" y="63"/>
                      <a:pt x="16" y="99"/>
                    </a:cubicBezTo>
                    <a:cubicBezTo>
                      <a:pt x="31" y="124"/>
                      <a:pt x="47" y="154"/>
                      <a:pt x="61" y="184"/>
                    </a:cubicBezTo>
                    <a:cubicBezTo>
                      <a:pt x="71" y="210"/>
                      <a:pt x="92" y="226"/>
                      <a:pt x="117" y="226"/>
                    </a:cubicBezTo>
                    <a:cubicBezTo>
                      <a:pt x="127" y="226"/>
                      <a:pt x="138" y="221"/>
                      <a:pt x="143" y="221"/>
                    </a:cubicBezTo>
                    <a:cubicBezTo>
                      <a:pt x="173" y="205"/>
                      <a:pt x="187" y="165"/>
                      <a:pt x="178" y="135"/>
                    </a:cubicBezTo>
                    <a:cubicBezTo>
                      <a:pt x="162" y="99"/>
                      <a:pt x="143" y="69"/>
                      <a:pt x="127" y="33"/>
                    </a:cubicBezTo>
                    <a:cubicBezTo>
                      <a:pt x="114" y="12"/>
                      <a:pt x="93" y="1"/>
                      <a:pt x="71"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30"/>
              <p:cNvSpPr/>
              <p:nvPr/>
            </p:nvSpPr>
            <p:spPr>
              <a:xfrm>
                <a:off x="6933000" y="1132675"/>
                <a:ext cx="5850" cy="5500"/>
              </a:xfrm>
              <a:custGeom>
                <a:avLst/>
                <a:gdLst/>
                <a:ahLst/>
                <a:cxnLst/>
                <a:rect l="l" t="t" r="r" b="b"/>
                <a:pathLst>
                  <a:path w="234" h="220" extrusionOk="0">
                    <a:moveTo>
                      <a:pt x="162" y="1"/>
                    </a:moveTo>
                    <a:cubicBezTo>
                      <a:pt x="150" y="1"/>
                      <a:pt x="137" y="4"/>
                      <a:pt x="128" y="12"/>
                    </a:cubicBezTo>
                    <a:cubicBezTo>
                      <a:pt x="87" y="42"/>
                      <a:pt x="51" y="78"/>
                      <a:pt x="21" y="119"/>
                    </a:cubicBezTo>
                    <a:cubicBezTo>
                      <a:pt x="0" y="149"/>
                      <a:pt x="6" y="189"/>
                      <a:pt x="37" y="210"/>
                    </a:cubicBezTo>
                    <a:cubicBezTo>
                      <a:pt x="46" y="215"/>
                      <a:pt x="56" y="219"/>
                      <a:pt x="72" y="219"/>
                    </a:cubicBezTo>
                    <a:cubicBezTo>
                      <a:pt x="91" y="219"/>
                      <a:pt x="112" y="210"/>
                      <a:pt x="122" y="194"/>
                    </a:cubicBezTo>
                    <a:cubicBezTo>
                      <a:pt x="142" y="164"/>
                      <a:pt x="168" y="138"/>
                      <a:pt x="198" y="119"/>
                    </a:cubicBezTo>
                    <a:cubicBezTo>
                      <a:pt x="228" y="98"/>
                      <a:pt x="233" y="58"/>
                      <a:pt x="213" y="28"/>
                    </a:cubicBezTo>
                    <a:cubicBezTo>
                      <a:pt x="201" y="10"/>
                      <a:pt x="181" y="1"/>
                      <a:pt x="162"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30"/>
              <p:cNvSpPr/>
              <p:nvPr/>
            </p:nvSpPr>
            <p:spPr>
              <a:xfrm>
                <a:off x="6922550" y="1125125"/>
                <a:ext cx="5800" cy="8375"/>
              </a:xfrm>
              <a:custGeom>
                <a:avLst/>
                <a:gdLst/>
                <a:ahLst/>
                <a:cxnLst/>
                <a:rect l="l" t="t" r="r" b="b"/>
                <a:pathLst>
                  <a:path w="232" h="335" extrusionOk="0">
                    <a:moveTo>
                      <a:pt x="165" y="1"/>
                    </a:moveTo>
                    <a:cubicBezTo>
                      <a:pt x="145" y="1"/>
                      <a:pt x="124" y="11"/>
                      <a:pt x="110" y="27"/>
                    </a:cubicBezTo>
                    <a:cubicBezTo>
                      <a:pt x="66" y="97"/>
                      <a:pt x="30" y="173"/>
                      <a:pt x="10" y="258"/>
                    </a:cubicBezTo>
                    <a:cubicBezTo>
                      <a:pt x="0" y="295"/>
                      <a:pt x="19" y="325"/>
                      <a:pt x="55" y="335"/>
                    </a:cubicBezTo>
                    <a:lnTo>
                      <a:pt x="70" y="335"/>
                    </a:lnTo>
                    <a:cubicBezTo>
                      <a:pt x="96" y="335"/>
                      <a:pt x="126" y="319"/>
                      <a:pt x="131" y="289"/>
                    </a:cubicBezTo>
                    <a:cubicBezTo>
                      <a:pt x="146" y="218"/>
                      <a:pt x="176" y="158"/>
                      <a:pt x="212" y="102"/>
                    </a:cubicBezTo>
                    <a:cubicBezTo>
                      <a:pt x="232" y="72"/>
                      <a:pt x="227" y="32"/>
                      <a:pt x="197" y="11"/>
                    </a:cubicBezTo>
                    <a:cubicBezTo>
                      <a:pt x="187" y="4"/>
                      <a:pt x="176" y="1"/>
                      <a:pt x="165"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30"/>
              <p:cNvSpPr/>
              <p:nvPr/>
            </p:nvSpPr>
            <p:spPr>
              <a:xfrm>
                <a:off x="6900925" y="1090800"/>
                <a:ext cx="9350" cy="4925"/>
              </a:xfrm>
              <a:custGeom>
                <a:avLst/>
                <a:gdLst/>
                <a:ahLst/>
                <a:cxnLst/>
                <a:rect l="l" t="t" r="r" b="b"/>
                <a:pathLst>
                  <a:path w="374" h="197" extrusionOk="0">
                    <a:moveTo>
                      <a:pt x="299" y="0"/>
                    </a:moveTo>
                    <a:cubicBezTo>
                      <a:pt x="208" y="10"/>
                      <a:pt x="122" y="36"/>
                      <a:pt x="41" y="80"/>
                    </a:cubicBezTo>
                    <a:cubicBezTo>
                      <a:pt x="10" y="96"/>
                      <a:pt x="1" y="131"/>
                      <a:pt x="16" y="162"/>
                    </a:cubicBezTo>
                    <a:cubicBezTo>
                      <a:pt x="31" y="187"/>
                      <a:pt x="51" y="197"/>
                      <a:pt x="71" y="197"/>
                    </a:cubicBezTo>
                    <a:cubicBezTo>
                      <a:pt x="87" y="197"/>
                      <a:pt x="91" y="197"/>
                      <a:pt x="101" y="192"/>
                    </a:cubicBezTo>
                    <a:cubicBezTo>
                      <a:pt x="168" y="157"/>
                      <a:pt x="238" y="136"/>
                      <a:pt x="313" y="127"/>
                    </a:cubicBezTo>
                    <a:cubicBezTo>
                      <a:pt x="350" y="122"/>
                      <a:pt x="374" y="91"/>
                      <a:pt x="369" y="55"/>
                    </a:cubicBezTo>
                    <a:cubicBezTo>
                      <a:pt x="364" y="25"/>
                      <a:pt x="334" y="0"/>
                      <a:pt x="299"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30"/>
              <p:cNvSpPr/>
              <p:nvPr/>
            </p:nvSpPr>
            <p:spPr>
              <a:xfrm>
                <a:off x="6899400" y="1078025"/>
                <a:ext cx="7850" cy="3200"/>
              </a:xfrm>
              <a:custGeom>
                <a:avLst/>
                <a:gdLst/>
                <a:ahLst/>
                <a:cxnLst/>
                <a:rect l="l" t="t" r="r" b="b"/>
                <a:pathLst>
                  <a:path w="314" h="128" extrusionOk="0">
                    <a:moveTo>
                      <a:pt x="62" y="1"/>
                    </a:moveTo>
                    <a:cubicBezTo>
                      <a:pt x="31" y="1"/>
                      <a:pt x="1" y="26"/>
                      <a:pt x="1" y="62"/>
                    </a:cubicBezTo>
                    <a:cubicBezTo>
                      <a:pt x="1" y="97"/>
                      <a:pt x="31" y="127"/>
                      <a:pt x="62" y="127"/>
                    </a:cubicBezTo>
                    <a:lnTo>
                      <a:pt x="248" y="127"/>
                    </a:lnTo>
                    <a:cubicBezTo>
                      <a:pt x="283" y="127"/>
                      <a:pt x="314" y="97"/>
                      <a:pt x="314" y="62"/>
                    </a:cubicBezTo>
                    <a:cubicBezTo>
                      <a:pt x="314" y="26"/>
                      <a:pt x="283" y="1"/>
                      <a:pt x="248"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30"/>
              <p:cNvSpPr/>
              <p:nvPr/>
            </p:nvSpPr>
            <p:spPr>
              <a:xfrm>
                <a:off x="6910425" y="1042550"/>
                <a:ext cx="5675" cy="6075"/>
              </a:xfrm>
              <a:custGeom>
                <a:avLst/>
                <a:gdLst/>
                <a:ahLst/>
                <a:cxnLst/>
                <a:rect l="l" t="t" r="r" b="b"/>
                <a:pathLst>
                  <a:path w="227" h="243" extrusionOk="0">
                    <a:moveTo>
                      <a:pt x="66" y="0"/>
                    </a:moveTo>
                    <a:cubicBezTo>
                      <a:pt x="30" y="0"/>
                      <a:pt x="5" y="26"/>
                      <a:pt x="5" y="61"/>
                    </a:cubicBezTo>
                    <a:cubicBezTo>
                      <a:pt x="0" y="161"/>
                      <a:pt x="61" y="233"/>
                      <a:pt x="152" y="243"/>
                    </a:cubicBezTo>
                    <a:lnTo>
                      <a:pt x="156" y="243"/>
                    </a:lnTo>
                    <a:cubicBezTo>
                      <a:pt x="192" y="243"/>
                      <a:pt x="217" y="217"/>
                      <a:pt x="222" y="187"/>
                    </a:cubicBezTo>
                    <a:cubicBezTo>
                      <a:pt x="227" y="152"/>
                      <a:pt x="201" y="121"/>
                      <a:pt x="166" y="116"/>
                    </a:cubicBezTo>
                    <a:cubicBezTo>
                      <a:pt x="152" y="116"/>
                      <a:pt x="126" y="112"/>
                      <a:pt x="131" y="61"/>
                    </a:cubicBezTo>
                    <a:cubicBezTo>
                      <a:pt x="131" y="30"/>
                      <a:pt x="101" y="0"/>
                      <a:pt x="66"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30"/>
              <p:cNvSpPr/>
              <p:nvPr/>
            </p:nvSpPr>
            <p:spPr>
              <a:xfrm>
                <a:off x="6924300" y="1044225"/>
                <a:ext cx="21000" cy="17175"/>
              </a:xfrm>
              <a:custGeom>
                <a:avLst/>
                <a:gdLst/>
                <a:ahLst/>
                <a:cxnLst/>
                <a:rect l="l" t="t" r="r" b="b"/>
                <a:pathLst>
                  <a:path w="840" h="687" extrusionOk="0">
                    <a:moveTo>
                      <a:pt x="71" y="0"/>
                    </a:moveTo>
                    <a:cubicBezTo>
                      <a:pt x="55" y="0"/>
                      <a:pt x="39" y="6"/>
                      <a:pt x="26" y="19"/>
                    </a:cubicBezTo>
                    <a:cubicBezTo>
                      <a:pt x="0" y="45"/>
                      <a:pt x="0" y="85"/>
                      <a:pt x="26" y="110"/>
                    </a:cubicBezTo>
                    <a:cubicBezTo>
                      <a:pt x="217" y="297"/>
                      <a:pt x="450" y="514"/>
                      <a:pt x="738" y="675"/>
                    </a:cubicBezTo>
                    <a:cubicBezTo>
                      <a:pt x="749" y="686"/>
                      <a:pt x="758" y="686"/>
                      <a:pt x="768" y="686"/>
                    </a:cubicBezTo>
                    <a:cubicBezTo>
                      <a:pt x="789" y="686"/>
                      <a:pt x="809" y="675"/>
                      <a:pt x="824" y="656"/>
                    </a:cubicBezTo>
                    <a:cubicBezTo>
                      <a:pt x="840" y="625"/>
                      <a:pt x="829" y="584"/>
                      <a:pt x="798" y="570"/>
                    </a:cubicBezTo>
                    <a:cubicBezTo>
                      <a:pt x="525" y="413"/>
                      <a:pt x="299" y="201"/>
                      <a:pt x="112" y="19"/>
                    </a:cubicBezTo>
                    <a:cubicBezTo>
                      <a:pt x="102" y="6"/>
                      <a:pt x="87" y="0"/>
                      <a:pt x="71"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30"/>
              <p:cNvSpPr/>
              <p:nvPr/>
            </p:nvSpPr>
            <p:spPr>
              <a:xfrm>
                <a:off x="6917850" y="1036125"/>
                <a:ext cx="6475" cy="5450"/>
              </a:xfrm>
              <a:custGeom>
                <a:avLst/>
                <a:gdLst/>
                <a:ahLst/>
                <a:cxnLst/>
                <a:rect l="l" t="t" r="r" b="b"/>
                <a:pathLst>
                  <a:path w="259" h="218" extrusionOk="0">
                    <a:moveTo>
                      <a:pt x="71" y="0"/>
                    </a:moveTo>
                    <a:cubicBezTo>
                      <a:pt x="55" y="0"/>
                      <a:pt x="38" y="7"/>
                      <a:pt x="26" y="19"/>
                    </a:cubicBezTo>
                    <a:cubicBezTo>
                      <a:pt x="0" y="45"/>
                      <a:pt x="0" y="85"/>
                      <a:pt x="26" y="110"/>
                    </a:cubicBezTo>
                    <a:cubicBezTo>
                      <a:pt x="67" y="145"/>
                      <a:pt x="107" y="181"/>
                      <a:pt x="152" y="206"/>
                    </a:cubicBezTo>
                    <a:cubicBezTo>
                      <a:pt x="163" y="217"/>
                      <a:pt x="177" y="217"/>
                      <a:pt x="188" y="217"/>
                    </a:cubicBezTo>
                    <a:cubicBezTo>
                      <a:pt x="207" y="217"/>
                      <a:pt x="228" y="206"/>
                      <a:pt x="238" y="192"/>
                    </a:cubicBezTo>
                    <a:cubicBezTo>
                      <a:pt x="258" y="161"/>
                      <a:pt x="254" y="120"/>
                      <a:pt x="223" y="105"/>
                    </a:cubicBezTo>
                    <a:cubicBezTo>
                      <a:pt x="182" y="75"/>
                      <a:pt x="147" y="50"/>
                      <a:pt x="117" y="19"/>
                    </a:cubicBezTo>
                    <a:cubicBezTo>
                      <a:pt x="104" y="7"/>
                      <a:pt x="87" y="0"/>
                      <a:pt x="71"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30"/>
              <p:cNvSpPr/>
              <p:nvPr/>
            </p:nvSpPr>
            <p:spPr>
              <a:xfrm>
                <a:off x="6951175" y="1019800"/>
                <a:ext cx="3975" cy="9000"/>
              </a:xfrm>
              <a:custGeom>
                <a:avLst/>
                <a:gdLst/>
                <a:ahLst/>
                <a:cxnLst/>
                <a:rect l="l" t="t" r="r" b="b"/>
                <a:pathLst>
                  <a:path w="159" h="360" extrusionOk="0">
                    <a:moveTo>
                      <a:pt x="69" y="0"/>
                    </a:moveTo>
                    <a:cubicBezTo>
                      <a:pt x="67" y="0"/>
                      <a:pt x="64" y="0"/>
                      <a:pt x="62" y="1"/>
                    </a:cubicBezTo>
                    <a:cubicBezTo>
                      <a:pt x="26" y="5"/>
                      <a:pt x="1" y="31"/>
                      <a:pt x="1" y="66"/>
                    </a:cubicBezTo>
                    <a:cubicBezTo>
                      <a:pt x="7" y="152"/>
                      <a:pt x="12" y="227"/>
                      <a:pt x="26" y="309"/>
                    </a:cubicBezTo>
                    <a:cubicBezTo>
                      <a:pt x="31" y="339"/>
                      <a:pt x="57" y="360"/>
                      <a:pt x="87" y="360"/>
                    </a:cubicBezTo>
                    <a:lnTo>
                      <a:pt x="98" y="360"/>
                    </a:lnTo>
                    <a:cubicBezTo>
                      <a:pt x="133" y="355"/>
                      <a:pt x="159" y="318"/>
                      <a:pt x="153" y="288"/>
                    </a:cubicBezTo>
                    <a:cubicBezTo>
                      <a:pt x="138" y="213"/>
                      <a:pt x="133" y="143"/>
                      <a:pt x="128" y="61"/>
                    </a:cubicBezTo>
                    <a:cubicBezTo>
                      <a:pt x="128" y="29"/>
                      <a:pt x="102" y="0"/>
                      <a:pt x="69"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30"/>
              <p:cNvSpPr/>
              <p:nvPr/>
            </p:nvSpPr>
            <p:spPr>
              <a:xfrm>
                <a:off x="6963950" y="1020925"/>
                <a:ext cx="3175" cy="6725"/>
              </a:xfrm>
              <a:custGeom>
                <a:avLst/>
                <a:gdLst/>
                <a:ahLst/>
                <a:cxnLst/>
                <a:rect l="l" t="t" r="r" b="b"/>
                <a:pathLst>
                  <a:path w="127" h="269" extrusionOk="0">
                    <a:moveTo>
                      <a:pt x="66" y="1"/>
                    </a:moveTo>
                    <a:cubicBezTo>
                      <a:pt x="31" y="1"/>
                      <a:pt x="0" y="31"/>
                      <a:pt x="0" y="67"/>
                    </a:cubicBezTo>
                    <a:lnTo>
                      <a:pt x="0" y="203"/>
                    </a:lnTo>
                    <a:cubicBezTo>
                      <a:pt x="0" y="243"/>
                      <a:pt x="31" y="268"/>
                      <a:pt x="66" y="268"/>
                    </a:cubicBezTo>
                    <a:cubicBezTo>
                      <a:pt x="102" y="268"/>
                      <a:pt x="127" y="243"/>
                      <a:pt x="127" y="203"/>
                    </a:cubicBezTo>
                    <a:lnTo>
                      <a:pt x="127" y="67"/>
                    </a:lnTo>
                    <a:cubicBezTo>
                      <a:pt x="127" y="31"/>
                      <a:pt x="102" y="1"/>
                      <a:pt x="66"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61" name="Google Shape;1261;p30"/>
            <p:cNvSpPr/>
            <p:nvPr/>
          </p:nvSpPr>
          <p:spPr>
            <a:xfrm>
              <a:off x="7690434" y="2799166"/>
              <a:ext cx="363927" cy="410119"/>
            </a:xfrm>
            <a:custGeom>
              <a:avLst/>
              <a:gdLst/>
              <a:ahLst/>
              <a:cxnLst/>
              <a:rect l="l" t="t" r="r" b="b"/>
              <a:pathLst>
                <a:path w="9998" h="11267" extrusionOk="0">
                  <a:moveTo>
                    <a:pt x="9568" y="526"/>
                  </a:moveTo>
                  <a:lnTo>
                    <a:pt x="9568" y="526"/>
                  </a:lnTo>
                  <a:cubicBezTo>
                    <a:pt x="8791" y="2086"/>
                    <a:pt x="7507" y="2874"/>
                    <a:pt x="6098" y="3592"/>
                  </a:cubicBezTo>
                  <a:cubicBezTo>
                    <a:pt x="6578" y="3238"/>
                    <a:pt x="6992" y="2769"/>
                    <a:pt x="7406" y="2303"/>
                  </a:cubicBezTo>
                  <a:cubicBezTo>
                    <a:pt x="8043" y="1581"/>
                    <a:pt x="8700" y="839"/>
                    <a:pt x="9568" y="526"/>
                  </a:cubicBezTo>
                  <a:close/>
                  <a:moveTo>
                    <a:pt x="9695" y="247"/>
                  </a:moveTo>
                  <a:cubicBezTo>
                    <a:pt x="9680" y="283"/>
                    <a:pt x="9664" y="323"/>
                    <a:pt x="9650" y="358"/>
                  </a:cubicBezTo>
                  <a:cubicBezTo>
                    <a:pt x="9630" y="328"/>
                    <a:pt x="9597" y="306"/>
                    <a:pt x="9560" y="306"/>
                  </a:cubicBezTo>
                  <a:cubicBezTo>
                    <a:pt x="9548" y="306"/>
                    <a:pt x="9536" y="308"/>
                    <a:pt x="9524" y="313"/>
                  </a:cubicBezTo>
                  <a:cubicBezTo>
                    <a:pt x="8589" y="631"/>
                    <a:pt x="7906" y="1410"/>
                    <a:pt x="7245" y="2163"/>
                  </a:cubicBezTo>
                  <a:cubicBezTo>
                    <a:pt x="6663" y="2814"/>
                    <a:pt x="6118" y="3430"/>
                    <a:pt x="5436" y="3744"/>
                  </a:cubicBezTo>
                  <a:cubicBezTo>
                    <a:pt x="6154" y="2026"/>
                    <a:pt x="7831" y="626"/>
                    <a:pt x="9695" y="247"/>
                  </a:cubicBezTo>
                  <a:close/>
                  <a:moveTo>
                    <a:pt x="1005" y="3895"/>
                  </a:moveTo>
                  <a:lnTo>
                    <a:pt x="1005" y="3895"/>
                  </a:lnTo>
                  <a:cubicBezTo>
                    <a:pt x="2556" y="4299"/>
                    <a:pt x="4329" y="5022"/>
                    <a:pt x="5310" y="6528"/>
                  </a:cubicBezTo>
                  <a:cubicBezTo>
                    <a:pt x="4193" y="6528"/>
                    <a:pt x="3380" y="5794"/>
                    <a:pt x="2596" y="5078"/>
                  </a:cubicBezTo>
                  <a:cubicBezTo>
                    <a:pt x="2102" y="4623"/>
                    <a:pt x="1591" y="4157"/>
                    <a:pt x="1005" y="3895"/>
                  </a:cubicBezTo>
                  <a:close/>
                  <a:moveTo>
                    <a:pt x="455" y="3945"/>
                  </a:moveTo>
                  <a:cubicBezTo>
                    <a:pt x="1202" y="4103"/>
                    <a:pt x="1813" y="4653"/>
                    <a:pt x="2456" y="5234"/>
                  </a:cubicBezTo>
                  <a:cubicBezTo>
                    <a:pt x="3263" y="5976"/>
                    <a:pt x="4097" y="6740"/>
                    <a:pt x="5294" y="6745"/>
                  </a:cubicBezTo>
                  <a:cubicBezTo>
                    <a:pt x="4972" y="6989"/>
                    <a:pt x="4625" y="7113"/>
                    <a:pt x="4252" y="7113"/>
                  </a:cubicBezTo>
                  <a:cubicBezTo>
                    <a:pt x="4147" y="7113"/>
                    <a:pt x="4039" y="7103"/>
                    <a:pt x="3930" y="7083"/>
                  </a:cubicBezTo>
                  <a:cubicBezTo>
                    <a:pt x="2571" y="6831"/>
                    <a:pt x="1187" y="5108"/>
                    <a:pt x="455" y="3945"/>
                  </a:cubicBezTo>
                  <a:close/>
                  <a:moveTo>
                    <a:pt x="9834" y="1"/>
                  </a:moveTo>
                  <a:cubicBezTo>
                    <a:pt x="9826" y="1"/>
                    <a:pt x="9819" y="2"/>
                    <a:pt x="9811" y="4"/>
                  </a:cubicBezTo>
                  <a:cubicBezTo>
                    <a:pt x="7659" y="374"/>
                    <a:pt x="5719" y="2077"/>
                    <a:pt x="5072" y="4108"/>
                  </a:cubicBezTo>
                  <a:cubicBezTo>
                    <a:pt x="5047" y="4117"/>
                    <a:pt x="5017" y="4133"/>
                    <a:pt x="4991" y="4148"/>
                  </a:cubicBezTo>
                  <a:cubicBezTo>
                    <a:pt x="4627" y="3380"/>
                    <a:pt x="4193" y="2606"/>
                    <a:pt x="3698" y="1788"/>
                  </a:cubicBezTo>
                  <a:cubicBezTo>
                    <a:pt x="3659" y="1722"/>
                    <a:pt x="3587" y="1684"/>
                    <a:pt x="3513" y="1684"/>
                  </a:cubicBezTo>
                  <a:cubicBezTo>
                    <a:pt x="3474" y="1684"/>
                    <a:pt x="3435" y="1695"/>
                    <a:pt x="3400" y="1718"/>
                  </a:cubicBezTo>
                  <a:cubicBezTo>
                    <a:pt x="3298" y="1778"/>
                    <a:pt x="3268" y="1909"/>
                    <a:pt x="3329" y="2011"/>
                  </a:cubicBezTo>
                  <a:cubicBezTo>
                    <a:pt x="4219" y="3471"/>
                    <a:pt x="4900" y="4800"/>
                    <a:pt x="5320" y="6174"/>
                  </a:cubicBezTo>
                  <a:cubicBezTo>
                    <a:pt x="4051" y="4471"/>
                    <a:pt x="1789" y="3814"/>
                    <a:pt x="126" y="3471"/>
                  </a:cubicBezTo>
                  <a:cubicBezTo>
                    <a:pt x="126" y="3469"/>
                    <a:pt x="125" y="3469"/>
                    <a:pt x="123" y="3469"/>
                  </a:cubicBezTo>
                  <a:cubicBezTo>
                    <a:pt x="120" y="3469"/>
                    <a:pt x="114" y="3471"/>
                    <a:pt x="111" y="3471"/>
                  </a:cubicBezTo>
                  <a:cubicBezTo>
                    <a:pt x="107" y="3471"/>
                    <a:pt x="102" y="3469"/>
                    <a:pt x="97" y="3469"/>
                  </a:cubicBezTo>
                  <a:cubicBezTo>
                    <a:pt x="95" y="3469"/>
                    <a:pt x="93" y="3469"/>
                    <a:pt x="91" y="3471"/>
                  </a:cubicBezTo>
                  <a:cubicBezTo>
                    <a:pt x="80" y="3471"/>
                    <a:pt x="75" y="3471"/>
                    <a:pt x="71" y="3476"/>
                  </a:cubicBezTo>
                  <a:cubicBezTo>
                    <a:pt x="66" y="3476"/>
                    <a:pt x="61" y="3481"/>
                    <a:pt x="50" y="3481"/>
                  </a:cubicBezTo>
                  <a:lnTo>
                    <a:pt x="50" y="3486"/>
                  </a:lnTo>
                  <a:cubicBezTo>
                    <a:pt x="45" y="3486"/>
                    <a:pt x="40" y="3490"/>
                    <a:pt x="35" y="3496"/>
                  </a:cubicBezTo>
                  <a:cubicBezTo>
                    <a:pt x="31" y="3501"/>
                    <a:pt x="24" y="3506"/>
                    <a:pt x="20" y="3511"/>
                  </a:cubicBezTo>
                  <a:cubicBezTo>
                    <a:pt x="15" y="3516"/>
                    <a:pt x="15" y="3521"/>
                    <a:pt x="10" y="3527"/>
                  </a:cubicBezTo>
                  <a:cubicBezTo>
                    <a:pt x="5" y="3532"/>
                    <a:pt x="5" y="3541"/>
                    <a:pt x="0" y="3551"/>
                  </a:cubicBezTo>
                  <a:lnTo>
                    <a:pt x="0" y="3567"/>
                  </a:lnTo>
                  <a:lnTo>
                    <a:pt x="0" y="3592"/>
                  </a:lnTo>
                  <a:cubicBezTo>
                    <a:pt x="0" y="3597"/>
                    <a:pt x="5" y="3607"/>
                    <a:pt x="5" y="3612"/>
                  </a:cubicBezTo>
                  <a:cubicBezTo>
                    <a:pt x="10" y="3618"/>
                    <a:pt x="10" y="3623"/>
                    <a:pt x="10" y="3627"/>
                  </a:cubicBezTo>
                  <a:cubicBezTo>
                    <a:pt x="85" y="3758"/>
                    <a:pt x="1874" y="6922"/>
                    <a:pt x="3890" y="7291"/>
                  </a:cubicBezTo>
                  <a:cubicBezTo>
                    <a:pt x="4016" y="7316"/>
                    <a:pt x="4137" y="7326"/>
                    <a:pt x="4259" y="7326"/>
                  </a:cubicBezTo>
                  <a:cubicBezTo>
                    <a:pt x="4704" y="7326"/>
                    <a:pt x="5123" y="7169"/>
                    <a:pt x="5506" y="6855"/>
                  </a:cubicBezTo>
                  <a:cubicBezTo>
                    <a:pt x="5506" y="6861"/>
                    <a:pt x="5511" y="6861"/>
                    <a:pt x="5511" y="6861"/>
                  </a:cubicBezTo>
                  <a:cubicBezTo>
                    <a:pt x="5814" y="8134"/>
                    <a:pt x="5891" y="9473"/>
                    <a:pt x="5683" y="11024"/>
                  </a:cubicBezTo>
                  <a:cubicBezTo>
                    <a:pt x="5669" y="11140"/>
                    <a:pt x="5754" y="11251"/>
                    <a:pt x="5870" y="11266"/>
                  </a:cubicBezTo>
                  <a:lnTo>
                    <a:pt x="5900" y="11266"/>
                  </a:lnTo>
                  <a:cubicBezTo>
                    <a:pt x="6007" y="11266"/>
                    <a:pt x="6103" y="11190"/>
                    <a:pt x="6113" y="11080"/>
                  </a:cubicBezTo>
                  <a:cubicBezTo>
                    <a:pt x="6446" y="8538"/>
                    <a:pt x="6063" y="6547"/>
                    <a:pt x="5163" y="4521"/>
                  </a:cubicBezTo>
                  <a:cubicBezTo>
                    <a:pt x="5173" y="4506"/>
                    <a:pt x="5184" y="4491"/>
                    <a:pt x="5189" y="4471"/>
                  </a:cubicBezTo>
                  <a:cubicBezTo>
                    <a:pt x="5208" y="4400"/>
                    <a:pt x="5234" y="4329"/>
                    <a:pt x="5254" y="4259"/>
                  </a:cubicBezTo>
                  <a:cubicBezTo>
                    <a:pt x="5360" y="4203"/>
                    <a:pt x="5466" y="4152"/>
                    <a:pt x="5572" y="4097"/>
                  </a:cubicBezTo>
                  <a:cubicBezTo>
                    <a:pt x="7386" y="3198"/>
                    <a:pt x="9104" y="2349"/>
                    <a:pt x="9973" y="146"/>
                  </a:cubicBezTo>
                  <a:cubicBezTo>
                    <a:pt x="9998" y="95"/>
                    <a:pt x="9973" y="30"/>
                    <a:pt x="9913" y="10"/>
                  </a:cubicBezTo>
                  <a:cubicBezTo>
                    <a:pt x="9903" y="4"/>
                    <a:pt x="9890" y="1"/>
                    <a:pt x="9878" y="1"/>
                  </a:cubicBezTo>
                  <a:cubicBezTo>
                    <a:pt x="9870" y="1"/>
                    <a:pt x="9863" y="2"/>
                    <a:pt x="9857" y="4"/>
                  </a:cubicBezTo>
                  <a:cubicBezTo>
                    <a:pt x="9849" y="2"/>
                    <a:pt x="9842" y="1"/>
                    <a:pt x="9834"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30"/>
            <p:cNvSpPr/>
            <p:nvPr/>
          </p:nvSpPr>
          <p:spPr>
            <a:xfrm>
              <a:off x="7706960" y="2942761"/>
              <a:ext cx="176212" cy="115352"/>
            </a:xfrm>
            <a:custGeom>
              <a:avLst/>
              <a:gdLst/>
              <a:ahLst/>
              <a:cxnLst/>
              <a:rect l="l" t="t" r="r" b="b"/>
              <a:pathLst>
                <a:path w="4841" h="3169" extrusionOk="0">
                  <a:moveTo>
                    <a:pt x="1" y="0"/>
                  </a:moveTo>
                  <a:lnTo>
                    <a:pt x="1" y="0"/>
                  </a:lnTo>
                  <a:cubicBezTo>
                    <a:pt x="733" y="1163"/>
                    <a:pt x="2117" y="2886"/>
                    <a:pt x="3476" y="3138"/>
                  </a:cubicBezTo>
                  <a:cubicBezTo>
                    <a:pt x="3585" y="3158"/>
                    <a:pt x="3693" y="3168"/>
                    <a:pt x="3798" y="3168"/>
                  </a:cubicBezTo>
                  <a:cubicBezTo>
                    <a:pt x="4171" y="3168"/>
                    <a:pt x="4518" y="3044"/>
                    <a:pt x="4840" y="2800"/>
                  </a:cubicBezTo>
                  <a:cubicBezTo>
                    <a:pt x="3643" y="2795"/>
                    <a:pt x="2809" y="2031"/>
                    <a:pt x="2002" y="1289"/>
                  </a:cubicBezTo>
                  <a:cubicBezTo>
                    <a:pt x="1359" y="708"/>
                    <a:pt x="748" y="158"/>
                    <a:pt x="1"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30"/>
            <p:cNvSpPr/>
            <p:nvPr/>
          </p:nvSpPr>
          <p:spPr>
            <a:xfrm>
              <a:off x="7727016" y="2940941"/>
              <a:ext cx="156702" cy="95841"/>
            </a:xfrm>
            <a:custGeom>
              <a:avLst/>
              <a:gdLst/>
              <a:ahLst/>
              <a:cxnLst/>
              <a:rect l="l" t="t" r="r" b="b"/>
              <a:pathLst>
                <a:path w="4305" h="2633" extrusionOk="0">
                  <a:moveTo>
                    <a:pt x="0" y="0"/>
                  </a:moveTo>
                  <a:lnTo>
                    <a:pt x="0" y="0"/>
                  </a:lnTo>
                  <a:cubicBezTo>
                    <a:pt x="586" y="262"/>
                    <a:pt x="1097" y="728"/>
                    <a:pt x="1591" y="1183"/>
                  </a:cubicBezTo>
                  <a:cubicBezTo>
                    <a:pt x="2375" y="1899"/>
                    <a:pt x="3188" y="2633"/>
                    <a:pt x="4305" y="2633"/>
                  </a:cubicBezTo>
                  <a:cubicBezTo>
                    <a:pt x="3324" y="1127"/>
                    <a:pt x="1551" y="404"/>
                    <a:pt x="0"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30"/>
            <p:cNvSpPr/>
            <p:nvPr/>
          </p:nvSpPr>
          <p:spPr>
            <a:xfrm>
              <a:off x="7912397" y="2818276"/>
              <a:ext cx="126344" cy="111675"/>
            </a:xfrm>
            <a:custGeom>
              <a:avLst/>
              <a:gdLst/>
              <a:ahLst/>
              <a:cxnLst/>
              <a:rect l="l" t="t" r="r" b="b"/>
              <a:pathLst>
                <a:path w="3471" h="3068" extrusionOk="0">
                  <a:moveTo>
                    <a:pt x="3470" y="1"/>
                  </a:moveTo>
                  <a:cubicBezTo>
                    <a:pt x="2602" y="314"/>
                    <a:pt x="1945" y="1056"/>
                    <a:pt x="1308" y="1778"/>
                  </a:cubicBezTo>
                  <a:cubicBezTo>
                    <a:pt x="894" y="2244"/>
                    <a:pt x="480" y="2713"/>
                    <a:pt x="0" y="3067"/>
                  </a:cubicBezTo>
                  <a:cubicBezTo>
                    <a:pt x="1409" y="2349"/>
                    <a:pt x="2693" y="1561"/>
                    <a:pt x="3470"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30"/>
            <p:cNvSpPr/>
            <p:nvPr/>
          </p:nvSpPr>
          <p:spPr>
            <a:xfrm>
              <a:off x="7888301" y="2808120"/>
              <a:ext cx="155028" cy="127327"/>
            </a:xfrm>
            <a:custGeom>
              <a:avLst/>
              <a:gdLst/>
              <a:ahLst/>
              <a:cxnLst/>
              <a:rect l="l" t="t" r="r" b="b"/>
              <a:pathLst>
                <a:path w="4259" h="3498" extrusionOk="0">
                  <a:moveTo>
                    <a:pt x="4259" y="1"/>
                  </a:moveTo>
                  <a:lnTo>
                    <a:pt x="4259" y="1"/>
                  </a:lnTo>
                  <a:cubicBezTo>
                    <a:pt x="2395" y="380"/>
                    <a:pt x="718" y="1780"/>
                    <a:pt x="0" y="3498"/>
                  </a:cubicBezTo>
                  <a:cubicBezTo>
                    <a:pt x="682" y="3184"/>
                    <a:pt x="1227" y="2568"/>
                    <a:pt x="1809" y="1917"/>
                  </a:cubicBezTo>
                  <a:cubicBezTo>
                    <a:pt x="2470" y="1164"/>
                    <a:pt x="3153" y="385"/>
                    <a:pt x="4088" y="67"/>
                  </a:cubicBezTo>
                  <a:cubicBezTo>
                    <a:pt x="4100" y="62"/>
                    <a:pt x="4112" y="60"/>
                    <a:pt x="4124" y="60"/>
                  </a:cubicBezTo>
                  <a:cubicBezTo>
                    <a:pt x="4161" y="60"/>
                    <a:pt x="4194" y="82"/>
                    <a:pt x="4214" y="112"/>
                  </a:cubicBezTo>
                  <a:cubicBezTo>
                    <a:pt x="4228" y="77"/>
                    <a:pt x="4244" y="37"/>
                    <a:pt x="4259"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30"/>
            <p:cNvSpPr/>
            <p:nvPr/>
          </p:nvSpPr>
          <p:spPr>
            <a:xfrm>
              <a:off x="6719776" y="2083047"/>
              <a:ext cx="193502" cy="414378"/>
            </a:xfrm>
            <a:custGeom>
              <a:avLst/>
              <a:gdLst/>
              <a:ahLst/>
              <a:cxnLst/>
              <a:rect l="l" t="t" r="r" b="b"/>
              <a:pathLst>
                <a:path w="5316" h="11384" extrusionOk="0">
                  <a:moveTo>
                    <a:pt x="1244" y="2077"/>
                  </a:moveTo>
                  <a:cubicBezTo>
                    <a:pt x="1258" y="2248"/>
                    <a:pt x="1279" y="2420"/>
                    <a:pt x="1299" y="2592"/>
                  </a:cubicBezTo>
                  <a:cubicBezTo>
                    <a:pt x="1314" y="2763"/>
                    <a:pt x="1335" y="2940"/>
                    <a:pt x="1360" y="3117"/>
                  </a:cubicBezTo>
                  <a:cubicBezTo>
                    <a:pt x="1153" y="3229"/>
                    <a:pt x="961" y="3369"/>
                    <a:pt x="779" y="3502"/>
                  </a:cubicBezTo>
                  <a:cubicBezTo>
                    <a:pt x="749" y="3527"/>
                    <a:pt x="713" y="3551"/>
                    <a:pt x="677" y="3577"/>
                  </a:cubicBezTo>
                  <a:cubicBezTo>
                    <a:pt x="799" y="3061"/>
                    <a:pt x="985" y="2557"/>
                    <a:pt x="1244" y="2077"/>
                  </a:cubicBezTo>
                  <a:close/>
                  <a:moveTo>
                    <a:pt x="1552" y="1920"/>
                  </a:moveTo>
                  <a:lnTo>
                    <a:pt x="1552" y="1920"/>
                  </a:lnTo>
                  <a:cubicBezTo>
                    <a:pt x="1738" y="2061"/>
                    <a:pt x="1931" y="2182"/>
                    <a:pt x="2118" y="2299"/>
                  </a:cubicBezTo>
                  <a:cubicBezTo>
                    <a:pt x="2557" y="2576"/>
                    <a:pt x="2972" y="2840"/>
                    <a:pt x="3330" y="3274"/>
                  </a:cubicBezTo>
                  <a:cubicBezTo>
                    <a:pt x="3522" y="3506"/>
                    <a:pt x="3694" y="3749"/>
                    <a:pt x="3851" y="4012"/>
                  </a:cubicBezTo>
                  <a:cubicBezTo>
                    <a:pt x="3598" y="3921"/>
                    <a:pt x="3320" y="3854"/>
                    <a:pt x="3047" y="3794"/>
                  </a:cubicBezTo>
                  <a:cubicBezTo>
                    <a:pt x="2557" y="3683"/>
                    <a:pt x="2046" y="3567"/>
                    <a:pt x="1703" y="3264"/>
                  </a:cubicBezTo>
                  <a:cubicBezTo>
                    <a:pt x="1673" y="3026"/>
                    <a:pt x="1643" y="2789"/>
                    <a:pt x="1622" y="2557"/>
                  </a:cubicBezTo>
                  <a:cubicBezTo>
                    <a:pt x="1598" y="2350"/>
                    <a:pt x="1572" y="2137"/>
                    <a:pt x="1552" y="1920"/>
                  </a:cubicBezTo>
                  <a:close/>
                  <a:moveTo>
                    <a:pt x="1738" y="3562"/>
                  </a:moveTo>
                  <a:lnTo>
                    <a:pt x="1738" y="3562"/>
                  </a:lnTo>
                  <a:cubicBezTo>
                    <a:pt x="2102" y="3800"/>
                    <a:pt x="2557" y="3905"/>
                    <a:pt x="3002" y="4006"/>
                  </a:cubicBezTo>
                  <a:cubicBezTo>
                    <a:pt x="3340" y="4082"/>
                    <a:pt x="3659" y="4153"/>
                    <a:pt x="3937" y="4279"/>
                  </a:cubicBezTo>
                  <a:cubicBezTo>
                    <a:pt x="3946" y="4285"/>
                    <a:pt x="3967" y="4290"/>
                    <a:pt x="3982" y="4290"/>
                  </a:cubicBezTo>
                  <a:cubicBezTo>
                    <a:pt x="3986" y="4290"/>
                    <a:pt x="3993" y="4285"/>
                    <a:pt x="3997" y="4285"/>
                  </a:cubicBezTo>
                  <a:cubicBezTo>
                    <a:pt x="4103" y="4491"/>
                    <a:pt x="4199" y="4709"/>
                    <a:pt x="4285" y="4936"/>
                  </a:cubicBezTo>
                  <a:cubicBezTo>
                    <a:pt x="3543" y="4521"/>
                    <a:pt x="2638" y="4295"/>
                    <a:pt x="1820" y="4122"/>
                  </a:cubicBezTo>
                  <a:cubicBezTo>
                    <a:pt x="1789" y="3936"/>
                    <a:pt x="1764" y="3749"/>
                    <a:pt x="1738" y="3562"/>
                  </a:cubicBezTo>
                  <a:close/>
                  <a:moveTo>
                    <a:pt x="1386" y="3350"/>
                  </a:moveTo>
                  <a:cubicBezTo>
                    <a:pt x="1426" y="3698"/>
                    <a:pt x="1470" y="4042"/>
                    <a:pt x="1531" y="4386"/>
                  </a:cubicBezTo>
                  <a:cubicBezTo>
                    <a:pt x="1547" y="4486"/>
                    <a:pt x="1567" y="4582"/>
                    <a:pt x="1582" y="4684"/>
                  </a:cubicBezTo>
                  <a:cubicBezTo>
                    <a:pt x="1213" y="4835"/>
                    <a:pt x="819" y="5092"/>
                    <a:pt x="500" y="5381"/>
                  </a:cubicBezTo>
                  <a:cubicBezTo>
                    <a:pt x="486" y="4880"/>
                    <a:pt x="521" y="4381"/>
                    <a:pt x="612" y="3891"/>
                  </a:cubicBezTo>
                  <a:cubicBezTo>
                    <a:pt x="713" y="3819"/>
                    <a:pt x="810" y="3749"/>
                    <a:pt x="910" y="3679"/>
                  </a:cubicBezTo>
                  <a:cubicBezTo>
                    <a:pt x="1062" y="3562"/>
                    <a:pt x="1223" y="3451"/>
                    <a:pt x="1386" y="3350"/>
                  </a:cubicBezTo>
                  <a:close/>
                  <a:moveTo>
                    <a:pt x="1622" y="4901"/>
                  </a:moveTo>
                  <a:cubicBezTo>
                    <a:pt x="1643" y="5006"/>
                    <a:pt x="1658" y="5113"/>
                    <a:pt x="1678" y="5214"/>
                  </a:cubicBezTo>
                  <a:cubicBezTo>
                    <a:pt x="1405" y="5376"/>
                    <a:pt x="1183" y="5588"/>
                    <a:pt x="971" y="5795"/>
                  </a:cubicBezTo>
                  <a:cubicBezTo>
                    <a:pt x="840" y="5927"/>
                    <a:pt x="713" y="6048"/>
                    <a:pt x="577" y="6158"/>
                  </a:cubicBezTo>
                  <a:cubicBezTo>
                    <a:pt x="551" y="5997"/>
                    <a:pt x="531" y="5831"/>
                    <a:pt x="521" y="5668"/>
                  </a:cubicBezTo>
                  <a:cubicBezTo>
                    <a:pt x="824" y="5356"/>
                    <a:pt x="1228" y="5067"/>
                    <a:pt x="1622" y="4901"/>
                  </a:cubicBezTo>
                  <a:close/>
                  <a:moveTo>
                    <a:pt x="1850" y="4350"/>
                  </a:moveTo>
                  <a:cubicBezTo>
                    <a:pt x="2724" y="4537"/>
                    <a:pt x="3669" y="4784"/>
                    <a:pt x="4396" y="5255"/>
                  </a:cubicBezTo>
                  <a:cubicBezTo>
                    <a:pt x="4417" y="5320"/>
                    <a:pt x="4441" y="5386"/>
                    <a:pt x="4457" y="5451"/>
                  </a:cubicBezTo>
                  <a:cubicBezTo>
                    <a:pt x="4604" y="5952"/>
                    <a:pt x="4679" y="6447"/>
                    <a:pt x="4684" y="6946"/>
                  </a:cubicBezTo>
                  <a:cubicBezTo>
                    <a:pt x="4431" y="6846"/>
                    <a:pt x="4179" y="6734"/>
                    <a:pt x="3906" y="6613"/>
                  </a:cubicBezTo>
                  <a:cubicBezTo>
                    <a:pt x="3340" y="6361"/>
                    <a:pt x="2755" y="6104"/>
                    <a:pt x="2153" y="5982"/>
                  </a:cubicBezTo>
                  <a:cubicBezTo>
                    <a:pt x="2052" y="5461"/>
                    <a:pt x="1951" y="4921"/>
                    <a:pt x="1850" y="4350"/>
                  </a:cubicBezTo>
                  <a:close/>
                  <a:moveTo>
                    <a:pt x="1719" y="5437"/>
                  </a:moveTo>
                  <a:cubicBezTo>
                    <a:pt x="1815" y="5927"/>
                    <a:pt x="1911" y="6396"/>
                    <a:pt x="2006" y="6846"/>
                  </a:cubicBezTo>
                  <a:cubicBezTo>
                    <a:pt x="1764" y="7063"/>
                    <a:pt x="1526" y="7296"/>
                    <a:pt x="1304" y="7528"/>
                  </a:cubicBezTo>
                  <a:cubicBezTo>
                    <a:pt x="1213" y="7619"/>
                    <a:pt x="1118" y="7715"/>
                    <a:pt x="1022" y="7811"/>
                  </a:cubicBezTo>
                  <a:cubicBezTo>
                    <a:pt x="840" y="7351"/>
                    <a:pt x="703" y="6881"/>
                    <a:pt x="617" y="6401"/>
                  </a:cubicBezTo>
                  <a:cubicBezTo>
                    <a:pt x="799" y="6265"/>
                    <a:pt x="961" y="6109"/>
                    <a:pt x="1122" y="5952"/>
                  </a:cubicBezTo>
                  <a:cubicBezTo>
                    <a:pt x="1304" y="5770"/>
                    <a:pt x="1496" y="5582"/>
                    <a:pt x="1719" y="5437"/>
                  </a:cubicBezTo>
                  <a:close/>
                  <a:moveTo>
                    <a:pt x="2204" y="6209"/>
                  </a:moveTo>
                  <a:lnTo>
                    <a:pt x="2204" y="6209"/>
                  </a:lnTo>
                  <a:cubicBezTo>
                    <a:pt x="2750" y="6330"/>
                    <a:pt x="3289" y="6578"/>
                    <a:pt x="3820" y="6811"/>
                  </a:cubicBezTo>
                  <a:cubicBezTo>
                    <a:pt x="4103" y="6937"/>
                    <a:pt x="4401" y="7068"/>
                    <a:pt x="4690" y="7179"/>
                  </a:cubicBezTo>
                  <a:cubicBezTo>
                    <a:pt x="4679" y="7629"/>
                    <a:pt x="4608" y="8089"/>
                    <a:pt x="4487" y="8559"/>
                  </a:cubicBezTo>
                  <a:cubicBezTo>
                    <a:pt x="3805" y="8245"/>
                    <a:pt x="3022" y="7983"/>
                    <a:pt x="2577" y="7841"/>
                  </a:cubicBezTo>
                  <a:cubicBezTo>
                    <a:pt x="2447" y="7321"/>
                    <a:pt x="2325" y="6775"/>
                    <a:pt x="2204" y="6209"/>
                  </a:cubicBezTo>
                  <a:close/>
                  <a:moveTo>
                    <a:pt x="2062" y="7088"/>
                  </a:moveTo>
                  <a:cubicBezTo>
                    <a:pt x="2153" y="7482"/>
                    <a:pt x="2249" y="7867"/>
                    <a:pt x="2345" y="8240"/>
                  </a:cubicBezTo>
                  <a:cubicBezTo>
                    <a:pt x="2083" y="8492"/>
                    <a:pt x="1875" y="8760"/>
                    <a:pt x="1658" y="9049"/>
                  </a:cubicBezTo>
                  <a:cubicBezTo>
                    <a:pt x="1451" y="8720"/>
                    <a:pt x="1269" y="8377"/>
                    <a:pt x="1113" y="8023"/>
                  </a:cubicBezTo>
                  <a:cubicBezTo>
                    <a:pt x="1228" y="7912"/>
                    <a:pt x="1344" y="7795"/>
                    <a:pt x="1461" y="7674"/>
                  </a:cubicBezTo>
                  <a:cubicBezTo>
                    <a:pt x="1663" y="7468"/>
                    <a:pt x="1860" y="7275"/>
                    <a:pt x="2062" y="7088"/>
                  </a:cubicBezTo>
                  <a:close/>
                  <a:moveTo>
                    <a:pt x="2643" y="8089"/>
                  </a:moveTo>
                  <a:lnTo>
                    <a:pt x="2643" y="8089"/>
                  </a:lnTo>
                  <a:cubicBezTo>
                    <a:pt x="3098" y="8235"/>
                    <a:pt x="3805" y="8483"/>
                    <a:pt x="4431" y="8771"/>
                  </a:cubicBezTo>
                  <a:cubicBezTo>
                    <a:pt x="4387" y="8917"/>
                    <a:pt x="4341" y="9068"/>
                    <a:pt x="4280" y="9220"/>
                  </a:cubicBezTo>
                  <a:cubicBezTo>
                    <a:pt x="4275" y="9215"/>
                    <a:pt x="4270" y="9210"/>
                    <a:pt x="4259" y="9205"/>
                  </a:cubicBezTo>
                  <a:cubicBezTo>
                    <a:pt x="3720" y="9099"/>
                    <a:pt x="3240" y="8887"/>
                    <a:pt x="2799" y="8665"/>
                  </a:cubicBezTo>
                  <a:cubicBezTo>
                    <a:pt x="2744" y="8473"/>
                    <a:pt x="2694" y="8280"/>
                    <a:pt x="2643" y="8089"/>
                  </a:cubicBezTo>
                  <a:close/>
                  <a:moveTo>
                    <a:pt x="2410" y="8478"/>
                  </a:moveTo>
                  <a:cubicBezTo>
                    <a:pt x="2568" y="9044"/>
                    <a:pt x="2729" y="9590"/>
                    <a:pt x="2911" y="10129"/>
                  </a:cubicBezTo>
                  <a:cubicBezTo>
                    <a:pt x="2951" y="10257"/>
                    <a:pt x="2986" y="10383"/>
                    <a:pt x="3022" y="10509"/>
                  </a:cubicBezTo>
                  <a:cubicBezTo>
                    <a:pt x="3037" y="10570"/>
                    <a:pt x="3058" y="10621"/>
                    <a:pt x="3072" y="10675"/>
                  </a:cubicBezTo>
                  <a:cubicBezTo>
                    <a:pt x="2577" y="10251"/>
                    <a:pt x="2148" y="9766"/>
                    <a:pt x="1789" y="9241"/>
                  </a:cubicBezTo>
                  <a:lnTo>
                    <a:pt x="1820" y="9196"/>
                  </a:lnTo>
                  <a:cubicBezTo>
                    <a:pt x="2011" y="8942"/>
                    <a:pt x="2188" y="8700"/>
                    <a:pt x="2410" y="8478"/>
                  </a:cubicBezTo>
                  <a:close/>
                  <a:moveTo>
                    <a:pt x="2881" y="8942"/>
                  </a:moveTo>
                  <a:lnTo>
                    <a:pt x="2881" y="8942"/>
                  </a:lnTo>
                  <a:cubicBezTo>
                    <a:pt x="3284" y="9140"/>
                    <a:pt x="3720" y="9317"/>
                    <a:pt x="4210" y="9418"/>
                  </a:cubicBezTo>
                  <a:cubicBezTo>
                    <a:pt x="4023" y="9893"/>
                    <a:pt x="3780" y="10383"/>
                    <a:pt x="3487" y="10893"/>
                  </a:cubicBezTo>
                  <a:cubicBezTo>
                    <a:pt x="3431" y="10742"/>
                    <a:pt x="3380" y="10579"/>
                    <a:pt x="3335" y="10423"/>
                  </a:cubicBezTo>
                  <a:cubicBezTo>
                    <a:pt x="3295" y="10287"/>
                    <a:pt x="3259" y="10155"/>
                    <a:pt x="3214" y="10029"/>
                  </a:cubicBezTo>
                  <a:cubicBezTo>
                    <a:pt x="3098" y="9670"/>
                    <a:pt x="2986" y="9311"/>
                    <a:pt x="2881" y="8942"/>
                  </a:cubicBezTo>
                  <a:close/>
                  <a:moveTo>
                    <a:pt x="1106" y="1"/>
                  </a:moveTo>
                  <a:cubicBezTo>
                    <a:pt x="1095" y="1"/>
                    <a:pt x="1083" y="2"/>
                    <a:pt x="1071" y="5"/>
                  </a:cubicBezTo>
                  <a:cubicBezTo>
                    <a:pt x="981" y="25"/>
                    <a:pt x="931" y="111"/>
                    <a:pt x="945" y="202"/>
                  </a:cubicBezTo>
                  <a:cubicBezTo>
                    <a:pt x="1046" y="641"/>
                    <a:pt x="1118" y="1091"/>
                    <a:pt x="1178" y="1546"/>
                  </a:cubicBezTo>
                  <a:cubicBezTo>
                    <a:pt x="1173" y="1551"/>
                    <a:pt x="1167" y="1551"/>
                    <a:pt x="1162" y="1562"/>
                  </a:cubicBezTo>
                  <a:cubicBezTo>
                    <a:pt x="264" y="3012"/>
                    <a:pt x="1" y="4734"/>
                    <a:pt x="288" y="6391"/>
                  </a:cubicBezTo>
                  <a:cubicBezTo>
                    <a:pt x="278" y="6421"/>
                    <a:pt x="278" y="6452"/>
                    <a:pt x="299" y="6477"/>
                  </a:cubicBezTo>
                  <a:cubicBezTo>
                    <a:pt x="299" y="6482"/>
                    <a:pt x="304" y="6482"/>
                    <a:pt x="304" y="6487"/>
                  </a:cubicBezTo>
                  <a:cubicBezTo>
                    <a:pt x="647" y="8326"/>
                    <a:pt x="1678" y="10075"/>
                    <a:pt x="3289" y="11262"/>
                  </a:cubicBezTo>
                  <a:cubicBezTo>
                    <a:pt x="3305" y="11276"/>
                    <a:pt x="3320" y="11287"/>
                    <a:pt x="3335" y="11297"/>
                  </a:cubicBezTo>
                  <a:cubicBezTo>
                    <a:pt x="3340" y="11302"/>
                    <a:pt x="3345" y="11302"/>
                    <a:pt x="3345" y="11307"/>
                  </a:cubicBezTo>
                  <a:cubicBezTo>
                    <a:pt x="3361" y="11327"/>
                    <a:pt x="3375" y="11348"/>
                    <a:pt x="3401" y="11358"/>
                  </a:cubicBezTo>
                  <a:cubicBezTo>
                    <a:pt x="3426" y="11378"/>
                    <a:pt x="3452" y="11383"/>
                    <a:pt x="3482" y="11383"/>
                  </a:cubicBezTo>
                  <a:cubicBezTo>
                    <a:pt x="3538" y="11383"/>
                    <a:pt x="3592" y="11358"/>
                    <a:pt x="3623" y="11307"/>
                  </a:cubicBezTo>
                  <a:cubicBezTo>
                    <a:pt x="4963" y="9084"/>
                    <a:pt x="5315" y="7256"/>
                    <a:pt x="4770" y="5365"/>
                  </a:cubicBezTo>
                  <a:cubicBezTo>
                    <a:pt x="4518" y="4486"/>
                    <a:pt x="4119" y="3714"/>
                    <a:pt x="3578" y="3066"/>
                  </a:cubicBezTo>
                  <a:cubicBezTo>
                    <a:pt x="3189" y="2597"/>
                    <a:pt x="2734" y="2308"/>
                    <a:pt x="2289" y="2026"/>
                  </a:cubicBezTo>
                  <a:cubicBezTo>
                    <a:pt x="2042" y="1870"/>
                    <a:pt x="1784" y="1708"/>
                    <a:pt x="1537" y="1511"/>
                  </a:cubicBezTo>
                  <a:cubicBezTo>
                    <a:pt x="1526" y="1501"/>
                    <a:pt x="1512" y="1496"/>
                    <a:pt x="1491" y="1490"/>
                  </a:cubicBezTo>
                  <a:cubicBezTo>
                    <a:pt x="1435" y="1030"/>
                    <a:pt x="1365" y="576"/>
                    <a:pt x="1264" y="126"/>
                  </a:cubicBezTo>
                  <a:cubicBezTo>
                    <a:pt x="1246" y="52"/>
                    <a:pt x="1180" y="1"/>
                    <a:pt x="1106"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30"/>
            <p:cNvSpPr/>
            <p:nvPr/>
          </p:nvSpPr>
          <p:spPr>
            <a:xfrm>
              <a:off x="6784894" y="2391604"/>
              <a:ext cx="46738" cy="80044"/>
            </a:xfrm>
            <a:custGeom>
              <a:avLst/>
              <a:gdLst/>
              <a:ahLst/>
              <a:cxnLst/>
              <a:rect l="l" t="t" r="r" b="b"/>
              <a:pathLst>
                <a:path w="1284" h="2199" extrusionOk="0">
                  <a:moveTo>
                    <a:pt x="621" y="1"/>
                  </a:moveTo>
                  <a:cubicBezTo>
                    <a:pt x="399" y="223"/>
                    <a:pt x="222" y="465"/>
                    <a:pt x="31" y="719"/>
                  </a:cubicBezTo>
                  <a:lnTo>
                    <a:pt x="0" y="764"/>
                  </a:lnTo>
                  <a:cubicBezTo>
                    <a:pt x="359" y="1289"/>
                    <a:pt x="788" y="1774"/>
                    <a:pt x="1283" y="2198"/>
                  </a:cubicBezTo>
                  <a:cubicBezTo>
                    <a:pt x="1269" y="2144"/>
                    <a:pt x="1248" y="2093"/>
                    <a:pt x="1233" y="2032"/>
                  </a:cubicBezTo>
                  <a:cubicBezTo>
                    <a:pt x="1197" y="1906"/>
                    <a:pt x="1162" y="1780"/>
                    <a:pt x="1122" y="1652"/>
                  </a:cubicBezTo>
                  <a:cubicBezTo>
                    <a:pt x="940" y="1113"/>
                    <a:pt x="779" y="567"/>
                    <a:pt x="621"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30"/>
            <p:cNvSpPr/>
            <p:nvPr/>
          </p:nvSpPr>
          <p:spPr>
            <a:xfrm>
              <a:off x="6760252" y="2341045"/>
              <a:ext cx="44881" cy="71417"/>
            </a:xfrm>
            <a:custGeom>
              <a:avLst/>
              <a:gdLst/>
              <a:ahLst/>
              <a:cxnLst/>
              <a:rect l="l" t="t" r="r" b="b"/>
              <a:pathLst>
                <a:path w="1233" h="1962" extrusionOk="0">
                  <a:moveTo>
                    <a:pt x="950" y="0"/>
                  </a:moveTo>
                  <a:cubicBezTo>
                    <a:pt x="748" y="187"/>
                    <a:pt x="551" y="380"/>
                    <a:pt x="349" y="586"/>
                  </a:cubicBezTo>
                  <a:cubicBezTo>
                    <a:pt x="232" y="707"/>
                    <a:pt x="116" y="824"/>
                    <a:pt x="1" y="935"/>
                  </a:cubicBezTo>
                  <a:cubicBezTo>
                    <a:pt x="157" y="1289"/>
                    <a:pt x="339" y="1632"/>
                    <a:pt x="546" y="1961"/>
                  </a:cubicBezTo>
                  <a:cubicBezTo>
                    <a:pt x="763" y="1672"/>
                    <a:pt x="971" y="1404"/>
                    <a:pt x="1233" y="1152"/>
                  </a:cubicBezTo>
                  <a:cubicBezTo>
                    <a:pt x="1137" y="779"/>
                    <a:pt x="1041" y="394"/>
                    <a:pt x="950"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30"/>
            <p:cNvSpPr/>
            <p:nvPr/>
          </p:nvSpPr>
          <p:spPr>
            <a:xfrm>
              <a:off x="6742198" y="2280914"/>
              <a:ext cx="50632" cy="86486"/>
            </a:xfrm>
            <a:custGeom>
              <a:avLst/>
              <a:gdLst/>
              <a:ahLst/>
              <a:cxnLst/>
              <a:rect l="l" t="t" r="r" b="b"/>
              <a:pathLst>
                <a:path w="1391" h="2376" extrusionOk="0">
                  <a:moveTo>
                    <a:pt x="1103" y="1"/>
                  </a:moveTo>
                  <a:cubicBezTo>
                    <a:pt x="880" y="146"/>
                    <a:pt x="688" y="334"/>
                    <a:pt x="506" y="516"/>
                  </a:cubicBezTo>
                  <a:cubicBezTo>
                    <a:pt x="345" y="673"/>
                    <a:pt x="183" y="829"/>
                    <a:pt x="1" y="965"/>
                  </a:cubicBezTo>
                  <a:cubicBezTo>
                    <a:pt x="87" y="1445"/>
                    <a:pt x="224" y="1915"/>
                    <a:pt x="406" y="2375"/>
                  </a:cubicBezTo>
                  <a:cubicBezTo>
                    <a:pt x="502" y="2279"/>
                    <a:pt x="597" y="2183"/>
                    <a:pt x="688" y="2092"/>
                  </a:cubicBezTo>
                  <a:cubicBezTo>
                    <a:pt x="910" y="1860"/>
                    <a:pt x="1148" y="1627"/>
                    <a:pt x="1390" y="1410"/>
                  </a:cubicBezTo>
                  <a:cubicBezTo>
                    <a:pt x="1295" y="960"/>
                    <a:pt x="1199" y="491"/>
                    <a:pt x="1103"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30"/>
            <p:cNvSpPr/>
            <p:nvPr/>
          </p:nvSpPr>
          <p:spPr>
            <a:xfrm>
              <a:off x="6738703" y="2261404"/>
              <a:ext cx="42151" cy="45828"/>
            </a:xfrm>
            <a:custGeom>
              <a:avLst/>
              <a:gdLst/>
              <a:ahLst/>
              <a:cxnLst/>
              <a:rect l="l" t="t" r="r" b="b"/>
              <a:pathLst>
                <a:path w="1158" h="1259" extrusionOk="0">
                  <a:moveTo>
                    <a:pt x="1102" y="1"/>
                  </a:moveTo>
                  <a:cubicBezTo>
                    <a:pt x="708" y="167"/>
                    <a:pt x="304" y="456"/>
                    <a:pt x="1" y="768"/>
                  </a:cubicBezTo>
                  <a:cubicBezTo>
                    <a:pt x="11" y="931"/>
                    <a:pt x="31" y="1097"/>
                    <a:pt x="57" y="1258"/>
                  </a:cubicBezTo>
                  <a:cubicBezTo>
                    <a:pt x="193" y="1148"/>
                    <a:pt x="320" y="1027"/>
                    <a:pt x="451" y="895"/>
                  </a:cubicBezTo>
                  <a:cubicBezTo>
                    <a:pt x="663" y="688"/>
                    <a:pt x="885" y="476"/>
                    <a:pt x="1158" y="314"/>
                  </a:cubicBezTo>
                  <a:cubicBezTo>
                    <a:pt x="1138" y="213"/>
                    <a:pt x="1123" y="106"/>
                    <a:pt x="1102"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30"/>
            <p:cNvSpPr/>
            <p:nvPr/>
          </p:nvSpPr>
          <p:spPr>
            <a:xfrm>
              <a:off x="6737429" y="2204985"/>
              <a:ext cx="39931" cy="73965"/>
            </a:xfrm>
            <a:custGeom>
              <a:avLst/>
              <a:gdLst/>
              <a:ahLst/>
              <a:cxnLst/>
              <a:rect l="l" t="t" r="r" b="b"/>
              <a:pathLst>
                <a:path w="1097" h="2032" extrusionOk="0">
                  <a:moveTo>
                    <a:pt x="901" y="0"/>
                  </a:moveTo>
                  <a:cubicBezTo>
                    <a:pt x="738" y="101"/>
                    <a:pt x="577" y="212"/>
                    <a:pt x="425" y="329"/>
                  </a:cubicBezTo>
                  <a:cubicBezTo>
                    <a:pt x="325" y="399"/>
                    <a:pt x="228" y="469"/>
                    <a:pt x="127" y="541"/>
                  </a:cubicBezTo>
                  <a:cubicBezTo>
                    <a:pt x="36" y="1031"/>
                    <a:pt x="1" y="1530"/>
                    <a:pt x="15" y="2031"/>
                  </a:cubicBezTo>
                  <a:cubicBezTo>
                    <a:pt x="334" y="1742"/>
                    <a:pt x="728" y="1485"/>
                    <a:pt x="1097" y="1334"/>
                  </a:cubicBezTo>
                  <a:cubicBezTo>
                    <a:pt x="1082" y="1232"/>
                    <a:pt x="1062" y="1136"/>
                    <a:pt x="1046" y="1036"/>
                  </a:cubicBezTo>
                  <a:cubicBezTo>
                    <a:pt x="985" y="692"/>
                    <a:pt x="941" y="348"/>
                    <a:pt x="901"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30"/>
            <p:cNvSpPr/>
            <p:nvPr/>
          </p:nvSpPr>
          <p:spPr>
            <a:xfrm>
              <a:off x="6744418" y="2158612"/>
              <a:ext cx="24898" cy="54636"/>
            </a:xfrm>
            <a:custGeom>
              <a:avLst/>
              <a:gdLst/>
              <a:ahLst/>
              <a:cxnLst/>
              <a:rect l="l" t="t" r="r" b="b"/>
              <a:pathLst>
                <a:path w="684" h="1501" extrusionOk="0">
                  <a:moveTo>
                    <a:pt x="567" y="1"/>
                  </a:moveTo>
                  <a:cubicBezTo>
                    <a:pt x="308" y="481"/>
                    <a:pt x="122" y="985"/>
                    <a:pt x="0" y="1501"/>
                  </a:cubicBezTo>
                  <a:cubicBezTo>
                    <a:pt x="36" y="1475"/>
                    <a:pt x="72" y="1451"/>
                    <a:pt x="102" y="1426"/>
                  </a:cubicBezTo>
                  <a:cubicBezTo>
                    <a:pt x="284" y="1293"/>
                    <a:pt x="476" y="1153"/>
                    <a:pt x="683" y="1041"/>
                  </a:cubicBezTo>
                  <a:cubicBezTo>
                    <a:pt x="658" y="864"/>
                    <a:pt x="637" y="687"/>
                    <a:pt x="622" y="516"/>
                  </a:cubicBezTo>
                  <a:cubicBezTo>
                    <a:pt x="602" y="344"/>
                    <a:pt x="581" y="172"/>
                    <a:pt x="567"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30"/>
            <p:cNvSpPr/>
            <p:nvPr/>
          </p:nvSpPr>
          <p:spPr>
            <a:xfrm>
              <a:off x="6776231" y="2152934"/>
              <a:ext cx="83720" cy="76185"/>
            </a:xfrm>
            <a:custGeom>
              <a:avLst/>
              <a:gdLst/>
              <a:ahLst/>
              <a:cxnLst/>
              <a:rect l="l" t="t" r="r" b="b"/>
              <a:pathLst>
                <a:path w="2300" h="2093" extrusionOk="0">
                  <a:moveTo>
                    <a:pt x="1" y="0"/>
                  </a:moveTo>
                  <a:lnTo>
                    <a:pt x="1" y="0"/>
                  </a:lnTo>
                  <a:cubicBezTo>
                    <a:pt x="21" y="217"/>
                    <a:pt x="47" y="430"/>
                    <a:pt x="71" y="637"/>
                  </a:cubicBezTo>
                  <a:cubicBezTo>
                    <a:pt x="92" y="869"/>
                    <a:pt x="122" y="1106"/>
                    <a:pt x="152" y="1344"/>
                  </a:cubicBezTo>
                  <a:cubicBezTo>
                    <a:pt x="495" y="1647"/>
                    <a:pt x="1006" y="1763"/>
                    <a:pt x="1496" y="1874"/>
                  </a:cubicBezTo>
                  <a:cubicBezTo>
                    <a:pt x="1769" y="1934"/>
                    <a:pt x="2047" y="2001"/>
                    <a:pt x="2300" y="2092"/>
                  </a:cubicBezTo>
                  <a:cubicBezTo>
                    <a:pt x="2143" y="1829"/>
                    <a:pt x="1971" y="1586"/>
                    <a:pt x="1779" y="1354"/>
                  </a:cubicBezTo>
                  <a:cubicBezTo>
                    <a:pt x="1421" y="920"/>
                    <a:pt x="1006" y="656"/>
                    <a:pt x="567" y="379"/>
                  </a:cubicBezTo>
                  <a:cubicBezTo>
                    <a:pt x="380" y="262"/>
                    <a:pt x="187" y="141"/>
                    <a:pt x="1"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30"/>
            <p:cNvSpPr/>
            <p:nvPr/>
          </p:nvSpPr>
          <p:spPr>
            <a:xfrm>
              <a:off x="6783037" y="2212701"/>
              <a:ext cx="92711" cy="50050"/>
            </a:xfrm>
            <a:custGeom>
              <a:avLst/>
              <a:gdLst/>
              <a:ahLst/>
              <a:cxnLst/>
              <a:rect l="l" t="t" r="r" b="b"/>
              <a:pathLst>
                <a:path w="2547" h="1375" extrusionOk="0">
                  <a:moveTo>
                    <a:pt x="0" y="0"/>
                  </a:moveTo>
                  <a:lnTo>
                    <a:pt x="0" y="0"/>
                  </a:lnTo>
                  <a:cubicBezTo>
                    <a:pt x="26" y="187"/>
                    <a:pt x="51" y="374"/>
                    <a:pt x="82" y="560"/>
                  </a:cubicBezTo>
                  <a:cubicBezTo>
                    <a:pt x="900" y="733"/>
                    <a:pt x="1805" y="959"/>
                    <a:pt x="2547" y="1374"/>
                  </a:cubicBezTo>
                  <a:cubicBezTo>
                    <a:pt x="2461" y="1147"/>
                    <a:pt x="2365" y="929"/>
                    <a:pt x="2259" y="723"/>
                  </a:cubicBezTo>
                  <a:cubicBezTo>
                    <a:pt x="2255" y="723"/>
                    <a:pt x="2248" y="728"/>
                    <a:pt x="2244" y="728"/>
                  </a:cubicBezTo>
                  <a:cubicBezTo>
                    <a:pt x="2229" y="728"/>
                    <a:pt x="2208" y="723"/>
                    <a:pt x="2199" y="717"/>
                  </a:cubicBezTo>
                  <a:cubicBezTo>
                    <a:pt x="1921" y="591"/>
                    <a:pt x="1602" y="520"/>
                    <a:pt x="1264" y="444"/>
                  </a:cubicBezTo>
                  <a:cubicBezTo>
                    <a:pt x="819" y="343"/>
                    <a:pt x="364" y="238"/>
                    <a:pt x="0"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30"/>
            <p:cNvSpPr/>
            <p:nvPr/>
          </p:nvSpPr>
          <p:spPr>
            <a:xfrm>
              <a:off x="6787078" y="2241384"/>
              <a:ext cx="103194" cy="94531"/>
            </a:xfrm>
            <a:custGeom>
              <a:avLst/>
              <a:gdLst/>
              <a:ahLst/>
              <a:cxnLst/>
              <a:rect l="l" t="t" r="r" b="b"/>
              <a:pathLst>
                <a:path w="2835" h="2597" extrusionOk="0">
                  <a:moveTo>
                    <a:pt x="1" y="0"/>
                  </a:moveTo>
                  <a:cubicBezTo>
                    <a:pt x="102" y="571"/>
                    <a:pt x="203" y="1111"/>
                    <a:pt x="304" y="1632"/>
                  </a:cubicBezTo>
                  <a:cubicBezTo>
                    <a:pt x="906" y="1754"/>
                    <a:pt x="1491" y="2011"/>
                    <a:pt x="2057" y="2263"/>
                  </a:cubicBezTo>
                  <a:cubicBezTo>
                    <a:pt x="2330" y="2384"/>
                    <a:pt x="2582" y="2496"/>
                    <a:pt x="2835" y="2596"/>
                  </a:cubicBezTo>
                  <a:cubicBezTo>
                    <a:pt x="2830" y="2097"/>
                    <a:pt x="2755" y="1602"/>
                    <a:pt x="2608" y="1101"/>
                  </a:cubicBezTo>
                  <a:cubicBezTo>
                    <a:pt x="2592" y="1036"/>
                    <a:pt x="2568" y="970"/>
                    <a:pt x="2547" y="905"/>
                  </a:cubicBezTo>
                  <a:cubicBezTo>
                    <a:pt x="1820" y="434"/>
                    <a:pt x="875" y="187"/>
                    <a:pt x="1"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30"/>
            <p:cNvSpPr/>
            <p:nvPr/>
          </p:nvSpPr>
          <p:spPr>
            <a:xfrm>
              <a:off x="6800000" y="2309050"/>
              <a:ext cx="90490" cy="85576"/>
            </a:xfrm>
            <a:custGeom>
              <a:avLst/>
              <a:gdLst/>
              <a:ahLst/>
              <a:cxnLst/>
              <a:rect l="l" t="t" r="r" b="b"/>
              <a:pathLst>
                <a:path w="2486" h="2351" extrusionOk="0">
                  <a:moveTo>
                    <a:pt x="0" y="0"/>
                  </a:moveTo>
                  <a:lnTo>
                    <a:pt x="0" y="0"/>
                  </a:lnTo>
                  <a:cubicBezTo>
                    <a:pt x="121" y="566"/>
                    <a:pt x="243" y="1112"/>
                    <a:pt x="373" y="1632"/>
                  </a:cubicBezTo>
                  <a:cubicBezTo>
                    <a:pt x="818" y="1774"/>
                    <a:pt x="1601" y="2036"/>
                    <a:pt x="2283" y="2350"/>
                  </a:cubicBezTo>
                  <a:cubicBezTo>
                    <a:pt x="2404" y="1880"/>
                    <a:pt x="2475" y="1420"/>
                    <a:pt x="2486" y="970"/>
                  </a:cubicBezTo>
                  <a:cubicBezTo>
                    <a:pt x="2197" y="859"/>
                    <a:pt x="1899" y="728"/>
                    <a:pt x="1616" y="602"/>
                  </a:cubicBezTo>
                  <a:cubicBezTo>
                    <a:pt x="1085" y="369"/>
                    <a:pt x="546" y="121"/>
                    <a:pt x="0"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30"/>
            <p:cNvSpPr/>
            <p:nvPr/>
          </p:nvSpPr>
          <p:spPr>
            <a:xfrm>
              <a:off x="6815942" y="2377444"/>
              <a:ext cx="65156" cy="41205"/>
            </a:xfrm>
            <a:custGeom>
              <a:avLst/>
              <a:gdLst/>
              <a:ahLst/>
              <a:cxnLst/>
              <a:rect l="l" t="t" r="r" b="b"/>
              <a:pathLst>
                <a:path w="1790" h="1132" extrusionOk="0">
                  <a:moveTo>
                    <a:pt x="1" y="1"/>
                  </a:moveTo>
                  <a:lnTo>
                    <a:pt x="1" y="1"/>
                  </a:lnTo>
                  <a:cubicBezTo>
                    <a:pt x="52" y="192"/>
                    <a:pt x="102" y="385"/>
                    <a:pt x="157" y="577"/>
                  </a:cubicBezTo>
                  <a:cubicBezTo>
                    <a:pt x="598" y="799"/>
                    <a:pt x="1078" y="1011"/>
                    <a:pt x="1617" y="1117"/>
                  </a:cubicBezTo>
                  <a:cubicBezTo>
                    <a:pt x="1628" y="1122"/>
                    <a:pt x="1633" y="1127"/>
                    <a:pt x="1638" y="1132"/>
                  </a:cubicBezTo>
                  <a:cubicBezTo>
                    <a:pt x="1699" y="980"/>
                    <a:pt x="1745" y="829"/>
                    <a:pt x="1789" y="683"/>
                  </a:cubicBezTo>
                  <a:cubicBezTo>
                    <a:pt x="1163" y="395"/>
                    <a:pt x="456" y="147"/>
                    <a:pt x="1"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30"/>
            <p:cNvSpPr/>
            <p:nvPr/>
          </p:nvSpPr>
          <p:spPr>
            <a:xfrm>
              <a:off x="6824605" y="2408529"/>
              <a:ext cx="48412" cy="71053"/>
            </a:xfrm>
            <a:custGeom>
              <a:avLst/>
              <a:gdLst/>
              <a:ahLst/>
              <a:cxnLst/>
              <a:rect l="l" t="t" r="r" b="b"/>
              <a:pathLst>
                <a:path w="1330" h="1952" extrusionOk="0">
                  <a:moveTo>
                    <a:pt x="1" y="0"/>
                  </a:moveTo>
                  <a:lnTo>
                    <a:pt x="1" y="0"/>
                  </a:lnTo>
                  <a:cubicBezTo>
                    <a:pt x="106" y="369"/>
                    <a:pt x="218" y="728"/>
                    <a:pt x="334" y="1087"/>
                  </a:cubicBezTo>
                  <a:cubicBezTo>
                    <a:pt x="379" y="1213"/>
                    <a:pt x="415" y="1345"/>
                    <a:pt x="455" y="1481"/>
                  </a:cubicBezTo>
                  <a:cubicBezTo>
                    <a:pt x="500" y="1637"/>
                    <a:pt x="551" y="1800"/>
                    <a:pt x="607" y="1951"/>
                  </a:cubicBezTo>
                  <a:cubicBezTo>
                    <a:pt x="900" y="1441"/>
                    <a:pt x="1143" y="951"/>
                    <a:pt x="1330" y="476"/>
                  </a:cubicBezTo>
                  <a:cubicBezTo>
                    <a:pt x="840" y="375"/>
                    <a:pt x="404" y="198"/>
                    <a:pt x="1"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30"/>
            <p:cNvSpPr/>
            <p:nvPr/>
          </p:nvSpPr>
          <p:spPr>
            <a:xfrm>
              <a:off x="8050678" y="3033541"/>
              <a:ext cx="162235" cy="371717"/>
            </a:xfrm>
            <a:custGeom>
              <a:avLst/>
              <a:gdLst/>
              <a:ahLst/>
              <a:cxnLst/>
              <a:rect l="l" t="t" r="r" b="b"/>
              <a:pathLst>
                <a:path w="4457" h="10212" extrusionOk="0">
                  <a:moveTo>
                    <a:pt x="2537" y="1771"/>
                  </a:moveTo>
                  <a:lnTo>
                    <a:pt x="2537" y="1771"/>
                  </a:lnTo>
                  <a:cubicBezTo>
                    <a:pt x="2495" y="1922"/>
                    <a:pt x="2455" y="2069"/>
                    <a:pt x="2415" y="2216"/>
                  </a:cubicBezTo>
                  <a:cubicBezTo>
                    <a:pt x="2374" y="2362"/>
                    <a:pt x="2329" y="2514"/>
                    <a:pt x="2289" y="2670"/>
                  </a:cubicBezTo>
                  <a:cubicBezTo>
                    <a:pt x="2082" y="2696"/>
                    <a:pt x="1879" y="2746"/>
                    <a:pt x="1688" y="2796"/>
                  </a:cubicBezTo>
                  <a:cubicBezTo>
                    <a:pt x="1653" y="2811"/>
                    <a:pt x="1616" y="2817"/>
                    <a:pt x="1576" y="2827"/>
                  </a:cubicBezTo>
                  <a:cubicBezTo>
                    <a:pt x="1849" y="2438"/>
                    <a:pt x="2168" y="2083"/>
                    <a:pt x="2537" y="1771"/>
                  </a:cubicBezTo>
                  <a:close/>
                  <a:moveTo>
                    <a:pt x="2840" y="1745"/>
                  </a:moveTo>
                  <a:cubicBezTo>
                    <a:pt x="2950" y="1922"/>
                    <a:pt x="3071" y="2083"/>
                    <a:pt x="3188" y="2241"/>
                  </a:cubicBezTo>
                  <a:cubicBezTo>
                    <a:pt x="3461" y="2615"/>
                    <a:pt x="3714" y="2969"/>
                    <a:pt x="3870" y="3443"/>
                  </a:cubicBezTo>
                  <a:cubicBezTo>
                    <a:pt x="3951" y="3696"/>
                    <a:pt x="4017" y="3958"/>
                    <a:pt x="4057" y="4226"/>
                  </a:cubicBezTo>
                  <a:cubicBezTo>
                    <a:pt x="3880" y="4065"/>
                    <a:pt x="3673" y="3923"/>
                    <a:pt x="3465" y="3781"/>
                  </a:cubicBezTo>
                  <a:cubicBezTo>
                    <a:pt x="3097" y="3529"/>
                    <a:pt x="2714" y="3266"/>
                    <a:pt x="2526" y="2902"/>
                  </a:cubicBezTo>
                  <a:cubicBezTo>
                    <a:pt x="2582" y="2696"/>
                    <a:pt x="2637" y="2493"/>
                    <a:pt x="2693" y="2291"/>
                  </a:cubicBezTo>
                  <a:cubicBezTo>
                    <a:pt x="2738" y="2109"/>
                    <a:pt x="2789" y="1927"/>
                    <a:pt x="2840" y="1745"/>
                  </a:cubicBezTo>
                  <a:close/>
                  <a:moveTo>
                    <a:pt x="2238" y="2872"/>
                  </a:moveTo>
                  <a:lnTo>
                    <a:pt x="2238" y="2872"/>
                  </a:lnTo>
                  <a:cubicBezTo>
                    <a:pt x="2157" y="3170"/>
                    <a:pt x="2082" y="3473"/>
                    <a:pt x="2016" y="3776"/>
                  </a:cubicBezTo>
                  <a:cubicBezTo>
                    <a:pt x="1996" y="3867"/>
                    <a:pt x="1980" y="3948"/>
                    <a:pt x="1966" y="4034"/>
                  </a:cubicBezTo>
                  <a:cubicBezTo>
                    <a:pt x="1607" y="4044"/>
                    <a:pt x="1198" y="4125"/>
                    <a:pt x="844" y="4261"/>
                  </a:cubicBezTo>
                  <a:cubicBezTo>
                    <a:pt x="991" y="3842"/>
                    <a:pt x="1182" y="3438"/>
                    <a:pt x="1420" y="3064"/>
                  </a:cubicBezTo>
                  <a:cubicBezTo>
                    <a:pt x="1525" y="3039"/>
                    <a:pt x="1632" y="3014"/>
                    <a:pt x="1738" y="2983"/>
                  </a:cubicBezTo>
                  <a:cubicBezTo>
                    <a:pt x="1900" y="2943"/>
                    <a:pt x="2066" y="2902"/>
                    <a:pt x="2238" y="2872"/>
                  </a:cubicBezTo>
                  <a:close/>
                  <a:moveTo>
                    <a:pt x="1926" y="4231"/>
                  </a:moveTo>
                  <a:lnTo>
                    <a:pt x="1926" y="4231"/>
                  </a:lnTo>
                  <a:cubicBezTo>
                    <a:pt x="1905" y="4322"/>
                    <a:pt x="1884" y="4418"/>
                    <a:pt x="1870" y="4509"/>
                  </a:cubicBezTo>
                  <a:cubicBezTo>
                    <a:pt x="1592" y="4555"/>
                    <a:pt x="1334" y="4655"/>
                    <a:pt x="1091" y="4757"/>
                  </a:cubicBezTo>
                  <a:cubicBezTo>
                    <a:pt x="940" y="4823"/>
                    <a:pt x="798" y="4883"/>
                    <a:pt x="646" y="4928"/>
                  </a:cubicBezTo>
                  <a:cubicBezTo>
                    <a:pt x="683" y="4787"/>
                    <a:pt x="718" y="4646"/>
                    <a:pt x="763" y="4504"/>
                  </a:cubicBezTo>
                  <a:cubicBezTo>
                    <a:pt x="1117" y="4342"/>
                    <a:pt x="1546" y="4242"/>
                    <a:pt x="1926" y="4231"/>
                  </a:cubicBezTo>
                  <a:close/>
                  <a:moveTo>
                    <a:pt x="2460" y="3160"/>
                  </a:moveTo>
                  <a:cubicBezTo>
                    <a:pt x="2683" y="3478"/>
                    <a:pt x="3027" y="3711"/>
                    <a:pt x="3360" y="3944"/>
                  </a:cubicBezTo>
                  <a:cubicBezTo>
                    <a:pt x="3617" y="4115"/>
                    <a:pt x="3855" y="4282"/>
                    <a:pt x="4041" y="4473"/>
                  </a:cubicBezTo>
                  <a:cubicBezTo>
                    <a:pt x="4048" y="4484"/>
                    <a:pt x="4062" y="4494"/>
                    <a:pt x="4078" y="4499"/>
                  </a:cubicBezTo>
                  <a:lnTo>
                    <a:pt x="4092" y="4499"/>
                  </a:lnTo>
                  <a:cubicBezTo>
                    <a:pt x="4113" y="4706"/>
                    <a:pt x="4118" y="4918"/>
                    <a:pt x="4118" y="5135"/>
                  </a:cubicBezTo>
                  <a:cubicBezTo>
                    <a:pt x="3638" y="4545"/>
                    <a:pt x="2966" y="4065"/>
                    <a:pt x="2339" y="3650"/>
                  </a:cubicBezTo>
                  <a:cubicBezTo>
                    <a:pt x="2380" y="3489"/>
                    <a:pt x="2420" y="3321"/>
                    <a:pt x="2460" y="3160"/>
                  </a:cubicBezTo>
                  <a:close/>
                  <a:moveTo>
                    <a:pt x="1829" y="4706"/>
                  </a:moveTo>
                  <a:lnTo>
                    <a:pt x="1829" y="4706"/>
                  </a:lnTo>
                  <a:cubicBezTo>
                    <a:pt x="1749" y="5140"/>
                    <a:pt x="1672" y="5560"/>
                    <a:pt x="1607" y="5964"/>
                  </a:cubicBezTo>
                  <a:cubicBezTo>
                    <a:pt x="1334" y="6066"/>
                    <a:pt x="1061" y="6182"/>
                    <a:pt x="804" y="6297"/>
                  </a:cubicBezTo>
                  <a:cubicBezTo>
                    <a:pt x="697" y="6348"/>
                    <a:pt x="586" y="6394"/>
                    <a:pt x="475" y="6439"/>
                  </a:cubicBezTo>
                  <a:cubicBezTo>
                    <a:pt x="475" y="6005"/>
                    <a:pt x="515" y="5565"/>
                    <a:pt x="601" y="5140"/>
                  </a:cubicBezTo>
                  <a:cubicBezTo>
                    <a:pt x="798" y="5091"/>
                    <a:pt x="986" y="5014"/>
                    <a:pt x="1168" y="4933"/>
                  </a:cubicBezTo>
                  <a:cubicBezTo>
                    <a:pt x="1380" y="4842"/>
                    <a:pt x="1597" y="4757"/>
                    <a:pt x="1829" y="4706"/>
                  </a:cubicBezTo>
                  <a:close/>
                  <a:moveTo>
                    <a:pt x="2294" y="3853"/>
                  </a:moveTo>
                  <a:cubicBezTo>
                    <a:pt x="2956" y="4292"/>
                    <a:pt x="3658" y="4802"/>
                    <a:pt x="4102" y="5434"/>
                  </a:cubicBezTo>
                  <a:cubicBezTo>
                    <a:pt x="4102" y="5494"/>
                    <a:pt x="4097" y="5555"/>
                    <a:pt x="4092" y="5616"/>
                  </a:cubicBezTo>
                  <a:cubicBezTo>
                    <a:pt x="4048" y="6075"/>
                    <a:pt x="3946" y="6509"/>
                    <a:pt x="3789" y="6924"/>
                  </a:cubicBezTo>
                  <a:cubicBezTo>
                    <a:pt x="3612" y="6763"/>
                    <a:pt x="3435" y="6586"/>
                    <a:pt x="3253" y="6394"/>
                  </a:cubicBezTo>
                  <a:cubicBezTo>
                    <a:pt x="2870" y="6000"/>
                    <a:pt x="2471" y="5595"/>
                    <a:pt x="2010" y="5297"/>
                  </a:cubicBezTo>
                  <a:cubicBezTo>
                    <a:pt x="2097" y="4837"/>
                    <a:pt x="2187" y="4357"/>
                    <a:pt x="2294" y="3853"/>
                  </a:cubicBezTo>
                  <a:close/>
                  <a:moveTo>
                    <a:pt x="1571" y="6182"/>
                  </a:moveTo>
                  <a:cubicBezTo>
                    <a:pt x="1521" y="6540"/>
                    <a:pt x="1471" y="6889"/>
                    <a:pt x="1430" y="7232"/>
                  </a:cubicBezTo>
                  <a:cubicBezTo>
                    <a:pt x="1126" y="7353"/>
                    <a:pt x="869" y="7505"/>
                    <a:pt x="597" y="7677"/>
                  </a:cubicBezTo>
                  <a:cubicBezTo>
                    <a:pt x="531" y="7334"/>
                    <a:pt x="495" y="6989"/>
                    <a:pt x="480" y="6646"/>
                  </a:cubicBezTo>
                  <a:cubicBezTo>
                    <a:pt x="616" y="6591"/>
                    <a:pt x="748" y="6535"/>
                    <a:pt x="884" y="6474"/>
                  </a:cubicBezTo>
                  <a:cubicBezTo>
                    <a:pt x="1117" y="6369"/>
                    <a:pt x="1344" y="6273"/>
                    <a:pt x="1571" y="6182"/>
                  </a:cubicBezTo>
                  <a:close/>
                  <a:moveTo>
                    <a:pt x="1975" y="5504"/>
                  </a:moveTo>
                  <a:cubicBezTo>
                    <a:pt x="2390" y="5782"/>
                    <a:pt x="2759" y="6161"/>
                    <a:pt x="3113" y="6530"/>
                  </a:cubicBezTo>
                  <a:cubicBezTo>
                    <a:pt x="3309" y="6732"/>
                    <a:pt x="3512" y="6934"/>
                    <a:pt x="3714" y="7122"/>
                  </a:cubicBezTo>
                  <a:cubicBezTo>
                    <a:pt x="3556" y="7490"/>
                    <a:pt x="3350" y="7849"/>
                    <a:pt x="3097" y="8197"/>
                  </a:cubicBezTo>
                  <a:cubicBezTo>
                    <a:pt x="2632" y="7712"/>
                    <a:pt x="2071" y="7237"/>
                    <a:pt x="1753" y="6975"/>
                  </a:cubicBezTo>
                  <a:cubicBezTo>
                    <a:pt x="1814" y="6500"/>
                    <a:pt x="1889" y="6015"/>
                    <a:pt x="1975" y="5504"/>
                  </a:cubicBezTo>
                  <a:close/>
                  <a:moveTo>
                    <a:pt x="1723" y="7202"/>
                  </a:moveTo>
                  <a:cubicBezTo>
                    <a:pt x="2052" y="7474"/>
                    <a:pt x="2556" y="7910"/>
                    <a:pt x="2980" y="8349"/>
                  </a:cubicBezTo>
                  <a:cubicBezTo>
                    <a:pt x="2896" y="8460"/>
                    <a:pt x="2805" y="8566"/>
                    <a:pt x="2708" y="8672"/>
                  </a:cubicBezTo>
                  <a:cubicBezTo>
                    <a:pt x="2708" y="8668"/>
                    <a:pt x="2703" y="8662"/>
                    <a:pt x="2693" y="8657"/>
                  </a:cubicBezTo>
                  <a:cubicBezTo>
                    <a:pt x="2283" y="8389"/>
                    <a:pt x="1956" y="8055"/>
                    <a:pt x="1667" y="7728"/>
                  </a:cubicBezTo>
                  <a:cubicBezTo>
                    <a:pt x="1683" y="7556"/>
                    <a:pt x="1702" y="7379"/>
                    <a:pt x="1723" y="7202"/>
                  </a:cubicBezTo>
                  <a:close/>
                  <a:moveTo>
                    <a:pt x="1404" y="7444"/>
                  </a:moveTo>
                  <a:lnTo>
                    <a:pt x="1404" y="7444"/>
                  </a:lnTo>
                  <a:cubicBezTo>
                    <a:pt x="1350" y="7964"/>
                    <a:pt x="1304" y="8470"/>
                    <a:pt x="1273" y="8980"/>
                  </a:cubicBezTo>
                  <a:cubicBezTo>
                    <a:pt x="1268" y="9092"/>
                    <a:pt x="1259" y="9213"/>
                    <a:pt x="1248" y="9328"/>
                  </a:cubicBezTo>
                  <a:cubicBezTo>
                    <a:pt x="1238" y="9379"/>
                    <a:pt x="1238" y="9430"/>
                    <a:pt x="1233" y="9486"/>
                  </a:cubicBezTo>
                  <a:cubicBezTo>
                    <a:pt x="960" y="8971"/>
                    <a:pt x="763" y="8425"/>
                    <a:pt x="641" y="7873"/>
                  </a:cubicBezTo>
                  <a:lnTo>
                    <a:pt x="683" y="7849"/>
                  </a:lnTo>
                  <a:cubicBezTo>
                    <a:pt x="919" y="7702"/>
                    <a:pt x="1152" y="7561"/>
                    <a:pt x="1404" y="7444"/>
                  </a:cubicBezTo>
                  <a:close/>
                  <a:moveTo>
                    <a:pt x="1637" y="7985"/>
                  </a:moveTo>
                  <a:cubicBezTo>
                    <a:pt x="1910" y="8278"/>
                    <a:pt x="2213" y="8571"/>
                    <a:pt x="2582" y="8813"/>
                  </a:cubicBezTo>
                  <a:cubicBezTo>
                    <a:pt x="2274" y="9147"/>
                    <a:pt x="1915" y="9470"/>
                    <a:pt x="1501" y="9799"/>
                  </a:cubicBezTo>
                  <a:cubicBezTo>
                    <a:pt x="1511" y="9652"/>
                    <a:pt x="1516" y="9506"/>
                    <a:pt x="1531" y="9359"/>
                  </a:cubicBezTo>
                  <a:cubicBezTo>
                    <a:pt x="1541" y="9233"/>
                    <a:pt x="1556" y="9116"/>
                    <a:pt x="1562" y="8995"/>
                  </a:cubicBezTo>
                  <a:cubicBezTo>
                    <a:pt x="1581" y="8657"/>
                    <a:pt x="1607" y="8323"/>
                    <a:pt x="1637" y="7985"/>
                  </a:cubicBezTo>
                  <a:close/>
                  <a:moveTo>
                    <a:pt x="3044" y="0"/>
                  </a:moveTo>
                  <a:cubicBezTo>
                    <a:pt x="2976" y="0"/>
                    <a:pt x="2918" y="52"/>
                    <a:pt x="2905" y="124"/>
                  </a:cubicBezTo>
                  <a:cubicBezTo>
                    <a:pt x="2845" y="518"/>
                    <a:pt x="2754" y="917"/>
                    <a:pt x="2653" y="1311"/>
                  </a:cubicBezTo>
                  <a:cubicBezTo>
                    <a:pt x="2647" y="1311"/>
                    <a:pt x="2647" y="1316"/>
                    <a:pt x="2642" y="1316"/>
                  </a:cubicBezTo>
                  <a:cubicBezTo>
                    <a:pt x="1420" y="2225"/>
                    <a:pt x="637" y="3564"/>
                    <a:pt x="333" y="5030"/>
                  </a:cubicBezTo>
                  <a:cubicBezTo>
                    <a:pt x="313" y="5049"/>
                    <a:pt x="308" y="5075"/>
                    <a:pt x="313" y="5100"/>
                  </a:cubicBezTo>
                  <a:lnTo>
                    <a:pt x="313" y="5110"/>
                  </a:lnTo>
                  <a:cubicBezTo>
                    <a:pt x="0" y="6747"/>
                    <a:pt x="278" y="8531"/>
                    <a:pt x="1217" y="10037"/>
                  </a:cubicBezTo>
                  <a:cubicBezTo>
                    <a:pt x="1222" y="10056"/>
                    <a:pt x="1238" y="10072"/>
                    <a:pt x="1248" y="10086"/>
                  </a:cubicBezTo>
                  <a:cubicBezTo>
                    <a:pt x="1248" y="10086"/>
                    <a:pt x="1248" y="10092"/>
                    <a:pt x="1253" y="10092"/>
                  </a:cubicBezTo>
                  <a:cubicBezTo>
                    <a:pt x="1253" y="10112"/>
                    <a:pt x="1264" y="10137"/>
                    <a:pt x="1278" y="10153"/>
                  </a:cubicBezTo>
                  <a:cubicBezTo>
                    <a:pt x="1294" y="10177"/>
                    <a:pt x="1313" y="10193"/>
                    <a:pt x="1339" y="10203"/>
                  </a:cubicBezTo>
                  <a:cubicBezTo>
                    <a:pt x="1356" y="10209"/>
                    <a:pt x="1374" y="10212"/>
                    <a:pt x="1392" y="10212"/>
                  </a:cubicBezTo>
                  <a:cubicBezTo>
                    <a:pt x="1424" y="10212"/>
                    <a:pt x="1455" y="10203"/>
                    <a:pt x="1481" y="10183"/>
                  </a:cubicBezTo>
                  <a:cubicBezTo>
                    <a:pt x="3314" y="8783"/>
                    <a:pt x="4209" y="7388"/>
                    <a:pt x="4375" y="5646"/>
                  </a:cubicBezTo>
                  <a:cubicBezTo>
                    <a:pt x="4456" y="4837"/>
                    <a:pt x="4375" y="4065"/>
                    <a:pt x="4143" y="3357"/>
                  </a:cubicBezTo>
                  <a:cubicBezTo>
                    <a:pt x="3976" y="2836"/>
                    <a:pt x="3693" y="2447"/>
                    <a:pt x="3421" y="2074"/>
                  </a:cubicBezTo>
                  <a:cubicBezTo>
                    <a:pt x="3264" y="1862"/>
                    <a:pt x="3108" y="1645"/>
                    <a:pt x="2966" y="1402"/>
                  </a:cubicBezTo>
                  <a:cubicBezTo>
                    <a:pt x="2961" y="1386"/>
                    <a:pt x="2950" y="1377"/>
                    <a:pt x="2936" y="1367"/>
                  </a:cubicBezTo>
                  <a:cubicBezTo>
                    <a:pt x="3036" y="973"/>
                    <a:pt x="3127" y="568"/>
                    <a:pt x="3193" y="164"/>
                  </a:cubicBezTo>
                  <a:cubicBezTo>
                    <a:pt x="3204" y="89"/>
                    <a:pt x="3153" y="12"/>
                    <a:pt x="3071" y="3"/>
                  </a:cubicBezTo>
                  <a:cubicBezTo>
                    <a:pt x="3062" y="1"/>
                    <a:pt x="3053" y="0"/>
                    <a:pt x="3044"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30"/>
            <p:cNvSpPr/>
            <p:nvPr/>
          </p:nvSpPr>
          <p:spPr>
            <a:xfrm>
              <a:off x="8074010" y="3304497"/>
              <a:ext cx="27810" cy="74365"/>
            </a:xfrm>
            <a:custGeom>
              <a:avLst/>
              <a:gdLst/>
              <a:ahLst/>
              <a:cxnLst/>
              <a:rect l="l" t="t" r="r" b="b"/>
              <a:pathLst>
                <a:path w="764" h="2043" extrusionOk="0">
                  <a:moveTo>
                    <a:pt x="763" y="0"/>
                  </a:moveTo>
                  <a:cubicBezTo>
                    <a:pt x="511" y="117"/>
                    <a:pt x="278" y="258"/>
                    <a:pt x="42" y="405"/>
                  </a:cubicBezTo>
                  <a:lnTo>
                    <a:pt x="0" y="429"/>
                  </a:lnTo>
                  <a:cubicBezTo>
                    <a:pt x="122" y="981"/>
                    <a:pt x="319" y="1527"/>
                    <a:pt x="592" y="2042"/>
                  </a:cubicBezTo>
                  <a:cubicBezTo>
                    <a:pt x="597" y="1986"/>
                    <a:pt x="597" y="1935"/>
                    <a:pt x="607" y="1884"/>
                  </a:cubicBezTo>
                  <a:cubicBezTo>
                    <a:pt x="618" y="1769"/>
                    <a:pt x="627" y="1648"/>
                    <a:pt x="632" y="1536"/>
                  </a:cubicBezTo>
                  <a:cubicBezTo>
                    <a:pt x="663" y="1026"/>
                    <a:pt x="709" y="520"/>
                    <a:pt x="763" y="0"/>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30"/>
            <p:cNvSpPr/>
            <p:nvPr/>
          </p:nvSpPr>
          <p:spPr>
            <a:xfrm>
              <a:off x="8068149" y="3258525"/>
              <a:ext cx="39749" cy="54454"/>
            </a:xfrm>
            <a:custGeom>
              <a:avLst/>
              <a:gdLst/>
              <a:ahLst/>
              <a:cxnLst/>
              <a:rect l="l" t="t" r="r" b="b"/>
              <a:pathLst>
                <a:path w="1092" h="1496" extrusionOk="0">
                  <a:moveTo>
                    <a:pt x="1091" y="1"/>
                  </a:moveTo>
                  <a:lnTo>
                    <a:pt x="1091" y="1"/>
                  </a:lnTo>
                  <a:cubicBezTo>
                    <a:pt x="864" y="92"/>
                    <a:pt x="637" y="188"/>
                    <a:pt x="404" y="293"/>
                  </a:cubicBezTo>
                  <a:cubicBezTo>
                    <a:pt x="268" y="354"/>
                    <a:pt x="136" y="410"/>
                    <a:pt x="0" y="465"/>
                  </a:cubicBezTo>
                  <a:cubicBezTo>
                    <a:pt x="15" y="808"/>
                    <a:pt x="51" y="1153"/>
                    <a:pt x="117" y="1496"/>
                  </a:cubicBezTo>
                  <a:cubicBezTo>
                    <a:pt x="389" y="1324"/>
                    <a:pt x="646" y="1172"/>
                    <a:pt x="950" y="1051"/>
                  </a:cubicBezTo>
                  <a:cubicBezTo>
                    <a:pt x="991" y="708"/>
                    <a:pt x="1041" y="359"/>
                    <a:pt x="1091" y="1"/>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30"/>
            <p:cNvSpPr/>
            <p:nvPr/>
          </p:nvSpPr>
          <p:spPr>
            <a:xfrm>
              <a:off x="8067967" y="3204836"/>
              <a:ext cx="49286" cy="63081"/>
            </a:xfrm>
            <a:custGeom>
              <a:avLst/>
              <a:gdLst/>
              <a:ahLst/>
              <a:cxnLst/>
              <a:rect l="l" t="t" r="r" b="b"/>
              <a:pathLst>
                <a:path w="1354" h="1733" extrusionOk="0">
                  <a:moveTo>
                    <a:pt x="1354" y="0"/>
                  </a:moveTo>
                  <a:cubicBezTo>
                    <a:pt x="1122" y="51"/>
                    <a:pt x="905" y="136"/>
                    <a:pt x="693" y="227"/>
                  </a:cubicBezTo>
                  <a:cubicBezTo>
                    <a:pt x="511" y="308"/>
                    <a:pt x="323" y="385"/>
                    <a:pt x="126" y="434"/>
                  </a:cubicBezTo>
                  <a:cubicBezTo>
                    <a:pt x="40" y="859"/>
                    <a:pt x="0" y="1299"/>
                    <a:pt x="0" y="1733"/>
                  </a:cubicBezTo>
                  <a:cubicBezTo>
                    <a:pt x="111" y="1688"/>
                    <a:pt x="222" y="1642"/>
                    <a:pt x="329" y="1591"/>
                  </a:cubicBezTo>
                  <a:cubicBezTo>
                    <a:pt x="586" y="1476"/>
                    <a:pt x="859" y="1360"/>
                    <a:pt x="1132" y="1258"/>
                  </a:cubicBezTo>
                  <a:cubicBezTo>
                    <a:pt x="1197" y="854"/>
                    <a:pt x="1274" y="434"/>
                    <a:pt x="1354" y="0"/>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30"/>
            <p:cNvSpPr/>
            <p:nvPr/>
          </p:nvSpPr>
          <p:spPr>
            <a:xfrm>
              <a:off x="8074192" y="3187510"/>
              <a:ext cx="46592" cy="25444"/>
            </a:xfrm>
            <a:custGeom>
              <a:avLst/>
              <a:gdLst/>
              <a:ahLst/>
              <a:cxnLst/>
              <a:rect l="l" t="t" r="r" b="b"/>
              <a:pathLst>
                <a:path w="1280" h="699" extrusionOk="0">
                  <a:moveTo>
                    <a:pt x="1280" y="1"/>
                  </a:moveTo>
                  <a:lnTo>
                    <a:pt x="1280" y="1"/>
                  </a:lnTo>
                  <a:cubicBezTo>
                    <a:pt x="900" y="12"/>
                    <a:pt x="471" y="112"/>
                    <a:pt x="117" y="274"/>
                  </a:cubicBezTo>
                  <a:cubicBezTo>
                    <a:pt x="72" y="416"/>
                    <a:pt x="37" y="557"/>
                    <a:pt x="0" y="698"/>
                  </a:cubicBezTo>
                  <a:cubicBezTo>
                    <a:pt x="152" y="653"/>
                    <a:pt x="294" y="593"/>
                    <a:pt x="445" y="527"/>
                  </a:cubicBezTo>
                  <a:cubicBezTo>
                    <a:pt x="688" y="425"/>
                    <a:pt x="946" y="325"/>
                    <a:pt x="1224" y="279"/>
                  </a:cubicBezTo>
                  <a:cubicBezTo>
                    <a:pt x="1238" y="188"/>
                    <a:pt x="1259" y="92"/>
                    <a:pt x="1280" y="1"/>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30"/>
            <p:cNvSpPr/>
            <p:nvPr/>
          </p:nvSpPr>
          <p:spPr>
            <a:xfrm>
              <a:off x="8081362" y="3138043"/>
              <a:ext cx="50814" cy="50632"/>
            </a:xfrm>
            <a:custGeom>
              <a:avLst/>
              <a:gdLst/>
              <a:ahLst/>
              <a:cxnLst/>
              <a:rect l="l" t="t" r="r" b="b"/>
              <a:pathLst>
                <a:path w="1396" h="1391" extrusionOk="0">
                  <a:moveTo>
                    <a:pt x="1395" y="1"/>
                  </a:moveTo>
                  <a:lnTo>
                    <a:pt x="1395" y="1"/>
                  </a:lnTo>
                  <a:cubicBezTo>
                    <a:pt x="1223" y="31"/>
                    <a:pt x="1057" y="72"/>
                    <a:pt x="895" y="112"/>
                  </a:cubicBezTo>
                  <a:cubicBezTo>
                    <a:pt x="789" y="143"/>
                    <a:pt x="682" y="168"/>
                    <a:pt x="577" y="193"/>
                  </a:cubicBezTo>
                  <a:cubicBezTo>
                    <a:pt x="339" y="567"/>
                    <a:pt x="148" y="971"/>
                    <a:pt x="1" y="1390"/>
                  </a:cubicBezTo>
                  <a:cubicBezTo>
                    <a:pt x="355" y="1254"/>
                    <a:pt x="764" y="1173"/>
                    <a:pt x="1123" y="1163"/>
                  </a:cubicBezTo>
                  <a:cubicBezTo>
                    <a:pt x="1137" y="1077"/>
                    <a:pt x="1153" y="996"/>
                    <a:pt x="1173" y="905"/>
                  </a:cubicBezTo>
                  <a:cubicBezTo>
                    <a:pt x="1239" y="602"/>
                    <a:pt x="1314" y="299"/>
                    <a:pt x="1395" y="1"/>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30"/>
            <p:cNvSpPr/>
            <p:nvPr/>
          </p:nvSpPr>
          <p:spPr>
            <a:xfrm>
              <a:off x="8108043" y="3097968"/>
              <a:ext cx="34980" cy="38475"/>
            </a:xfrm>
            <a:custGeom>
              <a:avLst/>
              <a:gdLst/>
              <a:ahLst/>
              <a:cxnLst/>
              <a:rect l="l" t="t" r="r" b="b"/>
              <a:pathLst>
                <a:path w="961" h="1057" extrusionOk="0">
                  <a:moveTo>
                    <a:pt x="961" y="1"/>
                  </a:moveTo>
                  <a:lnTo>
                    <a:pt x="961" y="1"/>
                  </a:lnTo>
                  <a:cubicBezTo>
                    <a:pt x="592" y="313"/>
                    <a:pt x="273" y="668"/>
                    <a:pt x="0" y="1057"/>
                  </a:cubicBezTo>
                  <a:cubicBezTo>
                    <a:pt x="40" y="1047"/>
                    <a:pt x="77" y="1041"/>
                    <a:pt x="112" y="1026"/>
                  </a:cubicBezTo>
                  <a:cubicBezTo>
                    <a:pt x="303" y="976"/>
                    <a:pt x="506" y="926"/>
                    <a:pt x="713" y="900"/>
                  </a:cubicBezTo>
                  <a:cubicBezTo>
                    <a:pt x="753" y="744"/>
                    <a:pt x="798" y="592"/>
                    <a:pt x="839" y="446"/>
                  </a:cubicBezTo>
                  <a:cubicBezTo>
                    <a:pt x="879" y="299"/>
                    <a:pt x="919" y="152"/>
                    <a:pt x="961" y="1"/>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30"/>
            <p:cNvSpPr/>
            <p:nvPr/>
          </p:nvSpPr>
          <p:spPr>
            <a:xfrm>
              <a:off x="8142586" y="3097058"/>
              <a:ext cx="55801" cy="90345"/>
            </a:xfrm>
            <a:custGeom>
              <a:avLst/>
              <a:gdLst/>
              <a:ahLst/>
              <a:cxnLst/>
              <a:rect l="l" t="t" r="r" b="b"/>
              <a:pathLst>
                <a:path w="1533" h="2482" extrusionOk="0">
                  <a:moveTo>
                    <a:pt x="315" y="0"/>
                  </a:moveTo>
                  <a:cubicBezTo>
                    <a:pt x="264" y="182"/>
                    <a:pt x="213" y="364"/>
                    <a:pt x="168" y="546"/>
                  </a:cubicBezTo>
                  <a:cubicBezTo>
                    <a:pt x="112" y="748"/>
                    <a:pt x="57" y="951"/>
                    <a:pt x="1" y="1157"/>
                  </a:cubicBezTo>
                  <a:cubicBezTo>
                    <a:pt x="189" y="1521"/>
                    <a:pt x="572" y="1784"/>
                    <a:pt x="940" y="2036"/>
                  </a:cubicBezTo>
                  <a:cubicBezTo>
                    <a:pt x="1148" y="2178"/>
                    <a:pt x="1355" y="2320"/>
                    <a:pt x="1532" y="2481"/>
                  </a:cubicBezTo>
                  <a:cubicBezTo>
                    <a:pt x="1492" y="2213"/>
                    <a:pt x="1426" y="1951"/>
                    <a:pt x="1345" y="1698"/>
                  </a:cubicBezTo>
                  <a:cubicBezTo>
                    <a:pt x="1189" y="1224"/>
                    <a:pt x="936" y="870"/>
                    <a:pt x="663" y="496"/>
                  </a:cubicBezTo>
                  <a:cubicBezTo>
                    <a:pt x="546" y="338"/>
                    <a:pt x="425" y="177"/>
                    <a:pt x="315" y="0"/>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30"/>
            <p:cNvSpPr/>
            <p:nvPr/>
          </p:nvSpPr>
          <p:spPr>
            <a:xfrm>
              <a:off x="8135815" y="3148563"/>
              <a:ext cx="64756" cy="71926"/>
            </a:xfrm>
            <a:custGeom>
              <a:avLst/>
              <a:gdLst/>
              <a:ahLst/>
              <a:cxnLst/>
              <a:rect l="l" t="t" r="r" b="b"/>
              <a:pathLst>
                <a:path w="1779" h="1976" extrusionOk="0">
                  <a:moveTo>
                    <a:pt x="121" y="0"/>
                  </a:moveTo>
                  <a:cubicBezTo>
                    <a:pt x="81" y="161"/>
                    <a:pt x="41" y="329"/>
                    <a:pt x="0" y="490"/>
                  </a:cubicBezTo>
                  <a:cubicBezTo>
                    <a:pt x="627" y="905"/>
                    <a:pt x="1299" y="1385"/>
                    <a:pt x="1779" y="1975"/>
                  </a:cubicBezTo>
                  <a:cubicBezTo>
                    <a:pt x="1779" y="1758"/>
                    <a:pt x="1774" y="1546"/>
                    <a:pt x="1753" y="1339"/>
                  </a:cubicBezTo>
                  <a:lnTo>
                    <a:pt x="1739" y="1339"/>
                  </a:lnTo>
                  <a:cubicBezTo>
                    <a:pt x="1723" y="1334"/>
                    <a:pt x="1709" y="1324"/>
                    <a:pt x="1702" y="1313"/>
                  </a:cubicBezTo>
                  <a:cubicBezTo>
                    <a:pt x="1516" y="1122"/>
                    <a:pt x="1278" y="955"/>
                    <a:pt x="1021" y="784"/>
                  </a:cubicBezTo>
                  <a:cubicBezTo>
                    <a:pt x="688" y="551"/>
                    <a:pt x="344" y="318"/>
                    <a:pt x="121" y="0"/>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30"/>
            <p:cNvSpPr/>
            <p:nvPr/>
          </p:nvSpPr>
          <p:spPr>
            <a:xfrm>
              <a:off x="8123840" y="3173751"/>
              <a:ext cx="76185" cy="111821"/>
            </a:xfrm>
            <a:custGeom>
              <a:avLst/>
              <a:gdLst/>
              <a:ahLst/>
              <a:cxnLst/>
              <a:rect l="l" t="t" r="r" b="b"/>
              <a:pathLst>
                <a:path w="2093" h="3072" extrusionOk="0">
                  <a:moveTo>
                    <a:pt x="284" y="1"/>
                  </a:moveTo>
                  <a:cubicBezTo>
                    <a:pt x="177" y="505"/>
                    <a:pt x="87" y="985"/>
                    <a:pt x="0" y="1445"/>
                  </a:cubicBezTo>
                  <a:cubicBezTo>
                    <a:pt x="461" y="1743"/>
                    <a:pt x="860" y="2148"/>
                    <a:pt x="1243" y="2542"/>
                  </a:cubicBezTo>
                  <a:cubicBezTo>
                    <a:pt x="1425" y="2734"/>
                    <a:pt x="1602" y="2911"/>
                    <a:pt x="1779" y="3072"/>
                  </a:cubicBezTo>
                  <a:cubicBezTo>
                    <a:pt x="1936" y="2657"/>
                    <a:pt x="2038" y="2223"/>
                    <a:pt x="2082" y="1764"/>
                  </a:cubicBezTo>
                  <a:cubicBezTo>
                    <a:pt x="2087" y="1703"/>
                    <a:pt x="2092" y="1642"/>
                    <a:pt x="2092" y="1582"/>
                  </a:cubicBezTo>
                  <a:cubicBezTo>
                    <a:pt x="1648" y="950"/>
                    <a:pt x="946" y="440"/>
                    <a:pt x="284" y="1"/>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30"/>
            <p:cNvSpPr/>
            <p:nvPr/>
          </p:nvSpPr>
          <p:spPr>
            <a:xfrm>
              <a:off x="8114486" y="3233882"/>
              <a:ext cx="71417" cy="98062"/>
            </a:xfrm>
            <a:custGeom>
              <a:avLst/>
              <a:gdLst/>
              <a:ahLst/>
              <a:cxnLst/>
              <a:rect l="l" t="t" r="r" b="b"/>
              <a:pathLst>
                <a:path w="1962" h="2694" extrusionOk="0">
                  <a:moveTo>
                    <a:pt x="222" y="0"/>
                  </a:moveTo>
                  <a:cubicBezTo>
                    <a:pt x="136" y="511"/>
                    <a:pt x="61" y="996"/>
                    <a:pt x="0" y="1471"/>
                  </a:cubicBezTo>
                  <a:cubicBezTo>
                    <a:pt x="318" y="1733"/>
                    <a:pt x="879" y="2208"/>
                    <a:pt x="1344" y="2693"/>
                  </a:cubicBezTo>
                  <a:cubicBezTo>
                    <a:pt x="1597" y="2345"/>
                    <a:pt x="1803" y="1986"/>
                    <a:pt x="1961" y="1618"/>
                  </a:cubicBezTo>
                  <a:cubicBezTo>
                    <a:pt x="1759" y="1430"/>
                    <a:pt x="1556" y="1228"/>
                    <a:pt x="1360" y="1026"/>
                  </a:cubicBezTo>
                  <a:cubicBezTo>
                    <a:pt x="1006" y="657"/>
                    <a:pt x="637" y="278"/>
                    <a:pt x="222" y="0"/>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30"/>
            <p:cNvSpPr/>
            <p:nvPr/>
          </p:nvSpPr>
          <p:spPr>
            <a:xfrm>
              <a:off x="8111355" y="3295652"/>
              <a:ext cx="47830" cy="53581"/>
            </a:xfrm>
            <a:custGeom>
              <a:avLst/>
              <a:gdLst/>
              <a:ahLst/>
              <a:cxnLst/>
              <a:rect l="l" t="t" r="r" b="b"/>
              <a:pathLst>
                <a:path w="1314" h="1472" extrusionOk="0">
                  <a:moveTo>
                    <a:pt x="56" y="1"/>
                  </a:moveTo>
                  <a:cubicBezTo>
                    <a:pt x="35" y="178"/>
                    <a:pt x="16" y="355"/>
                    <a:pt x="0" y="527"/>
                  </a:cubicBezTo>
                  <a:cubicBezTo>
                    <a:pt x="289" y="854"/>
                    <a:pt x="616" y="1188"/>
                    <a:pt x="1026" y="1456"/>
                  </a:cubicBezTo>
                  <a:cubicBezTo>
                    <a:pt x="1036" y="1461"/>
                    <a:pt x="1041" y="1467"/>
                    <a:pt x="1041" y="1471"/>
                  </a:cubicBezTo>
                  <a:cubicBezTo>
                    <a:pt x="1138" y="1365"/>
                    <a:pt x="1229" y="1259"/>
                    <a:pt x="1313" y="1148"/>
                  </a:cubicBezTo>
                  <a:cubicBezTo>
                    <a:pt x="889" y="709"/>
                    <a:pt x="385" y="273"/>
                    <a:pt x="56" y="1"/>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30"/>
            <p:cNvSpPr/>
            <p:nvPr/>
          </p:nvSpPr>
          <p:spPr>
            <a:xfrm>
              <a:off x="8105313" y="3324152"/>
              <a:ext cx="39348" cy="66066"/>
            </a:xfrm>
            <a:custGeom>
              <a:avLst/>
              <a:gdLst/>
              <a:ahLst/>
              <a:cxnLst/>
              <a:rect l="l" t="t" r="r" b="b"/>
              <a:pathLst>
                <a:path w="1081" h="1815" extrusionOk="0">
                  <a:moveTo>
                    <a:pt x="136" y="1"/>
                  </a:moveTo>
                  <a:cubicBezTo>
                    <a:pt x="106" y="339"/>
                    <a:pt x="80" y="673"/>
                    <a:pt x="61" y="1011"/>
                  </a:cubicBezTo>
                  <a:cubicBezTo>
                    <a:pt x="55" y="1132"/>
                    <a:pt x="40" y="1249"/>
                    <a:pt x="30" y="1375"/>
                  </a:cubicBezTo>
                  <a:cubicBezTo>
                    <a:pt x="15" y="1522"/>
                    <a:pt x="10" y="1668"/>
                    <a:pt x="0" y="1815"/>
                  </a:cubicBezTo>
                  <a:cubicBezTo>
                    <a:pt x="414" y="1486"/>
                    <a:pt x="773" y="1163"/>
                    <a:pt x="1081" y="829"/>
                  </a:cubicBezTo>
                  <a:cubicBezTo>
                    <a:pt x="712" y="587"/>
                    <a:pt x="409" y="294"/>
                    <a:pt x="136" y="1"/>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30"/>
            <p:cNvSpPr/>
            <p:nvPr/>
          </p:nvSpPr>
          <p:spPr>
            <a:xfrm>
              <a:off x="8145716" y="1483443"/>
              <a:ext cx="265975" cy="361670"/>
            </a:xfrm>
            <a:custGeom>
              <a:avLst/>
              <a:gdLst/>
              <a:ahLst/>
              <a:cxnLst/>
              <a:rect l="l" t="t" r="r" b="b"/>
              <a:pathLst>
                <a:path w="7307" h="9936" extrusionOk="0">
                  <a:moveTo>
                    <a:pt x="5193" y="1273"/>
                  </a:moveTo>
                  <a:cubicBezTo>
                    <a:pt x="5402" y="1273"/>
                    <a:pt x="5598" y="1326"/>
                    <a:pt x="5781" y="1432"/>
                  </a:cubicBezTo>
                  <a:cubicBezTo>
                    <a:pt x="5620" y="1635"/>
                    <a:pt x="5457" y="1836"/>
                    <a:pt x="5291" y="2034"/>
                  </a:cubicBezTo>
                  <a:cubicBezTo>
                    <a:pt x="5180" y="2169"/>
                    <a:pt x="5068" y="2311"/>
                    <a:pt x="4953" y="2448"/>
                  </a:cubicBezTo>
                  <a:cubicBezTo>
                    <a:pt x="4730" y="2388"/>
                    <a:pt x="4270" y="2337"/>
                    <a:pt x="3866" y="2291"/>
                  </a:cubicBezTo>
                  <a:cubicBezTo>
                    <a:pt x="3725" y="2271"/>
                    <a:pt x="3583" y="2256"/>
                    <a:pt x="3461" y="2241"/>
                  </a:cubicBezTo>
                  <a:cubicBezTo>
                    <a:pt x="3725" y="1968"/>
                    <a:pt x="3997" y="1740"/>
                    <a:pt x="4261" y="1579"/>
                  </a:cubicBezTo>
                  <a:cubicBezTo>
                    <a:pt x="4594" y="1374"/>
                    <a:pt x="4906" y="1273"/>
                    <a:pt x="5193" y="1273"/>
                  </a:cubicBezTo>
                  <a:close/>
                  <a:moveTo>
                    <a:pt x="3280" y="2437"/>
                  </a:moveTo>
                  <a:cubicBezTo>
                    <a:pt x="3426" y="2458"/>
                    <a:pt x="3629" y="2484"/>
                    <a:pt x="3841" y="2509"/>
                  </a:cubicBezTo>
                  <a:cubicBezTo>
                    <a:pt x="4184" y="2544"/>
                    <a:pt x="4569" y="2589"/>
                    <a:pt x="4801" y="2640"/>
                  </a:cubicBezTo>
                  <a:cubicBezTo>
                    <a:pt x="4578" y="2918"/>
                    <a:pt x="4356" y="3195"/>
                    <a:pt x="4149" y="3484"/>
                  </a:cubicBezTo>
                  <a:cubicBezTo>
                    <a:pt x="4088" y="3564"/>
                    <a:pt x="4033" y="3650"/>
                    <a:pt x="3972" y="3731"/>
                  </a:cubicBezTo>
                  <a:cubicBezTo>
                    <a:pt x="3543" y="3544"/>
                    <a:pt x="3007" y="3438"/>
                    <a:pt x="2517" y="3438"/>
                  </a:cubicBezTo>
                  <a:cubicBezTo>
                    <a:pt x="2759" y="3069"/>
                    <a:pt x="3018" y="2731"/>
                    <a:pt x="3280" y="2437"/>
                  </a:cubicBezTo>
                  <a:close/>
                  <a:moveTo>
                    <a:pt x="2381" y="3650"/>
                  </a:moveTo>
                  <a:cubicBezTo>
                    <a:pt x="2396" y="3655"/>
                    <a:pt x="2411" y="3661"/>
                    <a:pt x="2431" y="3661"/>
                  </a:cubicBezTo>
                  <a:cubicBezTo>
                    <a:pt x="2463" y="3660"/>
                    <a:pt x="2496" y="3659"/>
                    <a:pt x="2529" y="3659"/>
                  </a:cubicBezTo>
                  <a:cubicBezTo>
                    <a:pt x="2962" y="3659"/>
                    <a:pt x="3451" y="3753"/>
                    <a:pt x="3841" y="3913"/>
                  </a:cubicBezTo>
                  <a:cubicBezTo>
                    <a:pt x="3780" y="3999"/>
                    <a:pt x="3715" y="4095"/>
                    <a:pt x="3654" y="4176"/>
                  </a:cubicBezTo>
                  <a:cubicBezTo>
                    <a:pt x="3351" y="4100"/>
                    <a:pt x="3058" y="4095"/>
                    <a:pt x="2775" y="4090"/>
                  </a:cubicBezTo>
                  <a:cubicBezTo>
                    <a:pt x="2563" y="4090"/>
                    <a:pt x="2351" y="4085"/>
                    <a:pt x="2143" y="4049"/>
                  </a:cubicBezTo>
                  <a:cubicBezTo>
                    <a:pt x="2219" y="3913"/>
                    <a:pt x="2300" y="3782"/>
                    <a:pt x="2381" y="3650"/>
                  </a:cubicBezTo>
                  <a:close/>
                  <a:moveTo>
                    <a:pt x="6059" y="1619"/>
                  </a:moveTo>
                  <a:cubicBezTo>
                    <a:pt x="6301" y="1660"/>
                    <a:pt x="6473" y="1806"/>
                    <a:pt x="6579" y="2064"/>
                  </a:cubicBezTo>
                  <a:cubicBezTo>
                    <a:pt x="6842" y="2691"/>
                    <a:pt x="6670" y="3837"/>
                    <a:pt x="6210" y="4964"/>
                  </a:cubicBezTo>
                  <a:cubicBezTo>
                    <a:pt x="6099" y="4762"/>
                    <a:pt x="5963" y="4550"/>
                    <a:pt x="5816" y="4328"/>
                  </a:cubicBezTo>
                  <a:cubicBezTo>
                    <a:pt x="5473" y="3802"/>
                    <a:pt x="5119" y="3267"/>
                    <a:pt x="5094" y="2801"/>
                  </a:cubicBezTo>
                  <a:cubicBezTo>
                    <a:pt x="5245" y="2614"/>
                    <a:pt x="5397" y="2428"/>
                    <a:pt x="5548" y="2246"/>
                  </a:cubicBezTo>
                  <a:cubicBezTo>
                    <a:pt x="5716" y="2038"/>
                    <a:pt x="5887" y="1826"/>
                    <a:pt x="6054" y="1619"/>
                  </a:cubicBezTo>
                  <a:close/>
                  <a:moveTo>
                    <a:pt x="2032" y="4251"/>
                  </a:moveTo>
                  <a:cubicBezTo>
                    <a:pt x="2285" y="4302"/>
                    <a:pt x="2533" y="4307"/>
                    <a:pt x="2775" y="4312"/>
                  </a:cubicBezTo>
                  <a:cubicBezTo>
                    <a:pt x="3027" y="4312"/>
                    <a:pt x="3270" y="4312"/>
                    <a:pt x="3517" y="4368"/>
                  </a:cubicBezTo>
                  <a:cubicBezTo>
                    <a:pt x="3230" y="4787"/>
                    <a:pt x="2957" y="5186"/>
                    <a:pt x="2699" y="5580"/>
                  </a:cubicBezTo>
                  <a:cubicBezTo>
                    <a:pt x="2365" y="5555"/>
                    <a:pt x="2022" y="5555"/>
                    <a:pt x="1694" y="5555"/>
                  </a:cubicBezTo>
                  <a:cubicBezTo>
                    <a:pt x="1603" y="5555"/>
                    <a:pt x="1512" y="5555"/>
                    <a:pt x="1421" y="5550"/>
                  </a:cubicBezTo>
                  <a:cubicBezTo>
                    <a:pt x="1598" y="5100"/>
                    <a:pt x="1805" y="4666"/>
                    <a:pt x="2032" y="4251"/>
                  </a:cubicBezTo>
                  <a:close/>
                  <a:moveTo>
                    <a:pt x="4907" y="3039"/>
                  </a:moveTo>
                  <a:cubicBezTo>
                    <a:pt x="5007" y="3498"/>
                    <a:pt x="5322" y="3979"/>
                    <a:pt x="5630" y="4449"/>
                  </a:cubicBezTo>
                  <a:cubicBezTo>
                    <a:pt x="5811" y="4722"/>
                    <a:pt x="5984" y="4984"/>
                    <a:pt x="6099" y="5226"/>
                  </a:cubicBezTo>
                  <a:cubicBezTo>
                    <a:pt x="5988" y="5474"/>
                    <a:pt x="5867" y="5711"/>
                    <a:pt x="5730" y="5949"/>
                  </a:cubicBezTo>
                  <a:cubicBezTo>
                    <a:pt x="5508" y="5090"/>
                    <a:pt x="5018" y="4247"/>
                    <a:pt x="4548" y="3503"/>
                  </a:cubicBezTo>
                  <a:cubicBezTo>
                    <a:pt x="4664" y="3347"/>
                    <a:pt x="4781" y="3190"/>
                    <a:pt x="4907" y="3039"/>
                  </a:cubicBezTo>
                  <a:close/>
                  <a:moveTo>
                    <a:pt x="1694" y="5772"/>
                  </a:moveTo>
                  <a:cubicBezTo>
                    <a:pt x="1992" y="5772"/>
                    <a:pt x="2279" y="5777"/>
                    <a:pt x="2563" y="5793"/>
                  </a:cubicBezTo>
                  <a:cubicBezTo>
                    <a:pt x="2340" y="6141"/>
                    <a:pt x="2123" y="6485"/>
                    <a:pt x="1922" y="6823"/>
                  </a:cubicBezTo>
                  <a:cubicBezTo>
                    <a:pt x="1862" y="6820"/>
                    <a:pt x="1803" y="6819"/>
                    <a:pt x="1744" y="6819"/>
                  </a:cubicBezTo>
                  <a:cubicBezTo>
                    <a:pt x="1482" y="6819"/>
                    <a:pt x="1233" y="6846"/>
                    <a:pt x="976" y="6884"/>
                  </a:cubicBezTo>
                  <a:cubicBezTo>
                    <a:pt x="1073" y="6510"/>
                    <a:pt x="1194" y="6136"/>
                    <a:pt x="1335" y="5772"/>
                  </a:cubicBezTo>
                  <a:close/>
                  <a:moveTo>
                    <a:pt x="4407" y="3691"/>
                  </a:moveTo>
                  <a:cubicBezTo>
                    <a:pt x="4892" y="4464"/>
                    <a:pt x="5392" y="5338"/>
                    <a:pt x="5564" y="6207"/>
                  </a:cubicBezTo>
                  <a:lnTo>
                    <a:pt x="5564" y="6212"/>
                  </a:lnTo>
                  <a:cubicBezTo>
                    <a:pt x="5534" y="6262"/>
                    <a:pt x="5499" y="6318"/>
                    <a:pt x="5462" y="6369"/>
                  </a:cubicBezTo>
                  <a:cubicBezTo>
                    <a:pt x="5170" y="6798"/>
                    <a:pt x="4851" y="7182"/>
                    <a:pt x="4503" y="7530"/>
                  </a:cubicBezTo>
                  <a:cubicBezTo>
                    <a:pt x="4401" y="7292"/>
                    <a:pt x="4316" y="7050"/>
                    <a:pt x="4219" y="6798"/>
                  </a:cubicBezTo>
                  <a:cubicBezTo>
                    <a:pt x="4002" y="6207"/>
                    <a:pt x="3776" y="5595"/>
                    <a:pt x="3437" y="5070"/>
                  </a:cubicBezTo>
                  <a:cubicBezTo>
                    <a:pt x="3734" y="4625"/>
                    <a:pt x="4058" y="4170"/>
                    <a:pt x="4407" y="3691"/>
                  </a:cubicBezTo>
                  <a:close/>
                  <a:moveTo>
                    <a:pt x="3295" y="5277"/>
                  </a:moveTo>
                  <a:cubicBezTo>
                    <a:pt x="3598" y="5762"/>
                    <a:pt x="3811" y="6322"/>
                    <a:pt x="4013" y="6879"/>
                  </a:cubicBezTo>
                  <a:cubicBezTo>
                    <a:pt x="4114" y="7147"/>
                    <a:pt x="4219" y="7425"/>
                    <a:pt x="4331" y="7693"/>
                  </a:cubicBezTo>
                  <a:cubicBezTo>
                    <a:pt x="3983" y="8015"/>
                    <a:pt x="3603" y="8299"/>
                    <a:pt x="3195" y="8551"/>
                  </a:cubicBezTo>
                  <a:cubicBezTo>
                    <a:pt x="2936" y="7844"/>
                    <a:pt x="2588" y="7117"/>
                    <a:pt x="2381" y="6707"/>
                  </a:cubicBezTo>
                  <a:cubicBezTo>
                    <a:pt x="2664" y="6238"/>
                    <a:pt x="2967" y="5767"/>
                    <a:pt x="3295" y="5277"/>
                  </a:cubicBezTo>
                  <a:close/>
                  <a:moveTo>
                    <a:pt x="2244" y="6929"/>
                  </a:moveTo>
                  <a:cubicBezTo>
                    <a:pt x="2456" y="7353"/>
                    <a:pt x="2770" y="8020"/>
                    <a:pt x="3002" y="8668"/>
                  </a:cubicBezTo>
                  <a:cubicBezTo>
                    <a:pt x="2861" y="8743"/>
                    <a:pt x="2719" y="8819"/>
                    <a:pt x="2573" y="8889"/>
                  </a:cubicBezTo>
                  <a:cubicBezTo>
                    <a:pt x="2270" y="8425"/>
                    <a:pt x="2088" y="7924"/>
                    <a:pt x="1936" y="7455"/>
                  </a:cubicBezTo>
                  <a:cubicBezTo>
                    <a:pt x="2037" y="7278"/>
                    <a:pt x="2139" y="7101"/>
                    <a:pt x="2244" y="6929"/>
                  </a:cubicBezTo>
                  <a:close/>
                  <a:moveTo>
                    <a:pt x="1800" y="7035"/>
                  </a:moveTo>
                  <a:cubicBezTo>
                    <a:pt x="1497" y="7551"/>
                    <a:pt x="1213" y="8061"/>
                    <a:pt x="945" y="8577"/>
                  </a:cubicBezTo>
                  <a:cubicBezTo>
                    <a:pt x="885" y="8698"/>
                    <a:pt x="814" y="8814"/>
                    <a:pt x="749" y="8929"/>
                  </a:cubicBezTo>
                  <a:cubicBezTo>
                    <a:pt x="728" y="8971"/>
                    <a:pt x="703" y="9016"/>
                    <a:pt x="679" y="9062"/>
                  </a:cubicBezTo>
                  <a:cubicBezTo>
                    <a:pt x="663" y="8444"/>
                    <a:pt x="749" y="7784"/>
                    <a:pt x="915" y="7111"/>
                  </a:cubicBezTo>
                  <a:cubicBezTo>
                    <a:pt x="1209" y="7071"/>
                    <a:pt x="1497" y="7035"/>
                    <a:pt x="1800" y="7035"/>
                  </a:cubicBezTo>
                  <a:close/>
                  <a:moveTo>
                    <a:pt x="1789" y="7712"/>
                  </a:moveTo>
                  <a:cubicBezTo>
                    <a:pt x="1931" y="8136"/>
                    <a:pt x="2108" y="8572"/>
                    <a:pt x="2376" y="8990"/>
                  </a:cubicBezTo>
                  <a:cubicBezTo>
                    <a:pt x="1885" y="9213"/>
                    <a:pt x="1365" y="9395"/>
                    <a:pt x="800" y="9542"/>
                  </a:cubicBezTo>
                  <a:cubicBezTo>
                    <a:pt x="870" y="9390"/>
                    <a:pt x="956" y="9243"/>
                    <a:pt x="1036" y="9092"/>
                  </a:cubicBezTo>
                  <a:cubicBezTo>
                    <a:pt x="1108" y="8971"/>
                    <a:pt x="1173" y="8849"/>
                    <a:pt x="1239" y="8728"/>
                  </a:cubicBezTo>
                  <a:cubicBezTo>
                    <a:pt x="1416" y="8390"/>
                    <a:pt x="1598" y="8050"/>
                    <a:pt x="1789" y="7712"/>
                  </a:cubicBezTo>
                  <a:close/>
                  <a:moveTo>
                    <a:pt x="6924" y="0"/>
                  </a:moveTo>
                  <a:cubicBezTo>
                    <a:pt x="6871" y="0"/>
                    <a:pt x="6819" y="27"/>
                    <a:pt x="6786" y="78"/>
                  </a:cubicBezTo>
                  <a:cubicBezTo>
                    <a:pt x="6544" y="452"/>
                    <a:pt x="6271" y="816"/>
                    <a:pt x="5988" y="1175"/>
                  </a:cubicBezTo>
                  <a:cubicBezTo>
                    <a:pt x="5741" y="1020"/>
                    <a:pt x="5473" y="942"/>
                    <a:pt x="5190" y="942"/>
                  </a:cubicBezTo>
                  <a:cubicBezTo>
                    <a:pt x="4842" y="942"/>
                    <a:pt x="4472" y="1059"/>
                    <a:pt x="4088" y="1296"/>
                  </a:cubicBezTo>
                  <a:cubicBezTo>
                    <a:pt x="2123" y="2503"/>
                    <a:pt x="1" y="6753"/>
                    <a:pt x="390" y="9668"/>
                  </a:cubicBezTo>
                  <a:cubicBezTo>
                    <a:pt x="390" y="9682"/>
                    <a:pt x="395" y="9693"/>
                    <a:pt x="400" y="9708"/>
                  </a:cubicBezTo>
                  <a:lnTo>
                    <a:pt x="400" y="9733"/>
                  </a:lnTo>
                  <a:cubicBezTo>
                    <a:pt x="395" y="9754"/>
                    <a:pt x="390" y="9784"/>
                    <a:pt x="400" y="9809"/>
                  </a:cubicBezTo>
                  <a:cubicBezTo>
                    <a:pt x="416" y="9885"/>
                    <a:pt x="486" y="9936"/>
                    <a:pt x="557" y="9936"/>
                  </a:cubicBezTo>
                  <a:cubicBezTo>
                    <a:pt x="572" y="9936"/>
                    <a:pt x="582" y="9936"/>
                    <a:pt x="597" y="9930"/>
                  </a:cubicBezTo>
                  <a:cubicBezTo>
                    <a:pt x="2896" y="9390"/>
                    <a:pt x="4533" y="8318"/>
                    <a:pt x="5735" y="6550"/>
                  </a:cubicBezTo>
                  <a:cubicBezTo>
                    <a:pt x="6791" y="5009"/>
                    <a:pt x="7306" y="2938"/>
                    <a:pt x="6882" y="1938"/>
                  </a:cubicBezTo>
                  <a:cubicBezTo>
                    <a:pt x="6756" y="1640"/>
                    <a:pt x="6549" y="1432"/>
                    <a:pt x="6281" y="1336"/>
                  </a:cubicBezTo>
                  <a:cubicBezTo>
                    <a:pt x="6553" y="987"/>
                    <a:pt x="6821" y="630"/>
                    <a:pt x="7064" y="255"/>
                  </a:cubicBezTo>
                  <a:cubicBezTo>
                    <a:pt x="7115" y="180"/>
                    <a:pt x="7089" y="78"/>
                    <a:pt x="7014" y="28"/>
                  </a:cubicBezTo>
                  <a:cubicBezTo>
                    <a:pt x="6986" y="9"/>
                    <a:pt x="6955" y="0"/>
                    <a:pt x="6924"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30"/>
            <p:cNvSpPr/>
            <p:nvPr/>
          </p:nvSpPr>
          <p:spPr>
            <a:xfrm>
              <a:off x="8169812" y="1739511"/>
              <a:ext cx="41460" cy="73783"/>
            </a:xfrm>
            <a:custGeom>
              <a:avLst/>
              <a:gdLst/>
              <a:ahLst/>
              <a:cxnLst/>
              <a:rect l="l" t="t" r="r" b="b"/>
              <a:pathLst>
                <a:path w="1139" h="2027" extrusionOk="0">
                  <a:moveTo>
                    <a:pt x="1138" y="0"/>
                  </a:moveTo>
                  <a:cubicBezTo>
                    <a:pt x="835" y="0"/>
                    <a:pt x="547" y="36"/>
                    <a:pt x="253" y="76"/>
                  </a:cubicBezTo>
                  <a:cubicBezTo>
                    <a:pt x="87" y="749"/>
                    <a:pt x="1" y="1409"/>
                    <a:pt x="17" y="2027"/>
                  </a:cubicBezTo>
                  <a:cubicBezTo>
                    <a:pt x="41" y="1981"/>
                    <a:pt x="66" y="1936"/>
                    <a:pt x="87" y="1894"/>
                  </a:cubicBezTo>
                  <a:cubicBezTo>
                    <a:pt x="152" y="1779"/>
                    <a:pt x="223" y="1663"/>
                    <a:pt x="283" y="1542"/>
                  </a:cubicBezTo>
                  <a:cubicBezTo>
                    <a:pt x="551" y="1026"/>
                    <a:pt x="835" y="516"/>
                    <a:pt x="1138"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30"/>
            <p:cNvSpPr/>
            <p:nvPr/>
          </p:nvSpPr>
          <p:spPr>
            <a:xfrm>
              <a:off x="8181205" y="1693503"/>
              <a:ext cx="57803" cy="40513"/>
            </a:xfrm>
            <a:custGeom>
              <a:avLst/>
              <a:gdLst/>
              <a:ahLst/>
              <a:cxnLst/>
              <a:rect l="l" t="t" r="r" b="b"/>
              <a:pathLst>
                <a:path w="1588" h="1113" extrusionOk="0">
                  <a:moveTo>
                    <a:pt x="360" y="1"/>
                  </a:moveTo>
                  <a:cubicBezTo>
                    <a:pt x="219" y="365"/>
                    <a:pt x="98" y="739"/>
                    <a:pt x="1" y="1113"/>
                  </a:cubicBezTo>
                  <a:cubicBezTo>
                    <a:pt x="258" y="1075"/>
                    <a:pt x="507" y="1048"/>
                    <a:pt x="769" y="1048"/>
                  </a:cubicBezTo>
                  <a:cubicBezTo>
                    <a:pt x="828" y="1048"/>
                    <a:pt x="887" y="1049"/>
                    <a:pt x="947" y="1052"/>
                  </a:cubicBezTo>
                  <a:cubicBezTo>
                    <a:pt x="1148" y="714"/>
                    <a:pt x="1365" y="370"/>
                    <a:pt x="1588" y="22"/>
                  </a:cubicBezTo>
                  <a:cubicBezTo>
                    <a:pt x="1304" y="6"/>
                    <a:pt x="1017" y="1"/>
                    <a:pt x="719"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30"/>
            <p:cNvSpPr/>
            <p:nvPr/>
          </p:nvSpPr>
          <p:spPr>
            <a:xfrm>
              <a:off x="8197403" y="1638176"/>
              <a:ext cx="76367" cy="48412"/>
            </a:xfrm>
            <a:custGeom>
              <a:avLst/>
              <a:gdLst/>
              <a:ahLst/>
              <a:cxnLst/>
              <a:rect l="l" t="t" r="r" b="b"/>
              <a:pathLst>
                <a:path w="2098" h="1330" extrusionOk="0">
                  <a:moveTo>
                    <a:pt x="612" y="0"/>
                  </a:moveTo>
                  <a:cubicBezTo>
                    <a:pt x="385" y="415"/>
                    <a:pt x="178" y="849"/>
                    <a:pt x="1" y="1299"/>
                  </a:cubicBezTo>
                  <a:cubicBezTo>
                    <a:pt x="92" y="1304"/>
                    <a:pt x="183" y="1304"/>
                    <a:pt x="274" y="1304"/>
                  </a:cubicBezTo>
                  <a:cubicBezTo>
                    <a:pt x="602" y="1304"/>
                    <a:pt x="945" y="1304"/>
                    <a:pt x="1279" y="1329"/>
                  </a:cubicBezTo>
                  <a:cubicBezTo>
                    <a:pt x="1537" y="935"/>
                    <a:pt x="1810" y="536"/>
                    <a:pt x="2097" y="117"/>
                  </a:cubicBezTo>
                  <a:cubicBezTo>
                    <a:pt x="1850" y="61"/>
                    <a:pt x="1607" y="61"/>
                    <a:pt x="1355" y="61"/>
                  </a:cubicBezTo>
                  <a:cubicBezTo>
                    <a:pt x="1113" y="56"/>
                    <a:pt x="865" y="51"/>
                    <a:pt x="612"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30"/>
            <p:cNvSpPr/>
            <p:nvPr/>
          </p:nvSpPr>
          <p:spPr>
            <a:xfrm>
              <a:off x="8223720" y="1616263"/>
              <a:ext cx="61807" cy="19219"/>
            </a:xfrm>
            <a:custGeom>
              <a:avLst/>
              <a:gdLst/>
              <a:ahLst/>
              <a:cxnLst/>
              <a:rect l="l" t="t" r="r" b="b"/>
              <a:pathLst>
                <a:path w="1698" h="528" extrusionOk="0">
                  <a:moveTo>
                    <a:pt x="238" y="1"/>
                  </a:moveTo>
                  <a:cubicBezTo>
                    <a:pt x="157" y="133"/>
                    <a:pt x="76" y="264"/>
                    <a:pt x="0" y="400"/>
                  </a:cubicBezTo>
                  <a:cubicBezTo>
                    <a:pt x="208" y="436"/>
                    <a:pt x="420" y="441"/>
                    <a:pt x="632" y="441"/>
                  </a:cubicBezTo>
                  <a:cubicBezTo>
                    <a:pt x="915" y="446"/>
                    <a:pt x="1208" y="451"/>
                    <a:pt x="1511" y="527"/>
                  </a:cubicBezTo>
                  <a:cubicBezTo>
                    <a:pt x="1572" y="446"/>
                    <a:pt x="1637" y="350"/>
                    <a:pt x="1698" y="264"/>
                  </a:cubicBezTo>
                  <a:cubicBezTo>
                    <a:pt x="1308" y="104"/>
                    <a:pt x="819" y="10"/>
                    <a:pt x="386" y="10"/>
                  </a:cubicBezTo>
                  <a:cubicBezTo>
                    <a:pt x="353" y="10"/>
                    <a:pt x="320" y="11"/>
                    <a:pt x="288" y="12"/>
                  </a:cubicBezTo>
                  <a:cubicBezTo>
                    <a:pt x="268" y="12"/>
                    <a:pt x="253" y="6"/>
                    <a:pt x="238"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30"/>
            <p:cNvSpPr/>
            <p:nvPr/>
          </p:nvSpPr>
          <p:spPr>
            <a:xfrm>
              <a:off x="8237297" y="1572148"/>
              <a:ext cx="83210" cy="47138"/>
            </a:xfrm>
            <a:custGeom>
              <a:avLst/>
              <a:gdLst/>
              <a:ahLst/>
              <a:cxnLst/>
              <a:rect l="l" t="t" r="r" b="b"/>
              <a:pathLst>
                <a:path w="2286" h="1295" extrusionOk="0">
                  <a:moveTo>
                    <a:pt x="764" y="0"/>
                  </a:moveTo>
                  <a:cubicBezTo>
                    <a:pt x="502" y="294"/>
                    <a:pt x="243" y="632"/>
                    <a:pt x="1" y="1001"/>
                  </a:cubicBezTo>
                  <a:cubicBezTo>
                    <a:pt x="491" y="1001"/>
                    <a:pt x="1027" y="1107"/>
                    <a:pt x="1456" y="1294"/>
                  </a:cubicBezTo>
                  <a:cubicBezTo>
                    <a:pt x="1517" y="1213"/>
                    <a:pt x="1572" y="1127"/>
                    <a:pt x="1633" y="1047"/>
                  </a:cubicBezTo>
                  <a:cubicBezTo>
                    <a:pt x="1840" y="758"/>
                    <a:pt x="2062" y="481"/>
                    <a:pt x="2285" y="203"/>
                  </a:cubicBezTo>
                  <a:cubicBezTo>
                    <a:pt x="2053" y="152"/>
                    <a:pt x="1668" y="107"/>
                    <a:pt x="1325" y="72"/>
                  </a:cubicBezTo>
                  <a:cubicBezTo>
                    <a:pt x="1113" y="47"/>
                    <a:pt x="910" y="21"/>
                    <a:pt x="764"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30"/>
            <p:cNvSpPr/>
            <p:nvPr/>
          </p:nvSpPr>
          <p:spPr>
            <a:xfrm>
              <a:off x="8271694" y="1529742"/>
              <a:ext cx="84484" cy="42843"/>
            </a:xfrm>
            <a:custGeom>
              <a:avLst/>
              <a:gdLst/>
              <a:ahLst/>
              <a:cxnLst/>
              <a:rect l="l" t="t" r="r" b="b"/>
              <a:pathLst>
                <a:path w="2321" h="1177" extrusionOk="0">
                  <a:moveTo>
                    <a:pt x="1732" y="1"/>
                  </a:moveTo>
                  <a:cubicBezTo>
                    <a:pt x="1445" y="1"/>
                    <a:pt x="1133" y="102"/>
                    <a:pt x="800" y="307"/>
                  </a:cubicBezTo>
                  <a:cubicBezTo>
                    <a:pt x="536" y="468"/>
                    <a:pt x="264" y="696"/>
                    <a:pt x="0" y="969"/>
                  </a:cubicBezTo>
                  <a:cubicBezTo>
                    <a:pt x="122" y="984"/>
                    <a:pt x="264" y="999"/>
                    <a:pt x="405" y="1019"/>
                  </a:cubicBezTo>
                  <a:cubicBezTo>
                    <a:pt x="809" y="1065"/>
                    <a:pt x="1269" y="1116"/>
                    <a:pt x="1492" y="1176"/>
                  </a:cubicBezTo>
                  <a:cubicBezTo>
                    <a:pt x="1607" y="1039"/>
                    <a:pt x="1719" y="897"/>
                    <a:pt x="1830" y="762"/>
                  </a:cubicBezTo>
                  <a:cubicBezTo>
                    <a:pt x="1996" y="564"/>
                    <a:pt x="2159" y="363"/>
                    <a:pt x="2320" y="160"/>
                  </a:cubicBezTo>
                  <a:cubicBezTo>
                    <a:pt x="2137" y="54"/>
                    <a:pt x="1941" y="1"/>
                    <a:pt x="1732"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30"/>
            <p:cNvSpPr/>
            <p:nvPr/>
          </p:nvSpPr>
          <p:spPr>
            <a:xfrm>
              <a:off x="8331097" y="1542337"/>
              <a:ext cx="63700" cy="121831"/>
            </a:xfrm>
            <a:custGeom>
              <a:avLst/>
              <a:gdLst/>
              <a:ahLst/>
              <a:cxnLst/>
              <a:rect l="l" t="t" r="r" b="b"/>
              <a:pathLst>
                <a:path w="1750" h="3347" extrusionOk="0">
                  <a:moveTo>
                    <a:pt x="961" y="1"/>
                  </a:moveTo>
                  <a:cubicBezTo>
                    <a:pt x="794" y="208"/>
                    <a:pt x="623" y="420"/>
                    <a:pt x="455" y="628"/>
                  </a:cubicBezTo>
                  <a:cubicBezTo>
                    <a:pt x="304" y="810"/>
                    <a:pt x="152" y="996"/>
                    <a:pt x="1" y="1183"/>
                  </a:cubicBezTo>
                  <a:cubicBezTo>
                    <a:pt x="26" y="1649"/>
                    <a:pt x="380" y="2184"/>
                    <a:pt x="723" y="2710"/>
                  </a:cubicBezTo>
                  <a:cubicBezTo>
                    <a:pt x="870" y="2932"/>
                    <a:pt x="1006" y="3144"/>
                    <a:pt x="1117" y="3346"/>
                  </a:cubicBezTo>
                  <a:cubicBezTo>
                    <a:pt x="1577" y="2219"/>
                    <a:pt x="1749" y="1073"/>
                    <a:pt x="1486" y="446"/>
                  </a:cubicBezTo>
                  <a:cubicBezTo>
                    <a:pt x="1380" y="188"/>
                    <a:pt x="1208" y="42"/>
                    <a:pt x="966"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30"/>
            <p:cNvSpPr/>
            <p:nvPr/>
          </p:nvSpPr>
          <p:spPr>
            <a:xfrm>
              <a:off x="8311223" y="1594023"/>
              <a:ext cx="56493" cy="105960"/>
            </a:xfrm>
            <a:custGeom>
              <a:avLst/>
              <a:gdLst/>
              <a:ahLst/>
              <a:cxnLst/>
              <a:rect l="l" t="t" r="r" b="b"/>
              <a:pathLst>
                <a:path w="1552" h="2911" extrusionOk="0">
                  <a:moveTo>
                    <a:pt x="360" y="1"/>
                  </a:moveTo>
                  <a:cubicBezTo>
                    <a:pt x="234" y="152"/>
                    <a:pt x="117" y="309"/>
                    <a:pt x="1" y="465"/>
                  </a:cubicBezTo>
                  <a:cubicBezTo>
                    <a:pt x="471" y="1209"/>
                    <a:pt x="961" y="2052"/>
                    <a:pt x="1183" y="2911"/>
                  </a:cubicBezTo>
                  <a:cubicBezTo>
                    <a:pt x="1320" y="2673"/>
                    <a:pt x="1441" y="2436"/>
                    <a:pt x="1552" y="2188"/>
                  </a:cubicBezTo>
                  <a:cubicBezTo>
                    <a:pt x="1437" y="1946"/>
                    <a:pt x="1264" y="1684"/>
                    <a:pt x="1083" y="1411"/>
                  </a:cubicBezTo>
                  <a:cubicBezTo>
                    <a:pt x="775" y="941"/>
                    <a:pt x="460" y="460"/>
                    <a:pt x="360"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30"/>
            <p:cNvSpPr/>
            <p:nvPr/>
          </p:nvSpPr>
          <p:spPr>
            <a:xfrm>
              <a:off x="8270820" y="1617792"/>
              <a:ext cx="77459" cy="139776"/>
            </a:xfrm>
            <a:custGeom>
              <a:avLst/>
              <a:gdLst/>
              <a:ahLst/>
              <a:cxnLst/>
              <a:rect l="l" t="t" r="r" b="b"/>
              <a:pathLst>
                <a:path w="2128" h="3840" extrusionOk="0">
                  <a:moveTo>
                    <a:pt x="970" y="0"/>
                  </a:moveTo>
                  <a:cubicBezTo>
                    <a:pt x="621" y="479"/>
                    <a:pt x="297" y="934"/>
                    <a:pt x="0" y="1379"/>
                  </a:cubicBezTo>
                  <a:cubicBezTo>
                    <a:pt x="339" y="1904"/>
                    <a:pt x="565" y="2516"/>
                    <a:pt x="782" y="3107"/>
                  </a:cubicBezTo>
                  <a:cubicBezTo>
                    <a:pt x="879" y="3359"/>
                    <a:pt x="964" y="3601"/>
                    <a:pt x="1066" y="3839"/>
                  </a:cubicBezTo>
                  <a:cubicBezTo>
                    <a:pt x="1414" y="3491"/>
                    <a:pt x="1733" y="3107"/>
                    <a:pt x="2025" y="2678"/>
                  </a:cubicBezTo>
                  <a:cubicBezTo>
                    <a:pt x="2062" y="2627"/>
                    <a:pt x="2097" y="2571"/>
                    <a:pt x="2127" y="2521"/>
                  </a:cubicBezTo>
                  <a:lnTo>
                    <a:pt x="2127" y="2516"/>
                  </a:lnTo>
                  <a:cubicBezTo>
                    <a:pt x="1955" y="1647"/>
                    <a:pt x="1455" y="773"/>
                    <a:pt x="970"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30"/>
            <p:cNvSpPr/>
            <p:nvPr/>
          </p:nvSpPr>
          <p:spPr>
            <a:xfrm>
              <a:off x="8232383" y="1675521"/>
              <a:ext cx="70980" cy="119210"/>
            </a:xfrm>
            <a:custGeom>
              <a:avLst/>
              <a:gdLst/>
              <a:ahLst/>
              <a:cxnLst/>
              <a:rect l="l" t="t" r="r" b="b"/>
              <a:pathLst>
                <a:path w="1950" h="3275" extrusionOk="0">
                  <a:moveTo>
                    <a:pt x="914" y="0"/>
                  </a:moveTo>
                  <a:cubicBezTo>
                    <a:pt x="586" y="490"/>
                    <a:pt x="283" y="961"/>
                    <a:pt x="0" y="1430"/>
                  </a:cubicBezTo>
                  <a:cubicBezTo>
                    <a:pt x="207" y="1840"/>
                    <a:pt x="555" y="2567"/>
                    <a:pt x="814" y="3274"/>
                  </a:cubicBezTo>
                  <a:cubicBezTo>
                    <a:pt x="1222" y="3022"/>
                    <a:pt x="1602" y="2738"/>
                    <a:pt x="1950" y="2416"/>
                  </a:cubicBezTo>
                  <a:cubicBezTo>
                    <a:pt x="1838" y="2148"/>
                    <a:pt x="1733" y="1870"/>
                    <a:pt x="1632" y="1602"/>
                  </a:cubicBezTo>
                  <a:cubicBezTo>
                    <a:pt x="1430" y="1045"/>
                    <a:pt x="1217" y="485"/>
                    <a:pt x="914"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30"/>
            <p:cNvSpPr/>
            <p:nvPr/>
          </p:nvSpPr>
          <p:spPr>
            <a:xfrm>
              <a:off x="8174799" y="1764154"/>
              <a:ext cx="57439" cy="66612"/>
            </a:xfrm>
            <a:custGeom>
              <a:avLst/>
              <a:gdLst/>
              <a:ahLst/>
              <a:cxnLst/>
              <a:rect l="l" t="t" r="r" b="b"/>
              <a:pathLst>
                <a:path w="1578" h="1830" extrusionOk="0">
                  <a:moveTo>
                    <a:pt x="990" y="0"/>
                  </a:moveTo>
                  <a:cubicBezTo>
                    <a:pt x="799" y="338"/>
                    <a:pt x="617" y="678"/>
                    <a:pt x="440" y="1016"/>
                  </a:cubicBezTo>
                  <a:cubicBezTo>
                    <a:pt x="374" y="1137"/>
                    <a:pt x="309" y="1259"/>
                    <a:pt x="237" y="1380"/>
                  </a:cubicBezTo>
                  <a:cubicBezTo>
                    <a:pt x="157" y="1531"/>
                    <a:pt x="71" y="1678"/>
                    <a:pt x="1" y="1830"/>
                  </a:cubicBezTo>
                  <a:cubicBezTo>
                    <a:pt x="566" y="1683"/>
                    <a:pt x="1086" y="1501"/>
                    <a:pt x="1577" y="1278"/>
                  </a:cubicBezTo>
                  <a:cubicBezTo>
                    <a:pt x="1309" y="860"/>
                    <a:pt x="1132" y="424"/>
                    <a:pt x="990"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30"/>
            <p:cNvSpPr/>
            <p:nvPr/>
          </p:nvSpPr>
          <p:spPr>
            <a:xfrm>
              <a:off x="8216185" y="1735617"/>
              <a:ext cx="38802" cy="71417"/>
            </a:xfrm>
            <a:custGeom>
              <a:avLst/>
              <a:gdLst/>
              <a:ahLst/>
              <a:cxnLst/>
              <a:rect l="l" t="t" r="r" b="b"/>
              <a:pathLst>
                <a:path w="1066" h="1962" extrusionOk="0">
                  <a:moveTo>
                    <a:pt x="308" y="1"/>
                  </a:moveTo>
                  <a:cubicBezTo>
                    <a:pt x="203" y="173"/>
                    <a:pt x="101" y="350"/>
                    <a:pt x="0" y="527"/>
                  </a:cubicBezTo>
                  <a:cubicBezTo>
                    <a:pt x="152" y="996"/>
                    <a:pt x="334" y="1497"/>
                    <a:pt x="637" y="1961"/>
                  </a:cubicBezTo>
                  <a:cubicBezTo>
                    <a:pt x="783" y="1891"/>
                    <a:pt x="925" y="1815"/>
                    <a:pt x="1066" y="1740"/>
                  </a:cubicBezTo>
                  <a:cubicBezTo>
                    <a:pt x="834" y="1092"/>
                    <a:pt x="520" y="425"/>
                    <a:pt x="308"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30"/>
            <p:cNvSpPr/>
            <p:nvPr/>
          </p:nvSpPr>
          <p:spPr>
            <a:xfrm>
              <a:off x="7027640" y="1403437"/>
              <a:ext cx="634488" cy="1164218"/>
            </a:xfrm>
            <a:custGeom>
              <a:avLst/>
              <a:gdLst/>
              <a:ahLst/>
              <a:cxnLst/>
              <a:rect l="l" t="t" r="r" b="b"/>
              <a:pathLst>
                <a:path w="17431" h="31984" extrusionOk="0">
                  <a:moveTo>
                    <a:pt x="10285" y="324"/>
                  </a:moveTo>
                  <a:cubicBezTo>
                    <a:pt x="10317" y="324"/>
                    <a:pt x="10349" y="326"/>
                    <a:pt x="10382" y="331"/>
                  </a:cubicBezTo>
                  <a:cubicBezTo>
                    <a:pt x="10559" y="361"/>
                    <a:pt x="10711" y="473"/>
                    <a:pt x="10757" y="615"/>
                  </a:cubicBezTo>
                  <a:cubicBezTo>
                    <a:pt x="10807" y="755"/>
                    <a:pt x="10757" y="907"/>
                    <a:pt x="10615" y="1058"/>
                  </a:cubicBezTo>
                  <a:cubicBezTo>
                    <a:pt x="10575" y="1104"/>
                    <a:pt x="10534" y="1140"/>
                    <a:pt x="10489" y="1170"/>
                  </a:cubicBezTo>
                  <a:cubicBezTo>
                    <a:pt x="10416" y="1221"/>
                    <a:pt x="10343" y="1245"/>
                    <a:pt x="10269" y="1245"/>
                  </a:cubicBezTo>
                  <a:cubicBezTo>
                    <a:pt x="10235" y="1245"/>
                    <a:pt x="10200" y="1240"/>
                    <a:pt x="10165" y="1231"/>
                  </a:cubicBezTo>
                  <a:cubicBezTo>
                    <a:pt x="10140" y="1221"/>
                    <a:pt x="10115" y="1210"/>
                    <a:pt x="10090" y="1200"/>
                  </a:cubicBezTo>
                  <a:cubicBezTo>
                    <a:pt x="9883" y="1089"/>
                    <a:pt x="9731" y="811"/>
                    <a:pt x="9761" y="609"/>
                  </a:cubicBezTo>
                  <a:cubicBezTo>
                    <a:pt x="9766" y="604"/>
                    <a:pt x="9771" y="599"/>
                    <a:pt x="9776" y="594"/>
                  </a:cubicBezTo>
                  <a:cubicBezTo>
                    <a:pt x="9832" y="524"/>
                    <a:pt x="9892" y="468"/>
                    <a:pt x="9958" y="422"/>
                  </a:cubicBezTo>
                  <a:cubicBezTo>
                    <a:pt x="9983" y="417"/>
                    <a:pt x="10014" y="417"/>
                    <a:pt x="10055" y="417"/>
                  </a:cubicBezTo>
                  <a:cubicBezTo>
                    <a:pt x="10109" y="412"/>
                    <a:pt x="10160" y="382"/>
                    <a:pt x="10191" y="331"/>
                  </a:cubicBezTo>
                  <a:cubicBezTo>
                    <a:pt x="10221" y="326"/>
                    <a:pt x="10252" y="324"/>
                    <a:pt x="10285" y="324"/>
                  </a:cubicBezTo>
                  <a:close/>
                  <a:moveTo>
                    <a:pt x="13815" y="544"/>
                  </a:moveTo>
                  <a:cubicBezTo>
                    <a:pt x="13834" y="544"/>
                    <a:pt x="13854" y="545"/>
                    <a:pt x="13874" y="548"/>
                  </a:cubicBezTo>
                  <a:cubicBezTo>
                    <a:pt x="14101" y="589"/>
                    <a:pt x="14329" y="790"/>
                    <a:pt x="14409" y="1039"/>
                  </a:cubicBezTo>
                  <a:cubicBezTo>
                    <a:pt x="14455" y="1175"/>
                    <a:pt x="14475" y="1377"/>
                    <a:pt x="14299" y="1564"/>
                  </a:cubicBezTo>
                  <a:cubicBezTo>
                    <a:pt x="14182" y="1688"/>
                    <a:pt x="14066" y="1749"/>
                    <a:pt x="13948" y="1749"/>
                  </a:cubicBezTo>
                  <a:cubicBezTo>
                    <a:pt x="13916" y="1749"/>
                    <a:pt x="13885" y="1745"/>
                    <a:pt x="13854" y="1736"/>
                  </a:cubicBezTo>
                  <a:cubicBezTo>
                    <a:pt x="13656" y="1676"/>
                    <a:pt x="13485" y="1452"/>
                    <a:pt x="13434" y="1195"/>
                  </a:cubicBezTo>
                  <a:cubicBezTo>
                    <a:pt x="13409" y="1084"/>
                    <a:pt x="13383" y="801"/>
                    <a:pt x="13611" y="619"/>
                  </a:cubicBezTo>
                  <a:cubicBezTo>
                    <a:pt x="13626" y="604"/>
                    <a:pt x="13637" y="594"/>
                    <a:pt x="13646" y="578"/>
                  </a:cubicBezTo>
                  <a:cubicBezTo>
                    <a:pt x="13699" y="555"/>
                    <a:pt x="13756" y="544"/>
                    <a:pt x="13815" y="544"/>
                  </a:cubicBezTo>
                  <a:close/>
                  <a:moveTo>
                    <a:pt x="10625" y="3812"/>
                  </a:moveTo>
                  <a:lnTo>
                    <a:pt x="10625" y="3812"/>
                  </a:lnTo>
                  <a:cubicBezTo>
                    <a:pt x="10620" y="3817"/>
                    <a:pt x="10615" y="3828"/>
                    <a:pt x="10610" y="3838"/>
                  </a:cubicBezTo>
                  <a:cubicBezTo>
                    <a:pt x="10605" y="3833"/>
                    <a:pt x="10600" y="3822"/>
                    <a:pt x="10594" y="3817"/>
                  </a:cubicBezTo>
                  <a:lnTo>
                    <a:pt x="10600" y="3817"/>
                  </a:lnTo>
                  <a:lnTo>
                    <a:pt x="10625" y="3812"/>
                  </a:lnTo>
                  <a:close/>
                  <a:moveTo>
                    <a:pt x="14374" y="3600"/>
                  </a:moveTo>
                  <a:cubicBezTo>
                    <a:pt x="14576" y="3621"/>
                    <a:pt x="14642" y="3731"/>
                    <a:pt x="14672" y="3782"/>
                  </a:cubicBezTo>
                  <a:cubicBezTo>
                    <a:pt x="15101" y="4469"/>
                    <a:pt x="14157" y="6717"/>
                    <a:pt x="13692" y="7379"/>
                  </a:cubicBezTo>
                  <a:lnTo>
                    <a:pt x="13686" y="7379"/>
                  </a:lnTo>
                  <a:cubicBezTo>
                    <a:pt x="13672" y="7379"/>
                    <a:pt x="13656" y="7379"/>
                    <a:pt x="13642" y="7384"/>
                  </a:cubicBezTo>
                  <a:cubicBezTo>
                    <a:pt x="14050" y="6050"/>
                    <a:pt x="14369" y="4924"/>
                    <a:pt x="14374" y="3600"/>
                  </a:cubicBezTo>
                  <a:close/>
                  <a:moveTo>
                    <a:pt x="14157" y="3605"/>
                  </a:moveTo>
                  <a:lnTo>
                    <a:pt x="14157" y="3605"/>
                  </a:lnTo>
                  <a:cubicBezTo>
                    <a:pt x="14152" y="4903"/>
                    <a:pt x="13838" y="6010"/>
                    <a:pt x="13434" y="7324"/>
                  </a:cubicBezTo>
                  <a:cubicBezTo>
                    <a:pt x="13424" y="7354"/>
                    <a:pt x="13429" y="7389"/>
                    <a:pt x="13450" y="7415"/>
                  </a:cubicBezTo>
                  <a:lnTo>
                    <a:pt x="13444" y="7415"/>
                  </a:lnTo>
                  <a:cubicBezTo>
                    <a:pt x="13308" y="7445"/>
                    <a:pt x="13187" y="7485"/>
                    <a:pt x="13075" y="7531"/>
                  </a:cubicBezTo>
                  <a:cubicBezTo>
                    <a:pt x="13096" y="7319"/>
                    <a:pt x="13096" y="7046"/>
                    <a:pt x="13101" y="6727"/>
                  </a:cubicBezTo>
                  <a:cubicBezTo>
                    <a:pt x="13110" y="5833"/>
                    <a:pt x="13121" y="4580"/>
                    <a:pt x="13505" y="3984"/>
                  </a:cubicBezTo>
                  <a:cubicBezTo>
                    <a:pt x="13520" y="3969"/>
                    <a:pt x="13530" y="3949"/>
                    <a:pt x="13541" y="3929"/>
                  </a:cubicBezTo>
                  <a:cubicBezTo>
                    <a:pt x="13632" y="3802"/>
                    <a:pt x="13742" y="3711"/>
                    <a:pt x="13879" y="3670"/>
                  </a:cubicBezTo>
                  <a:cubicBezTo>
                    <a:pt x="13985" y="3635"/>
                    <a:pt x="14076" y="3621"/>
                    <a:pt x="14157" y="3605"/>
                  </a:cubicBezTo>
                  <a:close/>
                  <a:moveTo>
                    <a:pt x="10060" y="3691"/>
                  </a:moveTo>
                  <a:cubicBezTo>
                    <a:pt x="10221" y="3812"/>
                    <a:pt x="10347" y="3979"/>
                    <a:pt x="10413" y="4196"/>
                  </a:cubicBezTo>
                  <a:lnTo>
                    <a:pt x="10413" y="4201"/>
                  </a:lnTo>
                  <a:cubicBezTo>
                    <a:pt x="10372" y="4302"/>
                    <a:pt x="10337" y="4409"/>
                    <a:pt x="10317" y="4519"/>
                  </a:cubicBezTo>
                  <a:cubicBezTo>
                    <a:pt x="10176" y="5288"/>
                    <a:pt x="10388" y="6055"/>
                    <a:pt x="10594" y="6803"/>
                  </a:cubicBezTo>
                  <a:cubicBezTo>
                    <a:pt x="10661" y="7046"/>
                    <a:pt x="10727" y="7284"/>
                    <a:pt x="10771" y="7510"/>
                  </a:cubicBezTo>
                  <a:cubicBezTo>
                    <a:pt x="10671" y="7520"/>
                    <a:pt x="10575" y="7541"/>
                    <a:pt x="10479" y="7581"/>
                  </a:cubicBezTo>
                  <a:cubicBezTo>
                    <a:pt x="10191" y="6748"/>
                    <a:pt x="9878" y="5677"/>
                    <a:pt x="9878" y="4742"/>
                  </a:cubicBezTo>
                  <a:cubicBezTo>
                    <a:pt x="9878" y="4363"/>
                    <a:pt x="9927" y="4004"/>
                    <a:pt x="10060" y="3691"/>
                  </a:cubicBezTo>
                  <a:close/>
                  <a:moveTo>
                    <a:pt x="11333" y="3616"/>
                  </a:moveTo>
                  <a:cubicBezTo>
                    <a:pt x="11221" y="4454"/>
                    <a:pt x="11292" y="5293"/>
                    <a:pt x="11368" y="6101"/>
                  </a:cubicBezTo>
                  <a:cubicBezTo>
                    <a:pt x="11408" y="6586"/>
                    <a:pt x="11454" y="7091"/>
                    <a:pt x="11454" y="7592"/>
                  </a:cubicBezTo>
                  <a:cubicBezTo>
                    <a:pt x="11343" y="7561"/>
                    <a:pt x="11226" y="7536"/>
                    <a:pt x="11110" y="7520"/>
                  </a:cubicBezTo>
                  <a:cubicBezTo>
                    <a:pt x="11055" y="7258"/>
                    <a:pt x="10984" y="6995"/>
                    <a:pt x="10908" y="6717"/>
                  </a:cubicBezTo>
                  <a:cubicBezTo>
                    <a:pt x="10711" y="6004"/>
                    <a:pt x="10510" y="5272"/>
                    <a:pt x="10636" y="4580"/>
                  </a:cubicBezTo>
                  <a:cubicBezTo>
                    <a:pt x="10711" y="4166"/>
                    <a:pt x="10964" y="3822"/>
                    <a:pt x="11333" y="3616"/>
                  </a:cubicBezTo>
                  <a:close/>
                  <a:moveTo>
                    <a:pt x="12127" y="3405"/>
                  </a:moveTo>
                  <a:cubicBezTo>
                    <a:pt x="12277" y="3405"/>
                    <a:pt x="12421" y="3428"/>
                    <a:pt x="12560" y="3474"/>
                  </a:cubicBezTo>
                  <a:cubicBezTo>
                    <a:pt x="12534" y="4034"/>
                    <a:pt x="12429" y="4605"/>
                    <a:pt x="12328" y="5156"/>
                  </a:cubicBezTo>
                  <a:cubicBezTo>
                    <a:pt x="12171" y="5985"/>
                    <a:pt x="12009" y="6843"/>
                    <a:pt x="12126" y="7723"/>
                  </a:cubicBezTo>
                  <a:lnTo>
                    <a:pt x="12096" y="7723"/>
                  </a:lnTo>
                  <a:cubicBezTo>
                    <a:pt x="11954" y="7708"/>
                    <a:pt x="11813" y="7678"/>
                    <a:pt x="11676" y="7641"/>
                  </a:cubicBezTo>
                  <a:cubicBezTo>
                    <a:pt x="11676" y="7116"/>
                    <a:pt x="11625" y="6591"/>
                    <a:pt x="11580" y="6081"/>
                  </a:cubicBezTo>
                  <a:cubicBezTo>
                    <a:pt x="11510" y="5242"/>
                    <a:pt x="11429" y="4374"/>
                    <a:pt x="11564" y="3514"/>
                  </a:cubicBezTo>
                  <a:lnTo>
                    <a:pt x="11564" y="3509"/>
                  </a:lnTo>
                  <a:cubicBezTo>
                    <a:pt x="11631" y="3483"/>
                    <a:pt x="11697" y="3464"/>
                    <a:pt x="11767" y="3448"/>
                  </a:cubicBezTo>
                  <a:cubicBezTo>
                    <a:pt x="11889" y="3420"/>
                    <a:pt x="12009" y="3405"/>
                    <a:pt x="12127" y="3405"/>
                  </a:cubicBezTo>
                  <a:close/>
                  <a:moveTo>
                    <a:pt x="12772" y="3560"/>
                  </a:moveTo>
                  <a:cubicBezTo>
                    <a:pt x="12914" y="3625"/>
                    <a:pt x="13040" y="3721"/>
                    <a:pt x="13152" y="3842"/>
                  </a:cubicBezTo>
                  <a:cubicBezTo>
                    <a:pt x="13152" y="3868"/>
                    <a:pt x="13157" y="3893"/>
                    <a:pt x="13171" y="3913"/>
                  </a:cubicBezTo>
                  <a:cubicBezTo>
                    <a:pt x="12798" y="4610"/>
                    <a:pt x="12788" y="5792"/>
                    <a:pt x="12777" y="6722"/>
                  </a:cubicBezTo>
                  <a:cubicBezTo>
                    <a:pt x="12772" y="7046"/>
                    <a:pt x="12772" y="7319"/>
                    <a:pt x="12753" y="7520"/>
                  </a:cubicBezTo>
                  <a:cubicBezTo>
                    <a:pt x="12747" y="7561"/>
                    <a:pt x="12762" y="7606"/>
                    <a:pt x="12788" y="7636"/>
                  </a:cubicBezTo>
                  <a:cubicBezTo>
                    <a:pt x="12651" y="7687"/>
                    <a:pt x="12515" y="7723"/>
                    <a:pt x="12343" y="7727"/>
                  </a:cubicBezTo>
                  <a:cubicBezTo>
                    <a:pt x="12313" y="7520"/>
                    <a:pt x="12298" y="7308"/>
                    <a:pt x="12298" y="7102"/>
                  </a:cubicBezTo>
                  <a:cubicBezTo>
                    <a:pt x="12298" y="6454"/>
                    <a:pt x="12419" y="5818"/>
                    <a:pt x="12541" y="5192"/>
                  </a:cubicBezTo>
                  <a:cubicBezTo>
                    <a:pt x="12641" y="4661"/>
                    <a:pt x="12742" y="4110"/>
                    <a:pt x="12772" y="3560"/>
                  </a:cubicBezTo>
                  <a:close/>
                  <a:moveTo>
                    <a:pt x="9502" y="3518"/>
                  </a:moveTo>
                  <a:cubicBezTo>
                    <a:pt x="9511" y="3518"/>
                    <a:pt x="9520" y="3518"/>
                    <a:pt x="9529" y="3519"/>
                  </a:cubicBezTo>
                  <a:cubicBezTo>
                    <a:pt x="9650" y="3530"/>
                    <a:pt x="9761" y="3549"/>
                    <a:pt x="9867" y="3590"/>
                  </a:cubicBezTo>
                  <a:cubicBezTo>
                    <a:pt x="9382" y="4742"/>
                    <a:pt x="9867" y="6465"/>
                    <a:pt x="10286" y="7687"/>
                  </a:cubicBezTo>
                  <a:cubicBezTo>
                    <a:pt x="10267" y="7708"/>
                    <a:pt x="10242" y="7723"/>
                    <a:pt x="10221" y="7743"/>
                  </a:cubicBezTo>
                  <a:cubicBezTo>
                    <a:pt x="10160" y="7622"/>
                    <a:pt x="10090" y="7506"/>
                    <a:pt x="10024" y="7375"/>
                  </a:cubicBezTo>
                  <a:cubicBezTo>
                    <a:pt x="9433" y="6283"/>
                    <a:pt x="8696" y="4924"/>
                    <a:pt x="8917" y="3761"/>
                  </a:cubicBezTo>
                  <a:cubicBezTo>
                    <a:pt x="8927" y="3731"/>
                    <a:pt x="8917" y="3701"/>
                    <a:pt x="8903" y="3681"/>
                  </a:cubicBezTo>
                  <a:cubicBezTo>
                    <a:pt x="9091" y="3570"/>
                    <a:pt x="9308" y="3518"/>
                    <a:pt x="9502" y="3518"/>
                  </a:cubicBezTo>
                  <a:close/>
                  <a:moveTo>
                    <a:pt x="8691" y="3847"/>
                  </a:moveTo>
                  <a:lnTo>
                    <a:pt x="8691" y="3847"/>
                  </a:lnTo>
                  <a:cubicBezTo>
                    <a:pt x="8523" y="5055"/>
                    <a:pt x="9246" y="6394"/>
                    <a:pt x="9832" y="7475"/>
                  </a:cubicBezTo>
                  <a:cubicBezTo>
                    <a:pt x="9908" y="7611"/>
                    <a:pt x="9974" y="7743"/>
                    <a:pt x="10039" y="7864"/>
                  </a:cubicBezTo>
                  <a:cubicBezTo>
                    <a:pt x="10049" y="7879"/>
                    <a:pt x="10060" y="7890"/>
                    <a:pt x="10074" y="7895"/>
                  </a:cubicBezTo>
                  <a:lnTo>
                    <a:pt x="10069" y="7900"/>
                  </a:lnTo>
                  <a:cubicBezTo>
                    <a:pt x="10029" y="7951"/>
                    <a:pt x="9983" y="8016"/>
                    <a:pt x="9938" y="8082"/>
                  </a:cubicBezTo>
                  <a:cubicBezTo>
                    <a:pt x="9918" y="8122"/>
                    <a:pt x="9897" y="8157"/>
                    <a:pt x="9883" y="8203"/>
                  </a:cubicBezTo>
                  <a:lnTo>
                    <a:pt x="9776" y="8026"/>
                  </a:lnTo>
                  <a:cubicBezTo>
                    <a:pt x="9225" y="7116"/>
                    <a:pt x="8084" y="5222"/>
                    <a:pt x="8488" y="4166"/>
                  </a:cubicBezTo>
                  <a:cubicBezTo>
                    <a:pt x="8533" y="4040"/>
                    <a:pt x="8605" y="3938"/>
                    <a:pt x="8691" y="3847"/>
                  </a:cubicBezTo>
                  <a:close/>
                  <a:moveTo>
                    <a:pt x="13591" y="7718"/>
                  </a:moveTo>
                  <a:cubicBezTo>
                    <a:pt x="13591" y="7723"/>
                    <a:pt x="13591" y="7727"/>
                    <a:pt x="13595" y="7727"/>
                  </a:cubicBezTo>
                  <a:cubicBezTo>
                    <a:pt x="13602" y="7738"/>
                    <a:pt x="13611" y="7738"/>
                    <a:pt x="13616" y="7743"/>
                  </a:cubicBezTo>
                  <a:lnTo>
                    <a:pt x="13616" y="7748"/>
                  </a:lnTo>
                  <a:lnTo>
                    <a:pt x="13621" y="7748"/>
                  </a:lnTo>
                  <a:cubicBezTo>
                    <a:pt x="14101" y="8910"/>
                    <a:pt x="13495" y="10709"/>
                    <a:pt x="12590" y="11649"/>
                  </a:cubicBezTo>
                  <a:cubicBezTo>
                    <a:pt x="12565" y="11552"/>
                    <a:pt x="12534" y="11451"/>
                    <a:pt x="12504" y="11355"/>
                  </a:cubicBezTo>
                  <a:cubicBezTo>
                    <a:pt x="12541" y="11148"/>
                    <a:pt x="12621" y="10926"/>
                    <a:pt x="12697" y="10709"/>
                  </a:cubicBezTo>
                  <a:cubicBezTo>
                    <a:pt x="12747" y="10567"/>
                    <a:pt x="12793" y="10430"/>
                    <a:pt x="12833" y="10299"/>
                  </a:cubicBezTo>
                  <a:cubicBezTo>
                    <a:pt x="12849" y="10239"/>
                    <a:pt x="12813" y="10183"/>
                    <a:pt x="12758" y="10163"/>
                  </a:cubicBezTo>
                  <a:cubicBezTo>
                    <a:pt x="12748" y="10161"/>
                    <a:pt x="12738" y="10160"/>
                    <a:pt x="12729" y="10160"/>
                  </a:cubicBezTo>
                  <a:cubicBezTo>
                    <a:pt x="12680" y="10160"/>
                    <a:pt x="12638" y="10192"/>
                    <a:pt x="12621" y="10239"/>
                  </a:cubicBezTo>
                  <a:cubicBezTo>
                    <a:pt x="12585" y="10365"/>
                    <a:pt x="12541" y="10502"/>
                    <a:pt x="12490" y="10638"/>
                  </a:cubicBezTo>
                  <a:cubicBezTo>
                    <a:pt x="12444" y="10775"/>
                    <a:pt x="12394" y="10915"/>
                    <a:pt x="12353" y="11052"/>
                  </a:cubicBezTo>
                  <a:cubicBezTo>
                    <a:pt x="12322" y="11169"/>
                    <a:pt x="12298" y="11285"/>
                    <a:pt x="12282" y="11395"/>
                  </a:cubicBezTo>
                  <a:cubicBezTo>
                    <a:pt x="12231" y="11274"/>
                    <a:pt x="12196" y="11153"/>
                    <a:pt x="12166" y="11027"/>
                  </a:cubicBezTo>
                  <a:cubicBezTo>
                    <a:pt x="12091" y="10658"/>
                    <a:pt x="12105" y="10269"/>
                    <a:pt x="12121" y="9865"/>
                  </a:cubicBezTo>
                  <a:cubicBezTo>
                    <a:pt x="12136" y="9632"/>
                    <a:pt x="12140" y="9395"/>
                    <a:pt x="12131" y="9157"/>
                  </a:cubicBezTo>
                  <a:cubicBezTo>
                    <a:pt x="12131" y="9099"/>
                    <a:pt x="12085" y="9056"/>
                    <a:pt x="12028" y="9056"/>
                  </a:cubicBezTo>
                  <a:cubicBezTo>
                    <a:pt x="12025" y="9056"/>
                    <a:pt x="12022" y="9056"/>
                    <a:pt x="12019" y="9056"/>
                  </a:cubicBezTo>
                  <a:cubicBezTo>
                    <a:pt x="11959" y="9056"/>
                    <a:pt x="11914" y="9107"/>
                    <a:pt x="11918" y="9168"/>
                  </a:cubicBezTo>
                  <a:cubicBezTo>
                    <a:pt x="11928" y="9395"/>
                    <a:pt x="11918" y="9628"/>
                    <a:pt x="11909" y="9860"/>
                  </a:cubicBezTo>
                  <a:cubicBezTo>
                    <a:pt x="11888" y="10309"/>
                    <a:pt x="11874" y="10770"/>
                    <a:pt x="11989" y="11209"/>
                  </a:cubicBezTo>
                  <a:cubicBezTo>
                    <a:pt x="11655" y="10698"/>
                    <a:pt x="11398" y="10173"/>
                    <a:pt x="11242" y="9466"/>
                  </a:cubicBezTo>
                  <a:cubicBezTo>
                    <a:pt x="11228" y="9413"/>
                    <a:pt x="11183" y="9378"/>
                    <a:pt x="11131" y="9378"/>
                  </a:cubicBezTo>
                  <a:cubicBezTo>
                    <a:pt x="11124" y="9378"/>
                    <a:pt x="11117" y="9379"/>
                    <a:pt x="11110" y="9380"/>
                  </a:cubicBezTo>
                  <a:cubicBezTo>
                    <a:pt x="11055" y="9395"/>
                    <a:pt x="11014" y="9450"/>
                    <a:pt x="11030" y="9511"/>
                  </a:cubicBezTo>
                  <a:cubicBezTo>
                    <a:pt x="11237" y="10430"/>
                    <a:pt x="11601" y="11057"/>
                    <a:pt x="12075" y="11703"/>
                  </a:cubicBezTo>
                  <a:cubicBezTo>
                    <a:pt x="11510" y="11376"/>
                    <a:pt x="10802" y="10577"/>
                    <a:pt x="10408" y="9758"/>
                  </a:cubicBezTo>
                  <a:cubicBezTo>
                    <a:pt x="10095" y="9117"/>
                    <a:pt x="10029" y="8567"/>
                    <a:pt x="10216" y="8254"/>
                  </a:cubicBezTo>
                  <a:cubicBezTo>
                    <a:pt x="10413" y="7925"/>
                    <a:pt x="10631" y="7829"/>
                    <a:pt x="10888" y="7829"/>
                  </a:cubicBezTo>
                  <a:cubicBezTo>
                    <a:pt x="11065" y="7829"/>
                    <a:pt x="11261" y="7874"/>
                    <a:pt x="11480" y="7930"/>
                  </a:cubicBezTo>
                  <a:cubicBezTo>
                    <a:pt x="11666" y="7975"/>
                    <a:pt x="11858" y="8021"/>
                    <a:pt x="12060" y="8041"/>
                  </a:cubicBezTo>
                  <a:cubicBezTo>
                    <a:pt x="12140" y="8050"/>
                    <a:pt x="12214" y="8054"/>
                    <a:pt x="12284" y="8054"/>
                  </a:cubicBezTo>
                  <a:cubicBezTo>
                    <a:pt x="12626" y="8054"/>
                    <a:pt x="12860" y="7962"/>
                    <a:pt x="13086" y="7869"/>
                  </a:cubicBezTo>
                  <a:cubicBezTo>
                    <a:pt x="13247" y="7809"/>
                    <a:pt x="13399" y="7748"/>
                    <a:pt x="13591" y="7718"/>
                  </a:cubicBezTo>
                  <a:close/>
                  <a:moveTo>
                    <a:pt x="16723" y="10095"/>
                  </a:moveTo>
                  <a:cubicBezTo>
                    <a:pt x="16747" y="10095"/>
                    <a:pt x="16771" y="10095"/>
                    <a:pt x="16794" y="10097"/>
                  </a:cubicBezTo>
                  <a:cubicBezTo>
                    <a:pt x="16349" y="10416"/>
                    <a:pt x="15971" y="10921"/>
                    <a:pt x="15607" y="11411"/>
                  </a:cubicBezTo>
                  <a:cubicBezTo>
                    <a:pt x="15354" y="11754"/>
                    <a:pt x="15117" y="12073"/>
                    <a:pt x="14864" y="12335"/>
                  </a:cubicBezTo>
                  <a:cubicBezTo>
                    <a:pt x="14535" y="12669"/>
                    <a:pt x="14217" y="13037"/>
                    <a:pt x="13909" y="13396"/>
                  </a:cubicBezTo>
                  <a:cubicBezTo>
                    <a:pt x="13611" y="13745"/>
                    <a:pt x="13303" y="14098"/>
                    <a:pt x="12989" y="14422"/>
                  </a:cubicBezTo>
                  <a:cubicBezTo>
                    <a:pt x="13602" y="12977"/>
                    <a:pt x="14753" y="10921"/>
                    <a:pt x="16001" y="10290"/>
                  </a:cubicBezTo>
                  <a:cubicBezTo>
                    <a:pt x="16249" y="10161"/>
                    <a:pt x="16488" y="10095"/>
                    <a:pt x="16723" y="10095"/>
                  </a:cubicBezTo>
                  <a:close/>
                  <a:moveTo>
                    <a:pt x="17042" y="10133"/>
                  </a:moveTo>
                  <a:cubicBezTo>
                    <a:pt x="17082" y="10138"/>
                    <a:pt x="17118" y="10153"/>
                    <a:pt x="17158" y="10163"/>
                  </a:cubicBezTo>
                  <a:cubicBezTo>
                    <a:pt x="16512" y="11952"/>
                    <a:pt x="14581" y="14109"/>
                    <a:pt x="12681" y="15226"/>
                  </a:cubicBezTo>
                  <a:cubicBezTo>
                    <a:pt x="12711" y="15129"/>
                    <a:pt x="12753" y="15023"/>
                    <a:pt x="12793" y="14907"/>
                  </a:cubicBezTo>
                  <a:cubicBezTo>
                    <a:pt x="13247" y="14498"/>
                    <a:pt x="13667" y="14013"/>
                    <a:pt x="14076" y="13538"/>
                  </a:cubicBezTo>
                  <a:cubicBezTo>
                    <a:pt x="14379" y="13179"/>
                    <a:pt x="14693" y="12810"/>
                    <a:pt x="15015" y="12487"/>
                  </a:cubicBezTo>
                  <a:cubicBezTo>
                    <a:pt x="15283" y="12214"/>
                    <a:pt x="15536" y="11871"/>
                    <a:pt x="15784" y="11537"/>
                  </a:cubicBezTo>
                  <a:cubicBezTo>
                    <a:pt x="16158" y="11032"/>
                    <a:pt x="16547" y="10507"/>
                    <a:pt x="16991" y="10218"/>
                  </a:cubicBezTo>
                  <a:cubicBezTo>
                    <a:pt x="17027" y="10199"/>
                    <a:pt x="17042" y="10163"/>
                    <a:pt x="17042" y="10133"/>
                  </a:cubicBezTo>
                  <a:close/>
                  <a:moveTo>
                    <a:pt x="7296" y="12376"/>
                  </a:moveTo>
                  <a:lnTo>
                    <a:pt x="7296" y="12376"/>
                  </a:lnTo>
                  <a:cubicBezTo>
                    <a:pt x="8917" y="13275"/>
                    <a:pt x="9691" y="15721"/>
                    <a:pt x="9908" y="17716"/>
                  </a:cubicBezTo>
                  <a:cubicBezTo>
                    <a:pt x="9008" y="15989"/>
                    <a:pt x="8185" y="14256"/>
                    <a:pt x="7296" y="12376"/>
                  </a:cubicBezTo>
                  <a:close/>
                  <a:moveTo>
                    <a:pt x="7114" y="12502"/>
                  </a:moveTo>
                  <a:lnTo>
                    <a:pt x="7114" y="12502"/>
                  </a:lnTo>
                  <a:cubicBezTo>
                    <a:pt x="8073" y="14538"/>
                    <a:pt x="8964" y="16392"/>
                    <a:pt x="9958" y="18272"/>
                  </a:cubicBezTo>
                  <a:cubicBezTo>
                    <a:pt x="9964" y="18353"/>
                    <a:pt x="9969" y="18428"/>
                    <a:pt x="9969" y="18509"/>
                  </a:cubicBezTo>
                  <a:cubicBezTo>
                    <a:pt x="9645" y="17868"/>
                    <a:pt x="9195" y="17257"/>
                    <a:pt x="8756" y="16665"/>
                  </a:cubicBezTo>
                  <a:cubicBezTo>
                    <a:pt x="7826" y="15417"/>
                    <a:pt x="6872" y="14124"/>
                    <a:pt x="7114" y="12502"/>
                  </a:cubicBezTo>
                  <a:close/>
                  <a:moveTo>
                    <a:pt x="12973" y="22951"/>
                  </a:moveTo>
                  <a:cubicBezTo>
                    <a:pt x="13479" y="22951"/>
                    <a:pt x="13933" y="23002"/>
                    <a:pt x="14293" y="23112"/>
                  </a:cubicBezTo>
                  <a:cubicBezTo>
                    <a:pt x="14056" y="23138"/>
                    <a:pt x="13823" y="23157"/>
                    <a:pt x="13595" y="23178"/>
                  </a:cubicBezTo>
                  <a:cubicBezTo>
                    <a:pt x="12935" y="23229"/>
                    <a:pt x="12313" y="23274"/>
                    <a:pt x="11606" y="23516"/>
                  </a:cubicBezTo>
                  <a:cubicBezTo>
                    <a:pt x="10918" y="23754"/>
                    <a:pt x="10165" y="23880"/>
                    <a:pt x="9442" y="24001"/>
                  </a:cubicBezTo>
                  <a:cubicBezTo>
                    <a:pt x="8897" y="24092"/>
                    <a:pt x="8337" y="24188"/>
                    <a:pt x="7801" y="24330"/>
                  </a:cubicBezTo>
                  <a:cubicBezTo>
                    <a:pt x="8916" y="23543"/>
                    <a:pt x="11241" y="22951"/>
                    <a:pt x="12973" y="22951"/>
                  </a:cubicBezTo>
                  <a:close/>
                  <a:moveTo>
                    <a:pt x="14390" y="23320"/>
                  </a:moveTo>
                  <a:cubicBezTo>
                    <a:pt x="13286" y="24534"/>
                    <a:pt x="11759" y="24849"/>
                    <a:pt x="10210" y="24849"/>
                  </a:cubicBezTo>
                  <a:cubicBezTo>
                    <a:pt x="9305" y="24849"/>
                    <a:pt x="8392" y="24741"/>
                    <a:pt x="7553" y="24643"/>
                  </a:cubicBezTo>
                  <a:cubicBezTo>
                    <a:pt x="7539" y="24643"/>
                    <a:pt x="7523" y="24643"/>
                    <a:pt x="7508" y="24638"/>
                  </a:cubicBezTo>
                  <a:cubicBezTo>
                    <a:pt x="8129" y="24441"/>
                    <a:pt x="8786" y="24330"/>
                    <a:pt x="9479" y="24213"/>
                  </a:cubicBezTo>
                  <a:cubicBezTo>
                    <a:pt x="10211" y="24092"/>
                    <a:pt x="10969" y="23966"/>
                    <a:pt x="11676" y="23719"/>
                  </a:cubicBezTo>
                  <a:cubicBezTo>
                    <a:pt x="12359" y="23486"/>
                    <a:pt x="12965" y="23441"/>
                    <a:pt x="13611" y="23390"/>
                  </a:cubicBezTo>
                  <a:cubicBezTo>
                    <a:pt x="13859" y="23374"/>
                    <a:pt x="14122" y="23350"/>
                    <a:pt x="14390" y="23320"/>
                  </a:cubicBezTo>
                  <a:close/>
                  <a:moveTo>
                    <a:pt x="728" y="23910"/>
                  </a:moveTo>
                  <a:cubicBezTo>
                    <a:pt x="2683" y="24022"/>
                    <a:pt x="5471" y="25633"/>
                    <a:pt x="6296" y="27194"/>
                  </a:cubicBezTo>
                  <a:cubicBezTo>
                    <a:pt x="6290" y="27224"/>
                    <a:pt x="6290" y="27250"/>
                    <a:pt x="6296" y="27280"/>
                  </a:cubicBezTo>
                  <a:cubicBezTo>
                    <a:pt x="5755" y="26860"/>
                    <a:pt x="5128" y="26517"/>
                    <a:pt x="4527" y="26189"/>
                  </a:cubicBezTo>
                  <a:cubicBezTo>
                    <a:pt x="4239" y="26032"/>
                    <a:pt x="3941" y="25871"/>
                    <a:pt x="3663" y="25708"/>
                  </a:cubicBezTo>
                  <a:cubicBezTo>
                    <a:pt x="3295" y="25487"/>
                    <a:pt x="2890" y="25229"/>
                    <a:pt x="2496" y="24981"/>
                  </a:cubicBezTo>
                  <a:cubicBezTo>
                    <a:pt x="1889" y="24593"/>
                    <a:pt x="1264" y="24199"/>
                    <a:pt x="728" y="23910"/>
                  </a:cubicBezTo>
                  <a:close/>
                  <a:moveTo>
                    <a:pt x="308" y="23910"/>
                  </a:moveTo>
                  <a:cubicBezTo>
                    <a:pt x="318" y="23936"/>
                    <a:pt x="334" y="23956"/>
                    <a:pt x="359" y="23966"/>
                  </a:cubicBezTo>
                  <a:cubicBezTo>
                    <a:pt x="940" y="24248"/>
                    <a:pt x="1672" y="24708"/>
                    <a:pt x="2379" y="25163"/>
                  </a:cubicBezTo>
                  <a:cubicBezTo>
                    <a:pt x="2773" y="25411"/>
                    <a:pt x="3183" y="25673"/>
                    <a:pt x="3552" y="25890"/>
                  </a:cubicBezTo>
                  <a:cubicBezTo>
                    <a:pt x="3834" y="26058"/>
                    <a:pt x="4133" y="26224"/>
                    <a:pt x="4421" y="26381"/>
                  </a:cubicBezTo>
                  <a:cubicBezTo>
                    <a:pt x="5002" y="26694"/>
                    <a:pt x="5599" y="27023"/>
                    <a:pt x="6119" y="27417"/>
                  </a:cubicBezTo>
                  <a:cubicBezTo>
                    <a:pt x="4007" y="27235"/>
                    <a:pt x="875" y="25885"/>
                    <a:pt x="233" y="23920"/>
                  </a:cubicBezTo>
                  <a:cubicBezTo>
                    <a:pt x="257" y="23920"/>
                    <a:pt x="283" y="23915"/>
                    <a:pt x="308" y="23910"/>
                  </a:cubicBezTo>
                  <a:close/>
                  <a:moveTo>
                    <a:pt x="10287" y="1"/>
                  </a:moveTo>
                  <a:cubicBezTo>
                    <a:pt x="10128" y="1"/>
                    <a:pt x="9974" y="42"/>
                    <a:pt x="9832" y="119"/>
                  </a:cubicBezTo>
                  <a:cubicBezTo>
                    <a:pt x="9630" y="174"/>
                    <a:pt x="9493" y="311"/>
                    <a:pt x="9449" y="513"/>
                  </a:cubicBezTo>
                  <a:cubicBezTo>
                    <a:pt x="9367" y="857"/>
                    <a:pt x="9594" y="1301"/>
                    <a:pt x="9938" y="1483"/>
                  </a:cubicBezTo>
                  <a:cubicBezTo>
                    <a:pt x="10014" y="1524"/>
                    <a:pt x="10095" y="1548"/>
                    <a:pt x="10176" y="1564"/>
                  </a:cubicBezTo>
                  <a:cubicBezTo>
                    <a:pt x="10195" y="2201"/>
                    <a:pt x="10261" y="2847"/>
                    <a:pt x="10328" y="3494"/>
                  </a:cubicBezTo>
                  <a:lnTo>
                    <a:pt x="10328" y="3499"/>
                  </a:lnTo>
                  <a:cubicBezTo>
                    <a:pt x="10120" y="3317"/>
                    <a:pt x="9852" y="3211"/>
                    <a:pt x="9544" y="3196"/>
                  </a:cubicBezTo>
                  <a:cubicBezTo>
                    <a:pt x="9527" y="3196"/>
                    <a:pt x="9509" y="3195"/>
                    <a:pt x="9492" y="3195"/>
                  </a:cubicBezTo>
                  <a:cubicBezTo>
                    <a:pt x="8907" y="3195"/>
                    <a:pt x="8386" y="3529"/>
                    <a:pt x="8185" y="4050"/>
                  </a:cubicBezTo>
                  <a:cubicBezTo>
                    <a:pt x="7725" y="5257"/>
                    <a:pt x="8877" y="7167"/>
                    <a:pt x="9498" y="8193"/>
                  </a:cubicBezTo>
                  <a:lnTo>
                    <a:pt x="9630" y="8410"/>
                  </a:lnTo>
                  <a:cubicBezTo>
                    <a:pt x="9661" y="8466"/>
                    <a:pt x="9715" y="8490"/>
                    <a:pt x="9771" y="8490"/>
                  </a:cubicBezTo>
                  <a:cubicBezTo>
                    <a:pt x="9782" y="8490"/>
                    <a:pt x="9792" y="8485"/>
                    <a:pt x="9801" y="8485"/>
                  </a:cubicBezTo>
                  <a:cubicBezTo>
                    <a:pt x="9746" y="8870"/>
                    <a:pt x="9852" y="9360"/>
                    <a:pt x="10115" y="9905"/>
                  </a:cubicBezTo>
                  <a:cubicBezTo>
                    <a:pt x="10575" y="10840"/>
                    <a:pt x="11504" y="11901"/>
                    <a:pt x="12257" y="12144"/>
                  </a:cubicBezTo>
                  <a:cubicBezTo>
                    <a:pt x="12641" y="14356"/>
                    <a:pt x="11534" y="16609"/>
                    <a:pt x="10191" y="18822"/>
                  </a:cubicBezTo>
                  <a:lnTo>
                    <a:pt x="10191" y="18827"/>
                  </a:lnTo>
                  <a:cubicBezTo>
                    <a:pt x="10191" y="18717"/>
                    <a:pt x="10191" y="18600"/>
                    <a:pt x="10186" y="18479"/>
                  </a:cubicBezTo>
                  <a:lnTo>
                    <a:pt x="10191" y="18479"/>
                  </a:lnTo>
                  <a:cubicBezTo>
                    <a:pt x="10242" y="18454"/>
                    <a:pt x="10261" y="18388"/>
                    <a:pt x="10237" y="18332"/>
                  </a:cubicBezTo>
                  <a:cubicBezTo>
                    <a:pt x="10211" y="18292"/>
                    <a:pt x="10191" y="18251"/>
                    <a:pt x="10170" y="18211"/>
                  </a:cubicBezTo>
                  <a:cubicBezTo>
                    <a:pt x="10018" y="15958"/>
                    <a:pt x="9139" y="12861"/>
                    <a:pt x="7059" y="12022"/>
                  </a:cubicBezTo>
                  <a:cubicBezTo>
                    <a:pt x="7046" y="12018"/>
                    <a:pt x="7032" y="12015"/>
                    <a:pt x="7019" y="12015"/>
                  </a:cubicBezTo>
                  <a:cubicBezTo>
                    <a:pt x="6975" y="12015"/>
                    <a:pt x="6933" y="12040"/>
                    <a:pt x="6917" y="12083"/>
                  </a:cubicBezTo>
                  <a:cubicBezTo>
                    <a:pt x="6896" y="12128"/>
                    <a:pt x="6912" y="12179"/>
                    <a:pt x="6952" y="12204"/>
                  </a:cubicBezTo>
                  <a:cubicBezTo>
                    <a:pt x="6538" y="14044"/>
                    <a:pt x="7579" y="15443"/>
                    <a:pt x="8579" y="16791"/>
                  </a:cubicBezTo>
                  <a:cubicBezTo>
                    <a:pt x="9139" y="17539"/>
                    <a:pt x="9706" y="18312"/>
                    <a:pt x="10004" y="19136"/>
                  </a:cubicBezTo>
                  <a:cubicBezTo>
                    <a:pt x="9766" y="19520"/>
                    <a:pt x="9519" y="19909"/>
                    <a:pt x="9276" y="20293"/>
                  </a:cubicBezTo>
                  <a:cubicBezTo>
                    <a:pt x="7912" y="22450"/>
                    <a:pt x="6518" y="24653"/>
                    <a:pt x="6320" y="26811"/>
                  </a:cubicBezTo>
                  <a:cubicBezTo>
                    <a:pt x="5260" y="25205"/>
                    <a:pt x="2477" y="23691"/>
                    <a:pt x="531" y="23691"/>
                  </a:cubicBezTo>
                  <a:cubicBezTo>
                    <a:pt x="383" y="23691"/>
                    <a:pt x="239" y="23700"/>
                    <a:pt x="101" y="23719"/>
                  </a:cubicBezTo>
                  <a:cubicBezTo>
                    <a:pt x="40" y="23723"/>
                    <a:pt x="0" y="23779"/>
                    <a:pt x="10" y="23835"/>
                  </a:cubicBezTo>
                  <a:cubicBezTo>
                    <a:pt x="10" y="23850"/>
                    <a:pt x="15" y="23859"/>
                    <a:pt x="21" y="23870"/>
                  </a:cubicBezTo>
                  <a:cubicBezTo>
                    <a:pt x="5" y="23896"/>
                    <a:pt x="5" y="23920"/>
                    <a:pt x="15" y="23950"/>
                  </a:cubicBezTo>
                  <a:cubicBezTo>
                    <a:pt x="682" y="26118"/>
                    <a:pt x="4077" y="27533"/>
                    <a:pt x="6306" y="27648"/>
                  </a:cubicBezTo>
                  <a:cubicBezTo>
                    <a:pt x="6361" y="28674"/>
                    <a:pt x="6735" y="29690"/>
                    <a:pt x="7548" y="30686"/>
                  </a:cubicBezTo>
                  <a:cubicBezTo>
                    <a:pt x="8003" y="31236"/>
                    <a:pt x="8782" y="31650"/>
                    <a:pt x="9347" y="31953"/>
                  </a:cubicBezTo>
                  <a:cubicBezTo>
                    <a:pt x="9382" y="31974"/>
                    <a:pt x="9418" y="31983"/>
                    <a:pt x="9449" y="31983"/>
                  </a:cubicBezTo>
                  <a:cubicBezTo>
                    <a:pt x="9529" y="31983"/>
                    <a:pt x="9605" y="31939"/>
                    <a:pt x="9645" y="31868"/>
                  </a:cubicBezTo>
                  <a:cubicBezTo>
                    <a:pt x="9701" y="31761"/>
                    <a:pt x="9661" y="31631"/>
                    <a:pt x="9554" y="31575"/>
                  </a:cubicBezTo>
                  <a:cubicBezTo>
                    <a:pt x="9018" y="31286"/>
                    <a:pt x="8281" y="30898"/>
                    <a:pt x="7882" y="30413"/>
                  </a:cubicBezTo>
                  <a:cubicBezTo>
                    <a:pt x="6437" y="28644"/>
                    <a:pt x="6492" y="26815"/>
                    <a:pt x="7215" y="24920"/>
                  </a:cubicBezTo>
                  <a:lnTo>
                    <a:pt x="7215" y="24915"/>
                  </a:lnTo>
                  <a:cubicBezTo>
                    <a:pt x="7230" y="24906"/>
                    <a:pt x="7245" y="24896"/>
                    <a:pt x="7255" y="24880"/>
                  </a:cubicBezTo>
                  <a:cubicBezTo>
                    <a:pt x="7260" y="24866"/>
                    <a:pt x="7276" y="24845"/>
                    <a:pt x="7285" y="24829"/>
                  </a:cubicBezTo>
                  <a:cubicBezTo>
                    <a:pt x="7367" y="24840"/>
                    <a:pt x="7448" y="24850"/>
                    <a:pt x="7528" y="24860"/>
                  </a:cubicBezTo>
                  <a:cubicBezTo>
                    <a:pt x="8377" y="24961"/>
                    <a:pt x="9297" y="25067"/>
                    <a:pt x="10216" y="25067"/>
                  </a:cubicBezTo>
                  <a:cubicBezTo>
                    <a:pt x="11888" y="25067"/>
                    <a:pt x="13546" y="24703"/>
                    <a:pt x="14712" y="23269"/>
                  </a:cubicBezTo>
                  <a:cubicBezTo>
                    <a:pt x="14747" y="23269"/>
                    <a:pt x="14784" y="23253"/>
                    <a:pt x="14803" y="23218"/>
                  </a:cubicBezTo>
                  <a:cubicBezTo>
                    <a:pt x="14829" y="23168"/>
                    <a:pt x="14808" y="23101"/>
                    <a:pt x="14758" y="23071"/>
                  </a:cubicBezTo>
                  <a:cubicBezTo>
                    <a:pt x="14338" y="22838"/>
                    <a:pt x="13699" y="22735"/>
                    <a:pt x="12962" y="22735"/>
                  </a:cubicBezTo>
                  <a:cubicBezTo>
                    <a:pt x="11071" y="22735"/>
                    <a:pt x="8543" y="23415"/>
                    <a:pt x="7467" y="24316"/>
                  </a:cubicBezTo>
                  <a:lnTo>
                    <a:pt x="7467" y="24316"/>
                  </a:lnTo>
                  <a:cubicBezTo>
                    <a:pt x="7467" y="24316"/>
                    <a:pt x="7467" y="24315"/>
                    <a:pt x="7467" y="24314"/>
                  </a:cubicBezTo>
                  <a:cubicBezTo>
                    <a:pt x="8024" y="23082"/>
                    <a:pt x="8822" y="21819"/>
                    <a:pt x="9640" y="20525"/>
                  </a:cubicBezTo>
                  <a:cubicBezTo>
                    <a:pt x="10640" y="18944"/>
                    <a:pt x="11661" y="17332"/>
                    <a:pt x="12252" y="15705"/>
                  </a:cubicBezTo>
                  <a:lnTo>
                    <a:pt x="12257" y="15705"/>
                  </a:lnTo>
                  <a:cubicBezTo>
                    <a:pt x="14399" y="14660"/>
                    <a:pt x="16743" y="12123"/>
                    <a:pt x="17410" y="10108"/>
                  </a:cubicBezTo>
                  <a:cubicBezTo>
                    <a:pt x="17431" y="10052"/>
                    <a:pt x="17400" y="9991"/>
                    <a:pt x="17345" y="9971"/>
                  </a:cubicBezTo>
                  <a:cubicBezTo>
                    <a:pt x="17333" y="9967"/>
                    <a:pt x="17322" y="9965"/>
                    <a:pt x="17312" y="9965"/>
                  </a:cubicBezTo>
                  <a:cubicBezTo>
                    <a:pt x="17296" y="9965"/>
                    <a:pt x="17281" y="9970"/>
                    <a:pt x="17269" y="9976"/>
                  </a:cubicBezTo>
                  <a:cubicBezTo>
                    <a:pt x="17263" y="9971"/>
                    <a:pt x="17263" y="9971"/>
                    <a:pt x="17259" y="9971"/>
                  </a:cubicBezTo>
                  <a:cubicBezTo>
                    <a:pt x="17089" y="9909"/>
                    <a:pt x="16915" y="9878"/>
                    <a:pt x="16737" y="9878"/>
                  </a:cubicBezTo>
                  <a:cubicBezTo>
                    <a:pt x="16466" y="9878"/>
                    <a:pt x="16187" y="9950"/>
                    <a:pt x="15899" y="10097"/>
                  </a:cubicBezTo>
                  <a:cubicBezTo>
                    <a:pt x="14481" y="10819"/>
                    <a:pt x="13177" y="13249"/>
                    <a:pt x="12606" y="14786"/>
                  </a:cubicBezTo>
                  <a:cubicBezTo>
                    <a:pt x="12585" y="14806"/>
                    <a:pt x="12571" y="14821"/>
                    <a:pt x="12550" y="14841"/>
                  </a:cubicBezTo>
                  <a:cubicBezTo>
                    <a:pt x="12510" y="14877"/>
                    <a:pt x="12504" y="14937"/>
                    <a:pt x="12534" y="14983"/>
                  </a:cubicBezTo>
                  <a:cubicBezTo>
                    <a:pt x="12485" y="15129"/>
                    <a:pt x="12444" y="15261"/>
                    <a:pt x="12408" y="15382"/>
                  </a:cubicBezTo>
                  <a:cubicBezTo>
                    <a:pt x="12389" y="15392"/>
                    <a:pt x="12373" y="15397"/>
                    <a:pt x="12359" y="15408"/>
                  </a:cubicBezTo>
                  <a:cubicBezTo>
                    <a:pt x="12727" y="14286"/>
                    <a:pt x="12884" y="13149"/>
                    <a:pt x="12671" y="12013"/>
                  </a:cubicBezTo>
                  <a:cubicBezTo>
                    <a:pt x="12681" y="12007"/>
                    <a:pt x="12697" y="12002"/>
                    <a:pt x="12707" y="11987"/>
                  </a:cubicBezTo>
                  <a:cubicBezTo>
                    <a:pt x="13646" y="11108"/>
                    <a:pt x="14525" y="9056"/>
                    <a:pt x="13914" y="7617"/>
                  </a:cubicBezTo>
                  <a:cubicBezTo>
                    <a:pt x="14395" y="6955"/>
                    <a:pt x="15500" y="4500"/>
                    <a:pt x="14950" y="3610"/>
                  </a:cubicBezTo>
                  <a:cubicBezTo>
                    <a:pt x="14845" y="3440"/>
                    <a:pt x="14650" y="3273"/>
                    <a:pt x="14289" y="3273"/>
                  </a:cubicBezTo>
                  <a:cubicBezTo>
                    <a:pt x="14146" y="3273"/>
                    <a:pt x="13977" y="3299"/>
                    <a:pt x="13777" y="3362"/>
                  </a:cubicBezTo>
                  <a:cubicBezTo>
                    <a:pt x="13712" y="3383"/>
                    <a:pt x="13646" y="3413"/>
                    <a:pt x="13591" y="3448"/>
                  </a:cubicBezTo>
                  <a:cubicBezTo>
                    <a:pt x="13646" y="3211"/>
                    <a:pt x="13692" y="2973"/>
                    <a:pt x="13732" y="2737"/>
                  </a:cubicBezTo>
                  <a:cubicBezTo>
                    <a:pt x="13777" y="2504"/>
                    <a:pt x="13823" y="2282"/>
                    <a:pt x="13874" y="2064"/>
                  </a:cubicBezTo>
                  <a:cubicBezTo>
                    <a:pt x="13899" y="2070"/>
                    <a:pt x="13924" y="2070"/>
                    <a:pt x="13950" y="2070"/>
                  </a:cubicBezTo>
                  <a:cubicBezTo>
                    <a:pt x="14152" y="2070"/>
                    <a:pt x="14359" y="1973"/>
                    <a:pt x="14535" y="1786"/>
                  </a:cubicBezTo>
                  <a:cubicBezTo>
                    <a:pt x="14753" y="1554"/>
                    <a:pt x="14819" y="1240"/>
                    <a:pt x="14717" y="932"/>
                  </a:cubicBezTo>
                  <a:cubicBezTo>
                    <a:pt x="14596" y="573"/>
                    <a:pt x="14273" y="286"/>
                    <a:pt x="13929" y="230"/>
                  </a:cubicBezTo>
                  <a:cubicBezTo>
                    <a:pt x="13886" y="223"/>
                    <a:pt x="13844" y="220"/>
                    <a:pt x="13802" y="220"/>
                  </a:cubicBezTo>
                  <a:cubicBezTo>
                    <a:pt x="13561" y="220"/>
                    <a:pt x="13345" y="334"/>
                    <a:pt x="13182" y="554"/>
                  </a:cubicBezTo>
                  <a:cubicBezTo>
                    <a:pt x="13147" y="594"/>
                    <a:pt x="13141" y="650"/>
                    <a:pt x="13157" y="699"/>
                  </a:cubicBezTo>
                  <a:cubicBezTo>
                    <a:pt x="13091" y="867"/>
                    <a:pt x="13075" y="1054"/>
                    <a:pt x="13116" y="1256"/>
                  </a:cubicBezTo>
                  <a:cubicBezTo>
                    <a:pt x="13171" y="1554"/>
                    <a:pt x="13343" y="1807"/>
                    <a:pt x="13565" y="1953"/>
                  </a:cubicBezTo>
                  <a:cubicBezTo>
                    <a:pt x="13505" y="2191"/>
                    <a:pt x="13460" y="2438"/>
                    <a:pt x="13414" y="2681"/>
                  </a:cubicBezTo>
                  <a:cubicBezTo>
                    <a:pt x="13364" y="2949"/>
                    <a:pt x="13318" y="3222"/>
                    <a:pt x="13247" y="3488"/>
                  </a:cubicBezTo>
                  <a:cubicBezTo>
                    <a:pt x="12937" y="3224"/>
                    <a:pt x="12543" y="3081"/>
                    <a:pt x="12122" y="3081"/>
                  </a:cubicBezTo>
                  <a:cubicBezTo>
                    <a:pt x="11981" y="3081"/>
                    <a:pt x="11837" y="3097"/>
                    <a:pt x="11692" y="3131"/>
                  </a:cubicBezTo>
                  <a:cubicBezTo>
                    <a:pt x="11277" y="3226"/>
                    <a:pt x="10928" y="3448"/>
                    <a:pt x="10680" y="3747"/>
                  </a:cubicBezTo>
                  <a:lnTo>
                    <a:pt x="10680" y="3742"/>
                  </a:lnTo>
                  <a:cubicBezTo>
                    <a:pt x="10600" y="3009"/>
                    <a:pt x="10524" y="2261"/>
                    <a:pt x="10499" y="1529"/>
                  </a:cubicBezTo>
                  <a:cubicBezTo>
                    <a:pt x="10620" y="1483"/>
                    <a:pt x="10741" y="1397"/>
                    <a:pt x="10858" y="1275"/>
                  </a:cubicBezTo>
                  <a:cubicBezTo>
                    <a:pt x="11156" y="953"/>
                    <a:pt x="11116" y="655"/>
                    <a:pt x="11065" y="508"/>
                  </a:cubicBezTo>
                  <a:cubicBezTo>
                    <a:pt x="10979" y="251"/>
                    <a:pt x="10736" y="63"/>
                    <a:pt x="10438" y="13"/>
                  </a:cubicBezTo>
                  <a:cubicBezTo>
                    <a:pt x="10387" y="5"/>
                    <a:pt x="10337" y="1"/>
                    <a:pt x="10287"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30"/>
            <p:cNvSpPr/>
            <p:nvPr/>
          </p:nvSpPr>
          <p:spPr>
            <a:xfrm>
              <a:off x="7036121" y="2273743"/>
              <a:ext cx="214250" cy="127655"/>
            </a:xfrm>
            <a:custGeom>
              <a:avLst/>
              <a:gdLst/>
              <a:ahLst/>
              <a:cxnLst/>
              <a:rect l="l" t="t" r="r" b="b"/>
              <a:pathLst>
                <a:path w="5886" h="3507" extrusionOk="0">
                  <a:moveTo>
                    <a:pt x="75" y="0"/>
                  </a:moveTo>
                  <a:cubicBezTo>
                    <a:pt x="50" y="5"/>
                    <a:pt x="24" y="10"/>
                    <a:pt x="0" y="10"/>
                  </a:cubicBezTo>
                  <a:cubicBezTo>
                    <a:pt x="642" y="1975"/>
                    <a:pt x="3774" y="3325"/>
                    <a:pt x="5886" y="3507"/>
                  </a:cubicBezTo>
                  <a:cubicBezTo>
                    <a:pt x="5366" y="3113"/>
                    <a:pt x="4769" y="2784"/>
                    <a:pt x="4188" y="2471"/>
                  </a:cubicBezTo>
                  <a:cubicBezTo>
                    <a:pt x="3900" y="2314"/>
                    <a:pt x="3601" y="2148"/>
                    <a:pt x="3319" y="1980"/>
                  </a:cubicBezTo>
                  <a:cubicBezTo>
                    <a:pt x="2950" y="1763"/>
                    <a:pt x="2540" y="1501"/>
                    <a:pt x="2146" y="1253"/>
                  </a:cubicBezTo>
                  <a:cubicBezTo>
                    <a:pt x="1439" y="798"/>
                    <a:pt x="707" y="338"/>
                    <a:pt x="126" y="56"/>
                  </a:cubicBezTo>
                  <a:cubicBezTo>
                    <a:pt x="101" y="46"/>
                    <a:pt x="85" y="26"/>
                    <a:pt x="75"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30"/>
            <p:cNvSpPr/>
            <p:nvPr/>
          </p:nvSpPr>
          <p:spPr>
            <a:xfrm>
              <a:off x="7054103" y="2273743"/>
              <a:ext cx="202712" cy="122668"/>
            </a:xfrm>
            <a:custGeom>
              <a:avLst/>
              <a:gdLst/>
              <a:ahLst/>
              <a:cxnLst/>
              <a:rect l="l" t="t" r="r" b="b"/>
              <a:pathLst>
                <a:path w="5569" h="3370" extrusionOk="0">
                  <a:moveTo>
                    <a:pt x="1" y="0"/>
                  </a:moveTo>
                  <a:lnTo>
                    <a:pt x="1" y="0"/>
                  </a:lnTo>
                  <a:cubicBezTo>
                    <a:pt x="537" y="289"/>
                    <a:pt x="1162" y="683"/>
                    <a:pt x="1769" y="1071"/>
                  </a:cubicBezTo>
                  <a:cubicBezTo>
                    <a:pt x="2163" y="1319"/>
                    <a:pt x="2568" y="1577"/>
                    <a:pt x="2936" y="1798"/>
                  </a:cubicBezTo>
                  <a:cubicBezTo>
                    <a:pt x="3214" y="1961"/>
                    <a:pt x="3512" y="2122"/>
                    <a:pt x="3800" y="2279"/>
                  </a:cubicBezTo>
                  <a:cubicBezTo>
                    <a:pt x="4401" y="2607"/>
                    <a:pt x="5028" y="2950"/>
                    <a:pt x="5569" y="3370"/>
                  </a:cubicBezTo>
                  <a:cubicBezTo>
                    <a:pt x="5563" y="3340"/>
                    <a:pt x="5563" y="3314"/>
                    <a:pt x="5569" y="3284"/>
                  </a:cubicBezTo>
                  <a:cubicBezTo>
                    <a:pt x="4744" y="1723"/>
                    <a:pt x="1956" y="112"/>
                    <a:pt x="1"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30"/>
            <p:cNvSpPr/>
            <p:nvPr/>
          </p:nvSpPr>
          <p:spPr>
            <a:xfrm>
              <a:off x="7311555" y="2238836"/>
              <a:ext cx="236345" cy="50196"/>
            </a:xfrm>
            <a:custGeom>
              <a:avLst/>
              <a:gdLst/>
              <a:ahLst/>
              <a:cxnLst/>
              <a:rect l="l" t="t" r="r" b="b"/>
              <a:pathLst>
                <a:path w="6493" h="1379" extrusionOk="0">
                  <a:moveTo>
                    <a:pt x="5173" y="0"/>
                  </a:moveTo>
                  <a:cubicBezTo>
                    <a:pt x="3441" y="0"/>
                    <a:pt x="1116" y="592"/>
                    <a:pt x="1" y="1379"/>
                  </a:cubicBezTo>
                  <a:cubicBezTo>
                    <a:pt x="537" y="1237"/>
                    <a:pt x="1097" y="1141"/>
                    <a:pt x="1642" y="1050"/>
                  </a:cubicBezTo>
                  <a:cubicBezTo>
                    <a:pt x="2365" y="929"/>
                    <a:pt x="3118" y="803"/>
                    <a:pt x="3806" y="565"/>
                  </a:cubicBezTo>
                  <a:cubicBezTo>
                    <a:pt x="4513" y="323"/>
                    <a:pt x="5135" y="278"/>
                    <a:pt x="5795" y="227"/>
                  </a:cubicBezTo>
                  <a:cubicBezTo>
                    <a:pt x="6023" y="206"/>
                    <a:pt x="6256" y="187"/>
                    <a:pt x="6493" y="161"/>
                  </a:cubicBezTo>
                  <a:cubicBezTo>
                    <a:pt x="6133" y="51"/>
                    <a:pt x="5679" y="0"/>
                    <a:pt x="5173"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30"/>
            <p:cNvSpPr/>
            <p:nvPr/>
          </p:nvSpPr>
          <p:spPr>
            <a:xfrm>
              <a:off x="7300926" y="2252231"/>
              <a:ext cx="250505" cy="55728"/>
            </a:xfrm>
            <a:custGeom>
              <a:avLst/>
              <a:gdLst/>
              <a:ahLst/>
              <a:cxnLst/>
              <a:rect l="l" t="t" r="r" b="b"/>
              <a:pathLst>
                <a:path w="6882" h="1531" extrusionOk="0">
                  <a:moveTo>
                    <a:pt x="6882" y="1"/>
                  </a:moveTo>
                  <a:cubicBezTo>
                    <a:pt x="6614" y="31"/>
                    <a:pt x="6351" y="55"/>
                    <a:pt x="6103" y="71"/>
                  </a:cubicBezTo>
                  <a:cubicBezTo>
                    <a:pt x="5457" y="122"/>
                    <a:pt x="4851" y="167"/>
                    <a:pt x="4168" y="400"/>
                  </a:cubicBezTo>
                  <a:cubicBezTo>
                    <a:pt x="3461" y="647"/>
                    <a:pt x="2703" y="773"/>
                    <a:pt x="1971" y="894"/>
                  </a:cubicBezTo>
                  <a:cubicBezTo>
                    <a:pt x="1278" y="1011"/>
                    <a:pt x="621" y="1122"/>
                    <a:pt x="0" y="1319"/>
                  </a:cubicBezTo>
                  <a:cubicBezTo>
                    <a:pt x="15" y="1324"/>
                    <a:pt x="31" y="1324"/>
                    <a:pt x="45" y="1324"/>
                  </a:cubicBezTo>
                  <a:cubicBezTo>
                    <a:pt x="884" y="1422"/>
                    <a:pt x="1797" y="1530"/>
                    <a:pt x="2702" y="1530"/>
                  </a:cubicBezTo>
                  <a:cubicBezTo>
                    <a:pt x="4251" y="1530"/>
                    <a:pt x="5778" y="1215"/>
                    <a:pt x="6882"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30"/>
            <p:cNvSpPr/>
            <p:nvPr/>
          </p:nvSpPr>
          <p:spPr>
            <a:xfrm>
              <a:off x="7381841" y="1415194"/>
              <a:ext cx="39166" cy="33597"/>
            </a:xfrm>
            <a:custGeom>
              <a:avLst/>
              <a:gdLst/>
              <a:ahLst/>
              <a:cxnLst/>
              <a:rect l="l" t="t" r="r" b="b"/>
              <a:pathLst>
                <a:path w="1076" h="923" extrusionOk="0">
                  <a:moveTo>
                    <a:pt x="554" y="1"/>
                  </a:moveTo>
                  <a:cubicBezTo>
                    <a:pt x="521" y="1"/>
                    <a:pt x="490" y="3"/>
                    <a:pt x="460" y="8"/>
                  </a:cubicBezTo>
                  <a:cubicBezTo>
                    <a:pt x="429" y="59"/>
                    <a:pt x="378" y="89"/>
                    <a:pt x="324" y="94"/>
                  </a:cubicBezTo>
                  <a:cubicBezTo>
                    <a:pt x="283" y="94"/>
                    <a:pt x="252" y="94"/>
                    <a:pt x="227" y="99"/>
                  </a:cubicBezTo>
                  <a:cubicBezTo>
                    <a:pt x="161" y="145"/>
                    <a:pt x="101" y="201"/>
                    <a:pt x="45" y="271"/>
                  </a:cubicBezTo>
                  <a:cubicBezTo>
                    <a:pt x="40" y="276"/>
                    <a:pt x="35" y="281"/>
                    <a:pt x="30" y="286"/>
                  </a:cubicBezTo>
                  <a:cubicBezTo>
                    <a:pt x="0" y="488"/>
                    <a:pt x="152" y="766"/>
                    <a:pt x="359" y="877"/>
                  </a:cubicBezTo>
                  <a:cubicBezTo>
                    <a:pt x="384" y="887"/>
                    <a:pt x="409" y="898"/>
                    <a:pt x="434" y="908"/>
                  </a:cubicBezTo>
                  <a:cubicBezTo>
                    <a:pt x="469" y="917"/>
                    <a:pt x="504" y="922"/>
                    <a:pt x="538" y="922"/>
                  </a:cubicBezTo>
                  <a:cubicBezTo>
                    <a:pt x="612" y="922"/>
                    <a:pt x="685" y="898"/>
                    <a:pt x="758" y="847"/>
                  </a:cubicBezTo>
                  <a:cubicBezTo>
                    <a:pt x="803" y="817"/>
                    <a:pt x="844" y="781"/>
                    <a:pt x="884" y="735"/>
                  </a:cubicBezTo>
                  <a:cubicBezTo>
                    <a:pt x="1026" y="584"/>
                    <a:pt x="1076" y="432"/>
                    <a:pt x="1026" y="292"/>
                  </a:cubicBezTo>
                  <a:cubicBezTo>
                    <a:pt x="980" y="150"/>
                    <a:pt x="828" y="38"/>
                    <a:pt x="651" y="8"/>
                  </a:cubicBezTo>
                  <a:cubicBezTo>
                    <a:pt x="618" y="3"/>
                    <a:pt x="586" y="1"/>
                    <a:pt x="554"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30"/>
            <p:cNvSpPr/>
            <p:nvPr/>
          </p:nvSpPr>
          <p:spPr>
            <a:xfrm>
              <a:off x="7514772" y="1423238"/>
              <a:ext cx="39749" cy="43862"/>
            </a:xfrm>
            <a:custGeom>
              <a:avLst/>
              <a:gdLst/>
              <a:ahLst/>
              <a:cxnLst/>
              <a:rect l="l" t="t" r="r" b="b"/>
              <a:pathLst>
                <a:path w="1092" h="1205" extrusionOk="0">
                  <a:moveTo>
                    <a:pt x="432" y="0"/>
                  </a:moveTo>
                  <a:cubicBezTo>
                    <a:pt x="373" y="0"/>
                    <a:pt x="316" y="11"/>
                    <a:pt x="263" y="34"/>
                  </a:cubicBezTo>
                  <a:cubicBezTo>
                    <a:pt x="254" y="50"/>
                    <a:pt x="243" y="60"/>
                    <a:pt x="228" y="75"/>
                  </a:cubicBezTo>
                  <a:cubicBezTo>
                    <a:pt x="0" y="257"/>
                    <a:pt x="26" y="540"/>
                    <a:pt x="51" y="651"/>
                  </a:cubicBezTo>
                  <a:cubicBezTo>
                    <a:pt x="102" y="908"/>
                    <a:pt x="273" y="1132"/>
                    <a:pt x="471" y="1192"/>
                  </a:cubicBezTo>
                  <a:cubicBezTo>
                    <a:pt x="502" y="1201"/>
                    <a:pt x="533" y="1205"/>
                    <a:pt x="565" y="1205"/>
                  </a:cubicBezTo>
                  <a:cubicBezTo>
                    <a:pt x="683" y="1205"/>
                    <a:pt x="799" y="1144"/>
                    <a:pt x="916" y="1020"/>
                  </a:cubicBezTo>
                  <a:cubicBezTo>
                    <a:pt x="1092" y="833"/>
                    <a:pt x="1072" y="631"/>
                    <a:pt x="1026" y="495"/>
                  </a:cubicBezTo>
                  <a:cubicBezTo>
                    <a:pt x="946" y="246"/>
                    <a:pt x="718" y="45"/>
                    <a:pt x="491" y="4"/>
                  </a:cubicBezTo>
                  <a:cubicBezTo>
                    <a:pt x="471" y="1"/>
                    <a:pt x="451" y="0"/>
                    <a:pt x="432"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30"/>
            <p:cNvSpPr/>
            <p:nvPr/>
          </p:nvSpPr>
          <p:spPr>
            <a:xfrm>
              <a:off x="7277740" y="1858500"/>
              <a:ext cx="112767" cy="218691"/>
            </a:xfrm>
            <a:custGeom>
              <a:avLst/>
              <a:gdLst/>
              <a:ahLst/>
              <a:cxnLst/>
              <a:rect l="l" t="t" r="r" b="b"/>
              <a:pathLst>
                <a:path w="3098" h="6008" extrusionOk="0">
                  <a:moveTo>
                    <a:pt x="243" y="0"/>
                  </a:moveTo>
                  <a:cubicBezTo>
                    <a:pt x="1" y="1622"/>
                    <a:pt x="955" y="2915"/>
                    <a:pt x="1885" y="4163"/>
                  </a:cubicBezTo>
                  <a:cubicBezTo>
                    <a:pt x="2324" y="4755"/>
                    <a:pt x="2774" y="5366"/>
                    <a:pt x="3098" y="6007"/>
                  </a:cubicBezTo>
                  <a:cubicBezTo>
                    <a:pt x="3098" y="5926"/>
                    <a:pt x="3093" y="5851"/>
                    <a:pt x="3087" y="5770"/>
                  </a:cubicBezTo>
                  <a:cubicBezTo>
                    <a:pt x="2093" y="3890"/>
                    <a:pt x="1202" y="2036"/>
                    <a:pt x="243"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30"/>
            <p:cNvSpPr/>
            <p:nvPr/>
          </p:nvSpPr>
          <p:spPr>
            <a:xfrm>
              <a:off x="7293209" y="1853914"/>
              <a:ext cx="95113" cy="194412"/>
            </a:xfrm>
            <a:custGeom>
              <a:avLst/>
              <a:gdLst/>
              <a:ahLst/>
              <a:cxnLst/>
              <a:rect l="l" t="t" r="r" b="b"/>
              <a:pathLst>
                <a:path w="2613" h="5341" extrusionOk="0">
                  <a:moveTo>
                    <a:pt x="0" y="0"/>
                  </a:moveTo>
                  <a:cubicBezTo>
                    <a:pt x="889" y="1880"/>
                    <a:pt x="1712" y="3613"/>
                    <a:pt x="2612" y="5340"/>
                  </a:cubicBezTo>
                  <a:cubicBezTo>
                    <a:pt x="2395" y="3345"/>
                    <a:pt x="1621" y="899"/>
                    <a:pt x="0"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30"/>
            <p:cNvSpPr/>
            <p:nvPr/>
          </p:nvSpPr>
          <p:spPr>
            <a:xfrm>
              <a:off x="7489219" y="1772271"/>
              <a:ext cx="162963" cy="185385"/>
            </a:xfrm>
            <a:custGeom>
              <a:avLst/>
              <a:gdLst/>
              <a:ahLst/>
              <a:cxnLst/>
              <a:rect l="l" t="t" r="r" b="b"/>
              <a:pathLst>
                <a:path w="4477" h="5093" extrusionOk="0">
                  <a:moveTo>
                    <a:pt x="4361" y="0"/>
                  </a:moveTo>
                  <a:cubicBezTo>
                    <a:pt x="4361" y="30"/>
                    <a:pt x="4346" y="66"/>
                    <a:pt x="4310" y="85"/>
                  </a:cubicBezTo>
                  <a:cubicBezTo>
                    <a:pt x="3866" y="374"/>
                    <a:pt x="3477" y="899"/>
                    <a:pt x="3103" y="1404"/>
                  </a:cubicBezTo>
                  <a:cubicBezTo>
                    <a:pt x="2855" y="1738"/>
                    <a:pt x="2602" y="2081"/>
                    <a:pt x="2334" y="2354"/>
                  </a:cubicBezTo>
                  <a:cubicBezTo>
                    <a:pt x="2012" y="2677"/>
                    <a:pt x="1698" y="3046"/>
                    <a:pt x="1395" y="3405"/>
                  </a:cubicBezTo>
                  <a:cubicBezTo>
                    <a:pt x="986" y="3880"/>
                    <a:pt x="566" y="4365"/>
                    <a:pt x="112" y="4774"/>
                  </a:cubicBezTo>
                  <a:cubicBezTo>
                    <a:pt x="72" y="4890"/>
                    <a:pt x="30" y="4996"/>
                    <a:pt x="0" y="5093"/>
                  </a:cubicBezTo>
                  <a:cubicBezTo>
                    <a:pt x="1900" y="3976"/>
                    <a:pt x="3831" y="1819"/>
                    <a:pt x="4477" y="30"/>
                  </a:cubicBezTo>
                  <a:cubicBezTo>
                    <a:pt x="4437" y="20"/>
                    <a:pt x="4401" y="5"/>
                    <a:pt x="4361"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30"/>
            <p:cNvSpPr/>
            <p:nvPr/>
          </p:nvSpPr>
          <p:spPr>
            <a:xfrm>
              <a:off x="7500430" y="1770851"/>
              <a:ext cx="138538" cy="157539"/>
            </a:xfrm>
            <a:custGeom>
              <a:avLst/>
              <a:gdLst/>
              <a:ahLst/>
              <a:cxnLst/>
              <a:rect l="l" t="t" r="r" b="b"/>
              <a:pathLst>
                <a:path w="3806" h="4328" extrusionOk="0">
                  <a:moveTo>
                    <a:pt x="3734" y="1"/>
                  </a:moveTo>
                  <a:cubicBezTo>
                    <a:pt x="3499" y="1"/>
                    <a:pt x="3260" y="67"/>
                    <a:pt x="3012" y="196"/>
                  </a:cubicBezTo>
                  <a:cubicBezTo>
                    <a:pt x="1764" y="827"/>
                    <a:pt x="613" y="2883"/>
                    <a:pt x="0" y="4328"/>
                  </a:cubicBezTo>
                  <a:cubicBezTo>
                    <a:pt x="314" y="4004"/>
                    <a:pt x="622" y="3651"/>
                    <a:pt x="920" y="3302"/>
                  </a:cubicBezTo>
                  <a:cubicBezTo>
                    <a:pt x="1228" y="2943"/>
                    <a:pt x="1546" y="2575"/>
                    <a:pt x="1875" y="2241"/>
                  </a:cubicBezTo>
                  <a:cubicBezTo>
                    <a:pt x="2128" y="1979"/>
                    <a:pt x="2365" y="1660"/>
                    <a:pt x="2618" y="1317"/>
                  </a:cubicBezTo>
                  <a:cubicBezTo>
                    <a:pt x="2982" y="827"/>
                    <a:pt x="3360" y="322"/>
                    <a:pt x="3805" y="3"/>
                  </a:cubicBezTo>
                  <a:cubicBezTo>
                    <a:pt x="3782" y="1"/>
                    <a:pt x="3758" y="1"/>
                    <a:pt x="3734"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30"/>
            <p:cNvSpPr/>
            <p:nvPr/>
          </p:nvSpPr>
          <p:spPr>
            <a:xfrm>
              <a:off x="7321892" y="1543465"/>
              <a:ext cx="72472" cy="158558"/>
            </a:xfrm>
            <a:custGeom>
              <a:avLst/>
              <a:gdLst/>
              <a:ahLst/>
              <a:cxnLst/>
              <a:rect l="l" t="t" r="r" b="b"/>
              <a:pathLst>
                <a:path w="1991" h="4356" extrusionOk="0">
                  <a:moveTo>
                    <a:pt x="607" y="0"/>
                  </a:moveTo>
                  <a:lnTo>
                    <a:pt x="607" y="0"/>
                  </a:lnTo>
                  <a:cubicBezTo>
                    <a:pt x="521" y="91"/>
                    <a:pt x="449" y="193"/>
                    <a:pt x="404" y="319"/>
                  </a:cubicBezTo>
                  <a:cubicBezTo>
                    <a:pt x="0" y="1375"/>
                    <a:pt x="1141" y="3269"/>
                    <a:pt x="1692" y="4179"/>
                  </a:cubicBezTo>
                  <a:lnTo>
                    <a:pt x="1799" y="4356"/>
                  </a:lnTo>
                  <a:cubicBezTo>
                    <a:pt x="1813" y="4310"/>
                    <a:pt x="1834" y="4275"/>
                    <a:pt x="1854" y="4235"/>
                  </a:cubicBezTo>
                  <a:cubicBezTo>
                    <a:pt x="1899" y="4169"/>
                    <a:pt x="1945" y="4104"/>
                    <a:pt x="1985" y="4053"/>
                  </a:cubicBezTo>
                  <a:lnTo>
                    <a:pt x="1990" y="4048"/>
                  </a:lnTo>
                  <a:cubicBezTo>
                    <a:pt x="1976" y="4043"/>
                    <a:pt x="1965" y="4032"/>
                    <a:pt x="1955" y="4017"/>
                  </a:cubicBezTo>
                  <a:cubicBezTo>
                    <a:pt x="1890" y="3896"/>
                    <a:pt x="1824" y="3764"/>
                    <a:pt x="1748" y="3628"/>
                  </a:cubicBezTo>
                  <a:cubicBezTo>
                    <a:pt x="1162" y="2547"/>
                    <a:pt x="439" y="1208"/>
                    <a:pt x="607"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30"/>
            <p:cNvSpPr/>
            <p:nvPr/>
          </p:nvSpPr>
          <p:spPr>
            <a:xfrm>
              <a:off x="7344132" y="1531490"/>
              <a:ext cx="57949" cy="153826"/>
            </a:xfrm>
            <a:custGeom>
              <a:avLst/>
              <a:gdLst/>
              <a:ahLst/>
              <a:cxnLst/>
              <a:rect l="l" t="t" r="r" b="b"/>
              <a:pathLst>
                <a:path w="1592" h="4226" extrusionOk="0">
                  <a:moveTo>
                    <a:pt x="807" y="0"/>
                  </a:moveTo>
                  <a:cubicBezTo>
                    <a:pt x="613" y="0"/>
                    <a:pt x="396" y="52"/>
                    <a:pt x="208" y="163"/>
                  </a:cubicBezTo>
                  <a:cubicBezTo>
                    <a:pt x="222" y="183"/>
                    <a:pt x="232" y="213"/>
                    <a:pt x="222" y="243"/>
                  </a:cubicBezTo>
                  <a:cubicBezTo>
                    <a:pt x="1" y="1406"/>
                    <a:pt x="738" y="2765"/>
                    <a:pt x="1329" y="3857"/>
                  </a:cubicBezTo>
                  <a:cubicBezTo>
                    <a:pt x="1395" y="3988"/>
                    <a:pt x="1465" y="4104"/>
                    <a:pt x="1526" y="4225"/>
                  </a:cubicBezTo>
                  <a:cubicBezTo>
                    <a:pt x="1547" y="4205"/>
                    <a:pt x="1572" y="4190"/>
                    <a:pt x="1591" y="4169"/>
                  </a:cubicBezTo>
                  <a:cubicBezTo>
                    <a:pt x="1172" y="2947"/>
                    <a:pt x="687" y="1224"/>
                    <a:pt x="1172" y="72"/>
                  </a:cubicBezTo>
                  <a:cubicBezTo>
                    <a:pt x="1066" y="31"/>
                    <a:pt x="955" y="12"/>
                    <a:pt x="834" y="1"/>
                  </a:cubicBezTo>
                  <a:cubicBezTo>
                    <a:pt x="825" y="0"/>
                    <a:pt x="816" y="0"/>
                    <a:pt x="807"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30"/>
            <p:cNvSpPr/>
            <p:nvPr/>
          </p:nvSpPr>
          <p:spPr>
            <a:xfrm>
              <a:off x="7387156" y="1537750"/>
              <a:ext cx="32578" cy="141632"/>
            </a:xfrm>
            <a:custGeom>
              <a:avLst/>
              <a:gdLst/>
              <a:ahLst/>
              <a:cxnLst/>
              <a:rect l="l" t="t" r="r" b="b"/>
              <a:pathLst>
                <a:path w="895" h="3891" extrusionOk="0">
                  <a:moveTo>
                    <a:pt x="183" y="1"/>
                  </a:moveTo>
                  <a:cubicBezTo>
                    <a:pt x="50" y="314"/>
                    <a:pt x="1" y="673"/>
                    <a:pt x="1" y="1052"/>
                  </a:cubicBezTo>
                  <a:cubicBezTo>
                    <a:pt x="1" y="1987"/>
                    <a:pt x="314" y="3058"/>
                    <a:pt x="602" y="3891"/>
                  </a:cubicBezTo>
                  <a:cubicBezTo>
                    <a:pt x="698" y="3851"/>
                    <a:pt x="794" y="3830"/>
                    <a:pt x="894" y="3820"/>
                  </a:cubicBezTo>
                  <a:cubicBezTo>
                    <a:pt x="850" y="3594"/>
                    <a:pt x="784" y="3356"/>
                    <a:pt x="717" y="3113"/>
                  </a:cubicBezTo>
                  <a:cubicBezTo>
                    <a:pt x="511" y="2365"/>
                    <a:pt x="299" y="1598"/>
                    <a:pt x="440" y="829"/>
                  </a:cubicBezTo>
                  <a:cubicBezTo>
                    <a:pt x="460" y="719"/>
                    <a:pt x="495" y="612"/>
                    <a:pt x="536" y="511"/>
                  </a:cubicBezTo>
                  <a:lnTo>
                    <a:pt x="536" y="506"/>
                  </a:lnTo>
                  <a:cubicBezTo>
                    <a:pt x="470" y="289"/>
                    <a:pt x="344" y="122"/>
                    <a:pt x="183"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30"/>
            <p:cNvSpPr/>
            <p:nvPr/>
          </p:nvSpPr>
          <p:spPr>
            <a:xfrm>
              <a:off x="7410160" y="1535020"/>
              <a:ext cx="34434" cy="144763"/>
            </a:xfrm>
            <a:custGeom>
              <a:avLst/>
              <a:gdLst/>
              <a:ahLst/>
              <a:cxnLst/>
              <a:rect l="l" t="t" r="r" b="b"/>
              <a:pathLst>
                <a:path w="946" h="3977" extrusionOk="0">
                  <a:moveTo>
                    <a:pt x="824" y="1"/>
                  </a:moveTo>
                  <a:lnTo>
                    <a:pt x="824" y="1"/>
                  </a:lnTo>
                  <a:cubicBezTo>
                    <a:pt x="455" y="207"/>
                    <a:pt x="202" y="551"/>
                    <a:pt x="127" y="965"/>
                  </a:cubicBezTo>
                  <a:cubicBezTo>
                    <a:pt x="1" y="1657"/>
                    <a:pt x="202" y="2389"/>
                    <a:pt x="399" y="3102"/>
                  </a:cubicBezTo>
                  <a:cubicBezTo>
                    <a:pt x="475" y="3380"/>
                    <a:pt x="546" y="3643"/>
                    <a:pt x="601" y="3905"/>
                  </a:cubicBezTo>
                  <a:cubicBezTo>
                    <a:pt x="717" y="3921"/>
                    <a:pt x="834" y="3946"/>
                    <a:pt x="945" y="3977"/>
                  </a:cubicBezTo>
                  <a:cubicBezTo>
                    <a:pt x="945" y="3476"/>
                    <a:pt x="899" y="2971"/>
                    <a:pt x="859" y="2486"/>
                  </a:cubicBezTo>
                  <a:cubicBezTo>
                    <a:pt x="783" y="1678"/>
                    <a:pt x="712" y="839"/>
                    <a:pt x="824"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30"/>
            <p:cNvSpPr/>
            <p:nvPr/>
          </p:nvSpPr>
          <p:spPr>
            <a:xfrm>
              <a:off x="7443611" y="1527376"/>
              <a:ext cx="41205" cy="157175"/>
            </a:xfrm>
            <a:custGeom>
              <a:avLst/>
              <a:gdLst/>
              <a:ahLst/>
              <a:cxnLst/>
              <a:rect l="l" t="t" r="r" b="b"/>
              <a:pathLst>
                <a:path w="1132" h="4318" extrusionOk="0">
                  <a:moveTo>
                    <a:pt x="699" y="0"/>
                  </a:moveTo>
                  <a:cubicBezTo>
                    <a:pt x="581" y="0"/>
                    <a:pt x="461" y="15"/>
                    <a:pt x="339" y="43"/>
                  </a:cubicBezTo>
                  <a:cubicBezTo>
                    <a:pt x="269" y="59"/>
                    <a:pt x="203" y="78"/>
                    <a:pt x="136" y="104"/>
                  </a:cubicBezTo>
                  <a:lnTo>
                    <a:pt x="136" y="109"/>
                  </a:lnTo>
                  <a:cubicBezTo>
                    <a:pt x="1" y="969"/>
                    <a:pt x="82" y="1837"/>
                    <a:pt x="152" y="2676"/>
                  </a:cubicBezTo>
                  <a:cubicBezTo>
                    <a:pt x="197" y="3186"/>
                    <a:pt x="248" y="3711"/>
                    <a:pt x="248" y="4236"/>
                  </a:cubicBezTo>
                  <a:cubicBezTo>
                    <a:pt x="385" y="4273"/>
                    <a:pt x="526" y="4303"/>
                    <a:pt x="668" y="4318"/>
                  </a:cubicBezTo>
                  <a:lnTo>
                    <a:pt x="698" y="4318"/>
                  </a:lnTo>
                  <a:cubicBezTo>
                    <a:pt x="581" y="3438"/>
                    <a:pt x="743" y="2580"/>
                    <a:pt x="900" y="1751"/>
                  </a:cubicBezTo>
                  <a:cubicBezTo>
                    <a:pt x="1001" y="1200"/>
                    <a:pt x="1106" y="629"/>
                    <a:pt x="1132" y="69"/>
                  </a:cubicBezTo>
                  <a:cubicBezTo>
                    <a:pt x="993" y="23"/>
                    <a:pt x="849" y="0"/>
                    <a:pt x="699"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30"/>
            <p:cNvSpPr/>
            <p:nvPr/>
          </p:nvSpPr>
          <p:spPr>
            <a:xfrm>
              <a:off x="7475278" y="1532982"/>
              <a:ext cx="31814" cy="151752"/>
            </a:xfrm>
            <a:custGeom>
              <a:avLst/>
              <a:gdLst/>
              <a:ahLst/>
              <a:cxnLst/>
              <a:rect l="l" t="t" r="r" b="b"/>
              <a:pathLst>
                <a:path w="874" h="4169" extrusionOk="0">
                  <a:moveTo>
                    <a:pt x="474" y="1"/>
                  </a:moveTo>
                  <a:cubicBezTo>
                    <a:pt x="444" y="551"/>
                    <a:pt x="343" y="1102"/>
                    <a:pt x="243" y="1633"/>
                  </a:cubicBezTo>
                  <a:cubicBezTo>
                    <a:pt x="121" y="2259"/>
                    <a:pt x="0" y="2895"/>
                    <a:pt x="0" y="3543"/>
                  </a:cubicBezTo>
                  <a:cubicBezTo>
                    <a:pt x="0" y="3749"/>
                    <a:pt x="15" y="3961"/>
                    <a:pt x="45" y="4168"/>
                  </a:cubicBezTo>
                  <a:cubicBezTo>
                    <a:pt x="217" y="4164"/>
                    <a:pt x="353" y="4128"/>
                    <a:pt x="490" y="4077"/>
                  </a:cubicBezTo>
                  <a:cubicBezTo>
                    <a:pt x="464" y="4047"/>
                    <a:pt x="449" y="4002"/>
                    <a:pt x="455" y="3961"/>
                  </a:cubicBezTo>
                  <a:cubicBezTo>
                    <a:pt x="474" y="3760"/>
                    <a:pt x="474" y="3487"/>
                    <a:pt x="479" y="3163"/>
                  </a:cubicBezTo>
                  <a:cubicBezTo>
                    <a:pt x="490" y="2233"/>
                    <a:pt x="500" y="1051"/>
                    <a:pt x="873" y="354"/>
                  </a:cubicBezTo>
                  <a:cubicBezTo>
                    <a:pt x="859" y="334"/>
                    <a:pt x="854" y="309"/>
                    <a:pt x="854" y="283"/>
                  </a:cubicBezTo>
                  <a:cubicBezTo>
                    <a:pt x="742" y="162"/>
                    <a:pt x="616" y="66"/>
                    <a:pt x="474"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30"/>
            <p:cNvSpPr/>
            <p:nvPr/>
          </p:nvSpPr>
          <p:spPr>
            <a:xfrm>
              <a:off x="7524163" y="1534438"/>
              <a:ext cx="53180" cy="137810"/>
            </a:xfrm>
            <a:custGeom>
              <a:avLst/>
              <a:gdLst/>
              <a:ahLst/>
              <a:cxnLst/>
              <a:rect l="l" t="t" r="r" b="b"/>
              <a:pathLst>
                <a:path w="1461" h="3786" extrusionOk="0">
                  <a:moveTo>
                    <a:pt x="733" y="1"/>
                  </a:moveTo>
                  <a:cubicBezTo>
                    <a:pt x="728" y="1325"/>
                    <a:pt x="409" y="2451"/>
                    <a:pt x="1" y="3785"/>
                  </a:cubicBezTo>
                  <a:cubicBezTo>
                    <a:pt x="15" y="3780"/>
                    <a:pt x="31" y="3780"/>
                    <a:pt x="45" y="3780"/>
                  </a:cubicBezTo>
                  <a:lnTo>
                    <a:pt x="51" y="3780"/>
                  </a:lnTo>
                  <a:cubicBezTo>
                    <a:pt x="516" y="3118"/>
                    <a:pt x="1460" y="870"/>
                    <a:pt x="1031" y="183"/>
                  </a:cubicBezTo>
                  <a:cubicBezTo>
                    <a:pt x="1001" y="132"/>
                    <a:pt x="935" y="22"/>
                    <a:pt x="733"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30"/>
            <p:cNvSpPr/>
            <p:nvPr/>
          </p:nvSpPr>
          <p:spPr>
            <a:xfrm>
              <a:off x="7503561" y="1534620"/>
              <a:ext cx="39385" cy="142943"/>
            </a:xfrm>
            <a:custGeom>
              <a:avLst/>
              <a:gdLst/>
              <a:ahLst/>
              <a:cxnLst/>
              <a:rect l="l" t="t" r="r" b="b"/>
              <a:pathLst>
                <a:path w="1082" h="3927" extrusionOk="0">
                  <a:moveTo>
                    <a:pt x="1082" y="1"/>
                  </a:moveTo>
                  <a:lnTo>
                    <a:pt x="1082" y="1"/>
                  </a:lnTo>
                  <a:cubicBezTo>
                    <a:pt x="1001" y="17"/>
                    <a:pt x="910" y="31"/>
                    <a:pt x="804" y="66"/>
                  </a:cubicBezTo>
                  <a:cubicBezTo>
                    <a:pt x="667" y="107"/>
                    <a:pt x="557" y="198"/>
                    <a:pt x="466" y="325"/>
                  </a:cubicBezTo>
                  <a:cubicBezTo>
                    <a:pt x="455" y="345"/>
                    <a:pt x="445" y="365"/>
                    <a:pt x="430" y="380"/>
                  </a:cubicBezTo>
                  <a:cubicBezTo>
                    <a:pt x="46" y="976"/>
                    <a:pt x="35" y="2229"/>
                    <a:pt x="26" y="3123"/>
                  </a:cubicBezTo>
                  <a:cubicBezTo>
                    <a:pt x="21" y="3442"/>
                    <a:pt x="21" y="3715"/>
                    <a:pt x="0" y="3927"/>
                  </a:cubicBezTo>
                  <a:cubicBezTo>
                    <a:pt x="112" y="3881"/>
                    <a:pt x="233" y="3841"/>
                    <a:pt x="369" y="3811"/>
                  </a:cubicBezTo>
                  <a:lnTo>
                    <a:pt x="375" y="3811"/>
                  </a:lnTo>
                  <a:cubicBezTo>
                    <a:pt x="354" y="3785"/>
                    <a:pt x="349" y="3750"/>
                    <a:pt x="359" y="3720"/>
                  </a:cubicBezTo>
                  <a:cubicBezTo>
                    <a:pt x="763" y="2406"/>
                    <a:pt x="1077" y="1299"/>
                    <a:pt x="1082"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30"/>
            <p:cNvSpPr/>
            <p:nvPr/>
          </p:nvSpPr>
          <p:spPr>
            <a:xfrm>
              <a:off x="7392688" y="1684330"/>
              <a:ext cx="148257" cy="145127"/>
            </a:xfrm>
            <a:custGeom>
              <a:avLst/>
              <a:gdLst/>
              <a:ahLst/>
              <a:cxnLst/>
              <a:rect l="l" t="t" r="r" b="b"/>
              <a:pathLst>
                <a:path w="4073" h="3987" extrusionOk="0">
                  <a:moveTo>
                    <a:pt x="1856" y="637"/>
                  </a:moveTo>
                  <a:cubicBezTo>
                    <a:pt x="1858" y="637"/>
                    <a:pt x="1861" y="637"/>
                    <a:pt x="1864" y="637"/>
                  </a:cubicBezTo>
                  <a:cubicBezTo>
                    <a:pt x="1925" y="637"/>
                    <a:pt x="1971" y="688"/>
                    <a:pt x="1971" y="749"/>
                  </a:cubicBezTo>
                  <a:cubicBezTo>
                    <a:pt x="1966" y="810"/>
                    <a:pt x="1971" y="870"/>
                    <a:pt x="1990" y="931"/>
                  </a:cubicBezTo>
                  <a:cubicBezTo>
                    <a:pt x="2006" y="985"/>
                    <a:pt x="1976" y="1046"/>
                    <a:pt x="1920" y="1062"/>
                  </a:cubicBezTo>
                  <a:cubicBezTo>
                    <a:pt x="1910" y="1067"/>
                    <a:pt x="1899" y="1067"/>
                    <a:pt x="1889" y="1067"/>
                  </a:cubicBezTo>
                  <a:cubicBezTo>
                    <a:pt x="1839" y="1067"/>
                    <a:pt x="1799" y="1036"/>
                    <a:pt x="1784" y="991"/>
                  </a:cubicBezTo>
                  <a:cubicBezTo>
                    <a:pt x="1759" y="910"/>
                    <a:pt x="1748" y="829"/>
                    <a:pt x="1754" y="738"/>
                  </a:cubicBezTo>
                  <a:cubicBezTo>
                    <a:pt x="1754" y="680"/>
                    <a:pt x="1803" y="637"/>
                    <a:pt x="1856" y="637"/>
                  </a:cubicBezTo>
                  <a:close/>
                  <a:moveTo>
                    <a:pt x="945" y="824"/>
                  </a:moveTo>
                  <a:cubicBezTo>
                    <a:pt x="1006" y="824"/>
                    <a:pt x="1050" y="875"/>
                    <a:pt x="1050" y="931"/>
                  </a:cubicBezTo>
                  <a:lnTo>
                    <a:pt x="1050" y="1204"/>
                  </a:lnTo>
                  <a:cubicBezTo>
                    <a:pt x="1050" y="1264"/>
                    <a:pt x="1006" y="1314"/>
                    <a:pt x="945" y="1314"/>
                  </a:cubicBezTo>
                  <a:cubicBezTo>
                    <a:pt x="884" y="1314"/>
                    <a:pt x="833" y="1264"/>
                    <a:pt x="833" y="1204"/>
                  </a:cubicBezTo>
                  <a:lnTo>
                    <a:pt x="833" y="931"/>
                  </a:lnTo>
                  <a:cubicBezTo>
                    <a:pt x="833" y="875"/>
                    <a:pt x="884" y="824"/>
                    <a:pt x="945" y="824"/>
                  </a:cubicBezTo>
                  <a:close/>
                  <a:moveTo>
                    <a:pt x="2854" y="1448"/>
                  </a:moveTo>
                  <a:cubicBezTo>
                    <a:pt x="2863" y="1448"/>
                    <a:pt x="2871" y="1449"/>
                    <a:pt x="2880" y="1451"/>
                  </a:cubicBezTo>
                  <a:cubicBezTo>
                    <a:pt x="2936" y="1456"/>
                    <a:pt x="2976" y="1512"/>
                    <a:pt x="2966" y="1572"/>
                  </a:cubicBezTo>
                  <a:cubicBezTo>
                    <a:pt x="2941" y="1719"/>
                    <a:pt x="2920" y="1890"/>
                    <a:pt x="2910" y="2046"/>
                  </a:cubicBezTo>
                  <a:cubicBezTo>
                    <a:pt x="2910" y="2102"/>
                    <a:pt x="2860" y="2148"/>
                    <a:pt x="2804" y="2148"/>
                  </a:cubicBezTo>
                  <a:lnTo>
                    <a:pt x="2799" y="2148"/>
                  </a:lnTo>
                  <a:cubicBezTo>
                    <a:pt x="2738" y="2143"/>
                    <a:pt x="2693" y="2092"/>
                    <a:pt x="2698" y="2032"/>
                  </a:cubicBezTo>
                  <a:cubicBezTo>
                    <a:pt x="2708" y="1870"/>
                    <a:pt x="2729" y="1693"/>
                    <a:pt x="2754" y="1537"/>
                  </a:cubicBezTo>
                  <a:cubicBezTo>
                    <a:pt x="2762" y="1485"/>
                    <a:pt x="2804" y="1448"/>
                    <a:pt x="2854" y="1448"/>
                  </a:cubicBezTo>
                  <a:close/>
                  <a:moveTo>
                    <a:pt x="3562" y="1"/>
                  </a:moveTo>
                  <a:cubicBezTo>
                    <a:pt x="3370" y="31"/>
                    <a:pt x="3218" y="92"/>
                    <a:pt x="3057" y="152"/>
                  </a:cubicBezTo>
                  <a:cubicBezTo>
                    <a:pt x="2831" y="245"/>
                    <a:pt x="2597" y="337"/>
                    <a:pt x="2255" y="337"/>
                  </a:cubicBezTo>
                  <a:cubicBezTo>
                    <a:pt x="2185" y="337"/>
                    <a:pt x="2111" y="333"/>
                    <a:pt x="2031" y="324"/>
                  </a:cubicBezTo>
                  <a:cubicBezTo>
                    <a:pt x="1829" y="304"/>
                    <a:pt x="1637" y="258"/>
                    <a:pt x="1451" y="213"/>
                  </a:cubicBezTo>
                  <a:cubicBezTo>
                    <a:pt x="1232" y="157"/>
                    <a:pt x="1036" y="112"/>
                    <a:pt x="859" y="112"/>
                  </a:cubicBezTo>
                  <a:cubicBezTo>
                    <a:pt x="602" y="112"/>
                    <a:pt x="384" y="208"/>
                    <a:pt x="187" y="537"/>
                  </a:cubicBezTo>
                  <a:cubicBezTo>
                    <a:pt x="0" y="850"/>
                    <a:pt x="66" y="1400"/>
                    <a:pt x="379" y="2041"/>
                  </a:cubicBezTo>
                  <a:cubicBezTo>
                    <a:pt x="773" y="2860"/>
                    <a:pt x="1481" y="3659"/>
                    <a:pt x="2046" y="3986"/>
                  </a:cubicBezTo>
                  <a:cubicBezTo>
                    <a:pt x="1572" y="3340"/>
                    <a:pt x="1208" y="2713"/>
                    <a:pt x="1001" y="1794"/>
                  </a:cubicBezTo>
                  <a:cubicBezTo>
                    <a:pt x="985" y="1733"/>
                    <a:pt x="1026" y="1678"/>
                    <a:pt x="1081" y="1663"/>
                  </a:cubicBezTo>
                  <a:cubicBezTo>
                    <a:pt x="1088" y="1662"/>
                    <a:pt x="1095" y="1661"/>
                    <a:pt x="1102" y="1661"/>
                  </a:cubicBezTo>
                  <a:cubicBezTo>
                    <a:pt x="1154" y="1661"/>
                    <a:pt x="1199" y="1696"/>
                    <a:pt x="1213" y="1749"/>
                  </a:cubicBezTo>
                  <a:cubicBezTo>
                    <a:pt x="1369" y="2456"/>
                    <a:pt x="1626" y="2981"/>
                    <a:pt x="1960" y="3492"/>
                  </a:cubicBezTo>
                  <a:cubicBezTo>
                    <a:pt x="1845" y="3053"/>
                    <a:pt x="1859" y="2592"/>
                    <a:pt x="1880" y="2143"/>
                  </a:cubicBezTo>
                  <a:cubicBezTo>
                    <a:pt x="1889" y="1911"/>
                    <a:pt x="1899" y="1678"/>
                    <a:pt x="1889" y="1451"/>
                  </a:cubicBezTo>
                  <a:cubicBezTo>
                    <a:pt x="1885" y="1390"/>
                    <a:pt x="1930" y="1339"/>
                    <a:pt x="1990" y="1339"/>
                  </a:cubicBezTo>
                  <a:cubicBezTo>
                    <a:pt x="1993" y="1339"/>
                    <a:pt x="1996" y="1339"/>
                    <a:pt x="1999" y="1339"/>
                  </a:cubicBezTo>
                  <a:cubicBezTo>
                    <a:pt x="2056" y="1339"/>
                    <a:pt x="2102" y="1382"/>
                    <a:pt x="2102" y="1440"/>
                  </a:cubicBezTo>
                  <a:cubicBezTo>
                    <a:pt x="2111" y="1678"/>
                    <a:pt x="2107" y="1915"/>
                    <a:pt x="2092" y="2148"/>
                  </a:cubicBezTo>
                  <a:cubicBezTo>
                    <a:pt x="2076" y="2552"/>
                    <a:pt x="2062" y="2941"/>
                    <a:pt x="2137" y="3310"/>
                  </a:cubicBezTo>
                  <a:cubicBezTo>
                    <a:pt x="2167" y="3436"/>
                    <a:pt x="2202" y="3557"/>
                    <a:pt x="2253" y="3678"/>
                  </a:cubicBezTo>
                  <a:cubicBezTo>
                    <a:pt x="2269" y="3568"/>
                    <a:pt x="2293" y="3452"/>
                    <a:pt x="2324" y="3335"/>
                  </a:cubicBezTo>
                  <a:cubicBezTo>
                    <a:pt x="2365" y="3198"/>
                    <a:pt x="2415" y="3058"/>
                    <a:pt x="2461" y="2921"/>
                  </a:cubicBezTo>
                  <a:cubicBezTo>
                    <a:pt x="2512" y="2785"/>
                    <a:pt x="2556" y="2648"/>
                    <a:pt x="2592" y="2522"/>
                  </a:cubicBezTo>
                  <a:cubicBezTo>
                    <a:pt x="2609" y="2475"/>
                    <a:pt x="2651" y="2443"/>
                    <a:pt x="2700" y="2443"/>
                  </a:cubicBezTo>
                  <a:cubicBezTo>
                    <a:pt x="2709" y="2443"/>
                    <a:pt x="2719" y="2444"/>
                    <a:pt x="2729" y="2446"/>
                  </a:cubicBezTo>
                  <a:cubicBezTo>
                    <a:pt x="2784" y="2466"/>
                    <a:pt x="2820" y="2522"/>
                    <a:pt x="2804" y="2582"/>
                  </a:cubicBezTo>
                  <a:cubicBezTo>
                    <a:pt x="2764" y="2713"/>
                    <a:pt x="2718" y="2850"/>
                    <a:pt x="2668" y="2992"/>
                  </a:cubicBezTo>
                  <a:cubicBezTo>
                    <a:pt x="2592" y="3209"/>
                    <a:pt x="2512" y="3431"/>
                    <a:pt x="2475" y="3638"/>
                  </a:cubicBezTo>
                  <a:cubicBezTo>
                    <a:pt x="2505" y="3734"/>
                    <a:pt x="2536" y="3835"/>
                    <a:pt x="2561" y="3932"/>
                  </a:cubicBezTo>
                  <a:cubicBezTo>
                    <a:pt x="3466" y="2992"/>
                    <a:pt x="4072" y="1193"/>
                    <a:pt x="3592" y="31"/>
                  </a:cubicBezTo>
                  <a:lnTo>
                    <a:pt x="3587" y="31"/>
                  </a:lnTo>
                  <a:lnTo>
                    <a:pt x="3587" y="26"/>
                  </a:lnTo>
                  <a:cubicBezTo>
                    <a:pt x="3582" y="21"/>
                    <a:pt x="3573" y="21"/>
                    <a:pt x="3566" y="10"/>
                  </a:cubicBezTo>
                  <a:cubicBezTo>
                    <a:pt x="3562" y="10"/>
                    <a:pt x="3562" y="6"/>
                    <a:pt x="3562"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30"/>
            <p:cNvSpPr/>
            <p:nvPr/>
          </p:nvSpPr>
          <p:spPr>
            <a:xfrm>
              <a:off x="7490712" y="1737000"/>
              <a:ext cx="10301" cy="25553"/>
            </a:xfrm>
            <a:custGeom>
              <a:avLst/>
              <a:gdLst/>
              <a:ahLst/>
              <a:cxnLst/>
              <a:rect l="l" t="t" r="r" b="b"/>
              <a:pathLst>
                <a:path w="283" h="702" extrusionOk="0">
                  <a:moveTo>
                    <a:pt x="161" y="1"/>
                  </a:moveTo>
                  <a:cubicBezTo>
                    <a:pt x="111" y="1"/>
                    <a:pt x="69" y="38"/>
                    <a:pt x="61" y="90"/>
                  </a:cubicBezTo>
                  <a:cubicBezTo>
                    <a:pt x="36" y="246"/>
                    <a:pt x="15" y="423"/>
                    <a:pt x="5" y="585"/>
                  </a:cubicBezTo>
                  <a:cubicBezTo>
                    <a:pt x="0" y="645"/>
                    <a:pt x="45" y="696"/>
                    <a:pt x="106" y="701"/>
                  </a:cubicBezTo>
                  <a:lnTo>
                    <a:pt x="111" y="701"/>
                  </a:lnTo>
                  <a:cubicBezTo>
                    <a:pt x="167" y="701"/>
                    <a:pt x="217" y="655"/>
                    <a:pt x="217" y="599"/>
                  </a:cubicBezTo>
                  <a:cubicBezTo>
                    <a:pt x="227" y="443"/>
                    <a:pt x="248" y="272"/>
                    <a:pt x="273" y="125"/>
                  </a:cubicBezTo>
                  <a:cubicBezTo>
                    <a:pt x="283" y="65"/>
                    <a:pt x="243" y="9"/>
                    <a:pt x="187" y="4"/>
                  </a:cubicBezTo>
                  <a:cubicBezTo>
                    <a:pt x="178" y="2"/>
                    <a:pt x="170" y="1"/>
                    <a:pt x="161"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30"/>
            <p:cNvSpPr/>
            <p:nvPr/>
          </p:nvSpPr>
          <p:spPr>
            <a:xfrm>
              <a:off x="7456278" y="1707480"/>
              <a:ext cx="9428" cy="15688"/>
            </a:xfrm>
            <a:custGeom>
              <a:avLst/>
              <a:gdLst/>
              <a:ahLst/>
              <a:cxnLst/>
              <a:rect l="l" t="t" r="r" b="b"/>
              <a:pathLst>
                <a:path w="259" h="431" extrusionOk="0">
                  <a:moveTo>
                    <a:pt x="109" y="1"/>
                  </a:moveTo>
                  <a:cubicBezTo>
                    <a:pt x="56" y="1"/>
                    <a:pt x="7" y="44"/>
                    <a:pt x="7" y="102"/>
                  </a:cubicBezTo>
                  <a:cubicBezTo>
                    <a:pt x="1" y="193"/>
                    <a:pt x="12" y="274"/>
                    <a:pt x="37" y="355"/>
                  </a:cubicBezTo>
                  <a:cubicBezTo>
                    <a:pt x="52" y="400"/>
                    <a:pt x="92" y="431"/>
                    <a:pt x="142" y="431"/>
                  </a:cubicBezTo>
                  <a:cubicBezTo>
                    <a:pt x="152" y="431"/>
                    <a:pt x="163" y="431"/>
                    <a:pt x="173" y="426"/>
                  </a:cubicBezTo>
                  <a:cubicBezTo>
                    <a:pt x="229" y="410"/>
                    <a:pt x="259" y="349"/>
                    <a:pt x="243" y="295"/>
                  </a:cubicBezTo>
                  <a:cubicBezTo>
                    <a:pt x="224" y="234"/>
                    <a:pt x="219" y="174"/>
                    <a:pt x="224" y="113"/>
                  </a:cubicBezTo>
                  <a:cubicBezTo>
                    <a:pt x="224" y="52"/>
                    <a:pt x="178" y="1"/>
                    <a:pt x="117" y="1"/>
                  </a:cubicBezTo>
                  <a:cubicBezTo>
                    <a:pt x="114" y="1"/>
                    <a:pt x="111" y="1"/>
                    <a:pt x="109"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30"/>
            <p:cNvSpPr/>
            <p:nvPr/>
          </p:nvSpPr>
          <p:spPr>
            <a:xfrm>
              <a:off x="7423009" y="1714323"/>
              <a:ext cx="7935" cy="17836"/>
            </a:xfrm>
            <a:custGeom>
              <a:avLst/>
              <a:gdLst/>
              <a:ahLst/>
              <a:cxnLst/>
              <a:rect l="l" t="t" r="r" b="b"/>
              <a:pathLst>
                <a:path w="218" h="490" extrusionOk="0">
                  <a:moveTo>
                    <a:pt x="112" y="0"/>
                  </a:moveTo>
                  <a:cubicBezTo>
                    <a:pt x="51" y="0"/>
                    <a:pt x="0" y="51"/>
                    <a:pt x="0" y="107"/>
                  </a:cubicBezTo>
                  <a:lnTo>
                    <a:pt x="0" y="380"/>
                  </a:lnTo>
                  <a:cubicBezTo>
                    <a:pt x="0" y="440"/>
                    <a:pt x="51" y="490"/>
                    <a:pt x="112" y="490"/>
                  </a:cubicBezTo>
                  <a:cubicBezTo>
                    <a:pt x="173" y="490"/>
                    <a:pt x="217" y="440"/>
                    <a:pt x="217" y="380"/>
                  </a:cubicBezTo>
                  <a:lnTo>
                    <a:pt x="217" y="107"/>
                  </a:lnTo>
                  <a:cubicBezTo>
                    <a:pt x="217" y="51"/>
                    <a:pt x="173" y="0"/>
                    <a:pt x="112"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8" name="Google Shape;1328;p30"/>
          <p:cNvGrpSpPr/>
          <p:nvPr/>
        </p:nvGrpSpPr>
        <p:grpSpPr>
          <a:xfrm rot="819094">
            <a:off x="6357695" y="314821"/>
            <a:ext cx="724983" cy="1032015"/>
            <a:chOff x="4671425" y="3647425"/>
            <a:chExt cx="455075" cy="647800"/>
          </a:xfrm>
        </p:grpSpPr>
        <p:sp>
          <p:nvSpPr>
            <p:cNvPr id="1329" name="Google Shape;1329;p30"/>
            <p:cNvSpPr/>
            <p:nvPr/>
          </p:nvSpPr>
          <p:spPr>
            <a:xfrm>
              <a:off x="4671425" y="3647425"/>
              <a:ext cx="455075" cy="647800"/>
            </a:xfrm>
            <a:custGeom>
              <a:avLst/>
              <a:gdLst/>
              <a:ahLst/>
              <a:cxnLst/>
              <a:rect l="l" t="t" r="r" b="b"/>
              <a:pathLst>
                <a:path w="18203" h="25912" extrusionOk="0">
                  <a:moveTo>
                    <a:pt x="17815" y="288"/>
                  </a:moveTo>
                  <a:cubicBezTo>
                    <a:pt x="17521" y="500"/>
                    <a:pt x="17092" y="758"/>
                    <a:pt x="16682" y="1015"/>
                  </a:cubicBezTo>
                  <a:cubicBezTo>
                    <a:pt x="16157" y="1334"/>
                    <a:pt x="15621" y="1663"/>
                    <a:pt x="15309" y="1905"/>
                  </a:cubicBezTo>
                  <a:cubicBezTo>
                    <a:pt x="15036" y="2122"/>
                    <a:pt x="14763" y="2370"/>
                    <a:pt x="14495" y="2607"/>
                  </a:cubicBezTo>
                  <a:cubicBezTo>
                    <a:pt x="14152" y="2920"/>
                    <a:pt x="13793" y="3239"/>
                    <a:pt x="13424" y="3506"/>
                  </a:cubicBezTo>
                  <a:cubicBezTo>
                    <a:pt x="13394" y="3486"/>
                    <a:pt x="13359" y="3471"/>
                    <a:pt x="13322" y="3471"/>
                  </a:cubicBezTo>
                  <a:cubicBezTo>
                    <a:pt x="13919" y="2456"/>
                    <a:pt x="15344" y="576"/>
                    <a:pt x="17815" y="288"/>
                  </a:cubicBezTo>
                  <a:close/>
                  <a:moveTo>
                    <a:pt x="17729" y="662"/>
                  </a:moveTo>
                  <a:lnTo>
                    <a:pt x="17729" y="662"/>
                  </a:lnTo>
                  <a:cubicBezTo>
                    <a:pt x="17011" y="1789"/>
                    <a:pt x="14687" y="3345"/>
                    <a:pt x="13424" y="3834"/>
                  </a:cubicBezTo>
                  <a:cubicBezTo>
                    <a:pt x="13439" y="3825"/>
                    <a:pt x="13450" y="3809"/>
                    <a:pt x="13459" y="3799"/>
                  </a:cubicBezTo>
                  <a:cubicBezTo>
                    <a:pt x="13884" y="3512"/>
                    <a:pt x="14283" y="3153"/>
                    <a:pt x="14672" y="2804"/>
                  </a:cubicBezTo>
                  <a:cubicBezTo>
                    <a:pt x="14945" y="2552"/>
                    <a:pt x="15202" y="2319"/>
                    <a:pt x="15470" y="2111"/>
                  </a:cubicBezTo>
                  <a:cubicBezTo>
                    <a:pt x="15768" y="1880"/>
                    <a:pt x="16304" y="1551"/>
                    <a:pt x="16819" y="1232"/>
                  </a:cubicBezTo>
                  <a:cubicBezTo>
                    <a:pt x="17148" y="1031"/>
                    <a:pt x="17461" y="838"/>
                    <a:pt x="17729" y="662"/>
                  </a:cubicBezTo>
                  <a:close/>
                  <a:moveTo>
                    <a:pt x="11650" y="758"/>
                  </a:moveTo>
                  <a:cubicBezTo>
                    <a:pt x="11473" y="1097"/>
                    <a:pt x="11347" y="1486"/>
                    <a:pt x="11221" y="1864"/>
                  </a:cubicBezTo>
                  <a:cubicBezTo>
                    <a:pt x="11079" y="2299"/>
                    <a:pt x="10934" y="2743"/>
                    <a:pt x="10721" y="3097"/>
                  </a:cubicBezTo>
                  <a:cubicBezTo>
                    <a:pt x="9973" y="4340"/>
                    <a:pt x="9448" y="5618"/>
                    <a:pt x="9034" y="6760"/>
                  </a:cubicBezTo>
                  <a:cubicBezTo>
                    <a:pt x="9393" y="3997"/>
                    <a:pt x="10256" y="2020"/>
                    <a:pt x="11650" y="758"/>
                  </a:cubicBezTo>
                  <a:close/>
                  <a:moveTo>
                    <a:pt x="12130" y="485"/>
                  </a:moveTo>
                  <a:lnTo>
                    <a:pt x="12130" y="485"/>
                  </a:lnTo>
                  <a:cubicBezTo>
                    <a:pt x="12261" y="2456"/>
                    <a:pt x="10503" y="5072"/>
                    <a:pt x="9297" y="6791"/>
                  </a:cubicBezTo>
                  <a:cubicBezTo>
                    <a:pt x="9710" y="5674"/>
                    <a:pt x="10221" y="4436"/>
                    <a:pt x="10943" y="3228"/>
                  </a:cubicBezTo>
                  <a:cubicBezTo>
                    <a:pt x="11165" y="2855"/>
                    <a:pt x="11322" y="2395"/>
                    <a:pt x="11468" y="1945"/>
                  </a:cubicBezTo>
                  <a:cubicBezTo>
                    <a:pt x="11645" y="1414"/>
                    <a:pt x="11827" y="864"/>
                    <a:pt x="12130" y="485"/>
                  </a:cubicBezTo>
                  <a:close/>
                  <a:moveTo>
                    <a:pt x="14071" y="6755"/>
                  </a:moveTo>
                  <a:lnTo>
                    <a:pt x="14071" y="6755"/>
                  </a:lnTo>
                  <a:cubicBezTo>
                    <a:pt x="13399" y="6937"/>
                    <a:pt x="12793" y="7169"/>
                    <a:pt x="12065" y="7584"/>
                  </a:cubicBezTo>
                  <a:cubicBezTo>
                    <a:pt x="11388" y="7968"/>
                    <a:pt x="10675" y="8265"/>
                    <a:pt x="9878" y="8493"/>
                  </a:cubicBezTo>
                  <a:cubicBezTo>
                    <a:pt x="9675" y="8554"/>
                    <a:pt x="9463" y="8619"/>
                    <a:pt x="9241" y="8696"/>
                  </a:cubicBezTo>
                  <a:cubicBezTo>
                    <a:pt x="8781" y="8852"/>
                    <a:pt x="8276" y="9013"/>
                    <a:pt x="7816" y="9074"/>
                  </a:cubicBezTo>
                  <a:cubicBezTo>
                    <a:pt x="9099" y="7861"/>
                    <a:pt x="11964" y="6998"/>
                    <a:pt x="14071" y="6755"/>
                  </a:cubicBezTo>
                  <a:close/>
                  <a:moveTo>
                    <a:pt x="14616" y="6891"/>
                  </a:moveTo>
                  <a:cubicBezTo>
                    <a:pt x="13480" y="7992"/>
                    <a:pt x="11317" y="8957"/>
                    <a:pt x="10055" y="9307"/>
                  </a:cubicBezTo>
                  <a:cubicBezTo>
                    <a:pt x="9793" y="9381"/>
                    <a:pt x="9552" y="9408"/>
                    <a:pt x="9322" y="9408"/>
                  </a:cubicBezTo>
                  <a:cubicBezTo>
                    <a:pt x="9000" y="9408"/>
                    <a:pt x="8699" y="9355"/>
                    <a:pt x="8387" y="9302"/>
                  </a:cubicBezTo>
                  <a:cubicBezTo>
                    <a:pt x="8332" y="9291"/>
                    <a:pt x="8266" y="9281"/>
                    <a:pt x="8210" y="9272"/>
                  </a:cubicBezTo>
                  <a:cubicBezTo>
                    <a:pt x="8584" y="9190"/>
                    <a:pt x="8968" y="9064"/>
                    <a:pt x="9327" y="8943"/>
                  </a:cubicBezTo>
                  <a:cubicBezTo>
                    <a:pt x="9544" y="8871"/>
                    <a:pt x="9751" y="8801"/>
                    <a:pt x="9943" y="8745"/>
                  </a:cubicBezTo>
                  <a:cubicBezTo>
                    <a:pt x="10766" y="8514"/>
                    <a:pt x="11504" y="8204"/>
                    <a:pt x="12191" y="7810"/>
                  </a:cubicBezTo>
                  <a:cubicBezTo>
                    <a:pt x="13065" y="7311"/>
                    <a:pt x="13758" y="7089"/>
                    <a:pt x="14616" y="6891"/>
                  </a:cubicBezTo>
                  <a:close/>
                  <a:moveTo>
                    <a:pt x="4426" y="3172"/>
                  </a:moveTo>
                  <a:cubicBezTo>
                    <a:pt x="5629" y="4881"/>
                    <a:pt x="5421" y="8311"/>
                    <a:pt x="5265" y="10858"/>
                  </a:cubicBezTo>
                  <a:cubicBezTo>
                    <a:pt x="5229" y="11387"/>
                    <a:pt x="5204" y="11879"/>
                    <a:pt x="5184" y="12313"/>
                  </a:cubicBezTo>
                  <a:cubicBezTo>
                    <a:pt x="5174" y="12262"/>
                    <a:pt x="5163" y="12217"/>
                    <a:pt x="5149" y="12166"/>
                  </a:cubicBezTo>
                  <a:cubicBezTo>
                    <a:pt x="4865" y="11014"/>
                    <a:pt x="4557" y="9650"/>
                    <a:pt x="4466" y="8255"/>
                  </a:cubicBezTo>
                  <a:cubicBezTo>
                    <a:pt x="4405" y="7316"/>
                    <a:pt x="4416" y="6401"/>
                    <a:pt x="4447" y="5320"/>
                  </a:cubicBezTo>
                  <a:cubicBezTo>
                    <a:pt x="4456" y="5002"/>
                    <a:pt x="4440" y="4664"/>
                    <a:pt x="4431" y="4335"/>
                  </a:cubicBezTo>
                  <a:cubicBezTo>
                    <a:pt x="4416" y="3941"/>
                    <a:pt x="4400" y="3547"/>
                    <a:pt x="4426" y="3172"/>
                  </a:cubicBezTo>
                  <a:close/>
                  <a:moveTo>
                    <a:pt x="4153" y="3300"/>
                  </a:moveTo>
                  <a:lnTo>
                    <a:pt x="4153" y="3300"/>
                  </a:lnTo>
                  <a:cubicBezTo>
                    <a:pt x="4143" y="3643"/>
                    <a:pt x="4158" y="3997"/>
                    <a:pt x="4174" y="4345"/>
                  </a:cubicBezTo>
                  <a:cubicBezTo>
                    <a:pt x="4183" y="4669"/>
                    <a:pt x="4198" y="5002"/>
                    <a:pt x="4188" y="5315"/>
                  </a:cubicBezTo>
                  <a:cubicBezTo>
                    <a:pt x="4153" y="6401"/>
                    <a:pt x="4148" y="7325"/>
                    <a:pt x="4209" y="8271"/>
                  </a:cubicBezTo>
                  <a:cubicBezTo>
                    <a:pt x="4305" y="9690"/>
                    <a:pt x="4608" y="11065"/>
                    <a:pt x="4895" y="12231"/>
                  </a:cubicBezTo>
                  <a:cubicBezTo>
                    <a:pt x="4921" y="12327"/>
                    <a:pt x="4946" y="12424"/>
                    <a:pt x="4972" y="12520"/>
                  </a:cubicBezTo>
                  <a:cubicBezTo>
                    <a:pt x="5012" y="12676"/>
                    <a:pt x="5053" y="12833"/>
                    <a:pt x="5088" y="12989"/>
                  </a:cubicBezTo>
                  <a:cubicBezTo>
                    <a:pt x="3395" y="10277"/>
                    <a:pt x="2637" y="6052"/>
                    <a:pt x="4153" y="3300"/>
                  </a:cubicBezTo>
                  <a:close/>
                  <a:moveTo>
                    <a:pt x="5168" y="13121"/>
                  </a:moveTo>
                  <a:lnTo>
                    <a:pt x="5174" y="13126"/>
                  </a:lnTo>
                  <a:lnTo>
                    <a:pt x="5174" y="13136"/>
                  </a:lnTo>
                  <a:cubicBezTo>
                    <a:pt x="5174" y="13131"/>
                    <a:pt x="5174" y="13126"/>
                    <a:pt x="5168" y="13121"/>
                  </a:cubicBezTo>
                  <a:close/>
                  <a:moveTo>
                    <a:pt x="8073" y="10478"/>
                  </a:moveTo>
                  <a:lnTo>
                    <a:pt x="8073" y="10478"/>
                  </a:lnTo>
                  <a:cubicBezTo>
                    <a:pt x="8043" y="11079"/>
                    <a:pt x="7502" y="11842"/>
                    <a:pt x="7094" y="12413"/>
                  </a:cubicBezTo>
                  <a:cubicBezTo>
                    <a:pt x="6987" y="12565"/>
                    <a:pt x="6891" y="12707"/>
                    <a:pt x="6811" y="12828"/>
                  </a:cubicBezTo>
                  <a:cubicBezTo>
                    <a:pt x="6704" y="12994"/>
                    <a:pt x="6578" y="13176"/>
                    <a:pt x="6441" y="13374"/>
                  </a:cubicBezTo>
                  <a:cubicBezTo>
                    <a:pt x="6229" y="13686"/>
                    <a:pt x="5997" y="14031"/>
                    <a:pt x="5780" y="14379"/>
                  </a:cubicBezTo>
                  <a:cubicBezTo>
                    <a:pt x="5911" y="14036"/>
                    <a:pt x="6053" y="13691"/>
                    <a:pt x="6214" y="13328"/>
                  </a:cubicBezTo>
                  <a:lnTo>
                    <a:pt x="6296" y="13136"/>
                  </a:lnTo>
                  <a:cubicBezTo>
                    <a:pt x="6618" y="12404"/>
                    <a:pt x="7336" y="10746"/>
                    <a:pt x="8073" y="10478"/>
                  </a:cubicBezTo>
                  <a:close/>
                  <a:moveTo>
                    <a:pt x="2647" y="10862"/>
                  </a:moveTo>
                  <a:cubicBezTo>
                    <a:pt x="2749" y="10883"/>
                    <a:pt x="2870" y="11252"/>
                    <a:pt x="2920" y="11408"/>
                  </a:cubicBezTo>
                  <a:lnTo>
                    <a:pt x="2945" y="11484"/>
                  </a:lnTo>
                  <a:cubicBezTo>
                    <a:pt x="3244" y="12348"/>
                    <a:pt x="3319" y="13313"/>
                    <a:pt x="3395" y="14243"/>
                  </a:cubicBezTo>
                  <a:lnTo>
                    <a:pt x="3426" y="14631"/>
                  </a:lnTo>
                  <a:cubicBezTo>
                    <a:pt x="3486" y="15314"/>
                    <a:pt x="3552" y="16032"/>
                    <a:pt x="3658" y="16743"/>
                  </a:cubicBezTo>
                  <a:cubicBezTo>
                    <a:pt x="3481" y="16263"/>
                    <a:pt x="3309" y="15778"/>
                    <a:pt x="3148" y="15293"/>
                  </a:cubicBezTo>
                  <a:lnTo>
                    <a:pt x="3137" y="15248"/>
                  </a:lnTo>
                  <a:cubicBezTo>
                    <a:pt x="2915" y="14576"/>
                    <a:pt x="2693" y="13879"/>
                    <a:pt x="2591" y="13171"/>
                  </a:cubicBezTo>
                  <a:cubicBezTo>
                    <a:pt x="2582" y="13115"/>
                    <a:pt x="2567" y="13040"/>
                    <a:pt x="2556" y="12954"/>
                  </a:cubicBezTo>
                  <a:cubicBezTo>
                    <a:pt x="2470" y="12444"/>
                    <a:pt x="2279" y="11252"/>
                    <a:pt x="2537" y="10949"/>
                  </a:cubicBezTo>
                  <a:cubicBezTo>
                    <a:pt x="2587" y="10888"/>
                    <a:pt x="2628" y="10867"/>
                    <a:pt x="2642" y="10867"/>
                  </a:cubicBezTo>
                  <a:lnTo>
                    <a:pt x="2647" y="10862"/>
                  </a:lnTo>
                  <a:close/>
                  <a:moveTo>
                    <a:pt x="8316" y="12590"/>
                  </a:moveTo>
                  <a:cubicBezTo>
                    <a:pt x="8099" y="13348"/>
                    <a:pt x="7508" y="14071"/>
                    <a:pt x="7017" y="14667"/>
                  </a:cubicBezTo>
                  <a:lnTo>
                    <a:pt x="6987" y="14703"/>
                  </a:lnTo>
                  <a:cubicBezTo>
                    <a:pt x="6781" y="14950"/>
                    <a:pt x="6478" y="15237"/>
                    <a:pt x="6154" y="15536"/>
                  </a:cubicBezTo>
                  <a:cubicBezTo>
                    <a:pt x="5704" y="15955"/>
                    <a:pt x="5219" y="16405"/>
                    <a:pt x="4890" y="16869"/>
                  </a:cubicBezTo>
                  <a:cubicBezTo>
                    <a:pt x="4956" y="16673"/>
                    <a:pt x="5042" y="16475"/>
                    <a:pt x="5153" y="16268"/>
                  </a:cubicBezTo>
                  <a:cubicBezTo>
                    <a:pt x="5158" y="16268"/>
                    <a:pt x="5158" y="16274"/>
                    <a:pt x="5163" y="16274"/>
                  </a:cubicBezTo>
                  <a:cubicBezTo>
                    <a:pt x="5219" y="16263"/>
                    <a:pt x="5265" y="16223"/>
                    <a:pt x="5275" y="16162"/>
                  </a:cubicBezTo>
                  <a:cubicBezTo>
                    <a:pt x="5284" y="16112"/>
                    <a:pt x="5300" y="16056"/>
                    <a:pt x="5310" y="16006"/>
                  </a:cubicBezTo>
                  <a:cubicBezTo>
                    <a:pt x="5896" y="15061"/>
                    <a:pt x="6866" y="14071"/>
                    <a:pt x="7700" y="13222"/>
                  </a:cubicBezTo>
                  <a:cubicBezTo>
                    <a:pt x="7917" y="13005"/>
                    <a:pt x="8124" y="12793"/>
                    <a:pt x="8316" y="12590"/>
                  </a:cubicBezTo>
                  <a:close/>
                  <a:moveTo>
                    <a:pt x="8584" y="12606"/>
                  </a:moveTo>
                  <a:lnTo>
                    <a:pt x="8584" y="12606"/>
                  </a:lnTo>
                  <a:cubicBezTo>
                    <a:pt x="8600" y="14535"/>
                    <a:pt x="6588" y="16657"/>
                    <a:pt x="4911" y="17329"/>
                  </a:cubicBezTo>
                  <a:cubicBezTo>
                    <a:pt x="5189" y="16789"/>
                    <a:pt x="5785" y="16233"/>
                    <a:pt x="6331" y="15728"/>
                  </a:cubicBezTo>
                  <a:cubicBezTo>
                    <a:pt x="6659" y="15419"/>
                    <a:pt x="6972" y="15132"/>
                    <a:pt x="7189" y="14869"/>
                  </a:cubicBezTo>
                  <a:lnTo>
                    <a:pt x="7215" y="14834"/>
                  </a:lnTo>
                  <a:cubicBezTo>
                    <a:pt x="7735" y="14202"/>
                    <a:pt x="8362" y="13434"/>
                    <a:pt x="8584" y="12606"/>
                  </a:cubicBezTo>
                  <a:close/>
                  <a:moveTo>
                    <a:pt x="536" y="15657"/>
                  </a:moveTo>
                  <a:lnTo>
                    <a:pt x="536" y="15657"/>
                  </a:lnTo>
                  <a:cubicBezTo>
                    <a:pt x="1991" y="16557"/>
                    <a:pt x="3976" y="18977"/>
                    <a:pt x="4622" y="20861"/>
                  </a:cubicBezTo>
                  <a:cubicBezTo>
                    <a:pt x="4643" y="20967"/>
                    <a:pt x="4664" y="21073"/>
                    <a:pt x="4689" y="21179"/>
                  </a:cubicBezTo>
                  <a:cubicBezTo>
                    <a:pt x="2925" y="19795"/>
                    <a:pt x="1455" y="17602"/>
                    <a:pt x="627" y="15915"/>
                  </a:cubicBezTo>
                  <a:cubicBezTo>
                    <a:pt x="597" y="15850"/>
                    <a:pt x="576" y="15789"/>
                    <a:pt x="555" y="15728"/>
                  </a:cubicBezTo>
                  <a:cubicBezTo>
                    <a:pt x="551" y="15708"/>
                    <a:pt x="541" y="15682"/>
                    <a:pt x="536" y="15657"/>
                  </a:cubicBezTo>
                  <a:close/>
                  <a:moveTo>
                    <a:pt x="439" y="16116"/>
                  </a:moveTo>
                  <a:lnTo>
                    <a:pt x="439" y="16116"/>
                  </a:lnTo>
                  <a:cubicBezTo>
                    <a:pt x="1273" y="17795"/>
                    <a:pt x="2724" y="19942"/>
                    <a:pt x="4456" y="21330"/>
                  </a:cubicBezTo>
                  <a:cubicBezTo>
                    <a:pt x="2319" y="20689"/>
                    <a:pt x="566" y="18401"/>
                    <a:pt x="439" y="16116"/>
                  </a:cubicBezTo>
                  <a:close/>
                  <a:moveTo>
                    <a:pt x="18062" y="0"/>
                  </a:moveTo>
                  <a:cubicBezTo>
                    <a:pt x="14868" y="213"/>
                    <a:pt x="13273" y="2946"/>
                    <a:pt x="12863" y="3779"/>
                  </a:cubicBezTo>
                  <a:cubicBezTo>
                    <a:pt x="12848" y="3804"/>
                    <a:pt x="12848" y="3830"/>
                    <a:pt x="12853" y="3860"/>
                  </a:cubicBezTo>
                  <a:cubicBezTo>
                    <a:pt x="12837" y="3865"/>
                    <a:pt x="12823" y="3870"/>
                    <a:pt x="12807" y="3881"/>
                  </a:cubicBezTo>
                  <a:cubicBezTo>
                    <a:pt x="12753" y="3906"/>
                    <a:pt x="12732" y="3967"/>
                    <a:pt x="12737" y="4021"/>
                  </a:cubicBezTo>
                  <a:cubicBezTo>
                    <a:pt x="12646" y="4123"/>
                    <a:pt x="12555" y="4229"/>
                    <a:pt x="12469" y="4335"/>
                  </a:cubicBezTo>
                  <a:cubicBezTo>
                    <a:pt x="12105" y="4760"/>
                    <a:pt x="11762" y="5163"/>
                    <a:pt x="11363" y="5537"/>
                  </a:cubicBezTo>
                  <a:cubicBezTo>
                    <a:pt x="10843" y="6022"/>
                    <a:pt x="10261" y="6472"/>
                    <a:pt x="9701" y="6907"/>
                  </a:cubicBezTo>
                  <a:cubicBezTo>
                    <a:pt x="9574" y="7003"/>
                    <a:pt x="9453" y="7103"/>
                    <a:pt x="9327" y="7204"/>
                  </a:cubicBezTo>
                  <a:cubicBezTo>
                    <a:pt x="9327" y="7204"/>
                    <a:pt x="9327" y="7199"/>
                    <a:pt x="9332" y="7199"/>
                  </a:cubicBezTo>
                  <a:cubicBezTo>
                    <a:pt x="10696" y="5254"/>
                    <a:pt x="12757" y="2314"/>
                    <a:pt x="12352" y="117"/>
                  </a:cubicBezTo>
                  <a:cubicBezTo>
                    <a:pt x="12343" y="71"/>
                    <a:pt x="12312" y="36"/>
                    <a:pt x="12272" y="20"/>
                  </a:cubicBezTo>
                  <a:cubicBezTo>
                    <a:pt x="12255" y="12"/>
                    <a:pt x="12238" y="8"/>
                    <a:pt x="12220" y="8"/>
                  </a:cubicBezTo>
                  <a:cubicBezTo>
                    <a:pt x="12196" y="8"/>
                    <a:pt x="12172" y="16"/>
                    <a:pt x="12151" y="31"/>
                  </a:cubicBezTo>
                  <a:cubicBezTo>
                    <a:pt x="10165" y="1384"/>
                    <a:pt x="9034" y="3830"/>
                    <a:pt x="8690" y="7502"/>
                  </a:cubicBezTo>
                  <a:cubicBezTo>
                    <a:pt x="8680" y="7568"/>
                    <a:pt x="8726" y="7624"/>
                    <a:pt x="8786" y="7639"/>
                  </a:cubicBezTo>
                  <a:cubicBezTo>
                    <a:pt x="8579" y="7806"/>
                    <a:pt x="8372" y="7978"/>
                    <a:pt x="8175" y="8155"/>
                  </a:cubicBezTo>
                  <a:cubicBezTo>
                    <a:pt x="7811" y="8477"/>
                    <a:pt x="7497" y="8831"/>
                    <a:pt x="7215" y="9190"/>
                  </a:cubicBezTo>
                  <a:lnTo>
                    <a:pt x="7175" y="9246"/>
                  </a:lnTo>
                  <a:cubicBezTo>
                    <a:pt x="7138" y="9286"/>
                    <a:pt x="7108" y="9326"/>
                    <a:pt x="7078" y="9372"/>
                  </a:cubicBezTo>
                  <a:lnTo>
                    <a:pt x="7068" y="9382"/>
                  </a:lnTo>
                  <a:cubicBezTo>
                    <a:pt x="6704" y="9883"/>
                    <a:pt x="6396" y="10403"/>
                    <a:pt x="6133" y="10944"/>
                  </a:cubicBezTo>
                  <a:cubicBezTo>
                    <a:pt x="5865" y="11484"/>
                    <a:pt x="5643" y="12035"/>
                    <a:pt x="5436" y="12585"/>
                  </a:cubicBezTo>
                  <a:cubicBezTo>
                    <a:pt x="5452" y="12091"/>
                    <a:pt x="5482" y="11509"/>
                    <a:pt x="5522" y="10872"/>
                  </a:cubicBezTo>
                  <a:cubicBezTo>
                    <a:pt x="5694" y="8129"/>
                    <a:pt x="5921" y="4380"/>
                    <a:pt x="4396" y="2713"/>
                  </a:cubicBezTo>
                  <a:cubicBezTo>
                    <a:pt x="4369" y="2686"/>
                    <a:pt x="4339" y="2672"/>
                    <a:pt x="4304" y="2672"/>
                  </a:cubicBezTo>
                  <a:cubicBezTo>
                    <a:pt x="4299" y="2672"/>
                    <a:pt x="4294" y="2672"/>
                    <a:pt x="4289" y="2673"/>
                  </a:cubicBezTo>
                  <a:cubicBezTo>
                    <a:pt x="4249" y="2678"/>
                    <a:pt x="4214" y="2698"/>
                    <a:pt x="4193" y="2729"/>
                  </a:cubicBezTo>
                  <a:cubicBezTo>
                    <a:pt x="2197" y="5653"/>
                    <a:pt x="3107" y="10590"/>
                    <a:pt x="5093" y="13485"/>
                  </a:cubicBezTo>
                  <a:cubicBezTo>
                    <a:pt x="5098" y="13490"/>
                    <a:pt x="5107" y="13490"/>
                    <a:pt x="5113" y="13500"/>
                  </a:cubicBezTo>
                  <a:cubicBezTo>
                    <a:pt x="4739" y="14647"/>
                    <a:pt x="4477" y="16041"/>
                    <a:pt x="4405" y="17501"/>
                  </a:cubicBezTo>
                  <a:cubicBezTo>
                    <a:pt x="4360" y="17531"/>
                    <a:pt x="4340" y="17587"/>
                    <a:pt x="4350" y="17643"/>
                  </a:cubicBezTo>
                  <a:cubicBezTo>
                    <a:pt x="4360" y="17668"/>
                    <a:pt x="4375" y="17693"/>
                    <a:pt x="4396" y="17713"/>
                  </a:cubicBezTo>
                  <a:cubicBezTo>
                    <a:pt x="4386" y="18072"/>
                    <a:pt x="4386" y="18431"/>
                    <a:pt x="4396" y="18790"/>
                  </a:cubicBezTo>
                  <a:cubicBezTo>
                    <a:pt x="4370" y="18699"/>
                    <a:pt x="4350" y="18608"/>
                    <a:pt x="4314" y="18511"/>
                  </a:cubicBezTo>
                  <a:cubicBezTo>
                    <a:pt x="4295" y="18415"/>
                    <a:pt x="4265" y="18324"/>
                    <a:pt x="4239" y="18234"/>
                  </a:cubicBezTo>
                  <a:cubicBezTo>
                    <a:pt x="4179" y="18002"/>
                    <a:pt x="4118" y="17784"/>
                    <a:pt x="4083" y="17613"/>
                  </a:cubicBezTo>
                  <a:cubicBezTo>
                    <a:pt x="3865" y="16612"/>
                    <a:pt x="3769" y="15582"/>
                    <a:pt x="3689" y="14612"/>
                  </a:cubicBezTo>
                  <a:lnTo>
                    <a:pt x="3652" y="14222"/>
                  </a:lnTo>
                  <a:cubicBezTo>
                    <a:pt x="3577" y="13273"/>
                    <a:pt x="3501" y="12292"/>
                    <a:pt x="3193" y="11403"/>
                  </a:cubicBezTo>
                  <a:lnTo>
                    <a:pt x="3167" y="11322"/>
                  </a:lnTo>
                  <a:cubicBezTo>
                    <a:pt x="3062" y="11009"/>
                    <a:pt x="2941" y="10655"/>
                    <a:pt x="2698" y="10610"/>
                  </a:cubicBezTo>
                  <a:cubicBezTo>
                    <a:pt x="2679" y="10606"/>
                    <a:pt x="2660" y="10604"/>
                    <a:pt x="2641" y="10604"/>
                  </a:cubicBezTo>
                  <a:cubicBezTo>
                    <a:pt x="2539" y="10604"/>
                    <a:pt x="2437" y="10662"/>
                    <a:pt x="2339" y="10781"/>
                  </a:cubicBezTo>
                  <a:cubicBezTo>
                    <a:pt x="2026" y="11145"/>
                    <a:pt x="2152" y="12115"/>
                    <a:pt x="2299" y="13000"/>
                  </a:cubicBezTo>
                  <a:cubicBezTo>
                    <a:pt x="2314" y="13085"/>
                    <a:pt x="2325" y="13157"/>
                    <a:pt x="2334" y="13212"/>
                  </a:cubicBezTo>
                  <a:cubicBezTo>
                    <a:pt x="2440" y="13940"/>
                    <a:pt x="2668" y="14647"/>
                    <a:pt x="2890" y="15328"/>
                  </a:cubicBezTo>
                  <a:lnTo>
                    <a:pt x="2905" y="15374"/>
                  </a:lnTo>
                  <a:cubicBezTo>
                    <a:pt x="3188" y="16253"/>
                    <a:pt x="3526" y="17123"/>
                    <a:pt x="3845" y="17966"/>
                  </a:cubicBezTo>
                  <a:lnTo>
                    <a:pt x="3860" y="18012"/>
                  </a:lnTo>
                  <a:cubicBezTo>
                    <a:pt x="3936" y="18208"/>
                    <a:pt x="4006" y="18396"/>
                    <a:pt x="4067" y="18583"/>
                  </a:cubicBezTo>
                  <a:cubicBezTo>
                    <a:pt x="4148" y="18881"/>
                    <a:pt x="4219" y="19189"/>
                    <a:pt x="4254" y="19436"/>
                  </a:cubicBezTo>
                  <a:cubicBezTo>
                    <a:pt x="3269" y="17683"/>
                    <a:pt x="1607" y="15895"/>
                    <a:pt x="385" y="15274"/>
                  </a:cubicBezTo>
                  <a:cubicBezTo>
                    <a:pt x="364" y="15263"/>
                    <a:pt x="342" y="15258"/>
                    <a:pt x="322" y="15258"/>
                  </a:cubicBezTo>
                  <a:cubicBezTo>
                    <a:pt x="301" y="15258"/>
                    <a:pt x="281" y="15263"/>
                    <a:pt x="263" y="15274"/>
                  </a:cubicBezTo>
                  <a:cubicBezTo>
                    <a:pt x="227" y="15293"/>
                    <a:pt x="203" y="15328"/>
                    <a:pt x="197" y="15369"/>
                  </a:cubicBezTo>
                  <a:cubicBezTo>
                    <a:pt x="147" y="15414"/>
                    <a:pt x="142" y="15496"/>
                    <a:pt x="187" y="15547"/>
                  </a:cubicBezTo>
                  <a:cubicBezTo>
                    <a:pt x="0" y="18305"/>
                    <a:pt x="2152" y="21169"/>
                    <a:pt x="4810" y="21684"/>
                  </a:cubicBezTo>
                  <a:cubicBezTo>
                    <a:pt x="5249" y="23347"/>
                    <a:pt x="6068" y="24847"/>
                    <a:pt x="7397" y="25873"/>
                  </a:cubicBezTo>
                  <a:cubicBezTo>
                    <a:pt x="7427" y="25899"/>
                    <a:pt x="7466" y="25912"/>
                    <a:pt x="7505" y="25912"/>
                  </a:cubicBezTo>
                  <a:cubicBezTo>
                    <a:pt x="7518" y="25912"/>
                    <a:pt x="7531" y="25910"/>
                    <a:pt x="7543" y="25908"/>
                  </a:cubicBezTo>
                  <a:cubicBezTo>
                    <a:pt x="7593" y="25903"/>
                    <a:pt x="7639" y="25877"/>
                    <a:pt x="7670" y="25837"/>
                  </a:cubicBezTo>
                  <a:cubicBezTo>
                    <a:pt x="7735" y="25751"/>
                    <a:pt x="7720" y="25630"/>
                    <a:pt x="7634" y="25565"/>
                  </a:cubicBezTo>
                  <a:cubicBezTo>
                    <a:pt x="6396" y="24610"/>
                    <a:pt x="5623" y="23210"/>
                    <a:pt x="5198" y="21654"/>
                  </a:cubicBezTo>
                  <a:cubicBezTo>
                    <a:pt x="5204" y="21614"/>
                    <a:pt x="5193" y="21579"/>
                    <a:pt x="5168" y="21549"/>
                  </a:cubicBezTo>
                  <a:cubicBezTo>
                    <a:pt x="4845" y="20306"/>
                    <a:pt x="4734" y="18961"/>
                    <a:pt x="4785" y="17662"/>
                  </a:cubicBezTo>
                  <a:lnTo>
                    <a:pt x="4785" y="17653"/>
                  </a:lnTo>
                  <a:cubicBezTo>
                    <a:pt x="6744" y="16986"/>
                    <a:pt x="9286" y="14262"/>
                    <a:pt x="8781" y="12005"/>
                  </a:cubicBezTo>
                  <a:cubicBezTo>
                    <a:pt x="8766" y="11959"/>
                    <a:pt x="8730" y="11919"/>
                    <a:pt x="8684" y="11909"/>
                  </a:cubicBezTo>
                  <a:cubicBezTo>
                    <a:pt x="8675" y="11907"/>
                    <a:pt x="8665" y="11905"/>
                    <a:pt x="8655" y="11905"/>
                  </a:cubicBezTo>
                  <a:cubicBezTo>
                    <a:pt x="8619" y="11905"/>
                    <a:pt x="8581" y="11921"/>
                    <a:pt x="8553" y="11949"/>
                  </a:cubicBezTo>
                  <a:cubicBezTo>
                    <a:pt x="8266" y="12277"/>
                    <a:pt x="7902" y="12646"/>
                    <a:pt x="7513" y="13040"/>
                  </a:cubicBezTo>
                  <a:cubicBezTo>
                    <a:pt x="6932" y="13637"/>
                    <a:pt x="6280" y="14304"/>
                    <a:pt x="5734" y="14980"/>
                  </a:cubicBezTo>
                  <a:cubicBezTo>
                    <a:pt x="6007" y="14475"/>
                    <a:pt x="6350" y="13970"/>
                    <a:pt x="6659" y="13520"/>
                  </a:cubicBezTo>
                  <a:cubicBezTo>
                    <a:pt x="6790" y="13323"/>
                    <a:pt x="6921" y="13136"/>
                    <a:pt x="7028" y="12970"/>
                  </a:cubicBezTo>
                  <a:cubicBezTo>
                    <a:pt x="7108" y="12849"/>
                    <a:pt x="7205" y="12716"/>
                    <a:pt x="7311" y="12565"/>
                  </a:cubicBezTo>
                  <a:cubicBezTo>
                    <a:pt x="7770" y="11914"/>
                    <a:pt x="8407" y="11014"/>
                    <a:pt x="8327" y="10302"/>
                  </a:cubicBezTo>
                  <a:cubicBezTo>
                    <a:pt x="8321" y="10266"/>
                    <a:pt x="8306" y="10236"/>
                    <a:pt x="8276" y="10211"/>
                  </a:cubicBezTo>
                  <a:cubicBezTo>
                    <a:pt x="8255" y="10194"/>
                    <a:pt x="8230" y="10185"/>
                    <a:pt x="8202" y="10185"/>
                  </a:cubicBezTo>
                  <a:cubicBezTo>
                    <a:pt x="8197" y="10185"/>
                    <a:pt x="8191" y="10185"/>
                    <a:pt x="8185" y="10186"/>
                  </a:cubicBezTo>
                  <a:lnTo>
                    <a:pt x="8164" y="10191"/>
                  </a:lnTo>
                  <a:cubicBezTo>
                    <a:pt x="7240" y="10322"/>
                    <a:pt x="6472" y="12080"/>
                    <a:pt x="6058" y="13035"/>
                  </a:cubicBezTo>
                  <a:lnTo>
                    <a:pt x="5977" y="13222"/>
                  </a:lnTo>
                  <a:cubicBezTo>
                    <a:pt x="5543" y="14202"/>
                    <a:pt x="5235" y="15066"/>
                    <a:pt x="4932" y="16112"/>
                  </a:cubicBezTo>
                  <a:lnTo>
                    <a:pt x="4932" y="16147"/>
                  </a:lnTo>
                  <a:cubicBezTo>
                    <a:pt x="4926" y="16158"/>
                    <a:pt x="4921" y="16167"/>
                    <a:pt x="4911" y="16177"/>
                  </a:cubicBezTo>
                  <a:cubicBezTo>
                    <a:pt x="5053" y="15146"/>
                    <a:pt x="5280" y="14192"/>
                    <a:pt x="5568" y="13374"/>
                  </a:cubicBezTo>
                  <a:cubicBezTo>
                    <a:pt x="6042" y="12030"/>
                    <a:pt x="6583" y="10645"/>
                    <a:pt x="7508" y="9447"/>
                  </a:cubicBezTo>
                  <a:cubicBezTo>
                    <a:pt x="7800" y="9463"/>
                    <a:pt x="8078" y="9508"/>
                    <a:pt x="8346" y="9559"/>
                  </a:cubicBezTo>
                  <a:cubicBezTo>
                    <a:pt x="8663" y="9610"/>
                    <a:pt x="8987" y="9667"/>
                    <a:pt x="9339" y="9667"/>
                  </a:cubicBezTo>
                  <a:cubicBezTo>
                    <a:pt x="9470" y="9667"/>
                    <a:pt x="9605" y="9659"/>
                    <a:pt x="9745" y="9640"/>
                  </a:cubicBezTo>
                  <a:cubicBezTo>
                    <a:pt x="9867" y="9620"/>
                    <a:pt x="9994" y="9594"/>
                    <a:pt x="10120" y="9559"/>
                  </a:cubicBezTo>
                  <a:cubicBezTo>
                    <a:pt x="11620" y="9144"/>
                    <a:pt x="14187" y="7962"/>
                    <a:pt x="15197" y="6639"/>
                  </a:cubicBezTo>
                  <a:cubicBezTo>
                    <a:pt x="15227" y="6598"/>
                    <a:pt x="15232" y="6543"/>
                    <a:pt x="15208" y="6497"/>
                  </a:cubicBezTo>
                  <a:cubicBezTo>
                    <a:pt x="15187" y="6457"/>
                    <a:pt x="15141" y="6427"/>
                    <a:pt x="15092" y="6427"/>
                  </a:cubicBezTo>
                  <a:cubicBezTo>
                    <a:pt x="13641" y="6441"/>
                    <a:pt x="10953" y="6957"/>
                    <a:pt x="9043" y="7927"/>
                  </a:cubicBezTo>
                  <a:cubicBezTo>
                    <a:pt x="9337" y="7684"/>
                    <a:pt x="9640" y="7447"/>
                    <a:pt x="9938" y="7220"/>
                  </a:cubicBezTo>
                  <a:cubicBezTo>
                    <a:pt x="10509" y="6775"/>
                    <a:pt x="11095" y="6320"/>
                    <a:pt x="11631" y="5821"/>
                  </a:cubicBezTo>
                  <a:cubicBezTo>
                    <a:pt x="12044" y="5436"/>
                    <a:pt x="12413" y="5002"/>
                    <a:pt x="12767" y="4587"/>
                  </a:cubicBezTo>
                  <a:cubicBezTo>
                    <a:pt x="12874" y="4461"/>
                    <a:pt x="12979" y="4335"/>
                    <a:pt x="13091" y="4209"/>
                  </a:cubicBezTo>
                  <a:lnTo>
                    <a:pt x="13110" y="4209"/>
                  </a:lnTo>
                  <a:cubicBezTo>
                    <a:pt x="13116" y="4209"/>
                    <a:pt x="13121" y="4209"/>
                    <a:pt x="13121" y="4203"/>
                  </a:cubicBezTo>
                  <a:cubicBezTo>
                    <a:pt x="14283" y="3921"/>
                    <a:pt x="17748" y="1733"/>
                    <a:pt x="18158" y="339"/>
                  </a:cubicBezTo>
                  <a:cubicBezTo>
                    <a:pt x="18168" y="323"/>
                    <a:pt x="18168" y="313"/>
                    <a:pt x="18173" y="293"/>
                  </a:cubicBezTo>
                  <a:cubicBezTo>
                    <a:pt x="18188" y="243"/>
                    <a:pt x="18193" y="192"/>
                    <a:pt x="18198" y="141"/>
                  </a:cubicBezTo>
                  <a:cubicBezTo>
                    <a:pt x="18203" y="106"/>
                    <a:pt x="18188" y="66"/>
                    <a:pt x="18163" y="40"/>
                  </a:cubicBezTo>
                  <a:cubicBezTo>
                    <a:pt x="18137" y="15"/>
                    <a:pt x="18097" y="0"/>
                    <a:pt x="18062"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30"/>
            <p:cNvSpPr/>
            <p:nvPr/>
          </p:nvSpPr>
          <p:spPr>
            <a:xfrm>
              <a:off x="4682400" y="4050325"/>
              <a:ext cx="100450" cy="130375"/>
            </a:xfrm>
            <a:custGeom>
              <a:avLst/>
              <a:gdLst/>
              <a:ahLst/>
              <a:cxnLst/>
              <a:rect l="l" t="t" r="r" b="b"/>
              <a:pathLst>
                <a:path w="4018" h="5215" extrusionOk="0">
                  <a:moveTo>
                    <a:pt x="0" y="0"/>
                  </a:moveTo>
                  <a:lnTo>
                    <a:pt x="0" y="0"/>
                  </a:lnTo>
                  <a:cubicBezTo>
                    <a:pt x="127" y="2285"/>
                    <a:pt x="1880" y="4573"/>
                    <a:pt x="4017" y="5214"/>
                  </a:cubicBezTo>
                  <a:cubicBezTo>
                    <a:pt x="2285" y="3826"/>
                    <a:pt x="834" y="1679"/>
                    <a:pt x="0"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30"/>
            <p:cNvSpPr/>
            <p:nvPr/>
          </p:nvSpPr>
          <p:spPr>
            <a:xfrm>
              <a:off x="4684825" y="4038825"/>
              <a:ext cx="103850" cy="138075"/>
            </a:xfrm>
            <a:custGeom>
              <a:avLst/>
              <a:gdLst/>
              <a:ahLst/>
              <a:cxnLst/>
              <a:rect l="l" t="t" r="r" b="b"/>
              <a:pathLst>
                <a:path w="4154" h="5523" extrusionOk="0">
                  <a:moveTo>
                    <a:pt x="0" y="1"/>
                  </a:moveTo>
                  <a:lnTo>
                    <a:pt x="0" y="1"/>
                  </a:lnTo>
                  <a:cubicBezTo>
                    <a:pt x="5" y="26"/>
                    <a:pt x="15" y="52"/>
                    <a:pt x="19" y="72"/>
                  </a:cubicBezTo>
                  <a:cubicBezTo>
                    <a:pt x="40" y="133"/>
                    <a:pt x="61" y="194"/>
                    <a:pt x="91" y="259"/>
                  </a:cubicBezTo>
                  <a:cubicBezTo>
                    <a:pt x="919" y="1946"/>
                    <a:pt x="2389" y="4139"/>
                    <a:pt x="4153" y="5523"/>
                  </a:cubicBezTo>
                  <a:cubicBezTo>
                    <a:pt x="4128" y="5417"/>
                    <a:pt x="4107" y="5311"/>
                    <a:pt x="4086" y="5205"/>
                  </a:cubicBezTo>
                  <a:cubicBezTo>
                    <a:pt x="3440" y="3321"/>
                    <a:pt x="1455" y="901"/>
                    <a:pt x="0"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30"/>
            <p:cNvSpPr/>
            <p:nvPr/>
          </p:nvSpPr>
          <p:spPr>
            <a:xfrm>
              <a:off x="4794175" y="3962575"/>
              <a:ext cx="92250" cy="118075"/>
            </a:xfrm>
            <a:custGeom>
              <a:avLst/>
              <a:gdLst/>
              <a:ahLst/>
              <a:cxnLst/>
              <a:rect l="l" t="t" r="r" b="b"/>
              <a:pathLst>
                <a:path w="3690" h="4723" extrusionOk="0">
                  <a:moveTo>
                    <a:pt x="3674" y="0"/>
                  </a:moveTo>
                  <a:lnTo>
                    <a:pt x="3674" y="0"/>
                  </a:lnTo>
                  <a:cubicBezTo>
                    <a:pt x="3452" y="828"/>
                    <a:pt x="2825" y="1596"/>
                    <a:pt x="2305" y="2228"/>
                  </a:cubicBezTo>
                  <a:lnTo>
                    <a:pt x="2279" y="2263"/>
                  </a:lnTo>
                  <a:cubicBezTo>
                    <a:pt x="2062" y="2526"/>
                    <a:pt x="1749" y="2813"/>
                    <a:pt x="1421" y="3122"/>
                  </a:cubicBezTo>
                  <a:cubicBezTo>
                    <a:pt x="875" y="3627"/>
                    <a:pt x="279" y="4183"/>
                    <a:pt x="1" y="4723"/>
                  </a:cubicBezTo>
                  <a:cubicBezTo>
                    <a:pt x="1678" y="4051"/>
                    <a:pt x="3690" y="1929"/>
                    <a:pt x="3674"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30"/>
            <p:cNvSpPr/>
            <p:nvPr/>
          </p:nvSpPr>
          <p:spPr>
            <a:xfrm>
              <a:off x="4793675" y="3962175"/>
              <a:ext cx="85650" cy="107000"/>
            </a:xfrm>
            <a:custGeom>
              <a:avLst/>
              <a:gdLst/>
              <a:ahLst/>
              <a:cxnLst/>
              <a:rect l="l" t="t" r="r" b="b"/>
              <a:pathLst>
                <a:path w="3426" h="4280" extrusionOk="0">
                  <a:moveTo>
                    <a:pt x="3426" y="0"/>
                  </a:moveTo>
                  <a:cubicBezTo>
                    <a:pt x="3234" y="203"/>
                    <a:pt x="3027" y="415"/>
                    <a:pt x="2810" y="632"/>
                  </a:cubicBezTo>
                  <a:cubicBezTo>
                    <a:pt x="1976" y="1481"/>
                    <a:pt x="1006" y="2471"/>
                    <a:pt x="420" y="3416"/>
                  </a:cubicBezTo>
                  <a:cubicBezTo>
                    <a:pt x="410" y="3466"/>
                    <a:pt x="394" y="3522"/>
                    <a:pt x="385" y="3572"/>
                  </a:cubicBezTo>
                  <a:cubicBezTo>
                    <a:pt x="375" y="3633"/>
                    <a:pt x="329" y="3673"/>
                    <a:pt x="273" y="3684"/>
                  </a:cubicBezTo>
                  <a:cubicBezTo>
                    <a:pt x="268" y="3684"/>
                    <a:pt x="268" y="3678"/>
                    <a:pt x="263" y="3678"/>
                  </a:cubicBezTo>
                  <a:cubicBezTo>
                    <a:pt x="152" y="3885"/>
                    <a:pt x="66" y="4083"/>
                    <a:pt x="0" y="4279"/>
                  </a:cubicBezTo>
                  <a:cubicBezTo>
                    <a:pt x="329" y="3815"/>
                    <a:pt x="814" y="3365"/>
                    <a:pt x="1264" y="2946"/>
                  </a:cubicBezTo>
                  <a:cubicBezTo>
                    <a:pt x="1588" y="2647"/>
                    <a:pt x="1891" y="2360"/>
                    <a:pt x="2097" y="2113"/>
                  </a:cubicBezTo>
                  <a:lnTo>
                    <a:pt x="2127" y="2077"/>
                  </a:lnTo>
                  <a:cubicBezTo>
                    <a:pt x="2618" y="1481"/>
                    <a:pt x="3209" y="758"/>
                    <a:pt x="3426"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30"/>
            <p:cNvSpPr/>
            <p:nvPr/>
          </p:nvSpPr>
          <p:spPr>
            <a:xfrm>
              <a:off x="4815925" y="3909375"/>
              <a:ext cx="57350" cy="97525"/>
            </a:xfrm>
            <a:custGeom>
              <a:avLst/>
              <a:gdLst/>
              <a:ahLst/>
              <a:cxnLst/>
              <a:rect l="l" t="t" r="r" b="b"/>
              <a:pathLst>
                <a:path w="2294" h="3901" extrusionOk="0">
                  <a:moveTo>
                    <a:pt x="2293" y="0"/>
                  </a:moveTo>
                  <a:cubicBezTo>
                    <a:pt x="1556" y="268"/>
                    <a:pt x="838" y="1926"/>
                    <a:pt x="516" y="2658"/>
                  </a:cubicBezTo>
                  <a:lnTo>
                    <a:pt x="434" y="2850"/>
                  </a:lnTo>
                  <a:cubicBezTo>
                    <a:pt x="273" y="3213"/>
                    <a:pt x="131" y="3558"/>
                    <a:pt x="0" y="3901"/>
                  </a:cubicBezTo>
                  <a:cubicBezTo>
                    <a:pt x="217" y="3553"/>
                    <a:pt x="449" y="3208"/>
                    <a:pt x="661" y="2896"/>
                  </a:cubicBezTo>
                  <a:cubicBezTo>
                    <a:pt x="798" y="2698"/>
                    <a:pt x="924" y="2516"/>
                    <a:pt x="1031" y="2350"/>
                  </a:cubicBezTo>
                  <a:cubicBezTo>
                    <a:pt x="1111" y="2229"/>
                    <a:pt x="1207" y="2087"/>
                    <a:pt x="1314" y="1935"/>
                  </a:cubicBezTo>
                  <a:cubicBezTo>
                    <a:pt x="1722" y="1364"/>
                    <a:pt x="2263" y="601"/>
                    <a:pt x="2293"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30"/>
            <p:cNvSpPr/>
            <p:nvPr/>
          </p:nvSpPr>
          <p:spPr>
            <a:xfrm>
              <a:off x="4728375" y="3918975"/>
              <a:ext cx="34525" cy="147050"/>
            </a:xfrm>
            <a:custGeom>
              <a:avLst/>
              <a:gdLst/>
              <a:ahLst/>
              <a:cxnLst/>
              <a:rect l="l" t="t" r="r" b="b"/>
              <a:pathLst>
                <a:path w="1381" h="5882" extrusionOk="0">
                  <a:moveTo>
                    <a:pt x="369" y="0"/>
                  </a:moveTo>
                  <a:lnTo>
                    <a:pt x="364" y="5"/>
                  </a:lnTo>
                  <a:cubicBezTo>
                    <a:pt x="350" y="5"/>
                    <a:pt x="309" y="26"/>
                    <a:pt x="259" y="87"/>
                  </a:cubicBezTo>
                  <a:cubicBezTo>
                    <a:pt x="1" y="390"/>
                    <a:pt x="192" y="1582"/>
                    <a:pt x="278" y="2092"/>
                  </a:cubicBezTo>
                  <a:cubicBezTo>
                    <a:pt x="289" y="2178"/>
                    <a:pt x="304" y="2253"/>
                    <a:pt x="313" y="2309"/>
                  </a:cubicBezTo>
                  <a:cubicBezTo>
                    <a:pt x="415" y="3017"/>
                    <a:pt x="637" y="3714"/>
                    <a:pt x="859" y="4386"/>
                  </a:cubicBezTo>
                  <a:lnTo>
                    <a:pt x="870" y="4431"/>
                  </a:lnTo>
                  <a:cubicBezTo>
                    <a:pt x="1031" y="4916"/>
                    <a:pt x="1203" y="5401"/>
                    <a:pt x="1380" y="5881"/>
                  </a:cubicBezTo>
                  <a:cubicBezTo>
                    <a:pt x="1274" y="5170"/>
                    <a:pt x="1208" y="4452"/>
                    <a:pt x="1148" y="3769"/>
                  </a:cubicBezTo>
                  <a:lnTo>
                    <a:pt x="1117" y="3381"/>
                  </a:lnTo>
                  <a:cubicBezTo>
                    <a:pt x="1041" y="2451"/>
                    <a:pt x="966" y="1486"/>
                    <a:pt x="667" y="622"/>
                  </a:cubicBezTo>
                  <a:lnTo>
                    <a:pt x="642" y="546"/>
                  </a:lnTo>
                  <a:cubicBezTo>
                    <a:pt x="592" y="390"/>
                    <a:pt x="471" y="21"/>
                    <a:pt x="369"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30"/>
            <p:cNvSpPr/>
            <p:nvPr/>
          </p:nvSpPr>
          <p:spPr>
            <a:xfrm>
              <a:off x="4737350" y="3729900"/>
              <a:ext cx="61275" cy="242275"/>
            </a:xfrm>
            <a:custGeom>
              <a:avLst/>
              <a:gdLst/>
              <a:ahLst/>
              <a:cxnLst/>
              <a:rect l="l" t="t" r="r" b="b"/>
              <a:pathLst>
                <a:path w="2451" h="9691" extrusionOk="0">
                  <a:moveTo>
                    <a:pt x="1516" y="1"/>
                  </a:moveTo>
                  <a:lnTo>
                    <a:pt x="1516" y="1"/>
                  </a:lnTo>
                  <a:cubicBezTo>
                    <a:pt x="0" y="2753"/>
                    <a:pt x="758" y="6978"/>
                    <a:pt x="2451" y="9690"/>
                  </a:cubicBezTo>
                  <a:cubicBezTo>
                    <a:pt x="2416" y="9534"/>
                    <a:pt x="2375" y="9377"/>
                    <a:pt x="2335" y="9221"/>
                  </a:cubicBezTo>
                  <a:cubicBezTo>
                    <a:pt x="2309" y="9125"/>
                    <a:pt x="2284" y="9028"/>
                    <a:pt x="2258" y="8932"/>
                  </a:cubicBezTo>
                  <a:cubicBezTo>
                    <a:pt x="1971" y="7766"/>
                    <a:pt x="1668" y="6391"/>
                    <a:pt x="1572" y="4972"/>
                  </a:cubicBezTo>
                  <a:cubicBezTo>
                    <a:pt x="1511" y="4026"/>
                    <a:pt x="1516" y="3102"/>
                    <a:pt x="1551" y="2016"/>
                  </a:cubicBezTo>
                  <a:cubicBezTo>
                    <a:pt x="1561" y="1703"/>
                    <a:pt x="1546" y="1370"/>
                    <a:pt x="1537" y="1046"/>
                  </a:cubicBezTo>
                  <a:cubicBezTo>
                    <a:pt x="1521" y="698"/>
                    <a:pt x="1506" y="344"/>
                    <a:pt x="1516"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30"/>
            <p:cNvSpPr/>
            <p:nvPr/>
          </p:nvSpPr>
          <p:spPr>
            <a:xfrm>
              <a:off x="4781425" y="3726725"/>
              <a:ext cx="30725" cy="228525"/>
            </a:xfrm>
            <a:custGeom>
              <a:avLst/>
              <a:gdLst/>
              <a:ahLst/>
              <a:cxnLst/>
              <a:rect l="l" t="t" r="r" b="b"/>
              <a:pathLst>
                <a:path w="1229" h="9141" extrusionOk="0">
                  <a:moveTo>
                    <a:pt x="26" y="0"/>
                  </a:moveTo>
                  <a:cubicBezTo>
                    <a:pt x="0" y="375"/>
                    <a:pt x="16" y="769"/>
                    <a:pt x="31" y="1163"/>
                  </a:cubicBezTo>
                  <a:cubicBezTo>
                    <a:pt x="40" y="1492"/>
                    <a:pt x="56" y="1830"/>
                    <a:pt x="47" y="2148"/>
                  </a:cubicBezTo>
                  <a:cubicBezTo>
                    <a:pt x="16" y="3229"/>
                    <a:pt x="5" y="4144"/>
                    <a:pt x="66" y="5083"/>
                  </a:cubicBezTo>
                  <a:cubicBezTo>
                    <a:pt x="157" y="6478"/>
                    <a:pt x="465" y="7842"/>
                    <a:pt x="749" y="8994"/>
                  </a:cubicBezTo>
                  <a:cubicBezTo>
                    <a:pt x="763" y="9045"/>
                    <a:pt x="774" y="9090"/>
                    <a:pt x="784" y="9141"/>
                  </a:cubicBezTo>
                  <a:cubicBezTo>
                    <a:pt x="804" y="8707"/>
                    <a:pt x="829" y="8215"/>
                    <a:pt x="865" y="7686"/>
                  </a:cubicBezTo>
                  <a:cubicBezTo>
                    <a:pt x="1021" y="5139"/>
                    <a:pt x="1229" y="1709"/>
                    <a:pt x="26"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30"/>
            <p:cNvSpPr/>
            <p:nvPr/>
          </p:nvSpPr>
          <p:spPr>
            <a:xfrm>
              <a:off x="5007025" y="3663975"/>
              <a:ext cx="107625" cy="79325"/>
            </a:xfrm>
            <a:custGeom>
              <a:avLst/>
              <a:gdLst/>
              <a:ahLst/>
              <a:cxnLst/>
              <a:rect l="l" t="t" r="r" b="b"/>
              <a:pathLst>
                <a:path w="4305" h="3173" extrusionOk="0">
                  <a:moveTo>
                    <a:pt x="4305" y="0"/>
                  </a:moveTo>
                  <a:lnTo>
                    <a:pt x="4305" y="0"/>
                  </a:lnTo>
                  <a:cubicBezTo>
                    <a:pt x="4037" y="176"/>
                    <a:pt x="3724" y="369"/>
                    <a:pt x="3395" y="570"/>
                  </a:cubicBezTo>
                  <a:cubicBezTo>
                    <a:pt x="2880" y="889"/>
                    <a:pt x="2344" y="1218"/>
                    <a:pt x="2046" y="1449"/>
                  </a:cubicBezTo>
                  <a:cubicBezTo>
                    <a:pt x="1778" y="1657"/>
                    <a:pt x="1521" y="1890"/>
                    <a:pt x="1248" y="2142"/>
                  </a:cubicBezTo>
                  <a:cubicBezTo>
                    <a:pt x="859" y="2491"/>
                    <a:pt x="460" y="2850"/>
                    <a:pt x="35" y="3137"/>
                  </a:cubicBezTo>
                  <a:cubicBezTo>
                    <a:pt x="26" y="3147"/>
                    <a:pt x="15" y="3163"/>
                    <a:pt x="0" y="3172"/>
                  </a:cubicBezTo>
                  <a:cubicBezTo>
                    <a:pt x="1263" y="2683"/>
                    <a:pt x="3587" y="1127"/>
                    <a:pt x="4305"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30"/>
            <p:cNvSpPr/>
            <p:nvPr/>
          </p:nvSpPr>
          <p:spPr>
            <a:xfrm>
              <a:off x="5004475" y="3654600"/>
              <a:ext cx="112325" cy="80475"/>
            </a:xfrm>
            <a:custGeom>
              <a:avLst/>
              <a:gdLst/>
              <a:ahLst/>
              <a:cxnLst/>
              <a:rect l="l" t="t" r="r" b="b"/>
              <a:pathLst>
                <a:path w="4493" h="3219" extrusionOk="0">
                  <a:moveTo>
                    <a:pt x="4493" y="1"/>
                  </a:moveTo>
                  <a:lnTo>
                    <a:pt x="4493" y="1"/>
                  </a:lnTo>
                  <a:cubicBezTo>
                    <a:pt x="2022" y="289"/>
                    <a:pt x="597" y="2169"/>
                    <a:pt x="0" y="3184"/>
                  </a:cubicBezTo>
                  <a:cubicBezTo>
                    <a:pt x="37" y="3184"/>
                    <a:pt x="72" y="3199"/>
                    <a:pt x="102" y="3219"/>
                  </a:cubicBezTo>
                  <a:cubicBezTo>
                    <a:pt x="471" y="2952"/>
                    <a:pt x="830" y="2633"/>
                    <a:pt x="1173" y="2320"/>
                  </a:cubicBezTo>
                  <a:cubicBezTo>
                    <a:pt x="1441" y="2083"/>
                    <a:pt x="1714" y="1835"/>
                    <a:pt x="1987" y="1618"/>
                  </a:cubicBezTo>
                  <a:cubicBezTo>
                    <a:pt x="2299" y="1376"/>
                    <a:pt x="2835" y="1047"/>
                    <a:pt x="3360" y="728"/>
                  </a:cubicBezTo>
                  <a:cubicBezTo>
                    <a:pt x="3770" y="471"/>
                    <a:pt x="4199" y="213"/>
                    <a:pt x="4493"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30"/>
            <p:cNvSpPr/>
            <p:nvPr/>
          </p:nvSpPr>
          <p:spPr>
            <a:xfrm>
              <a:off x="4897250" y="3666375"/>
              <a:ext cx="65450" cy="150075"/>
            </a:xfrm>
            <a:custGeom>
              <a:avLst/>
              <a:gdLst/>
              <a:ahLst/>
              <a:cxnLst/>
              <a:rect l="l" t="t" r="r" b="b"/>
              <a:pathLst>
                <a:path w="2618" h="6003" extrusionOk="0">
                  <a:moveTo>
                    <a:pt x="2617" y="0"/>
                  </a:moveTo>
                  <a:lnTo>
                    <a:pt x="2617" y="0"/>
                  </a:lnTo>
                  <a:cubicBezTo>
                    <a:pt x="1223" y="1262"/>
                    <a:pt x="360" y="3239"/>
                    <a:pt x="1" y="6002"/>
                  </a:cubicBezTo>
                  <a:cubicBezTo>
                    <a:pt x="415" y="4860"/>
                    <a:pt x="940" y="3582"/>
                    <a:pt x="1688" y="2339"/>
                  </a:cubicBezTo>
                  <a:cubicBezTo>
                    <a:pt x="1901" y="1985"/>
                    <a:pt x="2046" y="1541"/>
                    <a:pt x="2188" y="1106"/>
                  </a:cubicBezTo>
                  <a:cubicBezTo>
                    <a:pt x="2314" y="728"/>
                    <a:pt x="2440" y="339"/>
                    <a:pt x="2617"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30"/>
            <p:cNvSpPr/>
            <p:nvPr/>
          </p:nvSpPr>
          <p:spPr>
            <a:xfrm>
              <a:off x="4903825" y="3659550"/>
              <a:ext cx="74150" cy="157650"/>
            </a:xfrm>
            <a:custGeom>
              <a:avLst/>
              <a:gdLst/>
              <a:ahLst/>
              <a:cxnLst/>
              <a:rect l="l" t="t" r="r" b="b"/>
              <a:pathLst>
                <a:path w="2966" h="6306" extrusionOk="0">
                  <a:moveTo>
                    <a:pt x="2834" y="0"/>
                  </a:moveTo>
                  <a:lnTo>
                    <a:pt x="2834" y="0"/>
                  </a:lnTo>
                  <a:cubicBezTo>
                    <a:pt x="2531" y="379"/>
                    <a:pt x="2349" y="929"/>
                    <a:pt x="2172" y="1460"/>
                  </a:cubicBezTo>
                  <a:cubicBezTo>
                    <a:pt x="2026" y="1910"/>
                    <a:pt x="1869" y="2370"/>
                    <a:pt x="1647" y="2743"/>
                  </a:cubicBezTo>
                  <a:cubicBezTo>
                    <a:pt x="925" y="3951"/>
                    <a:pt x="414" y="5189"/>
                    <a:pt x="1" y="6306"/>
                  </a:cubicBezTo>
                  <a:cubicBezTo>
                    <a:pt x="1207" y="4587"/>
                    <a:pt x="2965" y="1971"/>
                    <a:pt x="2834"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30"/>
            <p:cNvSpPr/>
            <p:nvPr/>
          </p:nvSpPr>
          <p:spPr>
            <a:xfrm>
              <a:off x="4866825" y="3816300"/>
              <a:ext cx="156375" cy="57975"/>
            </a:xfrm>
            <a:custGeom>
              <a:avLst/>
              <a:gdLst/>
              <a:ahLst/>
              <a:cxnLst/>
              <a:rect l="l" t="t" r="r" b="b"/>
              <a:pathLst>
                <a:path w="6255" h="2319" extrusionOk="0">
                  <a:moveTo>
                    <a:pt x="6255" y="0"/>
                  </a:moveTo>
                  <a:cubicBezTo>
                    <a:pt x="4148" y="243"/>
                    <a:pt x="1283" y="1106"/>
                    <a:pt x="0" y="2319"/>
                  </a:cubicBezTo>
                  <a:cubicBezTo>
                    <a:pt x="460" y="2258"/>
                    <a:pt x="965" y="2097"/>
                    <a:pt x="1425" y="1941"/>
                  </a:cubicBezTo>
                  <a:cubicBezTo>
                    <a:pt x="1647" y="1864"/>
                    <a:pt x="1859" y="1799"/>
                    <a:pt x="2062" y="1738"/>
                  </a:cubicBezTo>
                  <a:cubicBezTo>
                    <a:pt x="2859" y="1510"/>
                    <a:pt x="3572" y="1213"/>
                    <a:pt x="4249" y="829"/>
                  </a:cubicBezTo>
                  <a:cubicBezTo>
                    <a:pt x="4977" y="414"/>
                    <a:pt x="5583" y="182"/>
                    <a:pt x="6255"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30"/>
            <p:cNvSpPr/>
            <p:nvPr/>
          </p:nvSpPr>
          <p:spPr>
            <a:xfrm>
              <a:off x="4876675" y="3819700"/>
              <a:ext cx="160175" cy="62925"/>
            </a:xfrm>
            <a:custGeom>
              <a:avLst/>
              <a:gdLst/>
              <a:ahLst/>
              <a:cxnLst/>
              <a:rect l="l" t="t" r="r" b="b"/>
              <a:pathLst>
                <a:path w="6407" h="2517" extrusionOk="0">
                  <a:moveTo>
                    <a:pt x="6406" y="0"/>
                  </a:moveTo>
                  <a:lnTo>
                    <a:pt x="6406" y="0"/>
                  </a:lnTo>
                  <a:cubicBezTo>
                    <a:pt x="5548" y="198"/>
                    <a:pt x="4855" y="420"/>
                    <a:pt x="3981" y="919"/>
                  </a:cubicBezTo>
                  <a:cubicBezTo>
                    <a:pt x="3294" y="1313"/>
                    <a:pt x="2556" y="1623"/>
                    <a:pt x="1733" y="1854"/>
                  </a:cubicBezTo>
                  <a:cubicBezTo>
                    <a:pt x="1541" y="1910"/>
                    <a:pt x="1334" y="1980"/>
                    <a:pt x="1117" y="2052"/>
                  </a:cubicBezTo>
                  <a:cubicBezTo>
                    <a:pt x="758" y="2173"/>
                    <a:pt x="374" y="2299"/>
                    <a:pt x="0" y="2381"/>
                  </a:cubicBezTo>
                  <a:cubicBezTo>
                    <a:pt x="56" y="2390"/>
                    <a:pt x="122" y="2400"/>
                    <a:pt x="177" y="2411"/>
                  </a:cubicBezTo>
                  <a:cubicBezTo>
                    <a:pt x="489" y="2464"/>
                    <a:pt x="790" y="2517"/>
                    <a:pt x="1112" y="2517"/>
                  </a:cubicBezTo>
                  <a:cubicBezTo>
                    <a:pt x="1342" y="2517"/>
                    <a:pt x="1583" y="2490"/>
                    <a:pt x="1845" y="2416"/>
                  </a:cubicBezTo>
                  <a:cubicBezTo>
                    <a:pt x="3107" y="2066"/>
                    <a:pt x="5270" y="1101"/>
                    <a:pt x="6406"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4" name="Google Shape;1344;p30"/>
          <p:cNvGrpSpPr/>
          <p:nvPr/>
        </p:nvGrpSpPr>
        <p:grpSpPr>
          <a:xfrm rot="6966374">
            <a:off x="7692794" y="639321"/>
            <a:ext cx="508297" cy="723561"/>
            <a:chOff x="4671425" y="3647425"/>
            <a:chExt cx="455075" cy="647800"/>
          </a:xfrm>
        </p:grpSpPr>
        <p:sp>
          <p:nvSpPr>
            <p:cNvPr id="1345" name="Google Shape;1345;p30"/>
            <p:cNvSpPr/>
            <p:nvPr/>
          </p:nvSpPr>
          <p:spPr>
            <a:xfrm>
              <a:off x="4671425" y="3647425"/>
              <a:ext cx="455075" cy="647800"/>
            </a:xfrm>
            <a:custGeom>
              <a:avLst/>
              <a:gdLst/>
              <a:ahLst/>
              <a:cxnLst/>
              <a:rect l="l" t="t" r="r" b="b"/>
              <a:pathLst>
                <a:path w="18203" h="25912" extrusionOk="0">
                  <a:moveTo>
                    <a:pt x="17815" y="288"/>
                  </a:moveTo>
                  <a:cubicBezTo>
                    <a:pt x="17521" y="500"/>
                    <a:pt x="17092" y="758"/>
                    <a:pt x="16682" y="1015"/>
                  </a:cubicBezTo>
                  <a:cubicBezTo>
                    <a:pt x="16157" y="1334"/>
                    <a:pt x="15621" y="1663"/>
                    <a:pt x="15309" y="1905"/>
                  </a:cubicBezTo>
                  <a:cubicBezTo>
                    <a:pt x="15036" y="2122"/>
                    <a:pt x="14763" y="2370"/>
                    <a:pt x="14495" y="2607"/>
                  </a:cubicBezTo>
                  <a:cubicBezTo>
                    <a:pt x="14152" y="2920"/>
                    <a:pt x="13793" y="3239"/>
                    <a:pt x="13424" y="3506"/>
                  </a:cubicBezTo>
                  <a:cubicBezTo>
                    <a:pt x="13394" y="3486"/>
                    <a:pt x="13359" y="3471"/>
                    <a:pt x="13322" y="3471"/>
                  </a:cubicBezTo>
                  <a:cubicBezTo>
                    <a:pt x="13919" y="2456"/>
                    <a:pt x="15344" y="576"/>
                    <a:pt x="17815" y="288"/>
                  </a:cubicBezTo>
                  <a:close/>
                  <a:moveTo>
                    <a:pt x="17729" y="662"/>
                  </a:moveTo>
                  <a:lnTo>
                    <a:pt x="17729" y="662"/>
                  </a:lnTo>
                  <a:cubicBezTo>
                    <a:pt x="17011" y="1789"/>
                    <a:pt x="14687" y="3345"/>
                    <a:pt x="13424" y="3834"/>
                  </a:cubicBezTo>
                  <a:cubicBezTo>
                    <a:pt x="13439" y="3825"/>
                    <a:pt x="13450" y="3809"/>
                    <a:pt x="13459" y="3799"/>
                  </a:cubicBezTo>
                  <a:cubicBezTo>
                    <a:pt x="13884" y="3512"/>
                    <a:pt x="14283" y="3153"/>
                    <a:pt x="14672" y="2804"/>
                  </a:cubicBezTo>
                  <a:cubicBezTo>
                    <a:pt x="14945" y="2552"/>
                    <a:pt x="15202" y="2319"/>
                    <a:pt x="15470" y="2111"/>
                  </a:cubicBezTo>
                  <a:cubicBezTo>
                    <a:pt x="15768" y="1880"/>
                    <a:pt x="16304" y="1551"/>
                    <a:pt x="16819" y="1232"/>
                  </a:cubicBezTo>
                  <a:cubicBezTo>
                    <a:pt x="17148" y="1031"/>
                    <a:pt x="17461" y="838"/>
                    <a:pt x="17729" y="662"/>
                  </a:cubicBezTo>
                  <a:close/>
                  <a:moveTo>
                    <a:pt x="11650" y="758"/>
                  </a:moveTo>
                  <a:cubicBezTo>
                    <a:pt x="11473" y="1097"/>
                    <a:pt x="11347" y="1486"/>
                    <a:pt x="11221" y="1864"/>
                  </a:cubicBezTo>
                  <a:cubicBezTo>
                    <a:pt x="11079" y="2299"/>
                    <a:pt x="10934" y="2743"/>
                    <a:pt x="10721" y="3097"/>
                  </a:cubicBezTo>
                  <a:cubicBezTo>
                    <a:pt x="9973" y="4340"/>
                    <a:pt x="9448" y="5618"/>
                    <a:pt x="9034" y="6760"/>
                  </a:cubicBezTo>
                  <a:cubicBezTo>
                    <a:pt x="9393" y="3997"/>
                    <a:pt x="10256" y="2020"/>
                    <a:pt x="11650" y="758"/>
                  </a:cubicBezTo>
                  <a:close/>
                  <a:moveTo>
                    <a:pt x="12130" y="485"/>
                  </a:moveTo>
                  <a:lnTo>
                    <a:pt x="12130" y="485"/>
                  </a:lnTo>
                  <a:cubicBezTo>
                    <a:pt x="12261" y="2456"/>
                    <a:pt x="10503" y="5072"/>
                    <a:pt x="9297" y="6791"/>
                  </a:cubicBezTo>
                  <a:cubicBezTo>
                    <a:pt x="9710" y="5674"/>
                    <a:pt x="10221" y="4436"/>
                    <a:pt x="10943" y="3228"/>
                  </a:cubicBezTo>
                  <a:cubicBezTo>
                    <a:pt x="11165" y="2855"/>
                    <a:pt x="11322" y="2395"/>
                    <a:pt x="11468" y="1945"/>
                  </a:cubicBezTo>
                  <a:cubicBezTo>
                    <a:pt x="11645" y="1414"/>
                    <a:pt x="11827" y="864"/>
                    <a:pt x="12130" y="485"/>
                  </a:cubicBezTo>
                  <a:close/>
                  <a:moveTo>
                    <a:pt x="14071" y="6755"/>
                  </a:moveTo>
                  <a:lnTo>
                    <a:pt x="14071" y="6755"/>
                  </a:lnTo>
                  <a:cubicBezTo>
                    <a:pt x="13399" y="6937"/>
                    <a:pt x="12793" y="7169"/>
                    <a:pt x="12065" y="7584"/>
                  </a:cubicBezTo>
                  <a:cubicBezTo>
                    <a:pt x="11388" y="7968"/>
                    <a:pt x="10675" y="8265"/>
                    <a:pt x="9878" y="8493"/>
                  </a:cubicBezTo>
                  <a:cubicBezTo>
                    <a:pt x="9675" y="8554"/>
                    <a:pt x="9463" y="8619"/>
                    <a:pt x="9241" y="8696"/>
                  </a:cubicBezTo>
                  <a:cubicBezTo>
                    <a:pt x="8781" y="8852"/>
                    <a:pt x="8276" y="9013"/>
                    <a:pt x="7816" y="9074"/>
                  </a:cubicBezTo>
                  <a:cubicBezTo>
                    <a:pt x="9099" y="7861"/>
                    <a:pt x="11964" y="6998"/>
                    <a:pt x="14071" y="6755"/>
                  </a:cubicBezTo>
                  <a:close/>
                  <a:moveTo>
                    <a:pt x="14616" y="6891"/>
                  </a:moveTo>
                  <a:cubicBezTo>
                    <a:pt x="13480" y="7992"/>
                    <a:pt x="11317" y="8957"/>
                    <a:pt x="10055" y="9307"/>
                  </a:cubicBezTo>
                  <a:cubicBezTo>
                    <a:pt x="9793" y="9381"/>
                    <a:pt x="9552" y="9408"/>
                    <a:pt x="9322" y="9408"/>
                  </a:cubicBezTo>
                  <a:cubicBezTo>
                    <a:pt x="9000" y="9408"/>
                    <a:pt x="8699" y="9355"/>
                    <a:pt x="8387" y="9302"/>
                  </a:cubicBezTo>
                  <a:cubicBezTo>
                    <a:pt x="8332" y="9291"/>
                    <a:pt x="8266" y="9281"/>
                    <a:pt x="8210" y="9272"/>
                  </a:cubicBezTo>
                  <a:cubicBezTo>
                    <a:pt x="8584" y="9190"/>
                    <a:pt x="8968" y="9064"/>
                    <a:pt x="9327" y="8943"/>
                  </a:cubicBezTo>
                  <a:cubicBezTo>
                    <a:pt x="9544" y="8871"/>
                    <a:pt x="9751" y="8801"/>
                    <a:pt x="9943" y="8745"/>
                  </a:cubicBezTo>
                  <a:cubicBezTo>
                    <a:pt x="10766" y="8514"/>
                    <a:pt x="11504" y="8204"/>
                    <a:pt x="12191" y="7810"/>
                  </a:cubicBezTo>
                  <a:cubicBezTo>
                    <a:pt x="13065" y="7311"/>
                    <a:pt x="13758" y="7089"/>
                    <a:pt x="14616" y="6891"/>
                  </a:cubicBezTo>
                  <a:close/>
                  <a:moveTo>
                    <a:pt x="4426" y="3172"/>
                  </a:moveTo>
                  <a:cubicBezTo>
                    <a:pt x="5629" y="4881"/>
                    <a:pt x="5421" y="8311"/>
                    <a:pt x="5265" y="10858"/>
                  </a:cubicBezTo>
                  <a:cubicBezTo>
                    <a:pt x="5229" y="11387"/>
                    <a:pt x="5204" y="11879"/>
                    <a:pt x="5184" y="12313"/>
                  </a:cubicBezTo>
                  <a:cubicBezTo>
                    <a:pt x="5174" y="12262"/>
                    <a:pt x="5163" y="12217"/>
                    <a:pt x="5149" y="12166"/>
                  </a:cubicBezTo>
                  <a:cubicBezTo>
                    <a:pt x="4865" y="11014"/>
                    <a:pt x="4557" y="9650"/>
                    <a:pt x="4466" y="8255"/>
                  </a:cubicBezTo>
                  <a:cubicBezTo>
                    <a:pt x="4405" y="7316"/>
                    <a:pt x="4416" y="6401"/>
                    <a:pt x="4447" y="5320"/>
                  </a:cubicBezTo>
                  <a:cubicBezTo>
                    <a:pt x="4456" y="5002"/>
                    <a:pt x="4440" y="4664"/>
                    <a:pt x="4431" y="4335"/>
                  </a:cubicBezTo>
                  <a:cubicBezTo>
                    <a:pt x="4416" y="3941"/>
                    <a:pt x="4400" y="3547"/>
                    <a:pt x="4426" y="3172"/>
                  </a:cubicBezTo>
                  <a:close/>
                  <a:moveTo>
                    <a:pt x="4153" y="3300"/>
                  </a:moveTo>
                  <a:lnTo>
                    <a:pt x="4153" y="3300"/>
                  </a:lnTo>
                  <a:cubicBezTo>
                    <a:pt x="4143" y="3643"/>
                    <a:pt x="4158" y="3997"/>
                    <a:pt x="4174" y="4345"/>
                  </a:cubicBezTo>
                  <a:cubicBezTo>
                    <a:pt x="4183" y="4669"/>
                    <a:pt x="4198" y="5002"/>
                    <a:pt x="4188" y="5315"/>
                  </a:cubicBezTo>
                  <a:cubicBezTo>
                    <a:pt x="4153" y="6401"/>
                    <a:pt x="4148" y="7325"/>
                    <a:pt x="4209" y="8271"/>
                  </a:cubicBezTo>
                  <a:cubicBezTo>
                    <a:pt x="4305" y="9690"/>
                    <a:pt x="4608" y="11065"/>
                    <a:pt x="4895" y="12231"/>
                  </a:cubicBezTo>
                  <a:cubicBezTo>
                    <a:pt x="4921" y="12327"/>
                    <a:pt x="4946" y="12424"/>
                    <a:pt x="4972" y="12520"/>
                  </a:cubicBezTo>
                  <a:cubicBezTo>
                    <a:pt x="5012" y="12676"/>
                    <a:pt x="5053" y="12833"/>
                    <a:pt x="5088" y="12989"/>
                  </a:cubicBezTo>
                  <a:cubicBezTo>
                    <a:pt x="3395" y="10277"/>
                    <a:pt x="2637" y="6052"/>
                    <a:pt x="4153" y="3300"/>
                  </a:cubicBezTo>
                  <a:close/>
                  <a:moveTo>
                    <a:pt x="5168" y="13121"/>
                  </a:moveTo>
                  <a:lnTo>
                    <a:pt x="5174" y="13126"/>
                  </a:lnTo>
                  <a:lnTo>
                    <a:pt x="5174" y="13136"/>
                  </a:lnTo>
                  <a:cubicBezTo>
                    <a:pt x="5174" y="13131"/>
                    <a:pt x="5174" y="13126"/>
                    <a:pt x="5168" y="13121"/>
                  </a:cubicBezTo>
                  <a:close/>
                  <a:moveTo>
                    <a:pt x="8073" y="10478"/>
                  </a:moveTo>
                  <a:lnTo>
                    <a:pt x="8073" y="10478"/>
                  </a:lnTo>
                  <a:cubicBezTo>
                    <a:pt x="8043" y="11079"/>
                    <a:pt x="7502" y="11842"/>
                    <a:pt x="7094" y="12413"/>
                  </a:cubicBezTo>
                  <a:cubicBezTo>
                    <a:pt x="6987" y="12565"/>
                    <a:pt x="6891" y="12707"/>
                    <a:pt x="6811" y="12828"/>
                  </a:cubicBezTo>
                  <a:cubicBezTo>
                    <a:pt x="6704" y="12994"/>
                    <a:pt x="6578" y="13176"/>
                    <a:pt x="6441" y="13374"/>
                  </a:cubicBezTo>
                  <a:cubicBezTo>
                    <a:pt x="6229" y="13686"/>
                    <a:pt x="5997" y="14031"/>
                    <a:pt x="5780" y="14379"/>
                  </a:cubicBezTo>
                  <a:cubicBezTo>
                    <a:pt x="5911" y="14036"/>
                    <a:pt x="6053" y="13691"/>
                    <a:pt x="6214" y="13328"/>
                  </a:cubicBezTo>
                  <a:lnTo>
                    <a:pt x="6296" y="13136"/>
                  </a:lnTo>
                  <a:cubicBezTo>
                    <a:pt x="6618" y="12404"/>
                    <a:pt x="7336" y="10746"/>
                    <a:pt x="8073" y="10478"/>
                  </a:cubicBezTo>
                  <a:close/>
                  <a:moveTo>
                    <a:pt x="2647" y="10862"/>
                  </a:moveTo>
                  <a:cubicBezTo>
                    <a:pt x="2749" y="10883"/>
                    <a:pt x="2870" y="11252"/>
                    <a:pt x="2920" y="11408"/>
                  </a:cubicBezTo>
                  <a:lnTo>
                    <a:pt x="2945" y="11484"/>
                  </a:lnTo>
                  <a:cubicBezTo>
                    <a:pt x="3244" y="12348"/>
                    <a:pt x="3319" y="13313"/>
                    <a:pt x="3395" y="14243"/>
                  </a:cubicBezTo>
                  <a:lnTo>
                    <a:pt x="3426" y="14631"/>
                  </a:lnTo>
                  <a:cubicBezTo>
                    <a:pt x="3486" y="15314"/>
                    <a:pt x="3552" y="16032"/>
                    <a:pt x="3658" y="16743"/>
                  </a:cubicBezTo>
                  <a:cubicBezTo>
                    <a:pt x="3481" y="16263"/>
                    <a:pt x="3309" y="15778"/>
                    <a:pt x="3148" y="15293"/>
                  </a:cubicBezTo>
                  <a:lnTo>
                    <a:pt x="3137" y="15248"/>
                  </a:lnTo>
                  <a:cubicBezTo>
                    <a:pt x="2915" y="14576"/>
                    <a:pt x="2693" y="13879"/>
                    <a:pt x="2591" y="13171"/>
                  </a:cubicBezTo>
                  <a:cubicBezTo>
                    <a:pt x="2582" y="13115"/>
                    <a:pt x="2567" y="13040"/>
                    <a:pt x="2556" y="12954"/>
                  </a:cubicBezTo>
                  <a:cubicBezTo>
                    <a:pt x="2470" y="12444"/>
                    <a:pt x="2279" y="11252"/>
                    <a:pt x="2537" y="10949"/>
                  </a:cubicBezTo>
                  <a:cubicBezTo>
                    <a:pt x="2587" y="10888"/>
                    <a:pt x="2628" y="10867"/>
                    <a:pt x="2642" y="10867"/>
                  </a:cubicBezTo>
                  <a:lnTo>
                    <a:pt x="2647" y="10862"/>
                  </a:lnTo>
                  <a:close/>
                  <a:moveTo>
                    <a:pt x="8316" y="12590"/>
                  </a:moveTo>
                  <a:cubicBezTo>
                    <a:pt x="8099" y="13348"/>
                    <a:pt x="7508" y="14071"/>
                    <a:pt x="7017" y="14667"/>
                  </a:cubicBezTo>
                  <a:lnTo>
                    <a:pt x="6987" y="14703"/>
                  </a:lnTo>
                  <a:cubicBezTo>
                    <a:pt x="6781" y="14950"/>
                    <a:pt x="6478" y="15237"/>
                    <a:pt x="6154" y="15536"/>
                  </a:cubicBezTo>
                  <a:cubicBezTo>
                    <a:pt x="5704" y="15955"/>
                    <a:pt x="5219" y="16405"/>
                    <a:pt x="4890" y="16869"/>
                  </a:cubicBezTo>
                  <a:cubicBezTo>
                    <a:pt x="4956" y="16673"/>
                    <a:pt x="5042" y="16475"/>
                    <a:pt x="5153" y="16268"/>
                  </a:cubicBezTo>
                  <a:cubicBezTo>
                    <a:pt x="5158" y="16268"/>
                    <a:pt x="5158" y="16274"/>
                    <a:pt x="5163" y="16274"/>
                  </a:cubicBezTo>
                  <a:cubicBezTo>
                    <a:pt x="5219" y="16263"/>
                    <a:pt x="5265" y="16223"/>
                    <a:pt x="5275" y="16162"/>
                  </a:cubicBezTo>
                  <a:cubicBezTo>
                    <a:pt x="5284" y="16112"/>
                    <a:pt x="5300" y="16056"/>
                    <a:pt x="5310" y="16006"/>
                  </a:cubicBezTo>
                  <a:cubicBezTo>
                    <a:pt x="5896" y="15061"/>
                    <a:pt x="6866" y="14071"/>
                    <a:pt x="7700" y="13222"/>
                  </a:cubicBezTo>
                  <a:cubicBezTo>
                    <a:pt x="7917" y="13005"/>
                    <a:pt x="8124" y="12793"/>
                    <a:pt x="8316" y="12590"/>
                  </a:cubicBezTo>
                  <a:close/>
                  <a:moveTo>
                    <a:pt x="8584" y="12606"/>
                  </a:moveTo>
                  <a:lnTo>
                    <a:pt x="8584" y="12606"/>
                  </a:lnTo>
                  <a:cubicBezTo>
                    <a:pt x="8600" y="14535"/>
                    <a:pt x="6588" y="16657"/>
                    <a:pt x="4911" y="17329"/>
                  </a:cubicBezTo>
                  <a:cubicBezTo>
                    <a:pt x="5189" y="16789"/>
                    <a:pt x="5785" y="16233"/>
                    <a:pt x="6331" y="15728"/>
                  </a:cubicBezTo>
                  <a:cubicBezTo>
                    <a:pt x="6659" y="15419"/>
                    <a:pt x="6972" y="15132"/>
                    <a:pt x="7189" y="14869"/>
                  </a:cubicBezTo>
                  <a:lnTo>
                    <a:pt x="7215" y="14834"/>
                  </a:lnTo>
                  <a:cubicBezTo>
                    <a:pt x="7735" y="14202"/>
                    <a:pt x="8362" y="13434"/>
                    <a:pt x="8584" y="12606"/>
                  </a:cubicBezTo>
                  <a:close/>
                  <a:moveTo>
                    <a:pt x="536" y="15657"/>
                  </a:moveTo>
                  <a:lnTo>
                    <a:pt x="536" y="15657"/>
                  </a:lnTo>
                  <a:cubicBezTo>
                    <a:pt x="1991" y="16557"/>
                    <a:pt x="3976" y="18977"/>
                    <a:pt x="4622" y="20861"/>
                  </a:cubicBezTo>
                  <a:cubicBezTo>
                    <a:pt x="4643" y="20967"/>
                    <a:pt x="4664" y="21073"/>
                    <a:pt x="4689" y="21179"/>
                  </a:cubicBezTo>
                  <a:cubicBezTo>
                    <a:pt x="2925" y="19795"/>
                    <a:pt x="1455" y="17602"/>
                    <a:pt x="627" y="15915"/>
                  </a:cubicBezTo>
                  <a:cubicBezTo>
                    <a:pt x="597" y="15850"/>
                    <a:pt x="576" y="15789"/>
                    <a:pt x="555" y="15728"/>
                  </a:cubicBezTo>
                  <a:cubicBezTo>
                    <a:pt x="551" y="15708"/>
                    <a:pt x="541" y="15682"/>
                    <a:pt x="536" y="15657"/>
                  </a:cubicBezTo>
                  <a:close/>
                  <a:moveTo>
                    <a:pt x="439" y="16116"/>
                  </a:moveTo>
                  <a:lnTo>
                    <a:pt x="439" y="16116"/>
                  </a:lnTo>
                  <a:cubicBezTo>
                    <a:pt x="1273" y="17795"/>
                    <a:pt x="2724" y="19942"/>
                    <a:pt x="4456" y="21330"/>
                  </a:cubicBezTo>
                  <a:cubicBezTo>
                    <a:pt x="2319" y="20689"/>
                    <a:pt x="566" y="18401"/>
                    <a:pt x="439" y="16116"/>
                  </a:cubicBezTo>
                  <a:close/>
                  <a:moveTo>
                    <a:pt x="18062" y="0"/>
                  </a:moveTo>
                  <a:cubicBezTo>
                    <a:pt x="14868" y="213"/>
                    <a:pt x="13273" y="2946"/>
                    <a:pt x="12863" y="3779"/>
                  </a:cubicBezTo>
                  <a:cubicBezTo>
                    <a:pt x="12848" y="3804"/>
                    <a:pt x="12848" y="3830"/>
                    <a:pt x="12853" y="3860"/>
                  </a:cubicBezTo>
                  <a:cubicBezTo>
                    <a:pt x="12837" y="3865"/>
                    <a:pt x="12823" y="3870"/>
                    <a:pt x="12807" y="3881"/>
                  </a:cubicBezTo>
                  <a:cubicBezTo>
                    <a:pt x="12753" y="3906"/>
                    <a:pt x="12732" y="3967"/>
                    <a:pt x="12737" y="4021"/>
                  </a:cubicBezTo>
                  <a:cubicBezTo>
                    <a:pt x="12646" y="4123"/>
                    <a:pt x="12555" y="4229"/>
                    <a:pt x="12469" y="4335"/>
                  </a:cubicBezTo>
                  <a:cubicBezTo>
                    <a:pt x="12105" y="4760"/>
                    <a:pt x="11762" y="5163"/>
                    <a:pt x="11363" y="5537"/>
                  </a:cubicBezTo>
                  <a:cubicBezTo>
                    <a:pt x="10843" y="6022"/>
                    <a:pt x="10261" y="6472"/>
                    <a:pt x="9701" y="6907"/>
                  </a:cubicBezTo>
                  <a:cubicBezTo>
                    <a:pt x="9574" y="7003"/>
                    <a:pt x="9453" y="7103"/>
                    <a:pt x="9327" y="7204"/>
                  </a:cubicBezTo>
                  <a:cubicBezTo>
                    <a:pt x="9327" y="7204"/>
                    <a:pt x="9327" y="7199"/>
                    <a:pt x="9332" y="7199"/>
                  </a:cubicBezTo>
                  <a:cubicBezTo>
                    <a:pt x="10696" y="5254"/>
                    <a:pt x="12757" y="2314"/>
                    <a:pt x="12352" y="117"/>
                  </a:cubicBezTo>
                  <a:cubicBezTo>
                    <a:pt x="12343" y="71"/>
                    <a:pt x="12312" y="36"/>
                    <a:pt x="12272" y="20"/>
                  </a:cubicBezTo>
                  <a:cubicBezTo>
                    <a:pt x="12255" y="12"/>
                    <a:pt x="12238" y="8"/>
                    <a:pt x="12220" y="8"/>
                  </a:cubicBezTo>
                  <a:cubicBezTo>
                    <a:pt x="12196" y="8"/>
                    <a:pt x="12172" y="16"/>
                    <a:pt x="12151" y="31"/>
                  </a:cubicBezTo>
                  <a:cubicBezTo>
                    <a:pt x="10165" y="1384"/>
                    <a:pt x="9034" y="3830"/>
                    <a:pt x="8690" y="7502"/>
                  </a:cubicBezTo>
                  <a:cubicBezTo>
                    <a:pt x="8680" y="7568"/>
                    <a:pt x="8726" y="7624"/>
                    <a:pt x="8786" y="7639"/>
                  </a:cubicBezTo>
                  <a:cubicBezTo>
                    <a:pt x="8579" y="7806"/>
                    <a:pt x="8372" y="7978"/>
                    <a:pt x="8175" y="8155"/>
                  </a:cubicBezTo>
                  <a:cubicBezTo>
                    <a:pt x="7811" y="8477"/>
                    <a:pt x="7497" y="8831"/>
                    <a:pt x="7215" y="9190"/>
                  </a:cubicBezTo>
                  <a:lnTo>
                    <a:pt x="7175" y="9246"/>
                  </a:lnTo>
                  <a:cubicBezTo>
                    <a:pt x="7138" y="9286"/>
                    <a:pt x="7108" y="9326"/>
                    <a:pt x="7078" y="9372"/>
                  </a:cubicBezTo>
                  <a:lnTo>
                    <a:pt x="7068" y="9382"/>
                  </a:lnTo>
                  <a:cubicBezTo>
                    <a:pt x="6704" y="9883"/>
                    <a:pt x="6396" y="10403"/>
                    <a:pt x="6133" y="10944"/>
                  </a:cubicBezTo>
                  <a:cubicBezTo>
                    <a:pt x="5865" y="11484"/>
                    <a:pt x="5643" y="12035"/>
                    <a:pt x="5436" y="12585"/>
                  </a:cubicBezTo>
                  <a:cubicBezTo>
                    <a:pt x="5452" y="12091"/>
                    <a:pt x="5482" y="11509"/>
                    <a:pt x="5522" y="10872"/>
                  </a:cubicBezTo>
                  <a:cubicBezTo>
                    <a:pt x="5694" y="8129"/>
                    <a:pt x="5921" y="4380"/>
                    <a:pt x="4396" y="2713"/>
                  </a:cubicBezTo>
                  <a:cubicBezTo>
                    <a:pt x="4369" y="2686"/>
                    <a:pt x="4339" y="2672"/>
                    <a:pt x="4304" y="2672"/>
                  </a:cubicBezTo>
                  <a:cubicBezTo>
                    <a:pt x="4299" y="2672"/>
                    <a:pt x="4294" y="2672"/>
                    <a:pt x="4289" y="2673"/>
                  </a:cubicBezTo>
                  <a:cubicBezTo>
                    <a:pt x="4249" y="2678"/>
                    <a:pt x="4214" y="2698"/>
                    <a:pt x="4193" y="2729"/>
                  </a:cubicBezTo>
                  <a:cubicBezTo>
                    <a:pt x="2197" y="5653"/>
                    <a:pt x="3107" y="10590"/>
                    <a:pt x="5093" y="13485"/>
                  </a:cubicBezTo>
                  <a:cubicBezTo>
                    <a:pt x="5098" y="13490"/>
                    <a:pt x="5107" y="13490"/>
                    <a:pt x="5113" y="13500"/>
                  </a:cubicBezTo>
                  <a:cubicBezTo>
                    <a:pt x="4739" y="14647"/>
                    <a:pt x="4477" y="16041"/>
                    <a:pt x="4405" y="17501"/>
                  </a:cubicBezTo>
                  <a:cubicBezTo>
                    <a:pt x="4360" y="17531"/>
                    <a:pt x="4340" y="17587"/>
                    <a:pt x="4350" y="17643"/>
                  </a:cubicBezTo>
                  <a:cubicBezTo>
                    <a:pt x="4360" y="17668"/>
                    <a:pt x="4375" y="17693"/>
                    <a:pt x="4396" y="17713"/>
                  </a:cubicBezTo>
                  <a:cubicBezTo>
                    <a:pt x="4386" y="18072"/>
                    <a:pt x="4386" y="18431"/>
                    <a:pt x="4396" y="18790"/>
                  </a:cubicBezTo>
                  <a:cubicBezTo>
                    <a:pt x="4370" y="18699"/>
                    <a:pt x="4350" y="18608"/>
                    <a:pt x="4314" y="18511"/>
                  </a:cubicBezTo>
                  <a:cubicBezTo>
                    <a:pt x="4295" y="18415"/>
                    <a:pt x="4265" y="18324"/>
                    <a:pt x="4239" y="18234"/>
                  </a:cubicBezTo>
                  <a:cubicBezTo>
                    <a:pt x="4179" y="18002"/>
                    <a:pt x="4118" y="17784"/>
                    <a:pt x="4083" y="17613"/>
                  </a:cubicBezTo>
                  <a:cubicBezTo>
                    <a:pt x="3865" y="16612"/>
                    <a:pt x="3769" y="15582"/>
                    <a:pt x="3689" y="14612"/>
                  </a:cubicBezTo>
                  <a:lnTo>
                    <a:pt x="3652" y="14222"/>
                  </a:lnTo>
                  <a:cubicBezTo>
                    <a:pt x="3577" y="13273"/>
                    <a:pt x="3501" y="12292"/>
                    <a:pt x="3193" y="11403"/>
                  </a:cubicBezTo>
                  <a:lnTo>
                    <a:pt x="3167" y="11322"/>
                  </a:lnTo>
                  <a:cubicBezTo>
                    <a:pt x="3062" y="11009"/>
                    <a:pt x="2941" y="10655"/>
                    <a:pt x="2698" y="10610"/>
                  </a:cubicBezTo>
                  <a:cubicBezTo>
                    <a:pt x="2679" y="10606"/>
                    <a:pt x="2660" y="10604"/>
                    <a:pt x="2641" y="10604"/>
                  </a:cubicBezTo>
                  <a:cubicBezTo>
                    <a:pt x="2539" y="10604"/>
                    <a:pt x="2437" y="10662"/>
                    <a:pt x="2339" y="10781"/>
                  </a:cubicBezTo>
                  <a:cubicBezTo>
                    <a:pt x="2026" y="11145"/>
                    <a:pt x="2152" y="12115"/>
                    <a:pt x="2299" y="13000"/>
                  </a:cubicBezTo>
                  <a:cubicBezTo>
                    <a:pt x="2314" y="13085"/>
                    <a:pt x="2325" y="13157"/>
                    <a:pt x="2334" y="13212"/>
                  </a:cubicBezTo>
                  <a:cubicBezTo>
                    <a:pt x="2440" y="13940"/>
                    <a:pt x="2668" y="14647"/>
                    <a:pt x="2890" y="15328"/>
                  </a:cubicBezTo>
                  <a:lnTo>
                    <a:pt x="2905" y="15374"/>
                  </a:lnTo>
                  <a:cubicBezTo>
                    <a:pt x="3188" y="16253"/>
                    <a:pt x="3526" y="17123"/>
                    <a:pt x="3845" y="17966"/>
                  </a:cubicBezTo>
                  <a:lnTo>
                    <a:pt x="3860" y="18012"/>
                  </a:lnTo>
                  <a:cubicBezTo>
                    <a:pt x="3936" y="18208"/>
                    <a:pt x="4006" y="18396"/>
                    <a:pt x="4067" y="18583"/>
                  </a:cubicBezTo>
                  <a:cubicBezTo>
                    <a:pt x="4148" y="18881"/>
                    <a:pt x="4219" y="19189"/>
                    <a:pt x="4254" y="19436"/>
                  </a:cubicBezTo>
                  <a:cubicBezTo>
                    <a:pt x="3269" y="17683"/>
                    <a:pt x="1607" y="15895"/>
                    <a:pt x="385" y="15274"/>
                  </a:cubicBezTo>
                  <a:cubicBezTo>
                    <a:pt x="364" y="15263"/>
                    <a:pt x="342" y="15258"/>
                    <a:pt x="322" y="15258"/>
                  </a:cubicBezTo>
                  <a:cubicBezTo>
                    <a:pt x="301" y="15258"/>
                    <a:pt x="281" y="15263"/>
                    <a:pt x="263" y="15274"/>
                  </a:cubicBezTo>
                  <a:cubicBezTo>
                    <a:pt x="227" y="15293"/>
                    <a:pt x="203" y="15328"/>
                    <a:pt x="197" y="15369"/>
                  </a:cubicBezTo>
                  <a:cubicBezTo>
                    <a:pt x="147" y="15414"/>
                    <a:pt x="142" y="15496"/>
                    <a:pt x="187" y="15547"/>
                  </a:cubicBezTo>
                  <a:cubicBezTo>
                    <a:pt x="0" y="18305"/>
                    <a:pt x="2152" y="21169"/>
                    <a:pt x="4810" y="21684"/>
                  </a:cubicBezTo>
                  <a:cubicBezTo>
                    <a:pt x="5249" y="23347"/>
                    <a:pt x="6068" y="24847"/>
                    <a:pt x="7397" y="25873"/>
                  </a:cubicBezTo>
                  <a:cubicBezTo>
                    <a:pt x="7427" y="25899"/>
                    <a:pt x="7466" y="25912"/>
                    <a:pt x="7505" y="25912"/>
                  </a:cubicBezTo>
                  <a:cubicBezTo>
                    <a:pt x="7518" y="25912"/>
                    <a:pt x="7531" y="25910"/>
                    <a:pt x="7543" y="25908"/>
                  </a:cubicBezTo>
                  <a:cubicBezTo>
                    <a:pt x="7593" y="25903"/>
                    <a:pt x="7639" y="25877"/>
                    <a:pt x="7670" y="25837"/>
                  </a:cubicBezTo>
                  <a:cubicBezTo>
                    <a:pt x="7735" y="25751"/>
                    <a:pt x="7720" y="25630"/>
                    <a:pt x="7634" y="25565"/>
                  </a:cubicBezTo>
                  <a:cubicBezTo>
                    <a:pt x="6396" y="24610"/>
                    <a:pt x="5623" y="23210"/>
                    <a:pt x="5198" y="21654"/>
                  </a:cubicBezTo>
                  <a:cubicBezTo>
                    <a:pt x="5204" y="21614"/>
                    <a:pt x="5193" y="21579"/>
                    <a:pt x="5168" y="21549"/>
                  </a:cubicBezTo>
                  <a:cubicBezTo>
                    <a:pt x="4845" y="20306"/>
                    <a:pt x="4734" y="18961"/>
                    <a:pt x="4785" y="17662"/>
                  </a:cubicBezTo>
                  <a:lnTo>
                    <a:pt x="4785" y="17653"/>
                  </a:lnTo>
                  <a:cubicBezTo>
                    <a:pt x="6744" y="16986"/>
                    <a:pt x="9286" y="14262"/>
                    <a:pt x="8781" y="12005"/>
                  </a:cubicBezTo>
                  <a:cubicBezTo>
                    <a:pt x="8766" y="11959"/>
                    <a:pt x="8730" y="11919"/>
                    <a:pt x="8684" y="11909"/>
                  </a:cubicBezTo>
                  <a:cubicBezTo>
                    <a:pt x="8675" y="11907"/>
                    <a:pt x="8665" y="11905"/>
                    <a:pt x="8655" y="11905"/>
                  </a:cubicBezTo>
                  <a:cubicBezTo>
                    <a:pt x="8619" y="11905"/>
                    <a:pt x="8581" y="11921"/>
                    <a:pt x="8553" y="11949"/>
                  </a:cubicBezTo>
                  <a:cubicBezTo>
                    <a:pt x="8266" y="12277"/>
                    <a:pt x="7902" y="12646"/>
                    <a:pt x="7513" y="13040"/>
                  </a:cubicBezTo>
                  <a:cubicBezTo>
                    <a:pt x="6932" y="13637"/>
                    <a:pt x="6280" y="14304"/>
                    <a:pt x="5734" y="14980"/>
                  </a:cubicBezTo>
                  <a:cubicBezTo>
                    <a:pt x="6007" y="14475"/>
                    <a:pt x="6350" y="13970"/>
                    <a:pt x="6659" y="13520"/>
                  </a:cubicBezTo>
                  <a:cubicBezTo>
                    <a:pt x="6790" y="13323"/>
                    <a:pt x="6921" y="13136"/>
                    <a:pt x="7028" y="12970"/>
                  </a:cubicBezTo>
                  <a:cubicBezTo>
                    <a:pt x="7108" y="12849"/>
                    <a:pt x="7205" y="12716"/>
                    <a:pt x="7311" y="12565"/>
                  </a:cubicBezTo>
                  <a:cubicBezTo>
                    <a:pt x="7770" y="11914"/>
                    <a:pt x="8407" y="11014"/>
                    <a:pt x="8327" y="10302"/>
                  </a:cubicBezTo>
                  <a:cubicBezTo>
                    <a:pt x="8321" y="10266"/>
                    <a:pt x="8306" y="10236"/>
                    <a:pt x="8276" y="10211"/>
                  </a:cubicBezTo>
                  <a:cubicBezTo>
                    <a:pt x="8255" y="10194"/>
                    <a:pt x="8230" y="10185"/>
                    <a:pt x="8202" y="10185"/>
                  </a:cubicBezTo>
                  <a:cubicBezTo>
                    <a:pt x="8197" y="10185"/>
                    <a:pt x="8191" y="10185"/>
                    <a:pt x="8185" y="10186"/>
                  </a:cubicBezTo>
                  <a:lnTo>
                    <a:pt x="8164" y="10191"/>
                  </a:lnTo>
                  <a:cubicBezTo>
                    <a:pt x="7240" y="10322"/>
                    <a:pt x="6472" y="12080"/>
                    <a:pt x="6058" y="13035"/>
                  </a:cubicBezTo>
                  <a:lnTo>
                    <a:pt x="5977" y="13222"/>
                  </a:lnTo>
                  <a:cubicBezTo>
                    <a:pt x="5543" y="14202"/>
                    <a:pt x="5235" y="15066"/>
                    <a:pt x="4932" y="16112"/>
                  </a:cubicBezTo>
                  <a:lnTo>
                    <a:pt x="4932" y="16147"/>
                  </a:lnTo>
                  <a:cubicBezTo>
                    <a:pt x="4926" y="16158"/>
                    <a:pt x="4921" y="16167"/>
                    <a:pt x="4911" y="16177"/>
                  </a:cubicBezTo>
                  <a:cubicBezTo>
                    <a:pt x="5053" y="15146"/>
                    <a:pt x="5280" y="14192"/>
                    <a:pt x="5568" y="13374"/>
                  </a:cubicBezTo>
                  <a:cubicBezTo>
                    <a:pt x="6042" y="12030"/>
                    <a:pt x="6583" y="10645"/>
                    <a:pt x="7508" y="9447"/>
                  </a:cubicBezTo>
                  <a:cubicBezTo>
                    <a:pt x="7800" y="9463"/>
                    <a:pt x="8078" y="9508"/>
                    <a:pt x="8346" y="9559"/>
                  </a:cubicBezTo>
                  <a:cubicBezTo>
                    <a:pt x="8663" y="9610"/>
                    <a:pt x="8987" y="9667"/>
                    <a:pt x="9339" y="9667"/>
                  </a:cubicBezTo>
                  <a:cubicBezTo>
                    <a:pt x="9470" y="9667"/>
                    <a:pt x="9605" y="9659"/>
                    <a:pt x="9745" y="9640"/>
                  </a:cubicBezTo>
                  <a:cubicBezTo>
                    <a:pt x="9867" y="9620"/>
                    <a:pt x="9994" y="9594"/>
                    <a:pt x="10120" y="9559"/>
                  </a:cubicBezTo>
                  <a:cubicBezTo>
                    <a:pt x="11620" y="9144"/>
                    <a:pt x="14187" y="7962"/>
                    <a:pt x="15197" y="6639"/>
                  </a:cubicBezTo>
                  <a:cubicBezTo>
                    <a:pt x="15227" y="6598"/>
                    <a:pt x="15232" y="6543"/>
                    <a:pt x="15208" y="6497"/>
                  </a:cubicBezTo>
                  <a:cubicBezTo>
                    <a:pt x="15187" y="6457"/>
                    <a:pt x="15141" y="6427"/>
                    <a:pt x="15092" y="6427"/>
                  </a:cubicBezTo>
                  <a:cubicBezTo>
                    <a:pt x="13641" y="6441"/>
                    <a:pt x="10953" y="6957"/>
                    <a:pt x="9043" y="7927"/>
                  </a:cubicBezTo>
                  <a:cubicBezTo>
                    <a:pt x="9337" y="7684"/>
                    <a:pt x="9640" y="7447"/>
                    <a:pt x="9938" y="7220"/>
                  </a:cubicBezTo>
                  <a:cubicBezTo>
                    <a:pt x="10509" y="6775"/>
                    <a:pt x="11095" y="6320"/>
                    <a:pt x="11631" y="5821"/>
                  </a:cubicBezTo>
                  <a:cubicBezTo>
                    <a:pt x="12044" y="5436"/>
                    <a:pt x="12413" y="5002"/>
                    <a:pt x="12767" y="4587"/>
                  </a:cubicBezTo>
                  <a:cubicBezTo>
                    <a:pt x="12874" y="4461"/>
                    <a:pt x="12979" y="4335"/>
                    <a:pt x="13091" y="4209"/>
                  </a:cubicBezTo>
                  <a:lnTo>
                    <a:pt x="13110" y="4209"/>
                  </a:lnTo>
                  <a:cubicBezTo>
                    <a:pt x="13116" y="4209"/>
                    <a:pt x="13121" y="4209"/>
                    <a:pt x="13121" y="4203"/>
                  </a:cubicBezTo>
                  <a:cubicBezTo>
                    <a:pt x="14283" y="3921"/>
                    <a:pt x="17748" y="1733"/>
                    <a:pt x="18158" y="339"/>
                  </a:cubicBezTo>
                  <a:cubicBezTo>
                    <a:pt x="18168" y="323"/>
                    <a:pt x="18168" y="313"/>
                    <a:pt x="18173" y="293"/>
                  </a:cubicBezTo>
                  <a:cubicBezTo>
                    <a:pt x="18188" y="243"/>
                    <a:pt x="18193" y="192"/>
                    <a:pt x="18198" y="141"/>
                  </a:cubicBezTo>
                  <a:cubicBezTo>
                    <a:pt x="18203" y="106"/>
                    <a:pt x="18188" y="66"/>
                    <a:pt x="18163" y="40"/>
                  </a:cubicBezTo>
                  <a:cubicBezTo>
                    <a:pt x="18137" y="15"/>
                    <a:pt x="18097" y="0"/>
                    <a:pt x="18062"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30"/>
            <p:cNvSpPr/>
            <p:nvPr/>
          </p:nvSpPr>
          <p:spPr>
            <a:xfrm>
              <a:off x="4682400" y="4050325"/>
              <a:ext cx="100450" cy="130375"/>
            </a:xfrm>
            <a:custGeom>
              <a:avLst/>
              <a:gdLst/>
              <a:ahLst/>
              <a:cxnLst/>
              <a:rect l="l" t="t" r="r" b="b"/>
              <a:pathLst>
                <a:path w="4018" h="5215" extrusionOk="0">
                  <a:moveTo>
                    <a:pt x="0" y="0"/>
                  </a:moveTo>
                  <a:lnTo>
                    <a:pt x="0" y="0"/>
                  </a:lnTo>
                  <a:cubicBezTo>
                    <a:pt x="127" y="2285"/>
                    <a:pt x="1880" y="4573"/>
                    <a:pt x="4017" y="5214"/>
                  </a:cubicBezTo>
                  <a:cubicBezTo>
                    <a:pt x="2285" y="3826"/>
                    <a:pt x="834" y="1679"/>
                    <a:pt x="0"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30"/>
            <p:cNvSpPr/>
            <p:nvPr/>
          </p:nvSpPr>
          <p:spPr>
            <a:xfrm>
              <a:off x="4684825" y="4038825"/>
              <a:ext cx="103850" cy="138075"/>
            </a:xfrm>
            <a:custGeom>
              <a:avLst/>
              <a:gdLst/>
              <a:ahLst/>
              <a:cxnLst/>
              <a:rect l="l" t="t" r="r" b="b"/>
              <a:pathLst>
                <a:path w="4154" h="5523" extrusionOk="0">
                  <a:moveTo>
                    <a:pt x="0" y="1"/>
                  </a:moveTo>
                  <a:lnTo>
                    <a:pt x="0" y="1"/>
                  </a:lnTo>
                  <a:cubicBezTo>
                    <a:pt x="5" y="26"/>
                    <a:pt x="15" y="52"/>
                    <a:pt x="19" y="72"/>
                  </a:cubicBezTo>
                  <a:cubicBezTo>
                    <a:pt x="40" y="133"/>
                    <a:pt x="61" y="194"/>
                    <a:pt x="91" y="259"/>
                  </a:cubicBezTo>
                  <a:cubicBezTo>
                    <a:pt x="919" y="1946"/>
                    <a:pt x="2389" y="4139"/>
                    <a:pt x="4153" y="5523"/>
                  </a:cubicBezTo>
                  <a:cubicBezTo>
                    <a:pt x="4128" y="5417"/>
                    <a:pt x="4107" y="5311"/>
                    <a:pt x="4086" y="5205"/>
                  </a:cubicBezTo>
                  <a:cubicBezTo>
                    <a:pt x="3440" y="3321"/>
                    <a:pt x="1455" y="901"/>
                    <a:pt x="0"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30"/>
            <p:cNvSpPr/>
            <p:nvPr/>
          </p:nvSpPr>
          <p:spPr>
            <a:xfrm>
              <a:off x="4794175" y="3962575"/>
              <a:ext cx="92250" cy="118075"/>
            </a:xfrm>
            <a:custGeom>
              <a:avLst/>
              <a:gdLst/>
              <a:ahLst/>
              <a:cxnLst/>
              <a:rect l="l" t="t" r="r" b="b"/>
              <a:pathLst>
                <a:path w="3690" h="4723" extrusionOk="0">
                  <a:moveTo>
                    <a:pt x="3674" y="0"/>
                  </a:moveTo>
                  <a:lnTo>
                    <a:pt x="3674" y="0"/>
                  </a:lnTo>
                  <a:cubicBezTo>
                    <a:pt x="3452" y="828"/>
                    <a:pt x="2825" y="1596"/>
                    <a:pt x="2305" y="2228"/>
                  </a:cubicBezTo>
                  <a:lnTo>
                    <a:pt x="2279" y="2263"/>
                  </a:lnTo>
                  <a:cubicBezTo>
                    <a:pt x="2062" y="2526"/>
                    <a:pt x="1749" y="2813"/>
                    <a:pt x="1421" y="3122"/>
                  </a:cubicBezTo>
                  <a:cubicBezTo>
                    <a:pt x="875" y="3627"/>
                    <a:pt x="279" y="4183"/>
                    <a:pt x="1" y="4723"/>
                  </a:cubicBezTo>
                  <a:cubicBezTo>
                    <a:pt x="1678" y="4051"/>
                    <a:pt x="3690" y="1929"/>
                    <a:pt x="3674"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30"/>
            <p:cNvSpPr/>
            <p:nvPr/>
          </p:nvSpPr>
          <p:spPr>
            <a:xfrm>
              <a:off x="4793675" y="3962175"/>
              <a:ext cx="85650" cy="107000"/>
            </a:xfrm>
            <a:custGeom>
              <a:avLst/>
              <a:gdLst/>
              <a:ahLst/>
              <a:cxnLst/>
              <a:rect l="l" t="t" r="r" b="b"/>
              <a:pathLst>
                <a:path w="3426" h="4280" extrusionOk="0">
                  <a:moveTo>
                    <a:pt x="3426" y="0"/>
                  </a:moveTo>
                  <a:cubicBezTo>
                    <a:pt x="3234" y="203"/>
                    <a:pt x="3027" y="415"/>
                    <a:pt x="2810" y="632"/>
                  </a:cubicBezTo>
                  <a:cubicBezTo>
                    <a:pt x="1976" y="1481"/>
                    <a:pt x="1006" y="2471"/>
                    <a:pt x="420" y="3416"/>
                  </a:cubicBezTo>
                  <a:cubicBezTo>
                    <a:pt x="410" y="3466"/>
                    <a:pt x="394" y="3522"/>
                    <a:pt x="385" y="3572"/>
                  </a:cubicBezTo>
                  <a:cubicBezTo>
                    <a:pt x="375" y="3633"/>
                    <a:pt x="329" y="3673"/>
                    <a:pt x="273" y="3684"/>
                  </a:cubicBezTo>
                  <a:cubicBezTo>
                    <a:pt x="268" y="3684"/>
                    <a:pt x="268" y="3678"/>
                    <a:pt x="263" y="3678"/>
                  </a:cubicBezTo>
                  <a:cubicBezTo>
                    <a:pt x="152" y="3885"/>
                    <a:pt x="66" y="4083"/>
                    <a:pt x="0" y="4279"/>
                  </a:cubicBezTo>
                  <a:cubicBezTo>
                    <a:pt x="329" y="3815"/>
                    <a:pt x="814" y="3365"/>
                    <a:pt x="1264" y="2946"/>
                  </a:cubicBezTo>
                  <a:cubicBezTo>
                    <a:pt x="1588" y="2647"/>
                    <a:pt x="1891" y="2360"/>
                    <a:pt x="2097" y="2113"/>
                  </a:cubicBezTo>
                  <a:lnTo>
                    <a:pt x="2127" y="2077"/>
                  </a:lnTo>
                  <a:cubicBezTo>
                    <a:pt x="2618" y="1481"/>
                    <a:pt x="3209" y="758"/>
                    <a:pt x="3426"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30"/>
            <p:cNvSpPr/>
            <p:nvPr/>
          </p:nvSpPr>
          <p:spPr>
            <a:xfrm>
              <a:off x="4815925" y="3909375"/>
              <a:ext cx="57350" cy="97525"/>
            </a:xfrm>
            <a:custGeom>
              <a:avLst/>
              <a:gdLst/>
              <a:ahLst/>
              <a:cxnLst/>
              <a:rect l="l" t="t" r="r" b="b"/>
              <a:pathLst>
                <a:path w="2294" h="3901" extrusionOk="0">
                  <a:moveTo>
                    <a:pt x="2293" y="0"/>
                  </a:moveTo>
                  <a:cubicBezTo>
                    <a:pt x="1556" y="268"/>
                    <a:pt x="838" y="1926"/>
                    <a:pt x="516" y="2658"/>
                  </a:cubicBezTo>
                  <a:lnTo>
                    <a:pt x="434" y="2850"/>
                  </a:lnTo>
                  <a:cubicBezTo>
                    <a:pt x="273" y="3213"/>
                    <a:pt x="131" y="3558"/>
                    <a:pt x="0" y="3901"/>
                  </a:cubicBezTo>
                  <a:cubicBezTo>
                    <a:pt x="217" y="3553"/>
                    <a:pt x="449" y="3208"/>
                    <a:pt x="661" y="2896"/>
                  </a:cubicBezTo>
                  <a:cubicBezTo>
                    <a:pt x="798" y="2698"/>
                    <a:pt x="924" y="2516"/>
                    <a:pt x="1031" y="2350"/>
                  </a:cubicBezTo>
                  <a:cubicBezTo>
                    <a:pt x="1111" y="2229"/>
                    <a:pt x="1207" y="2087"/>
                    <a:pt x="1314" y="1935"/>
                  </a:cubicBezTo>
                  <a:cubicBezTo>
                    <a:pt x="1722" y="1364"/>
                    <a:pt x="2263" y="601"/>
                    <a:pt x="2293"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30"/>
            <p:cNvSpPr/>
            <p:nvPr/>
          </p:nvSpPr>
          <p:spPr>
            <a:xfrm>
              <a:off x="4728375" y="3918975"/>
              <a:ext cx="34525" cy="147050"/>
            </a:xfrm>
            <a:custGeom>
              <a:avLst/>
              <a:gdLst/>
              <a:ahLst/>
              <a:cxnLst/>
              <a:rect l="l" t="t" r="r" b="b"/>
              <a:pathLst>
                <a:path w="1381" h="5882" extrusionOk="0">
                  <a:moveTo>
                    <a:pt x="369" y="0"/>
                  </a:moveTo>
                  <a:lnTo>
                    <a:pt x="364" y="5"/>
                  </a:lnTo>
                  <a:cubicBezTo>
                    <a:pt x="350" y="5"/>
                    <a:pt x="309" y="26"/>
                    <a:pt x="259" y="87"/>
                  </a:cubicBezTo>
                  <a:cubicBezTo>
                    <a:pt x="1" y="390"/>
                    <a:pt x="192" y="1582"/>
                    <a:pt x="278" y="2092"/>
                  </a:cubicBezTo>
                  <a:cubicBezTo>
                    <a:pt x="289" y="2178"/>
                    <a:pt x="304" y="2253"/>
                    <a:pt x="313" y="2309"/>
                  </a:cubicBezTo>
                  <a:cubicBezTo>
                    <a:pt x="415" y="3017"/>
                    <a:pt x="637" y="3714"/>
                    <a:pt x="859" y="4386"/>
                  </a:cubicBezTo>
                  <a:lnTo>
                    <a:pt x="870" y="4431"/>
                  </a:lnTo>
                  <a:cubicBezTo>
                    <a:pt x="1031" y="4916"/>
                    <a:pt x="1203" y="5401"/>
                    <a:pt x="1380" y="5881"/>
                  </a:cubicBezTo>
                  <a:cubicBezTo>
                    <a:pt x="1274" y="5170"/>
                    <a:pt x="1208" y="4452"/>
                    <a:pt x="1148" y="3769"/>
                  </a:cubicBezTo>
                  <a:lnTo>
                    <a:pt x="1117" y="3381"/>
                  </a:lnTo>
                  <a:cubicBezTo>
                    <a:pt x="1041" y="2451"/>
                    <a:pt x="966" y="1486"/>
                    <a:pt x="667" y="622"/>
                  </a:cubicBezTo>
                  <a:lnTo>
                    <a:pt x="642" y="546"/>
                  </a:lnTo>
                  <a:cubicBezTo>
                    <a:pt x="592" y="390"/>
                    <a:pt x="471" y="21"/>
                    <a:pt x="369"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30"/>
            <p:cNvSpPr/>
            <p:nvPr/>
          </p:nvSpPr>
          <p:spPr>
            <a:xfrm>
              <a:off x="4737350" y="3729900"/>
              <a:ext cx="61275" cy="242275"/>
            </a:xfrm>
            <a:custGeom>
              <a:avLst/>
              <a:gdLst/>
              <a:ahLst/>
              <a:cxnLst/>
              <a:rect l="l" t="t" r="r" b="b"/>
              <a:pathLst>
                <a:path w="2451" h="9691" extrusionOk="0">
                  <a:moveTo>
                    <a:pt x="1516" y="1"/>
                  </a:moveTo>
                  <a:lnTo>
                    <a:pt x="1516" y="1"/>
                  </a:lnTo>
                  <a:cubicBezTo>
                    <a:pt x="0" y="2753"/>
                    <a:pt x="758" y="6978"/>
                    <a:pt x="2451" y="9690"/>
                  </a:cubicBezTo>
                  <a:cubicBezTo>
                    <a:pt x="2416" y="9534"/>
                    <a:pt x="2375" y="9377"/>
                    <a:pt x="2335" y="9221"/>
                  </a:cubicBezTo>
                  <a:cubicBezTo>
                    <a:pt x="2309" y="9125"/>
                    <a:pt x="2284" y="9028"/>
                    <a:pt x="2258" y="8932"/>
                  </a:cubicBezTo>
                  <a:cubicBezTo>
                    <a:pt x="1971" y="7766"/>
                    <a:pt x="1668" y="6391"/>
                    <a:pt x="1572" y="4972"/>
                  </a:cubicBezTo>
                  <a:cubicBezTo>
                    <a:pt x="1511" y="4026"/>
                    <a:pt x="1516" y="3102"/>
                    <a:pt x="1551" y="2016"/>
                  </a:cubicBezTo>
                  <a:cubicBezTo>
                    <a:pt x="1561" y="1703"/>
                    <a:pt x="1546" y="1370"/>
                    <a:pt x="1537" y="1046"/>
                  </a:cubicBezTo>
                  <a:cubicBezTo>
                    <a:pt x="1521" y="698"/>
                    <a:pt x="1506" y="344"/>
                    <a:pt x="1516"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30"/>
            <p:cNvSpPr/>
            <p:nvPr/>
          </p:nvSpPr>
          <p:spPr>
            <a:xfrm>
              <a:off x="4781425" y="3726725"/>
              <a:ext cx="30725" cy="228525"/>
            </a:xfrm>
            <a:custGeom>
              <a:avLst/>
              <a:gdLst/>
              <a:ahLst/>
              <a:cxnLst/>
              <a:rect l="l" t="t" r="r" b="b"/>
              <a:pathLst>
                <a:path w="1229" h="9141" extrusionOk="0">
                  <a:moveTo>
                    <a:pt x="26" y="0"/>
                  </a:moveTo>
                  <a:cubicBezTo>
                    <a:pt x="0" y="375"/>
                    <a:pt x="16" y="769"/>
                    <a:pt x="31" y="1163"/>
                  </a:cubicBezTo>
                  <a:cubicBezTo>
                    <a:pt x="40" y="1492"/>
                    <a:pt x="56" y="1830"/>
                    <a:pt x="47" y="2148"/>
                  </a:cubicBezTo>
                  <a:cubicBezTo>
                    <a:pt x="16" y="3229"/>
                    <a:pt x="5" y="4144"/>
                    <a:pt x="66" y="5083"/>
                  </a:cubicBezTo>
                  <a:cubicBezTo>
                    <a:pt x="157" y="6478"/>
                    <a:pt x="465" y="7842"/>
                    <a:pt x="749" y="8994"/>
                  </a:cubicBezTo>
                  <a:cubicBezTo>
                    <a:pt x="763" y="9045"/>
                    <a:pt x="774" y="9090"/>
                    <a:pt x="784" y="9141"/>
                  </a:cubicBezTo>
                  <a:cubicBezTo>
                    <a:pt x="804" y="8707"/>
                    <a:pt x="829" y="8215"/>
                    <a:pt x="865" y="7686"/>
                  </a:cubicBezTo>
                  <a:cubicBezTo>
                    <a:pt x="1021" y="5139"/>
                    <a:pt x="1229" y="1709"/>
                    <a:pt x="26"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30"/>
            <p:cNvSpPr/>
            <p:nvPr/>
          </p:nvSpPr>
          <p:spPr>
            <a:xfrm>
              <a:off x="5007025" y="3663975"/>
              <a:ext cx="107625" cy="79325"/>
            </a:xfrm>
            <a:custGeom>
              <a:avLst/>
              <a:gdLst/>
              <a:ahLst/>
              <a:cxnLst/>
              <a:rect l="l" t="t" r="r" b="b"/>
              <a:pathLst>
                <a:path w="4305" h="3173" extrusionOk="0">
                  <a:moveTo>
                    <a:pt x="4305" y="0"/>
                  </a:moveTo>
                  <a:lnTo>
                    <a:pt x="4305" y="0"/>
                  </a:lnTo>
                  <a:cubicBezTo>
                    <a:pt x="4037" y="176"/>
                    <a:pt x="3724" y="369"/>
                    <a:pt x="3395" y="570"/>
                  </a:cubicBezTo>
                  <a:cubicBezTo>
                    <a:pt x="2880" y="889"/>
                    <a:pt x="2344" y="1218"/>
                    <a:pt x="2046" y="1449"/>
                  </a:cubicBezTo>
                  <a:cubicBezTo>
                    <a:pt x="1778" y="1657"/>
                    <a:pt x="1521" y="1890"/>
                    <a:pt x="1248" y="2142"/>
                  </a:cubicBezTo>
                  <a:cubicBezTo>
                    <a:pt x="859" y="2491"/>
                    <a:pt x="460" y="2850"/>
                    <a:pt x="35" y="3137"/>
                  </a:cubicBezTo>
                  <a:cubicBezTo>
                    <a:pt x="26" y="3147"/>
                    <a:pt x="15" y="3163"/>
                    <a:pt x="0" y="3172"/>
                  </a:cubicBezTo>
                  <a:cubicBezTo>
                    <a:pt x="1263" y="2683"/>
                    <a:pt x="3587" y="1127"/>
                    <a:pt x="4305"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30"/>
            <p:cNvSpPr/>
            <p:nvPr/>
          </p:nvSpPr>
          <p:spPr>
            <a:xfrm>
              <a:off x="5004475" y="3654600"/>
              <a:ext cx="112325" cy="80475"/>
            </a:xfrm>
            <a:custGeom>
              <a:avLst/>
              <a:gdLst/>
              <a:ahLst/>
              <a:cxnLst/>
              <a:rect l="l" t="t" r="r" b="b"/>
              <a:pathLst>
                <a:path w="4493" h="3219" extrusionOk="0">
                  <a:moveTo>
                    <a:pt x="4493" y="1"/>
                  </a:moveTo>
                  <a:lnTo>
                    <a:pt x="4493" y="1"/>
                  </a:lnTo>
                  <a:cubicBezTo>
                    <a:pt x="2022" y="289"/>
                    <a:pt x="597" y="2169"/>
                    <a:pt x="0" y="3184"/>
                  </a:cubicBezTo>
                  <a:cubicBezTo>
                    <a:pt x="37" y="3184"/>
                    <a:pt x="72" y="3199"/>
                    <a:pt x="102" y="3219"/>
                  </a:cubicBezTo>
                  <a:cubicBezTo>
                    <a:pt x="471" y="2952"/>
                    <a:pt x="830" y="2633"/>
                    <a:pt x="1173" y="2320"/>
                  </a:cubicBezTo>
                  <a:cubicBezTo>
                    <a:pt x="1441" y="2083"/>
                    <a:pt x="1714" y="1835"/>
                    <a:pt x="1987" y="1618"/>
                  </a:cubicBezTo>
                  <a:cubicBezTo>
                    <a:pt x="2299" y="1376"/>
                    <a:pt x="2835" y="1047"/>
                    <a:pt x="3360" y="728"/>
                  </a:cubicBezTo>
                  <a:cubicBezTo>
                    <a:pt x="3770" y="471"/>
                    <a:pt x="4199" y="213"/>
                    <a:pt x="4493"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30"/>
            <p:cNvSpPr/>
            <p:nvPr/>
          </p:nvSpPr>
          <p:spPr>
            <a:xfrm>
              <a:off x="4897250" y="3666375"/>
              <a:ext cx="65450" cy="150075"/>
            </a:xfrm>
            <a:custGeom>
              <a:avLst/>
              <a:gdLst/>
              <a:ahLst/>
              <a:cxnLst/>
              <a:rect l="l" t="t" r="r" b="b"/>
              <a:pathLst>
                <a:path w="2618" h="6003" extrusionOk="0">
                  <a:moveTo>
                    <a:pt x="2617" y="0"/>
                  </a:moveTo>
                  <a:lnTo>
                    <a:pt x="2617" y="0"/>
                  </a:lnTo>
                  <a:cubicBezTo>
                    <a:pt x="1223" y="1262"/>
                    <a:pt x="360" y="3239"/>
                    <a:pt x="1" y="6002"/>
                  </a:cubicBezTo>
                  <a:cubicBezTo>
                    <a:pt x="415" y="4860"/>
                    <a:pt x="940" y="3582"/>
                    <a:pt x="1688" y="2339"/>
                  </a:cubicBezTo>
                  <a:cubicBezTo>
                    <a:pt x="1901" y="1985"/>
                    <a:pt x="2046" y="1541"/>
                    <a:pt x="2188" y="1106"/>
                  </a:cubicBezTo>
                  <a:cubicBezTo>
                    <a:pt x="2314" y="728"/>
                    <a:pt x="2440" y="339"/>
                    <a:pt x="2617"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30"/>
            <p:cNvSpPr/>
            <p:nvPr/>
          </p:nvSpPr>
          <p:spPr>
            <a:xfrm>
              <a:off x="4903825" y="3659550"/>
              <a:ext cx="74150" cy="157650"/>
            </a:xfrm>
            <a:custGeom>
              <a:avLst/>
              <a:gdLst/>
              <a:ahLst/>
              <a:cxnLst/>
              <a:rect l="l" t="t" r="r" b="b"/>
              <a:pathLst>
                <a:path w="2966" h="6306" extrusionOk="0">
                  <a:moveTo>
                    <a:pt x="2834" y="0"/>
                  </a:moveTo>
                  <a:lnTo>
                    <a:pt x="2834" y="0"/>
                  </a:lnTo>
                  <a:cubicBezTo>
                    <a:pt x="2531" y="379"/>
                    <a:pt x="2349" y="929"/>
                    <a:pt x="2172" y="1460"/>
                  </a:cubicBezTo>
                  <a:cubicBezTo>
                    <a:pt x="2026" y="1910"/>
                    <a:pt x="1869" y="2370"/>
                    <a:pt x="1647" y="2743"/>
                  </a:cubicBezTo>
                  <a:cubicBezTo>
                    <a:pt x="925" y="3951"/>
                    <a:pt x="414" y="5189"/>
                    <a:pt x="1" y="6306"/>
                  </a:cubicBezTo>
                  <a:cubicBezTo>
                    <a:pt x="1207" y="4587"/>
                    <a:pt x="2965" y="1971"/>
                    <a:pt x="2834"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30"/>
            <p:cNvSpPr/>
            <p:nvPr/>
          </p:nvSpPr>
          <p:spPr>
            <a:xfrm>
              <a:off x="4866825" y="3816300"/>
              <a:ext cx="156375" cy="57975"/>
            </a:xfrm>
            <a:custGeom>
              <a:avLst/>
              <a:gdLst/>
              <a:ahLst/>
              <a:cxnLst/>
              <a:rect l="l" t="t" r="r" b="b"/>
              <a:pathLst>
                <a:path w="6255" h="2319" extrusionOk="0">
                  <a:moveTo>
                    <a:pt x="6255" y="0"/>
                  </a:moveTo>
                  <a:cubicBezTo>
                    <a:pt x="4148" y="243"/>
                    <a:pt x="1283" y="1106"/>
                    <a:pt x="0" y="2319"/>
                  </a:cubicBezTo>
                  <a:cubicBezTo>
                    <a:pt x="460" y="2258"/>
                    <a:pt x="965" y="2097"/>
                    <a:pt x="1425" y="1941"/>
                  </a:cubicBezTo>
                  <a:cubicBezTo>
                    <a:pt x="1647" y="1864"/>
                    <a:pt x="1859" y="1799"/>
                    <a:pt x="2062" y="1738"/>
                  </a:cubicBezTo>
                  <a:cubicBezTo>
                    <a:pt x="2859" y="1510"/>
                    <a:pt x="3572" y="1213"/>
                    <a:pt x="4249" y="829"/>
                  </a:cubicBezTo>
                  <a:cubicBezTo>
                    <a:pt x="4977" y="414"/>
                    <a:pt x="5583" y="182"/>
                    <a:pt x="6255"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30"/>
            <p:cNvSpPr/>
            <p:nvPr/>
          </p:nvSpPr>
          <p:spPr>
            <a:xfrm>
              <a:off x="4876675" y="3819700"/>
              <a:ext cx="160175" cy="62925"/>
            </a:xfrm>
            <a:custGeom>
              <a:avLst/>
              <a:gdLst/>
              <a:ahLst/>
              <a:cxnLst/>
              <a:rect l="l" t="t" r="r" b="b"/>
              <a:pathLst>
                <a:path w="6407" h="2517" extrusionOk="0">
                  <a:moveTo>
                    <a:pt x="6406" y="0"/>
                  </a:moveTo>
                  <a:lnTo>
                    <a:pt x="6406" y="0"/>
                  </a:lnTo>
                  <a:cubicBezTo>
                    <a:pt x="5548" y="198"/>
                    <a:pt x="4855" y="420"/>
                    <a:pt x="3981" y="919"/>
                  </a:cubicBezTo>
                  <a:cubicBezTo>
                    <a:pt x="3294" y="1313"/>
                    <a:pt x="2556" y="1623"/>
                    <a:pt x="1733" y="1854"/>
                  </a:cubicBezTo>
                  <a:cubicBezTo>
                    <a:pt x="1541" y="1910"/>
                    <a:pt x="1334" y="1980"/>
                    <a:pt x="1117" y="2052"/>
                  </a:cubicBezTo>
                  <a:cubicBezTo>
                    <a:pt x="758" y="2173"/>
                    <a:pt x="374" y="2299"/>
                    <a:pt x="0" y="2381"/>
                  </a:cubicBezTo>
                  <a:cubicBezTo>
                    <a:pt x="56" y="2390"/>
                    <a:pt x="122" y="2400"/>
                    <a:pt x="177" y="2411"/>
                  </a:cubicBezTo>
                  <a:cubicBezTo>
                    <a:pt x="489" y="2464"/>
                    <a:pt x="790" y="2517"/>
                    <a:pt x="1112" y="2517"/>
                  </a:cubicBezTo>
                  <a:cubicBezTo>
                    <a:pt x="1342" y="2517"/>
                    <a:pt x="1583" y="2490"/>
                    <a:pt x="1845" y="2416"/>
                  </a:cubicBezTo>
                  <a:cubicBezTo>
                    <a:pt x="3107" y="2066"/>
                    <a:pt x="5270" y="1101"/>
                    <a:pt x="6406"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0" name="Google Shape;1360;p30"/>
          <p:cNvGrpSpPr/>
          <p:nvPr/>
        </p:nvGrpSpPr>
        <p:grpSpPr>
          <a:xfrm>
            <a:off x="6731603" y="3333183"/>
            <a:ext cx="1110316" cy="1086837"/>
            <a:chOff x="812725" y="132025"/>
            <a:chExt cx="807150" cy="790025"/>
          </a:xfrm>
        </p:grpSpPr>
        <p:sp>
          <p:nvSpPr>
            <p:cNvPr id="1361" name="Google Shape;1361;p30"/>
            <p:cNvSpPr/>
            <p:nvPr/>
          </p:nvSpPr>
          <p:spPr>
            <a:xfrm>
              <a:off x="1039425" y="614375"/>
              <a:ext cx="304875" cy="273825"/>
            </a:xfrm>
            <a:custGeom>
              <a:avLst/>
              <a:gdLst/>
              <a:ahLst/>
              <a:cxnLst/>
              <a:rect l="l" t="t" r="r" b="b"/>
              <a:pathLst>
                <a:path w="12195" h="10953" extrusionOk="0">
                  <a:moveTo>
                    <a:pt x="7333" y="0"/>
                  </a:moveTo>
                  <a:cubicBezTo>
                    <a:pt x="6409" y="0"/>
                    <a:pt x="5493" y="277"/>
                    <a:pt x="4616" y="831"/>
                  </a:cubicBezTo>
                  <a:cubicBezTo>
                    <a:pt x="1910" y="2540"/>
                    <a:pt x="88" y="6564"/>
                    <a:pt x="0" y="9401"/>
                  </a:cubicBezTo>
                  <a:lnTo>
                    <a:pt x="0" y="9659"/>
                  </a:lnTo>
                  <a:cubicBezTo>
                    <a:pt x="0" y="9696"/>
                    <a:pt x="12" y="9734"/>
                    <a:pt x="32" y="9766"/>
                  </a:cubicBezTo>
                  <a:cubicBezTo>
                    <a:pt x="64" y="9810"/>
                    <a:pt x="120" y="9842"/>
                    <a:pt x="183" y="9842"/>
                  </a:cubicBezTo>
                  <a:cubicBezTo>
                    <a:pt x="253" y="9842"/>
                    <a:pt x="309" y="9810"/>
                    <a:pt x="341" y="9754"/>
                  </a:cubicBezTo>
                  <a:cubicBezTo>
                    <a:pt x="359" y="9728"/>
                    <a:pt x="366" y="9690"/>
                    <a:pt x="366" y="9659"/>
                  </a:cubicBezTo>
                  <a:cubicBezTo>
                    <a:pt x="366" y="9565"/>
                    <a:pt x="366" y="9477"/>
                    <a:pt x="372" y="9388"/>
                  </a:cubicBezTo>
                  <a:cubicBezTo>
                    <a:pt x="460" y="6652"/>
                    <a:pt x="2213" y="2787"/>
                    <a:pt x="4811" y="1140"/>
                  </a:cubicBezTo>
                  <a:cubicBezTo>
                    <a:pt x="5637" y="622"/>
                    <a:pt x="6477" y="363"/>
                    <a:pt x="7325" y="363"/>
                  </a:cubicBezTo>
                  <a:cubicBezTo>
                    <a:pt x="8005" y="363"/>
                    <a:pt x="8690" y="529"/>
                    <a:pt x="9377" y="863"/>
                  </a:cubicBezTo>
                  <a:cubicBezTo>
                    <a:pt x="9755" y="1046"/>
                    <a:pt x="10070" y="1285"/>
                    <a:pt x="10335" y="1556"/>
                  </a:cubicBezTo>
                  <a:cubicBezTo>
                    <a:pt x="10341" y="1614"/>
                    <a:pt x="10372" y="1664"/>
                    <a:pt x="10416" y="1695"/>
                  </a:cubicBezTo>
                  <a:cubicBezTo>
                    <a:pt x="10436" y="1708"/>
                    <a:pt x="10460" y="1714"/>
                    <a:pt x="10480" y="1721"/>
                  </a:cubicBezTo>
                  <a:cubicBezTo>
                    <a:pt x="10562" y="1815"/>
                    <a:pt x="10637" y="1916"/>
                    <a:pt x="10707" y="2024"/>
                  </a:cubicBezTo>
                  <a:cubicBezTo>
                    <a:pt x="10183" y="1664"/>
                    <a:pt x="9622" y="1449"/>
                    <a:pt x="8871" y="1399"/>
                  </a:cubicBezTo>
                  <a:cubicBezTo>
                    <a:pt x="8737" y="1390"/>
                    <a:pt x="8605" y="1386"/>
                    <a:pt x="8473" y="1386"/>
                  </a:cubicBezTo>
                  <a:cubicBezTo>
                    <a:pt x="6757" y="1386"/>
                    <a:pt x="5270" y="2144"/>
                    <a:pt x="4269" y="3549"/>
                  </a:cubicBezTo>
                  <a:cubicBezTo>
                    <a:pt x="3393" y="4786"/>
                    <a:pt x="1715" y="7767"/>
                    <a:pt x="1816" y="9527"/>
                  </a:cubicBezTo>
                  <a:cubicBezTo>
                    <a:pt x="1822" y="9615"/>
                    <a:pt x="1828" y="9704"/>
                    <a:pt x="1848" y="9780"/>
                  </a:cubicBezTo>
                  <a:cubicBezTo>
                    <a:pt x="1860" y="9873"/>
                    <a:pt x="1942" y="9937"/>
                    <a:pt x="2031" y="9937"/>
                  </a:cubicBezTo>
                  <a:cubicBezTo>
                    <a:pt x="2043" y="9937"/>
                    <a:pt x="2049" y="9937"/>
                    <a:pt x="2061" y="9931"/>
                  </a:cubicBezTo>
                  <a:cubicBezTo>
                    <a:pt x="2163" y="9911"/>
                    <a:pt x="2226" y="9817"/>
                    <a:pt x="2213" y="9722"/>
                  </a:cubicBezTo>
                  <a:cubicBezTo>
                    <a:pt x="2207" y="9690"/>
                    <a:pt x="2200" y="9659"/>
                    <a:pt x="2200" y="9628"/>
                  </a:cubicBezTo>
                  <a:cubicBezTo>
                    <a:pt x="2017" y="8159"/>
                    <a:pt x="3493" y="5284"/>
                    <a:pt x="4572" y="3764"/>
                  </a:cubicBezTo>
                  <a:cubicBezTo>
                    <a:pt x="5498" y="2463"/>
                    <a:pt x="6867" y="1757"/>
                    <a:pt x="8449" y="1757"/>
                  </a:cubicBezTo>
                  <a:cubicBezTo>
                    <a:pt x="8578" y="1757"/>
                    <a:pt x="8709" y="1762"/>
                    <a:pt x="8841" y="1771"/>
                  </a:cubicBezTo>
                  <a:cubicBezTo>
                    <a:pt x="9805" y="1835"/>
                    <a:pt x="10416" y="2181"/>
                    <a:pt x="11111" y="2824"/>
                  </a:cubicBezTo>
                  <a:cubicBezTo>
                    <a:pt x="11943" y="5081"/>
                    <a:pt x="11041" y="8404"/>
                    <a:pt x="10158" y="10441"/>
                  </a:cubicBezTo>
                  <a:cubicBezTo>
                    <a:pt x="10114" y="10542"/>
                    <a:pt x="10070" y="10642"/>
                    <a:pt x="10026" y="10732"/>
                  </a:cubicBezTo>
                  <a:cubicBezTo>
                    <a:pt x="10020" y="10750"/>
                    <a:pt x="10014" y="10763"/>
                    <a:pt x="10014" y="10775"/>
                  </a:cubicBezTo>
                  <a:lnTo>
                    <a:pt x="10316" y="10952"/>
                  </a:lnTo>
                  <a:cubicBezTo>
                    <a:pt x="10335" y="10933"/>
                    <a:pt x="10354" y="10915"/>
                    <a:pt x="10360" y="10889"/>
                  </a:cubicBezTo>
                  <a:cubicBezTo>
                    <a:pt x="10404" y="10801"/>
                    <a:pt x="10442" y="10712"/>
                    <a:pt x="10480" y="10618"/>
                  </a:cubicBezTo>
                  <a:cubicBezTo>
                    <a:pt x="11330" y="8669"/>
                    <a:pt x="12194" y="5548"/>
                    <a:pt x="11603" y="3197"/>
                  </a:cubicBezTo>
                  <a:cubicBezTo>
                    <a:pt x="11551" y="2994"/>
                    <a:pt x="11489" y="2793"/>
                    <a:pt x="11414" y="2597"/>
                  </a:cubicBezTo>
                  <a:cubicBezTo>
                    <a:pt x="11255" y="2193"/>
                    <a:pt x="11041" y="1809"/>
                    <a:pt x="10763" y="1481"/>
                  </a:cubicBezTo>
                  <a:cubicBezTo>
                    <a:pt x="10681" y="1381"/>
                    <a:pt x="10593" y="1285"/>
                    <a:pt x="10492" y="1192"/>
                  </a:cubicBezTo>
                  <a:cubicBezTo>
                    <a:pt x="10227" y="933"/>
                    <a:pt x="9906" y="712"/>
                    <a:pt x="9540" y="529"/>
                  </a:cubicBezTo>
                  <a:cubicBezTo>
                    <a:pt x="8810" y="176"/>
                    <a:pt x="8069" y="0"/>
                    <a:pt x="7333"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30"/>
            <p:cNvSpPr/>
            <p:nvPr/>
          </p:nvSpPr>
          <p:spPr>
            <a:xfrm>
              <a:off x="935375" y="132025"/>
              <a:ext cx="640350" cy="790025"/>
            </a:xfrm>
            <a:custGeom>
              <a:avLst/>
              <a:gdLst/>
              <a:ahLst/>
              <a:cxnLst/>
              <a:rect l="l" t="t" r="r" b="b"/>
              <a:pathLst>
                <a:path w="25614" h="31601" extrusionOk="0">
                  <a:moveTo>
                    <a:pt x="21641" y="1424"/>
                  </a:moveTo>
                  <a:cubicBezTo>
                    <a:pt x="21880" y="1985"/>
                    <a:pt x="22025" y="2577"/>
                    <a:pt x="22107" y="3013"/>
                  </a:cubicBezTo>
                  <a:cubicBezTo>
                    <a:pt x="22113" y="3037"/>
                    <a:pt x="22127" y="3063"/>
                    <a:pt x="22139" y="3082"/>
                  </a:cubicBezTo>
                  <a:cubicBezTo>
                    <a:pt x="21836" y="4142"/>
                    <a:pt x="21458" y="5219"/>
                    <a:pt x="21042" y="6298"/>
                  </a:cubicBezTo>
                  <a:cubicBezTo>
                    <a:pt x="20663" y="6260"/>
                    <a:pt x="20279" y="6229"/>
                    <a:pt x="19895" y="6197"/>
                  </a:cubicBezTo>
                  <a:cubicBezTo>
                    <a:pt x="20058" y="5768"/>
                    <a:pt x="20235" y="5327"/>
                    <a:pt x="20411" y="4873"/>
                  </a:cubicBezTo>
                  <a:cubicBezTo>
                    <a:pt x="20872" y="3718"/>
                    <a:pt x="21350" y="2527"/>
                    <a:pt x="21641" y="1424"/>
                  </a:cubicBezTo>
                  <a:close/>
                  <a:moveTo>
                    <a:pt x="10007" y="10175"/>
                  </a:moveTo>
                  <a:lnTo>
                    <a:pt x="10007" y="10175"/>
                  </a:lnTo>
                  <a:cubicBezTo>
                    <a:pt x="11073" y="10187"/>
                    <a:pt x="12151" y="10233"/>
                    <a:pt x="13230" y="10295"/>
                  </a:cubicBezTo>
                  <a:cubicBezTo>
                    <a:pt x="13122" y="10573"/>
                    <a:pt x="13021" y="10856"/>
                    <a:pt x="12927" y="11133"/>
                  </a:cubicBezTo>
                  <a:cubicBezTo>
                    <a:pt x="12876" y="11278"/>
                    <a:pt x="12826" y="11430"/>
                    <a:pt x="12768" y="11575"/>
                  </a:cubicBezTo>
                  <a:cubicBezTo>
                    <a:pt x="12372" y="11569"/>
                    <a:pt x="11950" y="11519"/>
                    <a:pt x="11540" y="11462"/>
                  </a:cubicBezTo>
                  <a:cubicBezTo>
                    <a:pt x="11319" y="11436"/>
                    <a:pt x="11092" y="11406"/>
                    <a:pt x="10871" y="11386"/>
                  </a:cubicBezTo>
                  <a:cubicBezTo>
                    <a:pt x="10650" y="10982"/>
                    <a:pt x="10335" y="10573"/>
                    <a:pt x="10007" y="10175"/>
                  </a:cubicBezTo>
                  <a:close/>
                  <a:moveTo>
                    <a:pt x="24668" y="7326"/>
                  </a:moveTo>
                  <a:cubicBezTo>
                    <a:pt x="24945" y="7861"/>
                    <a:pt x="25122" y="8536"/>
                    <a:pt x="25235" y="9040"/>
                  </a:cubicBezTo>
                  <a:cubicBezTo>
                    <a:pt x="24693" y="9954"/>
                    <a:pt x="24194" y="11071"/>
                    <a:pt x="23760" y="12055"/>
                  </a:cubicBezTo>
                  <a:cubicBezTo>
                    <a:pt x="23722" y="12143"/>
                    <a:pt x="23690" y="12218"/>
                    <a:pt x="23652" y="12306"/>
                  </a:cubicBezTo>
                  <a:cubicBezTo>
                    <a:pt x="23483" y="11840"/>
                    <a:pt x="23274" y="11406"/>
                    <a:pt x="23073" y="10982"/>
                  </a:cubicBezTo>
                  <a:cubicBezTo>
                    <a:pt x="23754" y="9817"/>
                    <a:pt x="24220" y="8548"/>
                    <a:pt x="24668" y="7326"/>
                  </a:cubicBezTo>
                  <a:close/>
                  <a:moveTo>
                    <a:pt x="18475" y="10737"/>
                  </a:moveTo>
                  <a:lnTo>
                    <a:pt x="18475" y="10737"/>
                  </a:lnTo>
                  <a:cubicBezTo>
                    <a:pt x="18746" y="10762"/>
                    <a:pt x="19018" y="10787"/>
                    <a:pt x="19295" y="10812"/>
                  </a:cubicBezTo>
                  <a:cubicBezTo>
                    <a:pt x="19421" y="10824"/>
                    <a:pt x="19548" y="10838"/>
                    <a:pt x="19674" y="10850"/>
                  </a:cubicBezTo>
                  <a:cubicBezTo>
                    <a:pt x="20675" y="10938"/>
                    <a:pt x="21691" y="11027"/>
                    <a:pt x="22681" y="11089"/>
                  </a:cubicBezTo>
                  <a:cubicBezTo>
                    <a:pt x="22694" y="11121"/>
                    <a:pt x="22718" y="11147"/>
                    <a:pt x="22750" y="11165"/>
                  </a:cubicBezTo>
                  <a:cubicBezTo>
                    <a:pt x="22983" y="11645"/>
                    <a:pt x="23204" y="12117"/>
                    <a:pt x="23375" y="12628"/>
                  </a:cubicBezTo>
                  <a:cubicBezTo>
                    <a:pt x="22675" y="12622"/>
                    <a:pt x="21932" y="12533"/>
                    <a:pt x="21143" y="12445"/>
                  </a:cubicBezTo>
                  <a:cubicBezTo>
                    <a:pt x="20518" y="12370"/>
                    <a:pt x="19875" y="12294"/>
                    <a:pt x="19251" y="12262"/>
                  </a:cubicBezTo>
                  <a:cubicBezTo>
                    <a:pt x="19176" y="12262"/>
                    <a:pt x="19094" y="12256"/>
                    <a:pt x="19018" y="12256"/>
                  </a:cubicBezTo>
                  <a:cubicBezTo>
                    <a:pt x="18993" y="12168"/>
                    <a:pt x="18967" y="12079"/>
                    <a:pt x="18943" y="11997"/>
                  </a:cubicBezTo>
                  <a:cubicBezTo>
                    <a:pt x="18860" y="11746"/>
                    <a:pt x="18766" y="11493"/>
                    <a:pt x="18670" y="11254"/>
                  </a:cubicBezTo>
                  <a:cubicBezTo>
                    <a:pt x="18602" y="11077"/>
                    <a:pt x="18533" y="10906"/>
                    <a:pt x="18475" y="10737"/>
                  </a:cubicBezTo>
                  <a:close/>
                  <a:moveTo>
                    <a:pt x="18210" y="11083"/>
                  </a:moveTo>
                  <a:cubicBezTo>
                    <a:pt x="18248" y="11185"/>
                    <a:pt x="18286" y="11285"/>
                    <a:pt x="18324" y="11386"/>
                  </a:cubicBezTo>
                  <a:cubicBezTo>
                    <a:pt x="18495" y="11814"/>
                    <a:pt x="18664" y="12256"/>
                    <a:pt x="18740" y="12698"/>
                  </a:cubicBezTo>
                  <a:cubicBezTo>
                    <a:pt x="18740" y="12704"/>
                    <a:pt x="18740" y="12704"/>
                    <a:pt x="18746" y="12704"/>
                  </a:cubicBezTo>
                  <a:lnTo>
                    <a:pt x="18746" y="12710"/>
                  </a:lnTo>
                  <a:cubicBezTo>
                    <a:pt x="18728" y="12774"/>
                    <a:pt x="18708" y="12836"/>
                    <a:pt x="18696" y="12899"/>
                  </a:cubicBezTo>
                  <a:cubicBezTo>
                    <a:pt x="18419" y="13915"/>
                    <a:pt x="18135" y="14974"/>
                    <a:pt x="17770" y="15900"/>
                  </a:cubicBezTo>
                  <a:cubicBezTo>
                    <a:pt x="17725" y="16021"/>
                    <a:pt x="17675" y="16135"/>
                    <a:pt x="17631" y="16241"/>
                  </a:cubicBezTo>
                  <a:cubicBezTo>
                    <a:pt x="17593" y="16342"/>
                    <a:pt x="17555" y="16437"/>
                    <a:pt x="17511" y="16543"/>
                  </a:cubicBezTo>
                  <a:cubicBezTo>
                    <a:pt x="17296" y="16450"/>
                    <a:pt x="17095" y="16386"/>
                    <a:pt x="16918" y="16362"/>
                  </a:cubicBezTo>
                  <a:cubicBezTo>
                    <a:pt x="16910" y="16359"/>
                    <a:pt x="16903" y="16359"/>
                    <a:pt x="16895" y="16359"/>
                  </a:cubicBezTo>
                  <a:cubicBezTo>
                    <a:pt x="16878" y="16359"/>
                    <a:pt x="16860" y="16364"/>
                    <a:pt x="16842" y="16368"/>
                  </a:cubicBezTo>
                  <a:cubicBezTo>
                    <a:pt x="16754" y="16310"/>
                    <a:pt x="16653" y="16254"/>
                    <a:pt x="16559" y="16203"/>
                  </a:cubicBezTo>
                  <a:cubicBezTo>
                    <a:pt x="16741" y="15623"/>
                    <a:pt x="16924" y="15050"/>
                    <a:pt x="17101" y="14482"/>
                  </a:cubicBezTo>
                  <a:cubicBezTo>
                    <a:pt x="17322" y="13769"/>
                    <a:pt x="17543" y="13063"/>
                    <a:pt x="17770" y="12357"/>
                  </a:cubicBezTo>
                  <a:cubicBezTo>
                    <a:pt x="17908" y="11928"/>
                    <a:pt x="18059" y="11505"/>
                    <a:pt x="18210" y="11083"/>
                  </a:cubicBezTo>
                  <a:close/>
                  <a:moveTo>
                    <a:pt x="18008" y="0"/>
                  </a:moveTo>
                  <a:cubicBezTo>
                    <a:pt x="17749" y="0"/>
                    <a:pt x="17492" y="13"/>
                    <a:pt x="17240" y="42"/>
                  </a:cubicBezTo>
                  <a:cubicBezTo>
                    <a:pt x="17218" y="34"/>
                    <a:pt x="17195" y="30"/>
                    <a:pt x="17172" y="30"/>
                  </a:cubicBezTo>
                  <a:cubicBezTo>
                    <a:pt x="17130" y="30"/>
                    <a:pt x="17090" y="43"/>
                    <a:pt x="17057" y="68"/>
                  </a:cubicBezTo>
                  <a:cubicBezTo>
                    <a:pt x="17037" y="68"/>
                    <a:pt x="17019" y="74"/>
                    <a:pt x="17000" y="74"/>
                  </a:cubicBezTo>
                  <a:cubicBezTo>
                    <a:pt x="16906" y="94"/>
                    <a:pt x="16836" y="187"/>
                    <a:pt x="16848" y="289"/>
                  </a:cubicBezTo>
                  <a:cubicBezTo>
                    <a:pt x="16854" y="313"/>
                    <a:pt x="16862" y="333"/>
                    <a:pt x="16874" y="358"/>
                  </a:cubicBezTo>
                  <a:cubicBezTo>
                    <a:pt x="16257" y="1474"/>
                    <a:pt x="15859" y="2905"/>
                    <a:pt x="15468" y="4299"/>
                  </a:cubicBezTo>
                  <a:cubicBezTo>
                    <a:pt x="15317" y="4841"/>
                    <a:pt x="15172" y="5364"/>
                    <a:pt x="15014" y="5856"/>
                  </a:cubicBezTo>
                  <a:cubicBezTo>
                    <a:pt x="13714" y="5787"/>
                    <a:pt x="12416" y="5749"/>
                    <a:pt x="11129" y="5749"/>
                  </a:cubicBezTo>
                  <a:lnTo>
                    <a:pt x="11092" y="5749"/>
                  </a:lnTo>
                  <a:cubicBezTo>
                    <a:pt x="11080" y="5755"/>
                    <a:pt x="11066" y="5755"/>
                    <a:pt x="11054" y="5761"/>
                  </a:cubicBezTo>
                  <a:cubicBezTo>
                    <a:pt x="11048" y="5768"/>
                    <a:pt x="11042" y="5768"/>
                    <a:pt x="11028" y="5775"/>
                  </a:cubicBezTo>
                  <a:cubicBezTo>
                    <a:pt x="11016" y="5781"/>
                    <a:pt x="11004" y="5793"/>
                    <a:pt x="10998" y="5806"/>
                  </a:cubicBezTo>
                  <a:lnTo>
                    <a:pt x="10966" y="5837"/>
                  </a:lnTo>
                  <a:cubicBezTo>
                    <a:pt x="10960" y="5856"/>
                    <a:pt x="10952" y="5868"/>
                    <a:pt x="10952" y="5882"/>
                  </a:cubicBezTo>
                  <a:cubicBezTo>
                    <a:pt x="10946" y="5888"/>
                    <a:pt x="10946" y="5894"/>
                    <a:pt x="10946" y="5894"/>
                  </a:cubicBezTo>
                  <a:cubicBezTo>
                    <a:pt x="10789" y="6449"/>
                    <a:pt x="10498" y="7061"/>
                    <a:pt x="10215" y="7653"/>
                  </a:cubicBezTo>
                  <a:cubicBezTo>
                    <a:pt x="9843" y="8441"/>
                    <a:pt x="9453" y="9261"/>
                    <a:pt x="9377" y="9974"/>
                  </a:cubicBezTo>
                  <a:cubicBezTo>
                    <a:pt x="9363" y="10062"/>
                    <a:pt x="9421" y="10143"/>
                    <a:pt x="9515" y="10169"/>
                  </a:cubicBezTo>
                  <a:cubicBezTo>
                    <a:pt x="9724" y="10408"/>
                    <a:pt x="9931" y="10661"/>
                    <a:pt x="10114" y="10906"/>
                  </a:cubicBezTo>
                  <a:cubicBezTo>
                    <a:pt x="10303" y="11159"/>
                    <a:pt x="10468" y="11406"/>
                    <a:pt x="10594" y="11645"/>
                  </a:cubicBezTo>
                  <a:cubicBezTo>
                    <a:pt x="10600" y="11657"/>
                    <a:pt x="10606" y="11663"/>
                    <a:pt x="10612" y="11676"/>
                  </a:cubicBezTo>
                  <a:cubicBezTo>
                    <a:pt x="10619" y="11676"/>
                    <a:pt x="10619" y="11683"/>
                    <a:pt x="10619" y="11683"/>
                  </a:cubicBezTo>
                  <a:lnTo>
                    <a:pt x="10626" y="11689"/>
                  </a:lnTo>
                  <a:cubicBezTo>
                    <a:pt x="10626" y="11689"/>
                    <a:pt x="10632" y="11695"/>
                    <a:pt x="10638" y="11701"/>
                  </a:cubicBezTo>
                  <a:cubicBezTo>
                    <a:pt x="10644" y="11701"/>
                    <a:pt x="10650" y="11708"/>
                    <a:pt x="10650" y="11708"/>
                  </a:cubicBezTo>
                  <a:cubicBezTo>
                    <a:pt x="10669" y="11720"/>
                    <a:pt x="10695" y="11732"/>
                    <a:pt x="10719" y="11739"/>
                  </a:cubicBezTo>
                  <a:cubicBezTo>
                    <a:pt x="10725" y="11739"/>
                    <a:pt x="10733" y="11746"/>
                    <a:pt x="10745" y="11746"/>
                  </a:cubicBezTo>
                  <a:cubicBezTo>
                    <a:pt x="10984" y="11764"/>
                    <a:pt x="11237" y="11796"/>
                    <a:pt x="11496" y="11828"/>
                  </a:cubicBezTo>
                  <a:cubicBezTo>
                    <a:pt x="11874" y="11878"/>
                    <a:pt x="12258" y="11928"/>
                    <a:pt x="12637" y="11941"/>
                  </a:cubicBezTo>
                  <a:cubicBezTo>
                    <a:pt x="12428" y="12527"/>
                    <a:pt x="12201" y="13108"/>
                    <a:pt x="11981" y="13668"/>
                  </a:cubicBezTo>
                  <a:cubicBezTo>
                    <a:pt x="11823" y="14078"/>
                    <a:pt x="11659" y="14500"/>
                    <a:pt x="11508" y="14924"/>
                  </a:cubicBezTo>
                  <a:cubicBezTo>
                    <a:pt x="11453" y="14923"/>
                    <a:pt x="11398" y="14923"/>
                    <a:pt x="11344" y="14923"/>
                  </a:cubicBezTo>
                  <a:cubicBezTo>
                    <a:pt x="9713" y="14923"/>
                    <a:pt x="8164" y="15295"/>
                    <a:pt x="6950" y="16014"/>
                  </a:cubicBezTo>
                  <a:cubicBezTo>
                    <a:pt x="4465" y="17497"/>
                    <a:pt x="2561" y="19640"/>
                    <a:pt x="1583" y="22061"/>
                  </a:cubicBezTo>
                  <a:cubicBezTo>
                    <a:pt x="1299" y="22756"/>
                    <a:pt x="1054" y="23417"/>
                    <a:pt x="845" y="24042"/>
                  </a:cubicBezTo>
                  <a:lnTo>
                    <a:pt x="845" y="24048"/>
                  </a:lnTo>
                  <a:cubicBezTo>
                    <a:pt x="807" y="24161"/>
                    <a:pt x="769" y="24275"/>
                    <a:pt x="737" y="24388"/>
                  </a:cubicBezTo>
                  <a:cubicBezTo>
                    <a:pt x="542" y="25006"/>
                    <a:pt x="385" y="25585"/>
                    <a:pt x="271" y="26135"/>
                  </a:cubicBezTo>
                  <a:cubicBezTo>
                    <a:pt x="240" y="26292"/>
                    <a:pt x="208" y="26444"/>
                    <a:pt x="184" y="26595"/>
                  </a:cubicBezTo>
                  <a:cubicBezTo>
                    <a:pt x="120" y="26929"/>
                    <a:pt x="76" y="27250"/>
                    <a:pt x="44" y="27560"/>
                  </a:cubicBezTo>
                  <a:cubicBezTo>
                    <a:pt x="38" y="27654"/>
                    <a:pt x="26" y="27750"/>
                    <a:pt x="19" y="27843"/>
                  </a:cubicBezTo>
                  <a:cubicBezTo>
                    <a:pt x="7" y="28114"/>
                    <a:pt x="0" y="28373"/>
                    <a:pt x="7" y="28620"/>
                  </a:cubicBezTo>
                  <a:cubicBezTo>
                    <a:pt x="13" y="28726"/>
                    <a:pt x="19" y="28827"/>
                    <a:pt x="26" y="28922"/>
                  </a:cubicBezTo>
                  <a:cubicBezTo>
                    <a:pt x="50" y="29217"/>
                    <a:pt x="88" y="29490"/>
                    <a:pt x="158" y="29741"/>
                  </a:cubicBezTo>
                  <a:lnTo>
                    <a:pt x="158" y="29747"/>
                  </a:lnTo>
                  <a:cubicBezTo>
                    <a:pt x="184" y="29861"/>
                    <a:pt x="215" y="29968"/>
                    <a:pt x="246" y="30069"/>
                  </a:cubicBezTo>
                  <a:cubicBezTo>
                    <a:pt x="259" y="30095"/>
                    <a:pt x="271" y="30113"/>
                    <a:pt x="283" y="30133"/>
                  </a:cubicBezTo>
                  <a:cubicBezTo>
                    <a:pt x="321" y="30174"/>
                    <a:pt x="372" y="30199"/>
                    <a:pt x="427" y="30199"/>
                  </a:cubicBezTo>
                  <a:cubicBezTo>
                    <a:pt x="446" y="30199"/>
                    <a:pt x="466" y="30196"/>
                    <a:pt x="486" y="30189"/>
                  </a:cubicBezTo>
                  <a:cubicBezTo>
                    <a:pt x="518" y="30177"/>
                    <a:pt x="542" y="30157"/>
                    <a:pt x="562" y="30133"/>
                  </a:cubicBezTo>
                  <a:cubicBezTo>
                    <a:pt x="606" y="30088"/>
                    <a:pt x="618" y="30019"/>
                    <a:pt x="600" y="29956"/>
                  </a:cubicBezTo>
                  <a:cubicBezTo>
                    <a:pt x="580" y="29892"/>
                    <a:pt x="562" y="29830"/>
                    <a:pt x="542" y="29767"/>
                  </a:cubicBezTo>
                  <a:cubicBezTo>
                    <a:pt x="480" y="29546"/>
                    <a:pt x="435" y="29313"/>
                    <a:pt x="411" y="29060"/>
                  </a:cubicBezTo>
                  <a:cubicBezTo>
                    <a:pt x="397" y="28966"/>
                    <a:pt x="385" y="28865"/>
                    <a:pt x="385" y="28763"/>
                  </a:cubicBezTo>
                  <a:cubicBezTo>
                    <a:pt x="367" y="28518"/>
                    <a:pt x="367" y="28259"/>
                    <a:pt x="385" y="27983"/>
                  </a:cubicBezTo>
                  <a:cubicBezTo>
                    <a:pt x="385" y="27887"/>
                    <a:pt x="391" y="27793"/>
                    <a:pt x="405" y="27692"/>
                  </a:cubicBezTo>
                  <a:cubicBezTo>
                    <a:pt x="417" y="27515"/>
                    <a:pt x="435" y="27339"/>
                    <a:pt x="461" y="27150"/>
                  </a:cubicBezTo>
                  <a:cubicBezTo>
                    <a:pt x="486" y="27005"/>
                    <a:pt x="504" y="26854"/>
                    <a:pt x="536" y="26696"/>
                  </a:cubicBezTo>
                  <a:cubicBezTo>
                    <a:pt x="638" y="26123"/>
                    <a:pt x="789" y="25498"/>
                    <a:pt x="984" y="24836"/>
                  </a:cubicBezTo>
                  <a:cubicBezTo>
                    <a:pt x="1022" y="24709"/>
                    <a:pt x="1060" y="24590"/>
                    <a:pt x="1098" y="24464"/>
                  </a:cubicBezTo>
                  <a:cubicBezTo>
                    <a:pt x="1325" y="23757"/>
                    <a:pt x="1596" y="23001"/>
                    <a:pt x="1924" y="22194"/>
                  </a:cubicBezTo>
                  <a:cubicBezTo>
                    <a:pt x="2876" y="19854"/>
                    <a:pt x="4724" y="17774"/>
                    <a:pt x="7139" y="16336"/>
                  </a:cubicBezTo>
                  <a:cubicBezTo>
                    <a:pt x="8294" y="15641"/>
                    <a:pt x="9774" y="15289"/>
                    <a:pt x="11329" y="15289"/>
                  </a:cubicBezTo>
                  <a:cubicBezTo>
                    <a:pt x="11342" y="15289"/>
                    <a:pt x="11355" y="15289"/>
                    <a:pt x="11369" y="15289"/>
                  </a:cubicBezTo>
                  <a:cubicBezTo>
                    <a:pt x="11502" y="15289"/>
                    <a:pt x="11633" y="15289"/>
                    <a:pt x="11761" y="15295"/>
                  </a:cubicBezTo>
                  <a:cubicBezTo>
                    <a:pt x="11804" y="15169"/>
                    <a:pt x="11848" y="15056"/>
                    <a:pt x="11898" y="14936"/>
                  </a:cubicBezTo>
                  <a:cubicBezTo>
                    <a:pt x="12037" y="14552"/>
                    <a:pt x="12183" y="14173"/>
                    <a:pt x="12328" y="13801"/>
                  </a:cubicBezTo>
                  <a:cubicBezTo>
                    <a:pt x="12567" y="13184"/>
                    <a:pt x="12814" y="12547"/>
                    <a:pt x="13047" y="11903"/>
                  </a:cubicBezTo>
                  <a:lnTo>
                    <a:pt x="13047" y="11897"/>
                  </a:lnTo>
                  <a:cubicBezTo>
                    <a:pt x="13085" y="11866"/>
                    <a:pt x="13109" y="11814"/>
                    <a:pt x="13109" y="11758"/>
                  </a:cubicBezTo>
                  <a:lnTo>
                    <a:pt x="13109" y="11726"/>
                  </a:lnTo>
                  <a:cubicBezTo>
                    <a:pt x="13166" y="11569"/>
                    <a:pt x="13216" y="11412"/>
                    <a:pt x="13274" y="11254"/>
                  </a:cubicBezTo>
                  <a:cubicBezTo>
                    <a:pt x="13381" y="10938"/>
                    <a:pt x="13495" y="10629"/>
                    <a:pt x="13620" y="10327"/>
                  </a:cubicBezTo>
                  <a:cubicBezTo>
                    <a:pt x="13664" y="10207"/>
                    <a:pt x="13714" y="10087"/>
                    <a:pt x="13766" y="9968"/>
                  </a:cubicBezTo>
                  <a:cubicBezTo>
                    <a:pt x="13632" y="9954"/>
                    <a:pt x="13507" y="9948"/>
                    <a:pt x="13374" y="9936"/>
                  </a:cubicBezTo>
                  <a:cubicBezTo>
                    <a:pt x="12171" y="9861"/>
                    <a:pt x="10966" y="9809"/>
                    <a:pt x="9774" y="9809"/>
                  </a:cubicBezTo>
                  <a:cubicBezTo>
                    <a:pt x="9893" y="9198"/>
                    <a:pt x="10228" y="8499"/>
                    <a:pt x="10550" y="7811"/>
                  </a:cubicBezTo>
                  <a:cubicBezTo>
                    <a:pt x="10821" y="7250"/>
                    <a:pt x="11092" y="6669"/>
                    <a:pt x="11263" y="6121"/>
                  </a:cubicBezTo>
                  <a:cubicBezTo>
                    <a:pt x="12466" y="6121"/>
                    <a:pt x="13684" y="6159"/>
                    <a:pt x="14895" y="6215"/>
                  </a:cubicBezTo>
                  <a:cubicBezTo>
                    <a:pt x="15026" y="6222"/>
                    <a:pt x="15152" y="6229"/>
                    <a:pt x="15279" y="6241"/>
                  </a:cubicBezTo>
                  <a:cubicBezTo>
                    <a:pt x="15323" y="6121"/>
                    <a:pt x="15361" y="5995"/>
                    <a:pt x="15399" y="5874"/>
                  </a:cubicBezTo>
                  <a:cubicBezTo>
                    <a:pt x="15544" y="5402"/>
                    <a:pt x="15682" y="4910"/>
                    <a:pt x="15827" y="4393"/>
                  </a:cubicBezTo>
                  <a:cubicBezTo>
                    <a:pt x="16219" y="2975"/>
                    <a:pt x="16627" y="1511"/>
                    <a:pt x="17264" y="414"/>
                  </a:cubicBezTo>
                  <a:cubicBezTo>
                    <a:pt x="17511" y="385"/>
                    <a:pt x="17764" y="372"/>
                    <a:pt x="18019" y="372"/>
                  </a:cubicBezTo>
                  <a:cubicBezTo>
                    <a:pt x="19192" y="372"/>
                    <a:pt x="20421" y="646"/>
                    <a:pt x="21394" y="868"/>
                  </a:cubicBezTo>
                  <a:cubicBezTo>
                    <a:pt x="21129" y="2073"/>
                    <a:pt x="20594" y="3429"/>
                    <a:pt x="20070" y="4733"/>
                  </a:cubicBezTo>
                  <a:cubicBezTo>
                    <a:pt x="19875" y="5225"/>
                    <a:pt x="19686" y="5699"/>
                    <a:pt x="19510" y="6165"/>
                  </a:cubicBezTo>
                  <a:cubicBezTo>
                    <a:pt x="19465" y="6285"/>
                    <a:pt x="19421" y="6404"/>
                    <a:pt x="19383" y="6525"/>
                  </a:cubicBezTo>
                  <a:cubicBezTo>
                    <a:pt x="19510" y="6531"/>
                    <a:pt x="19636" y="6543"/>
                    <a:pt x="19761" y="6555"/>
                  </a:cubicBezTo>
                  <a:cubicBezTo>
                    <a:pt x="20146" y="6587"/>
                    <a:pt x="20524" y="6625"/>
                    <a:pt x="20910" y="6657"/>
                  </a:cubicBezTo>
                  <a:cubicBezTo>
                    <a:pt x="21036" y="6669"/>
                    <a:pt x="21161" y="6683"/>
                    <a:pt x="21288" y="6689"/>
                  </a:cubicBezTo>
                  <a:cubicBezTo>
                    <a:pt x="22057" y="6758"/>
                    <a:pt x="22820" y="6834"/>
                    <a:pt x="23583" y="6903"/>
                  </a:cubicBezTo>
                  <a:lnTo>
                    <a:pt x="24403" y="6979"/>
                  </a:lnTo>
                  <a:lnTo>
                    <a:pt x="24321" y="7199"/>
                  </a:lnTo>
                  <a:cubicBezTo>
                    <a:pt x="23867" y="8435"/>
                    <a:pt x="23437" y="9608"/>
                    <a:pt x="22794" y="10731"/>
                  </a:cubicBezTo>
                  <a:cubicBezTo>
                    <a:pt x="21804" y="10661"/>
                    <a:pt x="20797" y="10579"/>
                    <a:pt x="19793" y="10490"/>
                  </a:cubicBezTo>
                  <a:cubicBezTo>
                    <a:pt x="19668" y="10478"/>
                    <a:pt x="19534" y="10466"/>
                    <a:pt x="19415" y="10452"/>
                  </a:cubicBezTo>
                  <a:cubicBezTo>
                    <a:pt x="19100" y="10428"/>
                    <a:pt x="18784" y="10396"/>
                    <a:pt x="18469" y="10364"/>
                  </a:cubicBezTo>
                  <a:cubicBezTo>
                    <a:pt x="18393" y="10358"/>
                    <a:pt x="18318" y="10352"/>
                    <a:pt x="18236" y="10346"/>
                  </a:cubicBezTo>
                  <a:cubicBezTo>
                    <a:pt x="18192" y="10339"/>
                    <a:pt x="18141" y="10333"/>
                    <a:pt x="18091" y="10333"/>
                  </a:cubicBezTo>
                  <a:cubicBezTo>
                    <a:pt x="18047" y="10446"/>
                    <a:pt x="18003" y="10573"/>
                    <a:pt x="17959" y="10693"/>
                  </a:cubicBezTo>
                  <a:cubicBezTo>
                    <a:pt x="17776" y="11197"/>
                    <a:pt x="17587" y="11720"/>
                    <a:pt x="17422" y="12244"/>
                  </a:cubicBezTo>
                  <a:cubicBezTo>
                    <a:pt x="17189" y="12949"/>
                    <a:pt x="16968" y="13662"/>
                    <a:pt x="16748" y="14369"/>
                  </a:cubicBezTo>
                  <a:cubicBezTo>
                    <a:pt x="16577" y="14924"/>
                    <a:pt x="16408" y="15478"/>
                    <a:pt x="16225" y="16033"/>
                  </a:cubicBezTo>
                  <a:cubicBezTo>
                    <a:pt x="16187" y="16153"/>
                    <a:pt x="16149" y="16272"/>
                    <a:pt x="16111" y="16386"/>
                  </a:cubicBezTo>
                  <a:cubicBezTo>
                    <a:pt x="16225" y="16443"/>
                    <a:pt x="16332" y="16499"/>
                    <a:pt x="16446" y="16563"/>
                  </a:cubicBezTo>
                  <a:cubicBezTo>
                    <a:pt x="18085" y="17465"/>
                    <a:pt x="19276" y="18763"/>
                    <a:pt x="19799" y="20259"/>
                  </a:cubicBezTo>
                  <a:cubicBezTo>
                    <a:pt x="20948" y="23530"/>
                    <a:pt x="20916" y="28166"/>
                    <a:pt x="19743" y="31306"/>
                  </a:cubicBezTo>
                  <a:cubicBezTo>
                    <a:pt x="19737" y="31318"/>
                    <a:pt x="19730" y="31336"/>
                    <a:pt x="19724" y="31356"/>
                  </a:cubicBezTo>
                  <a:cubicBezTo>
                    <a:pt x="19686" y="31450"/>
                    <a:pt x="19730" y="31551"/>
                    <a:pt x="19831" y="31589"/>
                  </a:cubicBezTo>
                  <a:cubicBezTo>
                    <a:pt x="19851" y="31595"/>
                    <a:pt x="19875" y="31601"/>
                    <a:pt x="19895" y="31601"/>
                  </a:cubicBezTo>
                  <a:cubicBezTo>
                    <a:pt x="19970" y="31601"/>
                    <a:pt x="20040" y="31557"/>
                    <a:pt x="20064" y="31481"/>
                  </a:cubicBezTo>
                  <a:cubicBezTo>
                    <a:pt x="20096" y="31406"/>
                    <a:pt x="20128" y="31324"/>
                    <a:pt x="20159" y="31242"/>
                  </a:cubicBezTo>
                  <a:cubicBezTo>
                    <a:pt x="21288" y="28032"/>
                    <a:pt x="21294" y="23417"/>
                    <a:pt x="20146" y="20137"/>
                  </a:cubicBezTo>
                  <a:cubicBezTo>
                    <a:pt x="19781" y="19078"/>
                    <a:pt x="19100" y="18114"/>
                    <a:pt x="18172" y="17314"/>
                  </a:cubicBezTo>
                  <a:lnTo>
                    <a:pt x="18172" y="17314"/>
                  </a:lnTo>
                  <a:cubicBezTo>
                    <a:pt x="19011" y="17830"/>
                    <a:pt x="19932" y="18562"/>
                    <a:pt x="20386" y="19022"/>
                  </a:cubicBezTo>
                  <a:cubicBezTo>
                    <a:pt x="21105" y="19767"/>
                    <a:pt x="21446" y="20460"/>
                    <a:pt x="21792" y="21406"/>
                  </a:cubicBezTo>
                  <a:cubicBezTo>
                    <a:pt x="22467" y="23228"/>
                    <a:pt x="22523" y="24936"/>
                    <a:pt x="22523" y="26671"/>
                  </a:cubicBezTo>
                  <a:cubicBezTo>
                    <a:pt x="22523" y="27939"/>
                    <a:pt x="22322" y="29603"/>
                    <a:pt x="21886" y="30700"/>
                  </a:cubicBezTo>
                  <a:cubicBezTo>
                    <a:pt x="21836" y="30832"/>
                    <a:pt x="21773" y="30965"/>
                    <a:pt x="21711" y="31079"/>
                  </a:cubicBezTo>
                  <a:cubicBezTo>
                    <a:pt x="21705" y="31103"/>
                    <a:pt x="21697" y="31129"/>
                    <a:pt x="21691" y="31147"/>
                  </a:cubicBezTo>
                  <a:cubicBezTo>
                    <a:pt x="21685" y="31223"/>
                    <a:pt x="21723" y="31292"/>
                    <a:pt x="21792" y="31330"/>
                  </a:cubicBezTo>
                  <a:cubicBezTo>
                    <a:pt x="21818" y="31344"/>
                    <a:pt x="21848" y="31350"/>
                    <a:pt x="21874" y="31350"/>
                  </a:cubicBezTo>
                  <a:cubicBezTo>
                    <a:pt x="21944" y="31350"/>
                    <a:pt x="22007" y="31318"/>
                    <a:pt x="22037" y="31254"/>
                  </a:cubicBezTo>
                  <a:cubicBezTo>
                    <a:pt x="22083" y="31173"/>
                    <a:pt x="22121" y="31085"/>
                    <a:pt x="22159" y="30996"/>
                  </a:cubicBezTo>
                  <a:cubicBezTo>
                    <a:pt x="22221" y="30864"/>
                    <a:pt x="22278" y="30719"/>
                    <a:pt x="22328" y="30567"/>
                  </a:cubicBezTo>
                  <a:cubicBezTo>
                    <a:pt x="22738" y="29382"/>
                    <a:pt x="22889" y="27799"/>
                    <a:pt x="22889" y="26671"/>
                  </a:cubicBezTo>
                  <a:cubicBezTo>
                    <a:pt x="22889" y="24898"/>
                    <a:pt x="22832" y="23158"/>
                    <a:pt x="22139" y="21272"/>
                  </a:cubicBezTo>
                  <a:cubicBezTo>
                    <a:pt x="21773" y="20283"/>
                    <a:pt x="21414" y="19552"/>
                    <a:pt x="20645" y="18763"/>
                  </a:cubicBezTo>
                  <a:cubicBezTo>
                    <a:pt x="20166" y="18272"/>
                    <a:pt x="18891" y="17244"/>
                    <a:pt x="17846" y="16702"/>
                  </a:cubicBezTo>
                  <a:lnTo>
                    <a:pt x="17846" y="16695"/>
                  </a:lnTo>
                  <a:cubicBezTo>
                    <a:pt x="17889" y="16589"/>
                    <a:pt x="17927" y="16487"/>
                    <a:pt x="17977" y="16380"/>
                  </a:cubicBezTo>
                  <a:cubicBezTo>
                    <a:pt x="18021" y="16272"/>
                    <a:pt x="18065" y="16159"/>
                    <a:pt x="18116" y="16033"/>
                  </a:cubicBezTo>
                  <a:cubicBezTo>
                    <a:pt x="18489" y="15088"/>
                    <a:pt x="18772" y="14022"/>
                    <a:pt x="19056" y="12995"/>
                  </a:cubicBezTo>
                  <a:cubicBezTo>
                    <a:pt x="19087" y="12874"/>
                    <a:pt x="19118" y="12748"/>
                    <a:pt x="19150" y="12628"/>
                  </a:cubicBezTo>
                  <a:cubicBezTo>
                    <a:pt x="19793" y="12654"/>
                    <a:pt x="20456" y="12730"/>
                    <a:pt x="21105" y="12811"/>
                  </a:cubicBezTo>
                  <a:cubicBezTo>
                    <a:pt x="21874" y="12899"/>
                    <a:pt x="22669" y="12995"/>
                    <a:pt x="23407" y="12995"/>
                  </a:cubicBezTo>
                  <a:cubicBezTo>
                    <a:pt x="23483" y="12995"/>
                    <a:pt x="23558" y="12995"/>
                    <a:pt x="23626" y="12987"/>
                  </a:cubicBezTo>
                  <a:lnTo>
                    <a:pt x="23672" y="12987"/>
                  </a:lnTo>
                  <a:lnTo>
                    <a:pt x="23678" y="12981"/>
                  </a:lnTo>
                  <a:cubicBezTo>
                    <a:pt x="23678" y="12981"/>
                    <a:pt x="23690" y="12981"/>
                    <a:pt x="23696" y="12975"/>
                  </a:cubicBezTo>
                  <a:cubicBezTo>
                    <a:pt x="23702" y="12975"/>
                    <a:pt x="23716" y="12969"/>
                    <a:pt x="23722" y="12963"/>
                  </a:cubicBezTo>
                  <a:cubicBezTo>
                    <a:pt x="23728" y="12963"/>
                    <a:pt x="23728" y="12957"/>
                    <a:pt x="23734" y="12957"/>
                  </a:cubicBezTo>
                  <a:cubicBezTo>
                    <a:pt x="23748" y="12949"/>
                    <a:pt x="23754" y="12943"/>
                    <a:pt x="23760" y="12937"/>
                  </a:cubicBezTo>
                  <a:cubicBezTo>
                    <a:pt x="23766" y="12931"/>
                    <a:pt x="23766" y="12925"/>
                    <a:pt x="23772" y="12919"/>
                  </a:cubicBezTo>
                  <a:cubicBezTo>
                    <a:pt x="23778" y="12911"/>
                    <a:pt x="23785" y="12905"/>
                    <a:pt x="23785" y="12899"/>
                  </a:cubicBezTo>
                  <a:cubicBezTo>
                    <a:pt x="23791" y="12893"/>
                    <a:pt x="23797" y="12887"/>
                    <a:pt x="23797" y="12881"/>
                  </a:cubicBezTo>
                  <a:cubicBezTo>
                    <a:pt x="23891" y="12666"/>
                    <a:pt x="23993" y="12439"/>
                    <a:pt x="24100" y="12206"/>
                  </a:cubicBezTo>
                  <a:cubicBezTo>
                    <a:pt x="24542" y="11203"/>
                    <a:pt x="25040" y="10074"/>
                    <a:pt x="25588" y="9166"/>
                  </a:cubicBezTo>
                  <a:cubicBezTo>
                    <a:pt x="25588" y="9154"/>
                    <a:pt x="25594" y="9148"/>
                    <a:pt x="25594" y="9142"/>
                  </a:cubicBezTo>
                  <a:cubicBezTo>
                    <a:pt x="25601" y="9128"/>
                    <a:pt x="25607" y="9116"/>
                    <a:pt x="25607" y="9098"/>
                  </a:cubicBezTo>
                  <a:cubicBezTo>
                    <a:pt x="25613" y="9084"/>
                    <a:pt x="25613" y="9072"/>
                    <a:pt x="25607" y="9052"/>
                  </a:cubicBezTo>
                  <a:cubicBezTo>
                    <a:pt x="25607" y="9046"/>
                    <a:pt x="25613" y="9040"/>
                    <a:pt x="25607" y="9028"/>
                  </a:cubicBezTo>
                  <a:cubicBezTo>
                    <a:pt x="25538" y="8719"/>
                    <a:pt x="25450" y="8347"/>
                    <a:pt x="25329" y="7969"/>
                  </a:cubicBezTo>
                  <a:cubicBezTo>
                    <a:pt x="25203" y="7591"/>
                    <a:pt x="25046" y="7212"/>
                    <a:pt x="24845" y="6896"/>
                  </a:cubicBezTo>
                  <a:cubicBezTo>
                    <a:pt x="24845" y="6884"/>
                    <a:pt x="24831" y="6884"/>
                    <a:pt x="24825" y="6872"/>
                  </a:cubicBezTo>
                  <a:cubicBezTo>
                    <a:pt x="24837" y="6790"/>
                    <a:pt x="24787" y="6714"/>
                    <a:pt x="24705" y="6683"/>
                  </a:cubicBezTo>
                  <a:cubicBezTo>
                    <a:pt x="24693" y="6676"/>
                    <a:pt x="24686" y="6676"/>
                    <a:pt x="24674" y="6669"/>
                  </a:cubicBezTo>
                  <a:cubicBezTo>
                    <a:pt x="24642" y="6645"/>
                    <a:pt x="24610" y="6631"/>
                    <a:pt x="24566" y="6625"/>
                  </a:cubicBezTo>
                  <a:lnTo>
                    <a:pt x="23614" y="6537"/>
                  </a:lnTo>
                  <a:cubicBezTo>
                    <a:pt x="22889" y="6468"/>
                    <a:pt x="22159" y="6398"/>
                    <a:pt x="21426" y="6336"/>
                  </a:cubicBezTo>
                  <a:cubicBezTo>
                    <a:pt x="21856" y="5193"/>
                    <a:pt x="22252" y="4058"/>
                    <a:pt x="22561" y="2937"/>
                  </a:cubicBezTo>
                  <a:cubicBezTo>
                    <a:pt x="22587" y="2836"/>
                    <a:pt x="22529" y="2734"/>
                    <a:pt x="22435" y="2710"/>
                  </a:cubicBezTo>
                  <a:lnTo>
                    <a:pt x="22423" y="2710"/>
                  </a:lnTo>
                  <a:cubicBezTo>
                    <a:pt x="22302" y="2161"/>
                    <a:pt x="22101" y="1462"/>
                    <a:pt x="21780" y="850"/>
                  </a:cubicBezTo>
                  <a:lnTo>
                    <a:pt x="21780" y="837"/>
                  </a:lnTo>
                  <a:cubicBezTo>
                    <a:pt x="21792" y="775"/>
                    <a:pt x="21773" y="711"/>
                    <a:pt x="21729" y="667"/>
                  </a:cubicBezTo>
                  <a:cubicBezTo>
                    <a:pt x="21711" y="603"/>
                    <a:pt x="21659" y="554"/>
                    <a:pt x="21597" y="540"/>
                  </a:cubicBezTo>
                  <a:cubicBezTo>
                    <a:pt x="20581" y="305"/>
                    <a:pt x="19271" y="0"/>
                    <a:pt x="18008"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30"/>
            <p:cNvSpPr/>
            <p:nvPr/>
          </p:nvSpPr>
          <p:spPr>
            <a:xfrm>
              <a:off x="1432725" y="167600"/>
              <a:ext cx="56125" cy="121900"/>
            </a:xfrm>
            <a:custGeom>
              <a:avLst/>
              <a:gdLst/>
              <a:ahLst/>
              <a:cxnLst/>
              <a:rect l="l" t="t" r="r" b="b"/>
              <a:pathLst>
                <a:path w="2245" h="4876" extrusionOk="0">
                  <a:moveTo>
                    <a:pt x="1747" y="1"/>
                  </a:moveTo>
                  <a:cubicBezTo>
                    <a:pt x="1456" y="1104"/>
                    <a:pt x="978" y="2295"/>
                    <a:pt x="517" y="3450"/>
                  </a:cubicBezTo>
                  <a:cubicBezTo>
                    <a:pt x="341" y="3904"/>
                    <a:pt x="164" y="4345"/>
                    <a:pt x="1" y="4774"/>
                  </a:cubicBezTo>
                  <a:cubicBezTo>
                    <a:pt x="385" y="4806"/>
                    <a:pt x="769" y="4837"/>
                    <a:pt x="1148" y="4875"/>
                  </a:cubicBezTo>
                  <a:cubicBezTo>
                    <a:pt x="1564" y="3796"/>
                    <a:pt x="1942" y="2719"/>
                    <a:pt x="2245" y="1659"/>
                  </a:cubicBezTo>
                  <a:cubicBezTo>
                    <a:pt x="2233" y="1640"/>
                    <a:pt x="2219" y="1614"/>
                    <a:pt x="2213" y="1590"/>
                  </a:cubicBezTo>
                  <a:cubicBezTo>
                    <a:pt x="2131" y="1154"/>
                    <a:pt x="1986" y="562"/>
                    <a:pt x="1747"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0"/>
            <p:cNvSpPr/>
            <p:nvPr/>
          </p:nvSpPr>
          <p:spPr>
            <a:xfrm>
              <a:off x="1185525" y="386400"/>
              <a:ext cx="80600" cy="35025"/>
            </a:xfrm>
            <a:custGeom>
              <a:avLst/>
              <a:gdLst/>
              <a:ahLst/>
              <a:cxnLst/>
              <a:rect l="l" t="t" r="r" b="b"/>
              <a:pathLst>
                <a:path w="3224" h="1401" extrusionOk="0">
                  <a:moveTo>
                    <a:pt x="1" y="0"/>
                  </a:moveTo>
                  <a:lnTo>
                    <a:pt x="1" y="0"/>
                  </a:lnTo>
                  <a:cubicBezTo>
                    <a:pt x="329" y="398"/>
                    <a:pt x="644" y="807"/>
                    <a:pt x="865" y="1211"/>
                  </a:cubicBezTo>
                  <a:cubicBezTo>
                    <a:pt x="1086" y="1231"/>
                    <a:pt x="1313" y="1261"/>
                    <a:pt x="1534" y="1287"/>
                  </a:cubicBezTo>
                  <a:cubicBezTo>
                    <a:pt x="1944" y="1344"/>
                    <a:pt x="2366" y="1394"/>
                    <a:pt x="2762" y="1400"/>
                  </a:cubicBezTo>
                  <a:cubicBezTo>
                    <a:pt x="2820" y="1255"/>
                    <a:pt x="2870" y="1103"/>
                    <a:pt x="2921" y="958"/>
                  </a:cubicBezTo>
                  <a:cubicBezTo>
                    <a:pt x="3015" y="681"/>
                    <a:pt x="3116" y="398"/>
                    <a:pt x="3224" y="120"/>
                  </a:cubicBezTo>
                  <a:cubicBezTo>
                    <a:pt x="2145" y="58"/>
                    <a:pt x="1067" y="12"/>
                    <a:pt x="1"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30"/>
            <p:cNvSpPr/>
            <p:nvPr/>
          </p:nvSpPr>
          <p:spPr>
            <a:xfrm>
              <a:off x="1512175" y="315150"/>
              <a:ext cx="54100" cy="124550"/>
            </a:xfrm>
            <a:custGeom>
              <a:avLst/>
              <a:gdLst/>
              <a:ahLst/>
              <a:cxnLst/>
              <a:rect l="l" t="t" r="r" b="b"/>
              <a:pathLst>
                <a:path w="2164" h="4982" extrusionOk="0">
                  <a:moveTo>
                    <a:pt x="1596" y="1"/>
                  </a:moveTo>
                  <a:cubicBezTo>
                    <a:pt x="1148" y="1223"/>
                    <a:pt x="682" y="2492"/>
                    <a:pt x="1" y="3657"/>
                  </a:cubicBezTo>
                  <a:cubicBezTo>
                    <a:pt x="202" y="4081"/>
                    <a:pt x="411" y="4515"/>
                    <a:pt x="580" y="4981"/>
                  </a:cubicBezTo>
                  <a:cubicBezTo>
                    <a:pt x="618" y="4893"/>
                    <a:pt x="650" y="4818"/>
                    <a:pt x="688" y="4730"/>
                  </a:cubicBezTo>
                  <a:cubicBezTo>
                    <a:pt x="1122" y="3746"/>
                    <a:pt x="1621" y="2629"/>
                    <a:pt x="2163" y="1715"/>
                  </a:cubicBezTo>
                  <a:cubicBezTo>
                    <a:pt x="2050" y="1211"/>
                    <a:pt x="1873" y="536"/>
                    <a:pt x="159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30"/>
            <p:cNvSpPr/>
            <p:nvPr/>
          </p:nvSpPr>
          <p:spPr>
            <a:xfrm>
              <a:off x="1397250" y="400425"/>
              <a:ext cx="122525" cy="47325"/>
            </a:xfrm>
            <a:custGeom>
              <a:avLst/>
              <a:gdLst/>
              <a:ahLst/>
              <a:cxnLst/>
              <a:rect l="l" t="t" r="r" b="b"/>
              <a:pathLst>
                <a:path w="4901" h="1893" extrusionOk="0">
                  <a:moveTo>
                    <a:pt x="0" y="1"/>
                  </a:moveTo>
                  <a:lnTo>
                    <a:pt x="0" y="1"/>
                  </a:lnTo>
                  <a:cubicBezTo>
                    <a:pt x="58" y="170"/>
                    <a:pt x="127" y="341"/>
                    <a:pt x="195" y="518"/>
                  </a:cubicBezTo>
                  <a:cubicBezTo>
                    <a:pt x="291" y="757"/>
                    <a:pt x="385" y="1010"/>
                    <a:pt x="468" y="1261"/>
                  </a:cubicBezTo>
                  <a:cubicBezTo>
                    <a:pt x="492" y="1343"/>
                    <a:pt x="518" y="1432"/>
                    <a:pt x="543" y="1520"/>
                  </a:cubicBezTo>
                  <a:cubicBezTo>
                    <a:pt x="619" y="1520"/>
                    <a:pt x="701" y="1526"/>
                    <a:pt x="776" y="1526"/>
                  </a:cubicBezTo>
                  <a:cubicBezTo>
                    <a:pt x="1400" y="1558"/>
                    <a:pt x="2043" y="1634"/>
                    <a:pt x="2668" y="1709"/>
                  </a:cubicBezTo>
                  <a:cubicBezTo>
                    <a:pt x="3457" y="1797"/>
                    <a:pt x="4200" y="1886"/>
                    <a:pt x="4900" y="1892"/>
                  </a:cubicBezTo>
                  <a:cubicBezTo>
                    <a:pt x="4729" y="1381"/>
                    <a:pt x="4508" y="909"/>
                    <a:pt x="4275" y="429"/>
                  </a:cubicBezTo>
                  <a:cubicBezTo>
                    <a:pt x="4243" y="411"/>
                    <a:pt x="4219" y="385"/>
                    <a:pt x="4206" y="353"/>
                  </a:cubicBezTo>
                  <a:cubicBezTo>
                    <a:pt x="3216" y="291"/>
                    <a:pt x="2200" y="202"/>
                    <a:pt x="1199" y="114"/>
                  </a:cubicBezTo>
                  <a:cubicBezTo>
                    <a:pt x="1073" y="102"/>
                    <a:pt x="946" y="88"/>
                    <a:pt x="820" y="76"/>
                  </a:cubicBezTo>
                  <a:cubicBezTo>
                    <a:pt x="543" y="51"/>
                    <a:pt x="271" y="26"/>
                    <a:pt x="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30"/>
            <p:cNvSpPr/>
            <p:nvPr/>
          </p:nvSpPr>
          <p:spPr>
            <a:xfrm>
              <a:off x="1349350" y="409100"/>
              <a:ext cx="54700" cy="136525"/>
            </a:xfrm>
            <a:custGeom>
              <a:avLst/>
              <a:gdLst/>
              <a:ahLst/>
              <a:cxnLst/>
              <a:rect l="l" t="t" r="r" b="b"/>
              <a:pathLst>
                <a:path w="2188" h="5461" extrusionOk="0">
                  <a:moveTo>
                    <a:pt x="1651" y="0"/>
                  </a:moveTo>
                  <a:cubicBezTo>
                    <a:pt x="1500" y="422"/>
                    <a:pt x="1349" y="845"/>
                    <a:pt x="1211" y="1274"/>
                  </a:cubicBezTo>
                  <a:cubicBezTo>
                    <a:pt x="984" y="1980"/>
                    <a:pt x="763" y="2686"/>
                    <a:pt x="542" y="3399"/>
                  </a:cubicBezTo>
                  <a:cubicBezTo>
                    <a:pt x="365" y="3967"/>
                    <a:pt x="182" y="4540"/>
                    <a:pt x="0" y="5120"/>
                  </a:cubicBezTo>
                  <a:cubicBezTo>
                    <a:pt x="94" y="5171"/>
                    <a:pt x="195" y="5227"/>
                    <a:pt x="283" y="5285"/>
                  </a:cubicBezTo>
                  <a:cubicBezTo>
                    <a:pt x="301" y="5281"/>
                    <a:pt x="319" y="5276"/>
                    <a:pt x="336" y="5276"/>
                  </a:cubicBezTo>
                  <a:cubicBezTo>
                    <a:pt x="344" y="5276"/>
                    <a:pt x="351" y="5276"/>
                    <a:pt x="359" y="5279"/>
                  </a:cubicBezTo>
                  <a:cubicBezTo>
                    <a:pt x="536" y="5303"/>
                    <a:pt x="737" y="5367"/>
                    <a:pt x="952" y="5460"/>
                  </a:cubicBezTo>
                  <a:cubicBezTo>
                    <a:pt x="996" y="5354"/>
                    <a:pt x="1034" y="5259"/>
                    <a:pt x="1072" y="5158"/>
                  </a:cubicBezTo>
                  <a:cubicBezTo>
                    <a:pt x="1116" y="5052"/>
                    <a:pt x="1166" y="4938"/>
                    <a:pt x="1211" y="4817"/>
                  </a:cubicBezTo>
                  <a:cubicBezTo>
                    <a:pt x="1576" y="3891"/>
                    <a:pt x="1860" y="2832"/>
                    <a:pt x="2137" y="1816"/>
                  </a:cubicBezTo>
                  <a:cubicBezTo>
                    <a:pt x="2149" y="1753"/>
                    <a:pt x="2169" y="1691"/>
                    <a:pt x="2187" y="1627"/>
                  </a:cubicBezTo>
                  <a:lnTo>
                    <a:pt x="2187" y="1621"/>
                  </a:lnTo>
                  <a:cubicBezTo>
                    <a:pt x="2181" y="1621"/>
                    <a:pt x="2181" y="1621"/>
                    <a:pt x="2181" y="1615"/>
                  </a:cubicBezTo>
                  <a:cubicBezTo>
                    <a:pt x="2105" y="1173"/>
                    <a:pt x="1936" y="731"/>
                    <a:pt x="1765" y="303"/>
                  </a:cubicBezTo>
                  <a:cubicBezTo>
                    <a:pt x="1727" y="202"/>
                    <a:pt x="1689" y="102"/>
                    <a:pt x="1651"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30"/>
            <p:cNvSpPr/>
            <p:nvPr/>
          </p:nvSpPr>
          <p:spPr>
            <a:xfrm>
              <a:off x="1360850" y="622025"/>
              <a:ext cx="46375" cy="36000"/>
            </a:xfrm>
            <a:custGeom>
              <a:avLst/>
              <a:gdLst/>
              <a:ahLst/>
              <a:cxnLst/>
              <a:rect l="l" t="t" r="r" b="b"/>
              <a:pathLst>
                <a:path w="1855" h="1440" extrusionOk="0">
                  <a:moveTo>
                    <a:pt x="911" y="372"/>
                  </a:moveTo>
                  <a:cubicBezTo>
                    <a:pt x="1118" y="372"/>
                    <a:pt x="1318" y="455"/>
                    <a:pt x="1394" y="569"/>
                  </a:cubicBezTo>
                  <a:cubicBezTo>
                    <a:pt x="1488" y="708"/>
                    <a:pt x="1337" y="854"/>
                    <a:pt x="1197" y="961"/>
                  </a:cubicBezTo>
                  <a:cubicBezTo>
                    <a:pt x="1084" y="1041"/>
                    <a:pt x="980" y="1069"/>
                    <a:pt x="890" y="1069"/>
                  </a:cubicBezTo>
                  <a:cubicBezTo>
                    <a:pt x="777" y="1069"/>
                    <a:pt x="687" y="1024"/>
                    <a:pt x="630" y="985"/>
                  </a:cubicBezTo>
                  <a:cubicBezTo>
                    <a:pt x="486" y="886"/>
                    <a:pt x="397" y="715"/>
                    <a:pt x="429" y="589"/>
                  </a:cubicBezTo>
                  <a:cubicBezTo>
                    <a:pt x="441" y="551"/>
                    <a:pt x="460" y="519"/>
                    <a:pt x="492" y="494"/>
                  </a:cubicBezTo>
                  <a:cubicBezTo>
                    <a:pt x="524" y="494"/>
                    <a:pt x="548" y="481"/>
                    <a:pt x="574" y="462"/>
                  </a:cubicBezTo>
                  <a:cubicBezTo>
                    <a:pt x="606" y="450"/>
                    <a:pt x="630" y="432"/>
                    <a:pt x="662" y="418"/>
                  </a:cubicBezTo>
                  <a:cubicBezTo>
                    <a:pt x="699" y="412"/>
                    <a:pt x="737" y="406"/>
                    <a:pt x="769" y="406"/>
                  </a:cubicBezTo>
                  <a:cubicBezTo>
                    <a:pt x="801" y="400"/>
                    <a:pt x="827" y="386"/>
                    <a:pt x="851" y="374"/>
                  </a:cubicBezTo>
                  <a:cubicBezTo>
                    <a:pt x="871" y="372"/>
                    <a:pt x="891" y="372"/>
                    <a:pt x="911" y="372"/>
                  </a:cubicBezTo>
                  <a:close/>
                  <a:moveTo>
                    <a:pt x="911" y="0"/>
                  </a:moveTo>
                  <a:cubicBezTo>
                    <a:pt x="789" y="0"/>
                    <a:pt x="665" y="21"/>
                    <a:pt x="548" y="65"/>
                  </a:cubicBezTo>
                  <a:cubicBezTo>
                    <a:pt x="202" y="159"/>
                    <a:pt x="100" y="394"/>
                    <a:pt x="70" y="500"/>
                  </a:cubicBezTo>
                  <a:cubicBezTo>
                    <a:pt x="0" y="778"/>
                    <a:pt x="146" y="1099"/>
                    <a:pt x="423" y="1294"/>
                  </a:cubicBezTo>
                  <a:cubicBezTo>
                    <a:pt x="568" y="1389"/>
                    <a:pt x="719" y="1439"/>
                    <a:pt x="883" y="1439"/>
                  </a:cubicBezTo>
                  <a:cubicBezTo>
                    <a:pt x="1060" y="1439"/>
                    <a:pt x="1243" y="1377"/>
                    <a:pt x="1412" y="1256"/>
                  </a:cubicBezTo>
                  <a:cubicBezTo>
                    <a:pt x="1854" y="935"/>
                    <a:pt x="1854" y="583"/>
                    <a:pt x="1697" y="356"/>
                  </a:cubicBezTo>
                  <a:cubicBezTo>
                    <a:pt x="1549" y="145"/>
                    <a:pt x="1236" y="0"/>
                    <a:pt x="911"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30"/>
            <p:cNvSpPr/>
            <p:nvPr/>
          </p:nvSpPr>
          <p:spPr>
            <a:xfrm>
              <a:off x="1300925" y="419800"/>
              <a:ext cx="41975" cy="41825"/>
            </a:xfrm>
            <a:custGeom>
              <a:avLst/>
              <a:gdLst/>
              <a:ahLst/>
              <a:cxnLst/>
              <a:rect l="l" t="t" r="r" b="b"/>
              <a:pathLst>
                <a:path w="1679" h="1673" extrusionOk="0">
                  <a:moveTo>
                    <a:pt x="819" y="414"/>
                  </a:moveTo>
                  <a:cubicBezTo>
                    <a:pt x="1027" y="414"/>
                    <a:pt x="1177" y="555"/>
                    <a:pt x="1231" y="695"/>
                  </a:cubicBezTo>
                  <a:cubicBezTo>
                    <a:pt x="1268" y="783"/>
                    <a:pt x="1312" y="1004"/>
                    <a:pt x="1047" y="1193"/>
                  </a:cubicBezTo>
                  <a:cubicBezTo>
                    <a:pt x="963" y="1248"/>
                    <a:pt x="856" y="1303"/>
                    <a:pt x="752" y="1303"/>
                  </a:cubicBezTo>
                  <a:cubicBezTo>
                    <a:pt x="701" y="1303"/>
                    <a:pt x="651" y="1289"/>
                    <a:pt x="606" y="1257"/>
                  </a:cubicBezTo>
                  <a:cubicBezTo>
                    <a:pt x="468" y="1161"/>
                    <a:pt x="398" y="909"/>
                    <a:pt x="454" y="707"/>
                  </a:cubicBezTo>
                  <a:cubicBezTo>
                    <a:pt x="486" y="600"/>
                    <a:pt x="556" y="480"/>
                    <a:pt x="707" y="417"/>
                  </a:cubicBezTo>
                  <a:lnTo>
                    <a:pt x="770" y="417"/>
                  </a:lnTo>
                  <a:cubicBezTo>
                    <a:pt x="787" y="415"/>
                    <a:pt x="803" y="414"/>
                    <a:pt x="819" y="414"/>
                  </a:cubicBezTo>
                  <a:close/>
                  <a:moveTo>
                    <a:pt x="878" y="1"/>
                  </a:moveTo>
                  <a:cubicBezTo>
                    <a:pt x="486" y="32"/>
                    <a:pt x="203" y="253"/>
                    <a:pt x="102" y="606"/>
                  </a:cubicBezTo>
                  <a:cubicBezTo>
                    <a:pt x="0" y="966"/>
                    <a:pt x="121" y="1370"/>
                    <a:pt x="398" y="1559"/>
                  </a:cubicBezTo>
                  <a:cubicBezTo>
                    <a:pt x="500" y="1635"/>
                    <a:pt x="619" y="1673"/>
                    <a:pt x="751" y="1673"/>
                  </a:cubicBezTo>
                  <a:cubicBezTo>
                    <a:pt x="916" y="1673"/>
                    <a:pt x="1091" y="1615"/>
                    <a:pt x="1262" y="1490"/>
                  </a:cubicBezTo>
                  <a:cubicBezTo>
                    <a:pt x="1653" y="1219"/>
                    <a:pt x="1678" y="833"/>
                    <a:pt x="1577" y="568"/>
                  </a:cubicBezTo>
                  <a:cubicBezTo>
                    <a:pt x="1483" y="317"/>
                    <a:pt x="1274" y="134"/>
                    <a:pt x="1029" y="70"/>
                  </a:cubicBezTo>
                  <a:cubicBezTo>
                    <a:pt x="997" y="26"/>
                    <a:pt x="934" y="1"/>
                    <a:pt x="878"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30"/>
            <p:cNvSpPr/>
            <p:nvPr/>
          </p:nvSpPr>
          <p:spPr>
            <a:xfrm>
              <a:off x="1328200" y="315150"/>
              <a:ext cx="25250" cy="26350"/>
            </a:xfrm>
            <a:custGeom>
              <a:avLst/>
              <a:gdLst/>
              <a:ahLst/>
              <a:cxnLst/>
              <a:rect l="l" t="t" r="r" b="b"/>
              <a:pathLst>
                <a:path w="1010" h="1054" extrusionOk="0">
                  <a:moveTo>
                    <a:pt x="445" y="1"/>
                  </a:moveTo>
                  <a:cubicBezTo>
                    <a:pt x="334" y="1"/>
                    <a:pt x="218" y="39"/>
                    <a:pt x="108" y="114"/>
                  </a:cubicBezTo>
                  <a:cubicBezTo>
                    <a:pt x="26" y="176"/>
                    <a:pt x="0" y="290"/>
                    <a:pt x="58" y="373"/>
                  </a:cubicBezTo>
                  <a:cubicBezTo>
                    <a:pt x="96" y="423"/>
                    <a:pt x="154" y="452"/>
                    <a:pt x="212" y="452"/>
                  </a:cubicBezTo>
                  <a:cubicBezTo>
                    <a:pt x="248" y="452"/>
                    <a:pt x="285" y="441"/>
                    <a:pt x="317" y="417"/>
                  </a:cubicBezTo>
                  <a:cubicBezTo>
                    <a:pt x="353" y="394"/>
                    <a:pt x="400" y="367"/>
                    <a:pt x="443" y="367"/>
                  </a:cubicBezTo>
                  <a:cubicBezTo>
                    <a:pt x="458" y="367"/>
                    <a:pt x="473" y="371"/>
                    <a:pt x="486" y="379"/>
                  </a:cubicBezTo>
                  <a:cubicBezTo>
                    <a:pt x="568" y="429"/>
                    <a:pt x="625" y="612"/>
                    <a:pt x="587" y="839"/>
                  </a:cubicBezTo>
                  <a:cubicBezTo>
                    <a:pt x="568" y="933"/>
                    <a:pt x="631" y="1034"/>
                    <a:pt x="733" y="1046"/>
                  </a:cubicBezTo>
                  <a:cubicBezTo>
                    <a:pt x="745" y="1054"/>
                    <a:pt x="757" y="1054"/>
                    <a:pt x="763" y="1054"/>
                  </a:cubicBezTo>
                  <a:cubicBezTo>
                    <a:pt x="852" y="1054"/>
                    <a:pt x="934" y="990"/>
                    <a:pt x="946" y="903"/>
                  </a:cubicBezTo>
                  <a:cubicBezTo>
                    <a:pt x="1010" y="536"/>
                    <a:pt x="908" y="214"/>
                    <a:pt x="687" y="70"/>
                  </a:cubicBezTo>
                  <a:cubicBezTo>
                    <a:pt x="614" y="23"/>
                    <a:pt x="531" y="1"/>
                    <a:pt x="445"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30"/>
            <p:cNvSpPr/>
            <p:nvPr/>
          </p:nvSpPr>
          <p:spPr>
            <a:xfrm>
              <a:off x="1218825" y="304550"/>
              <a:ext cx="28700" cy="24175"/>
            </a:xfrm>
            <a:custGeom>
              <a:avLst/>
              <a:gdLst/>
              <a:ahLst/>
              <a:cxnLst/>
              <a:rect l="l" t="t" r="r" b="b"/>
              <a:pathLst>
                <a:path w="1148" h="967" extrusionOk="0">
                  <a:moveTo>
                    <a:pt x="438" y="0"/>
                  </a:moveTo>
                  <a:cubicBezTo>
                    <a:pt x="391" y="0"/>
                    <a:pt x="344" y="18"/>
                    <a:pt x="309" y="52"/>
                  </a:cubicBezTo>
                  <a:cubicBezTo>
                    <a:pt x="0" y="349"/>
                    <a:pt x="18" y="652"/>
                    <a:pt x="176" y="821"/>
                  </a:cubicBezTo>
                  <a:cubicBezTo>
                    <a:pt x="258" y="910"/>
                    <a:pt x="385" y="966"/>
                    <a:pt x="536" y="966"/>
                  </a:cubicBezTo>
                  <a:cubicBezTo>
                    <a:pt x="699" y="966"/>
                    <a:pt x="883" y="897"/>
                    <a:pt x="1066" y="739"/>
                  </a:cubicBezTo>
                  <a:cubicBezTo>
                    <a:pt x="1141" y="670"/>
                    <a:pt x="1147" y="556"/>
                    <a:pt x="1078" y="481"/>
                  </a:cubicBezTo>
                  <a:cubicBezTo>
                    <a:pt x="1043" y="437"/>
                    <a:pt x="993" y="414"/>
                    <a:pt x="942" y="414"/>
                  </a:cubicBezTo>
                  <a:cubicBezTo>
                    <a:pt x="898" y="414"/>
                    <a:pt x="854" y="430"/>
                    <a:pt x="819" y="463"/>
                  </a:cubicBezTo>
                  <a:cubicBezTo>
                    <a:pt x="702" y="563"/>
                    <a:pt x="598" y="597"/>
                    <a:pt x="529" y="597"/>
                  </a:cubicBezTo>
                  <a:cubicBezTo>
                    <a:pt x="489" y="597"/>
                    <a:pt x="460" y="586"/>
                    <a:pt x="447" y="570"/>
                  </a:cubicBezTo>
                  <a:cubicBezTo>
                    <a:pt x="416" y="538"/>
                    <a:pt x="435" y="443"/>
                    <a:pt x="568" y="317"/>
                  </a:cubicBezTo>
                  <a:cubicBezTo>
                    <a:pt x="636" y="248"/>
                    <a:pt x="636" y="128"/>
                    <a:pt x="568" y="52"/>
                  </a:cubicBezTo>
                  <a:cubicBezTo>
                    <a:pt x="533" y="18"/>
                    <a:pt x="486" y="0"/>
                    <a:pt x="438"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30"/>
            <p:cNvSpPr/>
            <p:nvPr/>
          </p:nvSpPr>
          <p:spPr>
            <a:xfrm>
              <a:off x="1228425" y="344925"/>
              <a:ext cx="21000" cy="17400"/>
            </a:xfrm>
            <a:custGeom>
              <a:avLst/>
              <a:gdLst/>
              <a:ahLst/>
              <a:cxnLst/>
              <a:rect l="l" t="t" r="r" b="b"/>
              <a:pathLst>
                <a:path w="840" h="696" extrusionOk="0">
                  <a:moveTo>
                    <a:pt x="188" y="0"/>
                  </a:moveTo>
                  <a:cubicBezTo>
                    <a:pt x="184" y="0"/>
                    <a:pt x="180" y="0"/>
                    <a:pt x="176" y="1"/>
                  </a:cubicBezTo>
                  <a:cubicBezTo>
                    <a:pt x="76" y="7"/>
                    <a:pt x="1" y="96"/>
                    <a:pt x="7" y="196"/>
                  </a:cubicBezTo>
                  <a:cubicBezTo>
                    <a:pt x="25" y="486"/>
                    <a:pt x="272" y="682"/>
                    <a:pt x="644" y="695"/>
                  </a:cubicBezTo>
                  <a:lnTo>
                    <a:pt x="650" y="695"/>
                  </a:lnTo>
                  <a:cubicBezTo>
                    <a:pt x="751" y="695"/>
                    <a:pt x="833" y="612"/>
                    <a:pt x="833" y="512"/>
                  </a:cubicBezTo>
                  <a:cubicBezTo>
                    <a:pt x="839" y="411"/>
                    <a:pt x="757" y="329"/>
                    <a:pt x="656" y="323"/>
                  </a:cubicBezTo>
                  <a:cubicBezTo>
                    <a:pt x="530" y="317"/>
                    <a:pt x="379" y="279"/>
                    <a:pt x="373" y="172"/>
                  </a:cubicBezTo>
                  <a:cubicBezTo>
                    <a:pt x="366" y="74"/>
                    <a:pt x="284" y="0"/>
                    <a:pt x="188"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30"/>
            <p:cNvSpPr/>
            <p:nvPr/>
          </p:nvSpPr>
          <p:spPr>
            <a:xfrm>
              <a:off x="1471950" y="322250"/>
              <a:ext cx="33625" cy="41775"/>
            </a:xfrm>
            <a:custGeom>
              <a:avLst/>
              <a:gdLst/>
              <a:ahLst/>
              <a:cxnLst/>
              <a:rect l="l" t="t" r="r" b="b"/>
              <a:pathLst>
                <a:path w="1345" h="1671" extrusionOk="0">
                  <a:moveTo>
                    <a:pt x="733" y="372"/>
                  </a:moveTo>
                  <a:cubicBezTo>
                    <a:pt x="767" y="372"/>
                    <a:pt x="797" y="383"/>
                    <a:pt x="821" y="410"/>
                  </a:cubicBezTo>
                  <a:cubicBezTo>
                    <a:pt x="923" y="529"/>
                    <a:pt x="915" y="883"/>
                    <a:pt x="702" y="1103"/>
                  </a:cubicBezTo>
                  <a:cubicBezTo>
                    <a:pt x="594" y="1224"/>
                    <a:pt x="525" y="1268"/>
                    <a:pt x="487" y="1286"/>
                  </a:cubicBezTo>
                  <a:cubicBezTo>
                    <a:pt x="437" y="1141"/>
                    <a:pt x="499" y="681"/>
                    <a:pt x="620" y="404"/>
                  </a:cubicBezTo>
                  <a:cubicBezTo>
                    <a:pt x="659" y="384"/>
                    <a:pt x="698" y="372"/>
                    <a:pt x="733" y="372"/>
                  </a:cubicBezTo>
                  <a:close/>
                  <a:moveTo>
                    <a:pt x="729" y="1"/>
                  </a:moveTo>
                  <a:cubicBezTo>
                    <a:pt x="673" y="1"/>
                    <a:pt x="612" y="10"/>
                    <a:pt x="544" y="31"/>
                  </a:cubicBezTo>
                  <a:cubicBezTo>
                    <a:pt x="534" y="30"/>
                    <a:pt x="523" y="29"/>
                    <a:pt x="512" y="29"/>
                  </a:cubicBezTo>
                  <a:cubicBezTo>
                    <a:pt x="446" y="29"/>
                    <a:pt x="379" y="61"/>
                    <a:pt x="341" y="119"/>
                  </a:cubicBezTo>
                  <a:cubicBezTo>
                    <a:pt x="341" y="127"/>
                    <a:pt x="341" y="133"/>
                    <a:pt x="335" y="133"/>
                  </a:cubicBezTo>
                  <a:cubicBezTo>
                    <a:pt x="329" y="139"/>
                    <a:pt x="317" y="151"/>
                    <a:pt x="310" y="151"/>
                  </a:cubicBezTo>
                  <a:cubicBezTo>
                    <a:pt x="234" y="202"/>
                    <a:pt x="210" y="296"/>
                    <a:pt x="242" y="372"/>
                  </a:cubicBezTo>
                  <a:cubicBezTo>
                    <a:pt x="108" y="762"/>
                    <a:pt x="1" y="1406"/>
                    <a:pt x="272" y="1608"/>
                  </a:cubicBezTo>
                  <a:cubicBezTo>
                    <a:pt x="335" y="1652"/>
                    <a:pt x="399" y="1670"/>
                    <a:pt x="455" y="1670"/>
                  </a:cubicBezTo>
                  <a:cubicBezTo>
                    <a:pt x="676" y="1670"/>
                    <a:pt x="891" y="1443"/>
                    <a:pt x="972" y="1356"/>
                  </a:cubicBezTo>
                  <a:cubicBezTo>
                    <a:pt x="1287" y="1027"/>
                    <a:pt x="1345" y="460"/>
                    <a:pt x="1098" y="171"/>
                  </a:cubicBezTo>
                  <a:cubicBezTo>
                    <a:pt x="1054" y="121"/>
                    <a:pt x="932" y="1"/>
                    <a:pt x="729"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30"/>
            <p:cNvSpPr/>
            <p:nvPr/>
          </p:nvSpPr>
          <p:spPr>
            <a:xfrm>
              <a:off x="1104525" y="553125"/>
              <a:ext cx="61025" cy="44850"/>
            </a:xfrm>
            <a:custGeom>
              <a:avLst/>
              <a:gdLst/>
              <a:ahLst/>
              <a:cxnLst/>
              <a:rect l="l" t="t" r="r" b="b"/>
              <a:pathLst>
                <a:path w="2441" h="1794" extrusionOk="0">
                  <a:moveTo>
                    <a:pt x="1528" y="371"/>
                  </a:moveTo>
                  <a:cubicBezTo>
                    <a:pt x="1680" y="371"/>
                    <a:pt x="1812" y="398"/>
                    <a:pt x="1892" y="464"/>
                  </a:cubicBezTo>
                  <a:cubicBezTo>
                    <a:pt x="1992" y="545"/>
                    <a:pt x="2006" y="703"/>
                    <a:pt x="1936" y="936"/>
                  </a:cubicBezTo>
                  <a:cubicBezTo>
                    <a:pt x="1818" y="1331"/>
                    <a:pt x="1533" y="1423"/>
                    <a:pt x="1301" y="1423"/>
                  </a:cubicBezTo>
                  <a:cubicBezTo>
                    <a:pt x="1286" y="1423"/>
                    <a:pt x="1270" y="1422"/>
                    <a:pt x="1255" y="1422"/>
                  </a:cubicBezTo>
                  <a:cubicBezTo>
                    <a:pt x="833" y="1396"/>
                    <a:pt x="441" y="1107"/>
                    <a:pt x="397" y="872"/>
                  </a:cubicBezTo>
                  <a:cubicBezTo>
                    <a:pt x="379" y="772"/>
                    <a:pt x="435" y="691"/>
                    <a:pt x="517" y="621"/>
                  </a:cubicBezTo>
                  <a:cubicBezTo>
                    <a:pt x="554" y="621"/>
                    <a:pt x="592" y="615"/>
                    <a:pt x="624" y="595"/>
                  </a:cubicBezTo>
                  <a:cubicBezTo>
                    <a:pt x="816" y="485"/>
                    <a:pt x="1214" y="371"/>
                    <a:pt x="1528" y="371"/>
                  </a:cubicBezTo>
                  <a:close/>
                  <a:moveTo>
                    <a:pt x="1526" y="1"/>
                  </a:moveTo>
                  <a:cubicBezTo>
                    <a:pt x="1227" y="1"/>
                    <a:pt x="907" y="81"/>
                    <a:pt x="675" y="167"/>
                  </a:cubicBezTo>
                  <a:cubicBezTo>
                    <a:pt x="660" y="161"/>
                    <a:pt x="642" y="158"/>
                    <a:pt x="624" y="158"/>
                  </a:cubicBezTo>
                  <a:cubicBezTo>
                    <a:pt x="600" y="158"/>
                    <a:pt x="574" y="164"/>
                    <a:pt x="548" y="179"/>
                  </a:cubicBezTo>
                  <a:cubicBezTo>
                    <a:pt x="1" y="426"/>
                    <a:pt x="13" y="797"/>
                    <a:pt x="38" y="942"/>
                  </a:cubicBezTo>
                  <a:cubicBezTo>
                    <a:pt x="120" y="1372"/>
                    <a:pt x="668" y="1762"/>
                    <a:pt x="1235" y="1788"/>
                  </a:cubicBezTo>
                  <a:cubicBezTo>
                    <a:pt x="1261" y="1794"/>
                    <a:pt x="1281" y="1794"/>
                    <a:pt x="1305" y="1794"/>
                  </a:cubicBezTo>
                  <a:cubicBezTo>
                    <a:pt x="1785" y="1794"/>
                    <a:pt x="2143" y="1523"/>
                    <a:pt x="2289" y="1043"/>
                  </a:cubicBezTo>
                  <a:cubicBezTo>
                    <a:pt x="2440" y="551"/>
                    <a:pt x="2283" y="299"/>
                    <a:pt x="2125" y="173"/>
                  </a:cubicBezTo>
                  <a:cubicBezTo>
                    <a:pt x="1970" y="47"/>
                    <a:pt x="1754" y="1"/>
                    <a:pt x="152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30"/>
            <p:cNvSpPr/>
            <p:nvPr/>
          </p:nvSpPr>
          <p:spPr>
            <a:xfrm>
              <a:off x="1019550" y="648175"/>
              <a:ext cx="18150" cy="27825"/>
            </a:xfrm>
            <a:custGeom>
              <a:avLst/>
              <a:gdLst/>
              <a:ahLst/>
              <a:cxnLst/>
              <a:rect l="l" t="t" r="r" b="b"/>
              <a:pathLst>
                <a:path w="726" h="1113" extrusionOk="0">
                  <a:moveTo>
                    <a:pt x="426" y="1"/>
                  </a:moveTo>
                  <a:cubicBezTo>
                    <a:pt x="385" y="1"/>
                    <a:pt x="344" y="14"/>
                    <a:pt x="309" y="41"/>
                  </a:cubicBezTo>
                  <a:cubicBezTo>
                    <a:pt x="45" y="248"/>
                    <a:pt x="1" y="451"/>
                    <a:pt x="13" y="583"/>
                  </a:cubicBezTo>
                  <a:cubicBezTo>
                    <a:pt x="26" y="722"/>
                    <a:pt x="108" y="917"/>
                    <a:pt x="435" y="1088"/>
                  </a:cubicBezTo>
                  <a:cubicBezTo>
                    <a:pt x="461" y="1100"/>
                    <a:pt x="486" y="1112"/>
                    <a:pt x="518" y="1112"/>
                  </a:cubicBezTo>
                  <a:cubicBezTo>
                    <a:pt x="586" y="1112"/>
                    <a:pt x="650" y="1074"/>
                    <a:pt x="682" y="1012"/>
                  </a:cubicBezTo>
                  <a:cubicBezTo>
                    <a:pt x="726" y="917"/>
                    <a:pt x="694" y="810"/>
                    <a:pt x="600" y="760"/>
                  </a:cubicBezTo>
                  <a:cubicBezTo>
                    <a:pt x="467" y="690"/>
                    <a:pt x="385" y="614"/>
                    <a:pt x="379" y="551"/>
                  </a:cubicBezTo>
                  <a:cubicBezTo>
                    <a:pt x="379" y="495"/>
                    <a:pt x="435" y="413"/>
                    <a:pt x="536" y="331"/>
                  </a:cubicBezTo>
                  <a:cubicBezTo>
                    <a:pt x="618" y="274"/>
                    <a:pt x="632" y="154"/>
                    <a:pt x="568" y="73"/>
                  </a:cubicBezTo>
                  <a:cubicBezTo>
                    <a:pt x="535" y="25"/>
                    <a:pt x="481" y="1"/>
                    <a:pt x="42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30"/>
            <p:cNvSpPr/>
            <p:nvPr/>
          </p:nvSpPr>
          <p:spPr>
            <a:xfrm>
              <a:off x="1084025" y="593975"/>
              <a:ext cx="21625" cy="24325"/>
            </a:xfrm>
            <a:custGeom>
              <a:avLst/>
              <a:gdLst/>
              <a:ahLst/>
              <a:cxnLst/>
              <a:rect l="l" t="t" r="r" b="b"/>
              <a:pathLst>
                <a:path w="865" h="973" extrusionOk="0">
                  <a:moveTo>
                    <a:pt x="201" y="1"/>
                  </a:moveTo>
                  <a:cubicBezTo>
                    <a:pt x="193" y="1"/>
                    <a:pt x="185" y="1"/>
                    <a:pt x="177" y="2"/>
                  </a:cubicBezTo>
                  <a:cubicBezTo>
                    <a:pt x="76" y="15"/>
                    <a:pt x="0" y="108"/>
                    <a:pt x="12" y="210"/>
                  </a:cubicBezTo>
                  <a:cubicBezTo>
                    <a:pt x="64" y="588"/>
                    <a:pt x="277" y="859"/>
                    <a:pt x="606" y="960"/>
                  </a:cubicBezTo>
                  <a:cubicBezTo>
                    <a:pt x="625" y="966"/>
                    <a:pt x="643" y="972"/>
                    <a:pt x="663" y="972"/>
                  </a:cubicBezTo>
                  <a:cubicBezTo>
                    <a:pt x="739" y="972"/>
                    <a:pt x="814" y="922"/>
                    <a:pt x="833" y="841"/>
                  </a:cubicBezTo>
                  <a:cubicBezTo>
                    <a:pt x="864" y="745"/>
                    <a:pt x="814" y="638"/>
                    <a:pt x="713" y="614"/>
                  </a:cubicBezTo>
                  <a:cubicBezTo>
                    <a:pt x="480" y="538"/>
                    <a:pt x="404" y="329"/>
                    <a:pt x="379" y="166"/>
                  </a:cubicBezTo>
                  <a:cubicBezTo>
                    <a:pt x="367" y="72"/>
                    <a:pt x="291" y="1"/>
                    <a:pt x="201"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30"/>
            <p:cNvSpPr/>
            <p:nvPr/>
          </p:nvSpPr>
          <p:spPr>
            <a:xfrm>
              <a:off x="1343825" y="794125"/>
              <a:ext cx="47150" cy="36825"/>
            </a:xfrm>
            <a:custGeom>
              <a:avLst/>
              <a:gdLst/>
              <a:ahLst/>
              <a:cxnLst/>
              <a:rect l="l" t="t" r="r" b="b"/>
              <a:pathLst>
                <a:path w="1886" h="1473" extrusionOk="0">
                  <a:moveTo>
                    <a:pt x="781" y="376"/>
                  </a:moveTo>
                  <a:cubicBezTo>
                    <a:pt x="1028" y="395"/>
                    <a:pt x="1324" y="489"/>
                    <a:pt x="1412" y="628"/>
                  </a:cubicBezTo>
                  <a:cubicBezTo>
                    <a:pt x="1432" y="660"/>
                    <a:pt x="1482" y="742"/>
                    <a:pt x="1356" y="925"/>
                  </a:cubicBezTo>
                  <a:cubicBezTo>
                    <a:pt x="1262" y="1057"/>
                    <a:pt x="1144" y="1101"/>
                    <a:pt x="1031" y="1101"/>
                  </a:cubicBezTo>
                  <a:cubicBezTo>
                    <a:pt x="963" y="1101"/>
                    <a:pt x="896" y="1085"/>
                    <a:pt x="839" y="1063"/>
                  </a:cubicBezTo>
                  <a:cubicBezTo>
                    <a:pt x="574" y="969"/>
                    <a:pt x="385" y="722"/>
                    <a:pt x="403" y="577"/>
                  </a:cubicBezTo>
                  <a:cubicBezTo>
                    <a:pt x="416" y="445"/>
                    <a:pt x="656" y="395"/>
                    <a:pt x="757" y="376"/>
                  </a:cubicBezTo>
                  <a:close/>
                  <a:moveTo>
                    <a:pt x="681" y="0"/>
                  </a:moveTo>
                  <a:cubicBezTo>
                    <a:pt x="604" y="0"/>
                    <a:pt x="531" y="6"/>
                    <a:pt x="466" y="17"/>
                  </a:cubicBezTo>
                  <a:cubicBezTo>
                    <a:pt x="403" y="23"/>
                    <a:pt x="347" y="73"/>
                    <a:pt x="327" y="131"/>
                  </a:cubicBezTo>
                  <a:cubicBezTo>
                    <a:pt x="108" y="256"/>
                    <a:pt x="50" y="426"/>
                    <a:pt x="38" y="547"/>
                  </a:cubicBezTo>
                  <a:cubicBezTo>
                    <a:pt x="0" y="911"/>
                    <a:pt x="347" y="1278"/>
                    <a:pt x="706" y="1409"/>
                  </a:cubicBezTo>
                  <a:cubicBezTo>
                    <a:pt x="819" y="1447"/>
                    <a:pt x="926" y="1473"/>
                    <a:pt x="1034" y="1473"/>
                  </a:cubicBezTo>
                  <a:cubicBezTo>
                    <a:pt x="1281" y="1473"/>
                    <a:pt x="1500" y="1353"/>
                    <a:pt x="1659" y="1132"/>
                  </a:cubicBezTo>
                  <a:cubicBezTo>
                    <a:pt x="1886" y="798"/>
                    <a:pt x="1797" y="553"/>
                    <a:pt x="1721" y="433"/>
                  </a:cubicBezTo>
                  <a:cubicBezTo>
                    <a:pt x="1533" y="130"/>
                    <a:pt x="1053" y="0"/>
                    <a:pt x="681"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30"/>
            <p:cNvSpPr/>
            <p:nvPr/>
          </p:nvSpPr>
          <p:spPr>
            <a:xfrm>
              <a:off x="1233775" y="533925"/>
              <a:ext cx="41975" cy="30950"/>
            </a:xfrm>
            <a:custGeom>
              <a:avLst/>
              <a:gdLst/>
              <a:ahLst/>
              <a:cxnLst/>
              <a:rect l="l" t="t" r="r" b="b"/>
              <a:pathLst>
                <a:path w="1679" h="1238" extrusionOk="0">
                  <a:moveTo>
                    <a:pt x="887" y="365"/>
                  </a:moveTo>
                  <a:cubicBezTo>
                    <a:pt x="980" y="365"/>
                    <a:pt x="1061" y="383"/>
                    <a:pt x="1111" y="417"/>
                  </a:cubicBezTo>
                  <a:cubicBezTo>
                    <a:pt x="1180" y="475"/>
                    <a:pt x="1097" y="613"/>
                    <a:pt x="1041" y="688"/>
                  </a:cubicBezTo>
                  <a:cubicBezTo>
                    <a:pt x="959" y="803"/>
                    <a:pt x="836" y="864"/>
                    <a:pt x="712" y="864"/>
                  </a:cubicBezTo>
                  <a:cubicBezTo>
                    <a:pt x="692" y="864"/>
                    <a:pt x="671" y="863"/>
                    <a:pt x="651" y="859"/>
                  </a:cubicBezTo>
                  <a:cubicBezTo>
                    <a:pt x="549" y="846"/>
                    <a:pt x="468" y="790"/>
                    <a:pt x="442" y="720"/>
                  </a:cubicBezTo>
                  <a:cubicBezTo>
                    <a:pt x="416" y="644"/>
                    <a:pt x="454" y="537"/>
                    <a:pt x="549" y="437"/>
                  </a:cubicBezTo>
                  <a:cubicBezTo>
                    <a:pt x="655" y="389"/>
                    <a:pt x="778" y="365"/>
                    <a:pt x="887" y="365"/>
                  </a:cubicBezTo>
                  <a:close/>
                  <a:moveTo>
                    <a:pt x="871" y="0"/>
                  </a:moveTo>
                  <a:cubicBezTo>
                    <a:pt x="701" y="0"/>
                    <a:pt x="520" y="38"/>
                    <a:pt x="360" y="115"/>
                  </a:cubicBezTo>
                  <a:cubicBezTo>
                    <a:pt x="360" y="115"/>
                    <a:pt x="354" y="115"/>
                    <a:pt x="348" y="121"/>
                  </a:cubicBezTo>
                  <a:cubicBezTo>
                    <a:pt x="235" y="178"/>
                    <a:pt x="133" y="254"/>
                    <a:pt x="58" y="354"/>
                  </a:cubicBezTo>
                  <a:cubicBezTo>
                    <a:pt x="0" y="430"/>
                    <a:pt x="14" y="531"/>
                    <a:pt x="70" y="594"/>
                  </a:cubicBezTo>
                  <a:cubicBezTo>
                    <a:pt x="58" y="694"/>
                    <a:pt x="76" y="784"/>
                    <a:pt x="95" y="840"/>
                  </a:cubicBezTo>
                  <a:cubicBezTo>
                    <a:pt x="165" y="1042"/>
                    <a:pt x="360" y="1186"/>
                    <a:pt x="599" y="1224"/>
                  </a:cubicBezTo>
                  <a:cubicBezTo>
                    <a:pt x="637" y="1232"/>
                    <a:pt x="675" y="1238"/>
                    <a:pt x="713" y="1238"/>
                  </a:cubicBezTo>
                  <a:cubicBezTo>
                    <a:pt x="953" y="1238"/>
                    <a:pt x="1180" y="1118"/>
                    <a:pt x="1338" y="909"/>
                  </a:cubicBezTo>
                  <a:cubicBezTo>
                    <a:pt x="1678" y="443"/>
                    <a:pt x="1420" y="190"/>
                    <a:pt x="1324" y="127"/>
                  </a:cubicBezTo>
                  <a:cubicBezTo>
                    <a:pt x="1215" y="43"/>
                    <a:pt x="1050" y="0"/>
                    <a:pt x="871"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30"/>
            <p:cNvSpPr/>
            <p:nvPr/>
          </p:nvSpPr>
          <p:spPr>
            <a:xfrm>
              <a:off x="1043850" y="685150"/>
              <a:ext cx="21425" cy="34700"/>
            </a:xfrm>
            <a:custGeom>
              <a:avLst/>
              <a:gdLst/>
              <a:ahLst/>
              <a:cxnLst/>
              <a:rect l="l" t="t" r="r" b="b"/>
              <a:pathLst>
                <a:path w="857" h="1388" extrusionOk="0">
                  <a:moveTo>
                    <a:pt x="654" y="0"/>
                  </a:moveTo>
                  <a:cubicBezTo>
                    <a:pt x="612" y="0"/>
                    <a:pt x="570" y="15"/>
                    <a:pt x="536" y="43"/>
                  </a:cubicBezTo>
                  <a:cubicBezTo>
                    <a:pt x="239" y="296"/>
                    <a:pt x="38" y="730"/>
                    <a:pt x="6" y="1184"/>
                  </a:cubicBezTo>
                  <a:cubicBezTo>
                    <a:pt x="0" y="1286"/>
                    <a:pt x="76" y="1374"/>
                    <a:pt x="176" y="1387"/>
                  </a:cubicBezTo>
                  <a:lnTo>
                    <a:pt x="189" y="1387"/>
                  </a:lnTo>
                  <a:cubicBezTo>
                    <a:pt x="289" y="1387"/>
                    <a:pt x="365" y="1312"/>
                    <a:pt x="379" y="1210"/>
                  </a:cubicBezTo>
                  <a:cubicBezTo>
                    <a:pt x="397" y="858"/>
                    <a:pt x="554" y="509"/>
                    <a:pt x="775" y="328"/>
                  </a:cubicBezTo>
                  <a:cubicBezTo>
                    <a:pt x="851" y="258"/>
                    <a:pt x="857" y="145"/>
                    <a:pt x="795" y="63"/>
                  </a:cubicBezTo>
                  <a:cubicBezTo>
                    <a:pt x="756" y="22"/>
                    <a:pt x="705" y="0"/>
                    <a:pt x="654"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30"/>
            <p:cNvSpPr/>
            <p:nvPr/>
          </p:nvSpPr>
          <p:spPr>
            <a:xfrm>
              <a:off x="1264825" y="599775"/>
              <a:ext cx="32325" cy="19625"/>
            </a:xfrm>
            <a:custGeom>
              <a:avLst/>
              <a:gdLst/>
              <a:ahLst/>
              <a:cxnLst/>
              <a:rect l="l" t="t" r="r" b="b"/>
              <a:pathLst>
                <a:path w="1293" h="785" extrusionOk="0">
                  <a:moveTo>
                    <a:pt x="210" y="1"/>
                  </a:moveTo>
                  <a:cubicBezTo>
                    <a:pt x="130" y="1"/>
                    <a:pt x="58" y="54"/>
                    <a:pt x="32" y="135"/>
                  </a:cubicBezTo>
                  <a:cubicBezTo>
                    <a:pt x="0" y="230"/>
                    <a:pt x="58" y="330"/>
                    <a:pt x="158" y="362"/>
                  </a:cubicBezTo>
                  <a:cubicBezTo>
                    <a:pt x="448" y="451"/>
                    <a:pt x="725" y="583"/>
                    <a:pt x="984" y="754"/>
                  </a:cubicBezTo>
                  <a:cubicBezTo>
                    <a:pt x="1016" y="772"/>
                    <a:pt x="1054" y="784"/>
                    <a:pt x="1086" y="784"/>
                  </a:cubicBezTo>
                  <a:cubicBezTo>
                    <a:pt x="1142" y="784"/>
                    <a:pt x="1205" y="760"/>
                    <a:pt x="1237" y="703"/>
                  </a:cubicBezTo>
                  <a:cubicBezTo>
                    <a:pt x="1293" y="621"/>
                    <a:pt x="1275" y="507"/>
                    <a:pt x="1187" y="444"/>
                  </a:cubicBezTo>
                  <a:cubicBezTo>
                    <a:pt x="902" y="255"/>
                    <a:pt x="594" y="103"/>
                    <a:pt x="265" y="10"/>
                  </a:cubicBezTo>
                  <a:cubicBezTo>
                    <a:pt x="247" y="4"/>
                    <a:pt x="228" y="1"/>
                    <a:pt x="210"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30"/>
            <p:cNvSpPr/>
            <p:nvPr/>
          </p:nvSpPr>
          <p:spPr>
            <a:xfrm>
              <a:off x="1417100" y="681675"/>
              <a:ext cx="20825" cy="51875"/>
            </a:xfrm>
            <a:custGeom>
              <a:avLst/>
              <a:gdLst/>
              <a:ahLst/>
              <a:cxnLst/>
              <a:rect l="l" t="t" r="r" b="b"/>
              <a:pathLst>
                <a:path w="833" h="2075" extrusionOk="0">
                  <a:moveTo>
                    <a:pt x="214" y="0"/>
                  </a:moveTo>
                  <a:cubicBezTo>
                    <a:pt x="192" y="0"/>
                    <a:pt x="169" y="4"/>
                    <a:pt x="146" y="13"/>
                  </a:cubicBezTo>
                  <a:cubicBezTo>
                    <a:pt x="52" y="43"/>
                    <a:pt x="1" y="151"/>
                    <a:pt x="32" y="246"/>
                  </a:cubicBezTo>
                  <a:cubicBezTo>
                    <a:pt x="64" y="334"/>
                    <a:pt x="96" y="421"/>
                    <a:pt x="134" y="517"/>
                  </a:cubicBezTo>
                  <a:cubicBezTo>
                    <a:pt x="285" y="945"/>
                    <a:pt x="461" y="1431"/>
                    <a:pt x="436" y="1885"/>
                  </a:cubicBezTo>
                  <a:cubicBezTo>
                    <a:pt x="436" y="1986"/>
                    <a:pt x="512" y="2068"/>
                    <a:pt x="612" y="2074"/>
                  </a:cubicBezTo>
                  <a:lnTo>
                    <a:pt x="626" y="2074"/>
                  </a:lnTo>
                  <a:cubicBezTo>
                    <a:pt x="719" y="2074"/>
                    <a:pt x="801" y="1998"/>
                    <a:pt x="809" y="1905"/>
                  </a:cubicBezTo>
                  <a:cubicBezTo>
                    <a:pt x="833" y="1381"/>
                    <a:pt x="644" y="857"/>
                    <a:pt x="480" y="391"/>
                  </a:cubicBezTo>
                  <a:cubicBezTo>
                    <a:pt x="443" y="302"/>
                    <a:pt x="411" y="208"/>
                    <a:pt x="385" y="126"/>
                  </a:cubicBezTo>
                  <a:cubicBezTo>
                    <a:pt x="356" y="48"/>
                    <a:pt x="289" y="0"/>
                    <a:pt x="214"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30"/>
            <p:cNvSpPr/>
            <p:nvPr/>
          </p:nvSpPr>
          <p:spPr>
            <a:xfrm>
              <a:off x="1421675" y="775075"/>
              <a:ext cx="12625" cy="21975"/>
            </a:xfrm>
            <a:custGeom>
              <a:avLst/>
              <a:gdLst/>
              <a:ahLst/>
              <a:cxnLst/>
              <a:rect l="l" t="t" r="r" b="b"/>
              <a:pathLst>
                <a:path w="505" h="879" extrusionOk="0">
                  <a:moveTo>
                    <a:pt x="252" y="0"/>
                  </a:moveTo>
                  <a:cubicBezTo>
                    <a:pt x="227" y="0"/>
                    <a:pt x="202" y="5"/>
                    <a:pt x="178" y="15"/>
                  </a:cubicBezTo>
                  <a:cubicBezTo>
                    <a:pt x="82" y="60"/>
                    <a:pt x="45" y="174"/>
                    <a:pt x="88" y="261"/>
                  </a:cubicBezTo>
                  <a:cubicBezTo>
                    <a:pt x="120" y="331"/>
                    <a:pt x="108" y="482"/>
                    <a:pt x="45" y="608"/>
                  </a:cubicBezTo>
                  <a:cubicBezTo>
                    <a:pt x="1" y="703"/>
                    <a:pt x="33" y="809"/>
                    <a:pt x="126" y="861"/>
                  </a:cubicBezTo>
                  <a:cubicBezTo>
                    <a:pt x="152" y="873"/>
                    <a:pt x="184" y="879"/>
                    <a:pt x="210" y="879"/>
                  </a:cubicBezTo>
                  <a:cubicBezTo>
                    <a:pt x="278" y="879"/>
                    <a:pt x="341" y="841"/>
                    <a:pt x="373" y="779"/>
                  </a:cubicBezTo>
                  <a:cubicBezTo>
                    <a:pt x="487" y="558"/>
                    <a:pt x="505" y="287"/>
                    <a:pt x="423" y="110"/>
                  </a:cubicBezTo>
                  <a:cubicBezTo>
                    <a:pt x="390" y="39"/>
                    <a:pt x="323" y="0"/>
                    <a:pt x="252"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30"/>
            <p:cNvSpPr/>
            <p:nvPr/>
          </p:nvSpPr>
          <p:spPr>
            <a:xfrm>
              <a:off x="1414750" y="234175"/>
              <a:ext cx="16100" cy="27700"/>
            </a:xfrm>
            <a:custGeom>
              <a:avLst/>
              <a:gdLst/>
              <a:ahLst/>
              <a:cxnLst/>
              <a:rect l="l" t="t" r="r" b="b"/>
              <a:pathLst>
                <a:path w="644" h="1108" extrusionOk="0">
                  <a:moveTo>
                    <a:pt x="443" y="1"/>
                  </a:moveTo>
                  <a:cubicBezTo>
                    <a:pt x="361" y="1"/>
                    <a:pt x="281" y="55"/>
                    <a:pt x="260" y="143"/>
                  </a:cubicBezTo>
                  <a:cubicBezTo>
                    <a:pt x="208" y="383"/>
                    <a:pt x="132" y="623"/>
                    <a:pt x="39" y="856"/>
                  </a:cubicBezTo>
                  <a:cubicBezTo>
                    <a:pt x="1" y="950"/>
                    <a:pt x="45" y="1057"/>
                    <a:pt x="139" y="1095"/>
                  </a:cubicBezTo>
                  <a:cubicBezTo>
                    <a:pt x="164" y="1101"/>
                    <a:pt x="190" y="1107"/>
                    <a:pt x="208" y="1107"/>
                  </a:cubicBezTo>
                  <a:cubicBezTo>
                    <a:pt x="284" y="1107"/>
                    <a:pt x="353" y="1064"/>
                    <a:pt x="379" y="994"/>
                  </a:cubicBezTo>
                  <a:cubicBezTo>
                    <a:pt x="479" y="743"/>
                    <a:pt x="562" y="484"/>
                    <a:pt x="618" y="225"/>
                  </a:cubicBezTo>
                  <a:cubicBezTo>
                    <a:pt x="644" y="124"/>
                    <a:pt x="580" y="30"/>
                    <a:pt x="479" y="4"/>
                  </a:cubicBezTo>
                  <a:cubicBezTo>
                    <a:pt x="467" y="2"/>
                    <a:pt x="455" y="1"/>
                    <a:pt x="443"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30"/>
            <p:cNvSpPr/>
            <p:nvPr/>
          </p:nvSpPr>
          <p:spPr>
            <a:xfrm>
              <a:off x="1048725" y="623425"/>
              <a:ext cx="258375" cy="229125"/>
            </a:xfrm>
            <a:custGeom>
              <a:avLst/>
              <a:gdLst/>
              <a:ahLst/>
              <a:cxnLst/>
              <a:rect l="l" t="t" r="r" b="b"/>
              <a:pathLst>
                <a:path w="10335" h="9165" extrusionOk="0">
                  <a:moveTo>
                    <a:pt x="6953" y="1"/>
                  </a:moveTo>
                  <a:cubicBezTo>
                    <a:pt x="6105" y="1"/>
                    <a:pt x="5265" y="260"/>
                    <a:pt x="4439" y="778"/>
                  </a:cubicBezTo>
                  <a:cubicBezTo>
                    <a:pt x="1841" y="2425"/>
                    <a:pt x="88" y="6290"/>
                    <a:pt x="0" y="9026"/>
                  </a:cubicBezTo>
                  <a:cubicBezTo>
                    <a:pt x="146" y="9020"/>
                    <a:pt x="277" y="9020"/>
                    <a:pt x="411" y="9020"/>
                  </a:cubicBezTo>
                  <a:lnTo>
                    <a:pt x="417" y="9020"/>
                  </a:lnTo>
                  <a:cubicBezTo>
                    <a:pt x="795" y="9020"/>
                    <a:pt x="1129" y="9083"/>
                    <a:pt x="1444" y="9165"/>
                  </a:cubicBezTo>
                  <a:cubicBezTo>
                    <a:pt x="1343" y="7405"/>
                    <a:pt x="3021" y="4424"/>
                    <a:pt x="3897" y="3187"/>
                  </a:cubicBezTo>
                  <a:cubicBezTo>
                    <a:pt x="4898" y="1782"/>
                    <a:pt x="6385" y="1024"/>
                    <a:pt x="8101" y="1024"/>
                  </a:cubicBezTo>
                  <a:cubicBezTo>
                    <a:pt x="8233" y="1024"/>
                    <a:pt x="8365" y="1028"/>
                    <a:pt x="8499" y="1037"/>
                  </a:cubicBezTo>
                  <a:cubicBezTo>
                    <a:pt x="9250" y="1087"/>
                    <a:pt x="9811" y="1302"/>
                    <a:pt x="10335" y="1662"/>
                  </a:cubicBezTo>
                  <a:cubicBezTo>
                    <a:pt x="10265" y="1554"/>
                    <a:pt x="10190" y="1453"/>
                    <a:pt x="10108" y="1359"/>
                  </a:cubicBezTo>
                  <a:cubicBezTo>
                    <a:pt x="10088" y="1352"/>
                    <a:pt x="10064" y="1346"/>
                    <a:pt x="10044" y="1333"/>
                  </a:cubicBezTo>
                  <a:cubicBezTo>
                    <a:pt x="10000" y="1302"/>
                    <a:pt x="9969" y="1252"/>
                    <a:pt x="9963" y="1194"/>
                  </a:cubicBezTo>
                  <a:cubicBezTo>
                    <a:pt x="9698" y="923"/>
                    <a:pt x="9383" y="684"/>
                    <a:pt x="9005" y="501"/>
                  </a:cubicBezTo>
                  <a:cubicBezTo>
                    <a:pt x="8318" y="167"/>
                    <a:pt x="7633" y="1"/>
                    <a:pt x="6953"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30"/>
            <p:cNvSpPr/>
            <p:nvPr/>
          </p:nvSpPr>
          <p:spPr>
            <a:xfrm>
              <a:off x="1389675" y="564850"/>
              <a:ext cx="108800" cy="348250"/>
            </a:xfrm>
            <a:custGeom>
              <a:avLst/>
              <a:gdLst/>
              <a:ahLst/>
              <a:cxnLst/>
              <a:rect l="l" t="t" r="r" b="b"/>
              <a:pathLst>
                <a:path w="4352" h="13930" extrusionOk="0">
                  <a:moveTo>
                    <a:pt x="0" y="1"/>
                  </a:moveTo>
                  <a:lnTo>
                    <a:pt x="0" y="1"/>
                  </a:lnTo>
                  <a:cubicBezTo>
                    <a:pt x="928" y="801"/>
                    <a:pt x="1609" y="1765"/>
                    <a:pt x="1974" y="2824"/>
                  </a:cubicBezTo>
                  <a:cubicBezTo>
                    <a:pt x="3122" y="6104"/>
                    <a:pt x="3116" y="10719"/>
                    <a:pt x="1987" y="13929"/>
                  </a:cubicBezTo>
                  <a:cubicBezTo>
                    <a:pt x="2352" y="13854"/>
                    <a:pt x="2738" y="13714"/>
                    <a:pt x="3141" y="13577"/>
                  </a:cubicBezTo>
                  <a:cubicBezTo>
                    <a:pt x="3318" y="13513"/>
                    <a:pt x="3501" y="13450"/>
                    <a:pt x="3690" y="13394"/>
                  </a:cubicBezTo>
                  <a:cubicBezTo>
                    <a:pt x="3696" y="13394"/>
                    <a:pt x="3708" y="13387"/>
                    <a:pt x="3714" y="13387"/>
                  </a:cubicBezTo>
                  <a:cubicBezTo>
                    <a:pt x="4150" y="12290"/>
                    <a:pt x="4351" y="10626"/>
                    <a:pt x="4351" y="9358"/>
                  </a:cubicBezTo>
                  <a:cubicBezTo>
                    <a:pt x="4351" y="7623"/>
                    <a:pt x="4295" y="5915"/>
                    <a:pt x="3620" y="4093"/>
                  </a:cubicBezTo>
                  <a:cubicBezTo>
                    <a:pt x="3274" y="3147"/>
                    <a:pt x="2933" y="2454"/>
                    <a:pt x="2214" y="1709"/>
                  </a:cubicBezTo>
                  <a:cubicBezTo>
                    <a:pt x="1760" y="1249"/>
                    <a:pt x="839" y="517"/>
                    <a:pt x="0"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30"/>
            <p:cNvSpPr/>
            <p:nvPr/>
          </p:nvSpPr>
          <p:spPr>
            <a:xfrm>
              <a:off x="944525" y="141325"/>
              <a:ext cx="600925" cy="773525"/>
            </a:xfrm>
            <a:custGeom>
              <a:avLst/>
              <a:gdLst/>
              <a:ahLst/>
              <a:cxnLst/>
              <a:rect l="l" t="t" r="r" b="b"/>
              <a:pathLst>
                <a:path w="24037" h="30941" extrusionOk="0">
                  <a:moveTo>
                    <a:pt x="19155" y="1315"/>
                  </a:moveTo>
                  <a:cubicBezTo>
                    <a:pt x="19183" y="1315"/>
                    <a:pt x="19212" y="1322"/>
                    <a:pt x="19238" y="1335"/>
                  </a:cubicBezTo>
                  <a:cubicBezTo>
                    <a:pt x="19333" y="1386"/>
                    <a:pt x="19364" y="1492"/>
                    <a:pt x="19320" y="1581"/>
                  </a:cubicBezTo>
                  <a:cubicBezTo>
                    <a:pt x="19232" y="1757"/>
                    <a:pt x="19212" y="1984"/>
                    <a:pt x="19244" y="2097"/>
                  </a:cubicBezTo>
                  <a:cubicBezTo>
                    <a:pt x="19270" y="2193"/>
                    <a:pt x="19212" y="2294"/>
                    <a:pt x="19112" y="2324"/>
                  </a:cubicBezTo>
                  <a:cubicBezTo>
                    <a:pt x="19099" y="2332"/>
                    <a:pt x="19081" y="2332"/>
                    <a:pt x="19069" y="2332"/>
                  </a:cubicBezTo>
                  <a:cubicBezTo>
                    <a:pt x="18985" y="2332"/>
                    <a:pt x="18910" y="2274"/>
                    <a:pt x="18885" y="2199"/>
                  </a:cubicBezTo>
                  <a:cubicBezTo>
                    <a:pt x="18828" y="1978"/>
                    <a:pt x="18872" y="1657"/>
                    <a:pt x="18993" y="1416"/>
                  </a:cubicBezTo>
                  <a:cubicBezTo>
                    <a:pt x="19024" y="1351"/>
                    <a:pt x="19089" y="1315"/>
                    <a:pt x="19155" y="1315"/>
                  </a:cubicBezTo>
                  <a:close/>
                  <a:moveTo>
                    <a:pt x="16895" y="1825"/>
                  </a:moveTo>
                  <a:cubicBezTo>
                    <a:pt x="16935" y="1825"/>
                    <a:pt x="16977" y="1838"/>
                    <a:pt x="17012" y="1864"/>
                  </a:cubicBezTo>
                  <a:cubicBezTo>
                    <a:pt x="17094" y="1928"/>
                    <a:pt x="17101" y="2047"/>
                    <a:pt x="17038" y="2123"/>
                  </a:cubicBezTo>
                  <a:cubicBezTo>
                    <a:pt x="16602" y="2665"/>
                    <a:pt x="16602" y="3051"/>
                    <a:pt x="16753" y="3226"/>
                  </a:cubicBezTo>
                  <a:cubicBezTo>
                    <a:pt x="16822" y="3312"/>
                    <a:pt x="16923" y="3356"/>
                    <a:pt x="17025" y="3356"/>
                  </a:cubicBezTo>
                  <a:cubicBezTo>
                    <a:pt x="17081" y="3356"/>
                    <a:pt x="17137" y="3343"/>
                    <a:pt x="17189" y="3316"/>
                  </a:cubicBezTo>
                  <a:cubicBezTo>
                    <a:pt x="17384" y="3208"/>
                    <a:pt x="17523" y="2868"/>
                    <a:pt x="17321" y="2249"/>
                  </a:cubicBezTo>
                  <a:cubicBezTo>
                    <a:pt x="17290" y="2155"/>
                    <a:pt x="17340" y="2047"/>
                    <a:pt x="17442" y="2016"/>
                  </a:cubicBezTo>
                  <a:cubicBezTo>
                    <a:pt x="17459" y="2010"/>
                    <a:pt x="17478" y="2007"/>
                    <a:pt x="17496" y="2007"/>
                  </a:cubicBezTo>
                  <a:cubicBezTo>
                    <a:pt x="17573" y="2007"/>
                    <a:pt x="17649" y="2059"/>
                    <a:pt x="17675" y="2135"/>
                  </a:cubicBezTo>
                  <a:cubicBezTo>
                    <a:pt x="18009" y="3189"/>
                    <a:pt x="17523" y="3549"/>
                    <a:pt x="17372" y="3636"/>
                  </a:cubicBezTo>
                  <a:cubicBezTo>
                    <a:pt x="17265" y="3694"/>
                    <a:pt x="17145" y="3724"/>
                    <a:pt x="17026" y="3724"/>
                  </a:cubicBezTo>
                  <a:cubicBezTo>
                    <a:pt x="16817" y="3724"/>
                    <a:pt x="16615" y="3636"/>
                    <a:pt x="16470" y="3467"/>
                  </a:cubicBezTo>
                  <a:cubicBezTo>
                    <a:pt x="16357" y="3322"/>
                    <a:pt x="16022" y="2792"/>
                    <a:pt x="16753" y="1890"/>
                  </a:cubicBezTo>
                  <a:cubicBezTo>
                    <a:pt x="16789" y="1847"/>
                    <a:pt x="16842" y="1825"/>
                    <a:pt x="16895" y="1825"/>
                  </a:cubicBezTo>
                  <a:close/>
                  <a:moveTo>
                    <a:pt x="19252" y="3715"/>
                  </a:moveTo>
                  <a:cubicBezTo>
                    <a:pt x="19264" y="3715"/>
                    <a:pt x="19276" y="3716"/>
                    <a:pt x="19288" y="3718"/>
                  </a:cubicBezTo>
                  <a:cubicBezTo>
                    <a:pt x="19389" y="3744"/>
                    <a:pt x="19453" y="3838"/>
                    <a:pt x="19427" y="3939"/>
                  </a:cubicBezTo>
                  <a:cubicBezTo>
                    <a:pt x="19371" y="4198"/>
                    <a:pt x="19288" y="4457"/>
                    <a:pt x="19188" y="4708"/>
                  </a:cubicBezTo>
                  <a:cubicBezTo>
                    <a:pt x="19162" y="4778"/>
                    <a:pt x="19093" y="4821"/>
                    <a:pt x="19017" y="4821"/>
                  </a:cubicBezTo>
                  <a:cubicBezTo>
                    <a:pt x="18999" y="4821"/>
                    <a:pt x="18973" y="4815"/>
                    <a:pt x="18948" y="4809"/>
                  </a:cubicBezTo>
                  <a:cubicBezTo>
                    <a:pt x="18854" y="4771"/>
                    <a:pt x="18810" y="4664"/>
                    <a:pt x="18848" y="4570"/>
                  </a:cubicBezTo>
                  <a:cubicBezTo>
                    <a:pt x="18941" y="4337"/>
                    <a:pt x="19017" y="4097"/>
                    <a:pt x="19069" y="3857"/>
                  </a:cubicBezTo>
                  <a:cubicBezTo>
                    <a:pt x="19090" y="3769"/>
                    <a:pt x="19170" y="3715"/>
                    <a:pt x="19252" y="3715"/>
                  </a:cubicBezTo>
                  <a:close/>
                  <a:moveTo>
                    <a:pt x="11410" y="6529"/>
                  </a:moveTo>
                  <a:cubicBezTo>
                    <a:pt x="11458" y="6529"/>
                    <a:pt x="11505" y="6547"/>
                    <a:pt x="11540" y="6581"/>
                  </a:cubicBezTo>
                  <a:cubicBezTo>
                    <a:pt x="11608" y="6657"/>
                    <a:pt x="11608" y="6777"/>
                    <a:pt x="11540" y="6846"/>
                  </a:cubicBezTo>
                  <a:cubicBezTo>
                    <a:pt x="11407" y="6972"/>
                    <a:pt x="11388" y="7067"/>
                    <a:pt x="11419" y="7099"/>
                  </a:cubicBezTo>
                  <a:cubicBezTo>
                    <a:pt x="11432" y="7115"/>
                    <a:pt x="11461" y="7126"/>
                    <a:pt x="11501" y="7126"/>
                  </a:cubicBezTo>
                  <a:cubicBezTo>
                    <a:pt x="11570" y="7126"/>
                    <a:pt x="11674" y="7092"/>
                    <a:pt x="11791" y="6992"/>
                  </a:cubicBezTo>
                  <a:cubicBezTo>
                    <a:pt x="11826" y="6959"/>
                    <a:pt x="11870" y="6943"/>
                    <a:pt x="11914" y="6943"/>
                  </a:cubicBezTo>
                  <a:cubicBezTo>
                    <a:pt x="11965" y="6943"/>
                    <a:pt x="12015" y="6966"/>
                    <a:pt x="12050" y="7010"/>
                  </a:cubicBezTo>
                  <a:cubicBezTo>
                    <a:pt x="12119" y="7085"/>
                    <a:pt x="12113" y="7199"/>
                    <a:pt x="12038" y="7268"/>
                  </a:cubicBezTo>
                  <a:cubicBezTo>
                    <a:pt x="11855" y="7426"/>
                    <a:pt x="11671" y="7495"/>
                    <a:pt x="11508" y="7495"/>
                  </a:cubicBezTo>
                  <a:cubicBezTo>
                    <a:pt x="11357" y="7495"/>
                    <a:pt x="11230" y="7439"/>
                    <a:pt x="11148" y="7350"/>
                  </a:cubicBezTo>
                  <a:cubicBezTo>
                    <a:pt x="10990" y="7181"/>
                    <a:pt x="10972" y="6878"/>
                    <a:pt x="11281" y="6581"/>
                  </a:cubicBezTo>
                  <a:cubicBezTo>
                    <a:pt x="11316" y="6547"/>
                    <a:pt x="11363" y="6529"/>
                    <a:pt x="11410" y="6529"/>
                  </a:cubicBezTo>
                  <a:close/>
                  <a:moveTo>
                    <a:pt x="15792" y="6954"/>
                  </a:moveTo>
                  <a:cubicBezTo>
                    <a:pt x="15878" y="6954"/>
                    <a:pt x="15961" y="6976"/>
                    <a:pt x="16034" y="7023"/>
                  </a:cubicBezTo>
                  <a:cubicBezTo>
                    <a:pt x="16255" y="7167"/>
                    <a:pt x="16357" y="7489"/>
                    <a:pt x="16293" y="7856"/>
                  </a:cubicBezTo>
                  <a:cubicBezTo>
                    <a:pt x="16281" y="7943"/>
                    <a:pt x="16199" y="8007"/>
                    <a:pt x="16110" y="8007"/>
                  </a:cubicBezTo>
                  <a:cubicBezTo>
                    <a:pt x="16104" y="8007"/>
                    <a:pt x="16092" y="8007"/>
                    <a:pt x="16080" y="7999"/>
                  </a:cubicBezTo>
                  <a:cubicBezTo>
                    <a:pt x="15978" y="7987"/>
                    <a:pt x="15915" y="7886"/>
                    <a:pt x="15934" y="7792"/>
                  </a:cubicBezTo>
                  <a:cubicBezTo>
                    <a:pt x="15972" y="7565"/>
                    <a:pt x="15915" y="7382"/>
                    <a:pt x="15833" y="7332"/>
                  </a:cubicBezTo>
                  <a:cubicBezTo>
                    <a:pt x="15820" y="7324"/>
                    <a:pt x="15805" y="7320"/>
                    <a:pt x="15790" y="7320"/>
                  </a:cubicBezTo>
                  <a:cubicBezTo>
                    <a:pt x="15747" y="7320"/>
                    <a:pt x="15700" y="7347"/>
                    <a:pt x="15664" y="7370"/>
                  </a:cubicBezTo>
                  <a:cubicBezTo>
                    <a:pt x="15632" y="7394"/>
                    <a:pt x="15595" y="7405"/>
                    <a:pt x="15559" y="7405"/>
                  </a:cubicBezTo>
                  <a:cubicBezTo>
                    <a:pt x="15501" y="7405"/>
                    <a:pt x="15443" y="7376"/>
                    <a:pt x="15405" y="7326"/>
                  </a:cubicBezTo>
                  <a:cubicBezTo>
                    <a:pt x="15347" y="7243"/>
                    <a:pt x="15373" y="7129"/>
                    <a:pt x="15455" y="7067"/>
                  </a:cubicBezTo>
                  <a:cubicBezTo>
                    <a:pt x="15565" y="6992"/>
                    <a:pt x="15681" y="6954"/>
                    <a:pt x="15792" y="6954"/>
                  </a:cubicBezTo>
                  <a:close/>
                  <a:moveTo>
                    <a:pt x="11544" y="8144"/>
                  </a:moveTo>
                  <a:cubicBezTo>
                    <a:pt x="11640" y="8144"/>
                    <a:pt x="11722" y="8218"/>
                    <a:pt x="11729" y="8316"/>
                  </a:cubicBezTo>
                  <a:cubicBezTo>
                    <a:pt x="11735" y="8423"/>
                    <a:pt x="11886" y="8461"/>
                    <a:pt x="12012" y="8467"/>
                  </a:cubicBezTo>
                  <a:cubicBezTo>
                    <a:pt x="12113" y="8473"/>
                    <a:pt x="12195" y="8555"/>
                    <a:pt x="12189" y="8656"/>
                  </a:cubicBezTo>
                  <a:cubicBezTo>
                    <a:pt x="12189" y="8756"/>
                    <a:pt x="12107" y="8839"/>
                    <a:pt x="12006" y="8839"/>
                  </a:cubicBezTo>
                  <a:lnTo>
                    <a:pt x="12000" y="8839"/>
                  </a:lnTo>
                  <a:cubicBezTo>
                    <a:pt x="11628" y="8826"/>
                    <a:pt x="11381" y="8630"/>
                    <a:pt x="11363" y="8340"/>
                  </a:cubicBezTo>
                  <a:cubicBezTo>
                    <a:pt x="11357" y="8240"/>
                    <a:pt x="11432" y="8151"/>
                    <a:pt x="11532" y="8145"/>
                  </a:cubicBezTo>
                  <a:cubicBezTo>
                    <a:pt x="11536" y="8144"/>
                    <a:pt x="11540" y="8144"/>
                    <a:pt x="11544" y="8144"/>
                  </a:cubicBezTo>
                  <a:close/>
                  <a:moveTo>
                    <a:pt x="21826" y="7238"/>
                  </a:moveTo>
                  <a:cubicBezTo>
                    <a:pt x="22029" y="7238"/>
                    <a:pt x="22151" y="7358"/>
                    <a:pt x="22195" y="7408"/>
                  </a:cubicBezTo>
                  <a:cubicBezTo>
                    <a:pt x="22442" y="7697"/>
                    <a:pt x="22384" y="8264"/>
                    <a:pt x="22069" y="8593"/>
                  </a:cubicBezTo>
                  <a:cubicBezTo>
                    <a:pt x="21988" y="8680"/>
                    <a:pt x="21773" y="8907"/>
                    <a:pt x="21552" y="8907"/>
                  </a:cubicBezTo>
                  <a:cubicBezTo>
                    <a:pt x="21496" y="8907"/>
                    <a:pt x="21432" y="8889"/>
                    <a:pt x="21369" y="8845"/>
                  </a:cubicBezTo>
                  <a:cubicBezTo>
                    <a:pt x="21098" y="8643"/>
                    <a:pt x="21205" y="7999"/>
                    <a:pt x="21339" y="7609"/>
                  </a:cubicBezTo>
                  <a:cubicBezTo>
                    <a:pt x="21307" y="7533"/>
                    <a:pt x="21331" y="7439"/>
                    <a:pt x="21407" y="7388"/>
                  </a:cubicBezTo>
                  <a:cubicBezTo>
                    <a:pt x="21414" y="7388"/>
                    <a:pt x="21426" y="7376"/>
                    <a:pt x="21432" y="7370"/>
                  </a:cubicBezTo>
                  <a:cubicBezTo>
                    <a:pt x="21438" y="7370"/>
                    <a:pt x="21438" y="7364"/>
                    <a:pt x="21438" y="7356"/>
                  </a:cubicBezTo>
                  <a:cubicBezTo>
                    <a:pt x="21476" y="7298"/>
                    <a:pt x="21543" y="7266"/>
                    <a:pt x="21609" y="7266"/>
                  </a:cubicBezTo>
                  <a:cubicBezTo>
                    <a:pt x="21620" y="7266"/>
                    <a:pt x="21631" y="7267"/>
                    <a:pt x="21641" y="7268"/>
                  </a:cubicBezTo>
                  <a:cubicBezTo>
                    <a:pt x="21709" y="7247"/>
                    <a:pt x="21770" y="7238"/>
                    <a:pt x="21826" y="7238"/>
                  </a:cubicBezTo>
                  <a:close/>
                  <a:moveTo>
                    <a:pt x="15134" y="11140"/>
                  </a:moveTo>
                  <a:cubicBezTo>
                    <a:pt x="15190" y="11140"/>
                    <a:pt x="15253" y="11165"/>
                    <a:pt x="15285" y="11209"/>
                  </a:cubicBezTo>
                  <a:cubicBezTo>
                    <a:pt x="15530" y="11273"/>
                    <a:pt x="15739" y="11456"/>
                    <a:pt x="15833" y="11707"/>
                  </a:cubicBezTo>
                  <a:cubicBezTo>
                    <a:pt x="15934" y="11972"/>
                    <a:pt x="15909" y="12358"/>
                    <a:pt x="15518" y="12629"/>
                  </a:cubicBezTo>
                  <a:cubicBezTo>
                    <a:pt x="15347" y="12754"/>
                    <a:pt x="15172" y="12812"/>
                    <a:pt x="15007" y="12812"/>
                  </a:cubicBezTo>
                  <a:cubicBezTo>
                    <a:pt x="14875" y="12812"/>
                    <a:pt x="14756" y="12774"/>
                    <a:pt x="14654" y="12698"/>
                  </a:cubicBezTo>
                  <a:cubicBezTo>
                    <a:pt x="14377" y="12509"/>
                    <a:pt x="14256" y="12105"/>
                    <a:pt x="14358" y="11745"/>
                  </a:cubicBezTo>
                  <a:cubicBezTo>
                    <a:pt x="14459" y="11392"/>
                    <a:pt x="14742" y="11171"/>
                    <a:pt x="15134" y="11140"/>
                  </a:cubicBezTo>
                  <a:close/>
                  <a:moveTo>
                    <a:pt x="12441" y="15704"/>
                  </a:moveTo>
                  <a:cubicBezTo>
                    <a:pt x="12620" y="15704"/>
                    <a:pt x="12785" y="15747"/>
                    <a:pt x="12894" y="15831"/>
                  </a:cubicBezTo>
                  <a:cubicBezTo>
                    <a:pt x="12990" y="15894"/>
                    <a:pt x="13248" y="16147"/>
                    <a:pt x="12908" y="16613"/>
                  </a:cubicBezTo>
                  <a:cubicBezTo>
                    <a:pt x="12750" y="16822"/>
                    <a:pt x="12523" y="16942"/>
                    <a:pt x="12283" y="16942"/>
                  </a:cubicBezTo>
                  <a:cubicBezTo>
                    <a:pt x="12245" y="16942"/>
                    <a:pt x="12207" y="16936"/>
                    <a:pt x="12169" y="16928"/>
                  </a:cubicBezTo>
                  <a:cubicBezTo>
                    <a:pt x="11930" y="16890"/>
                    <a:pt x="11735" y="16746"/>
                    <a:pt x="11665" y="16544"/>
                  </a:cubicBezTo>
                  <a:cubicBezTo>
                    <a:pt x="11646" y="16488"/>
                    <a:pt x="11628" y="16398"/>
                    <a:pt x="11640" y="16298"/>
                  </a:cubicBezTo>
                  <a:cubicBezTo>
                    <a:pt x="11584" y="16235"/>
                    <a:pt x="11570" y="16134"/>
                    <a:pt x="11628" y="16058"/>
                  </a:cubicBezTo>
                  <a:cubicBezTo>
                    <a:pt x="11703" y="15958"/>
                    <a:pt x="11805" y="15882"/>
                    <a:pt x="11918" y="15825"/>
                  </a:cubicBezTo>
                  <a:cubicBezTo>
                    <a:pt x="11924" y="15819"/>
                    <a:pt x="11930" y="15819"/>
                    <a:pt x="11930" y="15819"/>
                  </a:cubicBezTo>
                  <a:cubicBezTo>
                    <a:pt x="12090" y="15742"/>
                    <a:pt x="12271" y="15704"/>
                    <a:pt x="12441" y="15704"/>
                  </a:cubicBezTo>
                  <a:close/>
                  <a:moveTo>
                    <a:pt x="7926" y="16473"/>
                  </a:moveTo>
                  <a:cubicBezTo>
                    <a:pt x="8154" y="16473"/>
                    <a:pt x="8370" y="16519"/>
                    <a:pt x="8525" y="16645"/>
                  </a:cubicBezTo>
                  <a:cubicBezTo>
                    <a:pt x="8683" y="16771"/>
                    <a:pt x="8840" y="17023"/>
                    <a:pt x="8689" y="17515"/>
                  </a:cubicBezTo>
                  <a:cubicBezTo>
                    <a:pt x="8543" y="17995"/>
                    <a:pt x="8185" y="18266"/>
                    <a:pt x="7705" y="18266"/>
                  </a:cubicBezTo>
                  <a:cubicBezTo>
                    <a:pt x="7681" y="18266"/>
                    <a:pt x="7661" y="18266"/>
                    <a:pt x="7635" y="18260"/>
                  </a:cubicBezTo>
                  <a:cubicBezTo>
                    <a:pt x="7068" y="18234"/>
                    <a:pt x="6520" y="17844"/>
                    <a:pt x="6438" y="17414"/>
                  </a:cubicBezTo>
                  <a:cubicBezTo>
                    <a:pt x="6413" y="17269"/>
                    <a:pt x="6401" y="16898"/>
                    <a:pt x="6948" y="16651"/>
                  </a:cubicBezTo>
                  <a:cubicBezTo>
                    <a:pt x="6974" y="16636"/>
                    <a:pt x="7000" y="16630"/>
                    <a:pt x="7024" y="16630"/>
                  </a:cubicBezTo>
                  <a:cubicBezTo>
                    <a:pt x="7042" y="16630"/>
                    <a:pt x="7060" y="16633"/>
                    <a:pt x="7075" y="16639"/>
                  </a:cubicBezTo>
                  <a:cubicBezTo>
                    <a:pt x="7307" y="16553"/>
                    <a:pt x="7627" y="16473"/>
                    <a:pt x="7926" y="16473"/>
                  </a:cubicBezTo>
                  <a:close/>
                  <a:moveTo>
                    <a:pt x="5781" y="18107"/>
                  </a:moveTo>
                  <a:cubicBezTo>
                    <a:pt x="5871" y="18107"/>
                    <a:pt x="5947" y="18178"/>
                    <a:pt x="5959" y="18272"/>
                  </a:cubicBezTo>
                  <a:cubicBezTo>
                    <a:pt x="5984" y="18435"/>
                    <a:pt x="6060" y="18644"/>
                    <a:pt x="6293" y="18720"/>
                  </a:cubicBezTo>
                  <a:cubicBezTo>
                    <a:pt x="6394" y="18744"/>
                    <a:pt x="6444" y="18851"/>
                    <a:pt x="6413" y="18947"/>
                  </a:cubicBezTo>
                  <a:cubicBezTo>
                    <a:pt x="6394" y="19028"/>
                    <a:pt x="6319" y="19078"/>
                    <a:pt x="6243" y="19078"/>
                  </a:cubicBezTo>
                  <a:cubicBezTo>
                    <a:pt x="6223" y="19078"/>
                    <a:pt x="6205" y="19072"/>
                    <a:pt x="6186" y="19066"/>
                  </a:cubicBezTo>
                  <a:cubicBezTo>
                    <a:pt x="5857" y="18965"/>
                    <a:pt x="5644" y="18694"/>
                    <a:pt x="5592" y="18316"/>
                  </a:cubicBezTo>
                  <a:cubicBezTo>
                    <a:pt x="5580" y="18214"/>
                    <a:pt x="5656" y="18121"/>
                    <a:pt x="5757" y="18108"/>
                  </a:cubicBezTo>
                  <a:cubicBezTo>
                    <a:pt x="5765" y="18107"/>
                    <a:pt x="5773" y="18107"/>
                    <a:pt x="5781" y="18107"/>
                  </a:cubicBezTo>
                  <a:close/>
                  <a:moveTo>
                    <a:pt x="13022" y="18339"/>
                  </a:moveTo>
                  <a:cubicBezTo>
                    <a:pt x="13040" y="18339"/>
                    <a:pt x="13059" y="18342"/>
                    <a:pt x="13077" y="18348"/>
                  </a:cubicBezTo>
                  <a:cubicBezTo>
                    <a:pt x="13406" y="18441"/>
                    <a:pt x="13714" y="18593"/>
                    <a:pt x="13999" y="18782"/>
                  </a:cubicBezTo>
                  <a:cubicBezTo>
                    <a:pt x="14087" y="18845"/>
                    <a:pt x="14105" y="18959"/>
                    <a:pt x="14049" y="19041"/>
                  </a:cubicBezTo>
                  <a:cubicBezTo>
                    <a:pt x="14017" y="19098"/>
                    <a:pt x="13954" y="19122"/>
                    <a:pt x="13898" y="19122"/>
                  </a:cubicBezTo>
                  <a:cubicBezTo>
                    <a:pt x="13866" y="19122"/>
                    <a:pt x="13828" y="19110"/>
                    <a:pt x="13796" y="19092"/>
                  </a:cubicBezTo>
                  <a:cubicBezTo>
                    <a:pt x="13537" y="18921"/>
                    <a:pt x="13260" y="18789"/>
                    <a:pt x="12970" y="18700"/>
                  </a:cubicBezTo>
                  <a:cubicBezTo>
                    <a:pt x="12870" y="18668"/>
                    <a:pt x="12812" y="18568"/>
                    <a:pt x="12844" y="18473"/>
                  </a:cubicBezTo>
                  <a:cubicBezTo>
                    <a:pt x="12870" y="18392"/>
                    <a:pt x="12942" y="18339"/>
                    <a:pt x="13022" y="18339"/>
                  </a:cubicBezTo>
                  <a:close/>
                  <a:moveTo>
                    <a:pt x="17564" y="19228"/>
                  </a:moveTo>
                  <a:cubicBezTo>
                    <a:pt x="17889" y="19228"/>
                    <a:pt x="18202" y="19373"/>
                    <a:pt x="18350" y="19584"/>
                  </a:cubicBezTo>
                  <a:cubicBezTo>
                    <a:pt x="18507" y="19811"/>
                    <a:pt x="18507" y="20163"/>
                    <a:pt x="18065" y="20484"/>
                  </a:cubicBezTo>
                  <a:cubicBezTo>
                    <a:pt x="17896" y="20605"/>
                    <a:pt x="17713" y="20667"/>
                    <a:pt x="17536" y="20667"/>
                  </a:cubicBezTo>
                  <a:cubicBezTo>
                    <a:pt x="17372" y="20667"/>
                    <a:pt x="17221" y="20617"/>
                    <a:pt x="17076" y="20522"/>
                  </a:cubicBezTo>
                  <a:cubicBezTo>
                    <a:pt x="16799" y="20327"/>
                    <a:pt x="16653" y="20006"/>
                    <a:pt x="16723" y="19728"/>
                  </a:cubicBezTo>
                  <a:cubicBezTo>
                    <a:pt x="16753" y="19622"/>
                    <a:pt x="16855" y="19387"/>
                    <a:pt x="17201" y="19293"/>
                  </a:cubicBezTo>
                  <a:cubicBezTo>
                    <a:pt x="17318" y="19249"/>
                    <a:pt x="17442" y="19228"/>
                    <a:pt x="17564" y="19228"/>
                  </a:cubicBezTo>
                  <a:close/>
                  <a:moveTo>
                    <a:pt x="3427" y="20275"/>
                  </a:moveTo>
                  <a:cubicBezTo>
                    <a:pt x="3482" y="20275"/>
                    <a:pt x="3536" y="20299"/>
                    <a:pt x="3569" y="20347"/>
                  </a:cubicBezTo>
                  <a:cubicBezTo>
                    <a:pt x="3633" y="20428"/>
                    <a:pt x="3619" y="20548"/>
                    <a:pt x="3537" y="20605"/>
                  </a:cubicBezTo>
                  <a:cubicBezTo>
                    <a:pt x="3436" y="20687"/>
                    <a:pt x="3380" y="20769"/>
                    <a:pt x="3380" y="20825"/>
                  </a:cubicBezTo>
                  <a:cubicBezTo>
                    <a:pt x="3386" y="20888"/>
                    <a:pt x="3468" y="20964"/>
                    <a:pt x="3601" y="21034"/>
                  </a:cubicBezTo>
                  <a:cubicBezTo>
                    <a:pt x="3695" y="21084"/>
                    <a:pt x="3727" y="21191"/>
                    <a:pt x="3683" y="21286"/>
                  </a:cubicBezTo>
                  <a:cubicBezTo>
                    <a:pt x="3651" y="21348"/>
                    <a:pt x="3587" y="21386"/>
                    <a:pt x="3519" y="21386"/>
                  </a:cubicBezTo>
                  <a:cubicBezTo>
                    <a:pt x="3487" y="21386"/>
                    <a:pt x="3462" y="21374"/>
                    <a:pt x="3436" y="21362"/>
                  </a:cubicBezTo>
                  <a:cubicBezTo>
                    <a:pt x="3109" y="21191"/>
                    <a:pt x="3027" y="20996"/>
                    <a:pt x="3014" y="20857"/>
                  </a:cubicBezTo>
                  <a:cubicBezTo>
                    <a:pt x="3002" y="20725"/>
                    <a:pt x="3046" y="20522"/>
                    <a:pt x="3310" y="20315"/>
                  </a:cubicBezTo>
                  <a:cubicBezTo>
                    <a:pt x="3345" y="20288"/>
                    <a:pt x="3386" y="20275"/>
                    <a:pt x="3427" y="20275"/>
                  </a:cubicBezTo>
                  <a:close/>
                  <a:moveTo>
                    <a:pt x="4627" y="21753"/>
                  </a:moveTo>
                  <a:cubicBezTo>
                    <a:pt x="4678" y="21753"/>
                    <a:pt x="4729" y="21775"/>
                    <a:pt x="4768" y="21816"/>
                  </a:cubicBezTo>
                  <a:cubicBezTo>
                    <a:pt x="4830" y="21898"/>
                    <a:pt x="4824" y="22011"/>
                    <a:pt x="4748" y="22081"/>
                  </a:cubicBezTo>
                  <a:cubicBezTo>
                    <a:pt x="4527" y="22262"/>
                    <a:pt x="4370" y="22611"/>
                    <a:pt x="4352" y="22963"/>
                  </a:cubicBezTo>
                  <a:cubicBezTo>
                    <a:pt x="4338" y="23065"/>
                    <a:pt x="4262" y="23140"/>
                    <a:pt x="4162" y="23140"/>
                  </a:cubicBezTo>
                  <a:lnTo>
                    <a:pt x="4149" y="23140"/>
                  </a:lnTo>
                  <a:cubicBezTo>
                    <a:pt x="4049" y="23127"/>
                    <a:pt x="3973" y="23039"/>
                    <a:pt x="3979" y="22937"/>
                  </a:cubicBezTo>
                  <a:cubicBezTo>
                    <a:pt x="4011" y="22483"/>
                    <a:pt x="4212" y="22049"/>
                    <a:pt x="4509" y="21796"/>
                  </a:cubicBezTo>
                  <a:cubicBezTo>
                    <a:pt x="4543" y="21768"/>
                    <a:pt x="4585" y="21753"/>
                    <a:pt x="4627" y="21753"/>
                  </a:cubicBezTo>
                  <a:close/>
                  <a:moveTo>
                    <a:pt x="19117" y="21614"/>
                  </a:moveTo>
                  <a:cubicBezTo>
                    <a:pt x="19192" y="21614"/>
                    <a:pt x="19259" y="21662"/>
                    <a:pt x="19288" y="21740"/>
                  </a:cubicBezTo>
                  <a:cubicBezTo>
                    <a:pt x="19314" y="21822"/>
                    <a:pt x="19346" y="21916"/>
                    <a:pt x="19383" y="22005"/>
                  </a:cubicBezTo>
                  <a:cubicBezTo>
                    <a:pt x="19547" y="22471"/>
                    <a:pt x="19736" y="22995"/>
                    <a:pt x="19712" y="23519"/>
                  </a:cubicBezTo>
                  <a:cubicBezTo>
                    <a:pt x="19704" y="23612"/>
                    <a:pt x="19622" y="23688"/>
                    <a:pt x="19529" y="23688"/>
                  </a:cubicBezTo>
                  <a:lnTo>
                    <a:pt x="19515" y="23688"/>
                  </a:lnTo>
                  <a:cubicBezTo>
                    <a:pt x="19415" y="23682"/>
                    <a:pt x="19339" y="23600"/>
                    <a:pt x="19339" y="23499"/>
                  </a:cubicBezTo>
                  <a:cubicBezTo>
                    <a:pt x="19364" y="23045"/>
                    <a:pt x="19188" y="22559"/>
                    <a:pt x="19037" y="22131"/>
                  </a:cubicBezTo>
                  <a:cubicBezTo>
                    <a:pt x="18999" y="22035"/>
                    <a:pt x="18967" y="21948"/>
                    <a:pt x="18935" y="21860"/>
                  </a:cubicBezTo>
                  <a:cubicBezTo>
                    <a:pt x="18904" y="21765"/>
                    <a:pt x="18955" y="21657"/>
                    <a:pt x="19049" y="21627"/>
                  </a:cubicBezTo>
                  <a:cubicBezTo>
                    <a:pt x="19072" y="21618"/>
                    <a:pt x="19095" y="21614"/>
                    <a:pt x="19117" y="21614"/>
                  </a:cubicBezTo>
                  <a:close/>
                  <a:moveTo>
                    <a:pt x="19338" y="25350"/>
                  </a:moveTo>
                  <a:cubicBezTo>
                    <a:pt x="19409" y="25350"/>
                    <a:pt x="19476" y="25389"/>
                    <a:pt x="19509" y="25460"/>
                  </a:cubicBezTo>
                  <a:cubicBezTo>
                    <a:pt x="19591" y="25637"/>
                    <a:pt x="19573" y="25908"/>
                    <a:pt x="19459" y="26129"/>
                  </a:cubicBezTo>
                  <a:cubicBezTo>
                    <a:pt x="19427" y="26191"/>
                    <a:pt x="19364" y="26229"/>
                    <a:pt x="19296" y="26229"/>
                  </a:cubicBezTo>
                  <a:cubicBezTo>
                    <a:pt x="19270" y="26229"/>
                    <a:pt x="19238" y="26223"/>
                    <a:pt x="19212" y="26211"/>
                  </a:cubicBezTo>
                  <a:cubicBezTo>
                    <a:pt x="19119" y="26159"/>
                    <a:pt x="19087" y="26053"/>
                    <a:pt x="19131" y="25958"/>
                  </a:cubicBezTo>
                  <a:cubicBezTo>
                    <a:pt x="19194" y="25832"/>
                    <a:pt x="19206" y="25681"/>
                    <a:pt x="19174" y="25611"/>
                  </a:cubicBezTo>
                  <a:cubicBezTo>
                    <a:pt x="19131" y="25524"/>
                    <a:pt x="19168" y="25410"/>
                    <a:pt x="19264" y="25365"/>
                  </a:cubicBezTo>
                  <a:cubicBezTo>
                    <a:pt x="19288" y="25355"/>
                    <a:pt x="19313" y="25350"/>
                    <a:pt x="19338" y="25350"/>
                  </a:cubicBezTo>
                  <a:close/>
                  <a:moveTo>
                    <a:pt x="16653" y="26112"/>
                  </a:moveTo>
                  <a:cubicBezTo>
                    <a:pt x="17025" y="26112"/>
                    <a:pt x="17505" y="26242"/>
                    <a:pt x="17693" y="26545"/>
                  </a:cubicBezTo>
                  <a:cubicBezTo>
                    <a:pt x="17769" y="26665"/>
                    <a:pt x="17858" y="26910"/>
                    <a:pt x="17631" y="27244"/>
                  </a:cubicBezTo>
                  <a:cubicBezTo>
                    <a:pt x="17472" y="27465"/>
                    <a:pt x="17253" y="27585"/>
                    <a:pt x="17006" y="27585"/>
                  </a:cubicBezTo>
                  <a:cubicBezTo>
                    <a:pt x="16898" y="27585"/>
                    <a:pt x="16791" y="27559"/>
                    <a:pt x="16678" y="27521"/>
                  </a:cubicBezTo>
                  <a:cubicBezTo>
                    <a:pt x="16319" y="27390"/>
                    <a:pt x="15972" y="27023"/>
                    <a:pt x="16010" y="26659"/>
                  </a:cubicBezTo>
                  <a:cubicBezTo>
                    <a:pt x="16022" y="26538"/>
                    <a:pt x="16080" y="26368"/>
                    <a:pt x="16299" y="26243"/>
                  </a:cubicBezTo>
                  <a:cubicBezTo>
                    <a:pt x="16319" y="26185"/>
                    <a:pt x="16375" y="26135"/>
                    <a:pt x="16438" y="26129"/>
                  </a:cubicBezTo>
                  <a:cubicBezTo>
                    <a:pt x="16503" y="26118"/>
                    <a:pt x="16576" y="26112"/>
                    <a:pt x="16653" y="26112"/>
                  </a:cubicBezTo>
                  <a:close/>
                  <a:moveTo>
                    <a:pt x="17653" y="0"/>
                  </a:moveTo>
                  <a:cubicBezTo>
                    <a:pt x="17398" y="0"/>
                    <a:pt x="17145" y="13"/>
                    <a:pt x="16898" y="42"/>
                  </a:cubicBezTo>
                  <a:cubicBezTo>
                    <a:pt x="16261" y="1139"/>
                    <a:pt x="15853" y="2603"/>
                    <a:pt x="15461" y="4021"/>
                  </a:cubicBezTo>
                  <a:cubicBezTo>
                    <a:pt x="15316" y="4538"/>
                    <a:pt x="15178" y="5030"/>
                    <a:pt x="15033" y="5502"/>
                  </a:cubicBezTo>
                  <a:cubicBezTo>
                    <a:pt x="14995" y="5623"/>
                    <a:pt x="14957" y="5749"/>
                    <a:pt x="14913" y="5869"/>
                  </a:cubicBezTo>
                  <a:cubicBezTo>
                    <a:pt x="14786" y="5857"/>
                    <a:pt x="14660" y="5850"/>
                    <a:pt x="14529" y="5843"/>
                  </a:cubicBezTo>
                  <a:cubicBezTo>
                    <a:pt x="13318" y="5787"/>
                    <a:pt x="12100" y="5749"/>
                    <a:pt x="10897" y="5749"/>
                  </a:cubicBezTo>
                  <a:cubicBezTo>
                    <a:pt x="10726" y="6297"/>
                    <a:pt x="10455" y="6878"/>
                    <a:pt x="10184" y="7439"/>
                  </a:cubicBezTo>
                  <a:cubicBezTo>
                    <a:pt x="9862" y="8127"/>
                    <a:pt x="9527" y="8826"/>
                    <a:pt x="9408" y="9437"/>
                  </a:cubicBezTo>
                  <a:cubicBezTo>
                    <a:pt x="10600" y="9437"/>
                    <a:pt x="11805" y="9489"/>
                    <a:pt x="13008" y="9564"/>
                  </a:cubicBezTo>
                  <a:cubicBezTo>
                    <a:pt x="13141" y="9576"/>
                    <a:pt x="13266" y="9582"/>
                    <a:pt x="13400" y="9596"/>
                  </a:cubicBezTo>
                  <a:cubicBezTo>
                    <a:pt x="13348" y="9715"/>
                    <a:pt x="13298" y="9835"/>
                    <a:pt x="13254" y="9955"/>
                  </a:cubicBezTo>
                  <a:cubicBezTo>
                    <a:pt x="13129" y="10257"/>
                    <a:pt x="13015" y="10566"/>
                    <a:pt x="12908" y="10882"/>
                  </a:cubicBezTo>
                  <a:cubicBezTo>
                    <a:pt x="12850" y="11040"/>
                    <a:pt x="12800" y="11197"/>
                    <a:pt x="12743" y="11354"/>
                  </a:cubicBezTo>
                  <a:lnTo>
                    <a:pt x="12743" y="11386"/>
                  </a:lnTo>
                  <a:cubicBezTo>
                    <a:pt x="12743" y="11442"/>
                    <a:pt x="12719" y="11494"/>
                    <a:pt x="12681" y="11525"/>
                  </a:cubicBezTo>
                  <a:lnTo>
                    <a:pt x="12681" y="11531"/>
                  </a:lnTo>
                  <a:cubicBezTo>
                    <a:pt x="12448" y="12175"/>
                    <a:pt x="12201" y="12812"/>
                    <a:pt x="11962" y="13429"/>
                  </a:cubicBezTo>
                  <a:cubicBezTo>
                    <a:pt x="11817" y="13801"/>
                    <a:pt x="11671" y="14180"/>
                    <a:pt x="11532" y="14564"/>
                  </a:cubicBezTo>
                  <a:cubicBezTo>
                    <a:pt x="11482" y="14684"/>
                    <a:pt x="11438" y="14797"/>
                    <a:pt x="11395" y="14923"/>
                  </a:cubicBezTo>
                  <a:cubicBezTo>
                    <a:pt x="11267" y="14917"/>
                    <a:pt x="11136" y="14917"/>
                    <a:pt x="11003" y="14917"/>
                  </a:cubicBezTo>
                  <a:cubicBezTo>
                    <a:pt x="10989" y="14917"/>
                    <a:pt x="10976" y="14917"/>
                    <a:pt x="10963" y="14917"/>
                  </a:cubicBezTo>
                  <a:cubicBezTo>
                    <a:pt x="9408" y="14917"/>
                    <a:pt x="7928" y="15269"/>
                    <a:pt x="6773" y="15964"/>
                  </a:cubicBezTo>
                  <a:cubicBezTo>
                    <a:pt x="4358" y="17402"/>
                    <a:pt x="2510" y="19482"/>
                    <a:pt x="1558" y="21822"/>
                  </a:cubicBezTo>
                  <a:cubicBezTo>
                    <a:pt x="1230" y="22629"/>
                    <a:pt x="959" y="23385"/>
                    <a:pt x="732" y="24092"/>
                  </a:cubicBezTo>
                  <a:cubicBezTo>
                    <a:pt x="694" y="24218"/>
                    <a:pt x="656" y="24337"/>
                    <a:pt x="618" y="24464"/>
                  </a:cubicBezTo>
                  <a:cubicBezTo>
                    <a:pt x="423" y="25126"/>
                    <a:pt x="272" y="25751"/>
                    <a:pt x="170" y="26324"/>
                  </a:cubicBezTo>
                  <a:cubicBezTo>
                    <a:pt x="138" y="26482"/>
                    <a:pt x="120" y="26633"/>
                    <a:pt x="95" y="26778"/>
                  </a:cubicBezTo>
                  <a:cubicBezTo>
                    <a:pt x="69" y="26967"/>
                    <a:pt x="51" y="27143"/>
                    <a:pt x="39" y="27320"/>
                  </a:cubicBezTo>
                  <a:cubicBezTo>
                    <a:pt x="25" y="27421"/>
                    <a:pt x="19" y="27515"/>
                    <a:pt x="19" y="27611"/>
                  </a:cubicBezTo>
                  <a:cubicBezTo>
                    <a:pt x="1" y="27887"/>
                    <a:pt x="1" y="28146"/>
                    <a:pt x="19" y="28391"/>
                  </a:cubicBezTo>
                  <a:cubicBezTo>
                    <a:pt x="19" y="28493"/>
                    <a:pt x="31" y="28594"/>
                    <a:pt x="45" y="28688"/>
                  </a:cubicBezTo>
                  <a:cubicBezTo>
                    <a:pt x="69" y="28941"/>
                    <a:pt x="114" y="29174"/>
                    <a:pt x="176" y="29395"/>
                  </a:cubicBezTo>
                  <a:cubicBezTo>
                    <a:pt x="208" y="29389"/>
                    <a:pt x="234" y="29389"/>
                    <a:pt x="258" y="29383"/>
                  </a:cubicBezTo>
                  <a:cubicBezTo>
                    <a:pt x="530" y="29325"/>
                    <a:pt x="819" y="29168"/>
                    <a:pt x="1136" y="28997"/>
                  </a:cubicBezTo>
                  <a:cubicBezTo>
                    <a:pt x="1142" y="28991"/>
                    <a:pt x="1148" y="28985"/>
                    <a:pt x="1160" y="28979"/>
                  </a:cubicBezTo>
                  <a:cubicBezTo>
                    <a:pt x="1273" y="28915"/>
                    <a:pt x="1393" y="28853"/>
                    <a:pt x="1514" y="28789"/>
                  </a:cubicBezTo>
                  <a:cubicBezTo>
                    <a:pt x="1544" y="28770"/>
                    <a:pt x="1582" y="28752"/>
                    <a:pt x="1620" y="28739"/>
                  </a:cubicBezTo>
                  <a:cubicBezTo>
                    <a:pt x="1658" y="28714"/>
                    <a:pt x="1696" y="28702"/>
                    <a:pt x="1733" y="28682"/>
                  </a:cubicBezTo>
                  <a:cubicBezTo>
                    <a:pt x="1791" y="28656"/>
                    <a:pt x="1855" y="28632"/>
                    <a:pt x="1917" y="28606"/>
                  </a:cubicBezTo>
                  <a:cubicBezTo>
                    <a:pt x="1923" y="28600"/>
                    <a:pt x="1936" y="28600"/>
                    <a:pt x="1942" y="28594"/>
                  </a:cubicBezTo>
                  <a:cubicBezTo>
                    <a:pt x="1968" y="28588"/>
                    <a:pt x="1986" y="28581"/>
                    <a:pt x="2012" y="28575"/>
                  </a:cubicBezTo>
                  <a:cubicBezTo>
                    <a:pt x="2018" y="28568"/>
                    <a:pt x="2018" y="28568"/>
                    <a:pt x="2024" y="28568"/>
                  </a:cubicBezTo>
                  <a:cubicBezTo>
                    <a:pt x="2088" y="28543"/>
                    <a:pt x="2150" y="28525"/>
                    <a:pt x="2213" y="28512"/>
                  </a:cubicBezTo>
                  <a:cubicBezTo>
                    <a:pt x="2225" y="28512"/>
                    <a:pt x="2233" y="28505"/>
                    <a:pt x="2245" y="28505"/>
                  </a:cubicBezTo>
                  <a:cubicBezTo>
                    <a:pt x="2371" y="28475"/>
                    <a:pt x="2504" y="28449"/>
                    <a:pt x="2635" y="28429"/>
                  </a:cubicBezTo>
                  <a:cubicBezTo>
                    <a:pt x="3020" y="28367"/>
                    <a:pt x="3418" y="28335"/>
                    <a:pt x="3796" y="28323"/>
                  </a:cubicBezTo>
                  <a:cubicBezTo>
                    <a:pt x="3884" y="25486"/>
                    <a:pt x="5706" y="21462"/>
                    <a:pt x="8412" y="19753"/>
                  </a:cubicBezTo>
                  <a:cubicBezTo>
                    <a:pt x="9289" y="19199"/>
                    <a:pt x="10205" y="18922"/>
                    <a:pt x="11129" y="18922"/>
                  </a:cubicBezTo>
                  <a:cubicBezTo>
                    <a:pt x="11865" y="18922"/>
                    <a:pt x="12606" y="19098"/>
                    <a:pt x="13336" y="19451"/>
                  </a:cubicBezTo>
                  <a:cubicBezTo>
                    <a:pt x="13702" y="19634"/>
                    <a:pt x="14023" y="19855"/>
                    <a:pt x="14288" y="20114"/>
                  </a:cubicBezTo>
                  <a:cubicBezTo>
                    <a:pt x="14389" y="20207"/>
                    <a:pt x="14477" y="20303"/>
                    <a:pt x="14559" y="20403"/>
                  </a:cubicBezTo>
                  <a:cubicBezTo>
                    <a:pt x="14837" y="20731"/>
                    <a:pt x="15051" y="21115"/>
                    <a:pt x="15210" y="21519"/>
                  </a:cubicBezTo>
                  <a:cubicBezTo>
                    <a:pt x="15285" y="21715"/>
                    <a:pt x="15347" y="21916"/>
                    <a:pt x="15399" y="22119"/>
                  </a:cubicBezTo>
                  <a:cubicBezTo>
                    <a:pt x="15990" y="24470"/>
                    <a:pt x="15126" y="27591"/>
                    <a:pt x="14276" y="29540"/>
                  </a:cubicBezTo>
                  <a:cubicBezTo>
                    <a:pt x="14332" y="29572"/>
                    <a:pt x="14383" y="29610"/>
                    <a:pt x="14439" y="29640"/>
                  </a:cubicBezTo>
                  <a:cubicBezTo>
                    <a:pt x="14704" y="29805"/>
                    <a:pt x="14957" y="29962"/>
                    <a:pt x="15291" y="30050"/>
                  </a:cubicBezTo>
                  <a:cubicBezTo>
                    <a:pt x="15443" y="30094"/>
                    <a:pt x="15632" y="30120"/>
                    <a:pt x="15827" y="30145"/>
                  </a:cubicBezTo>
                  <a:cubicBezTo>
                    <a:pt x="16375" y="30221"/>
                    <a:pt x="16988" y="30309"/>
                    <a:pt x="17145" y="30719"/>
                  </a:cubicBezTo>
                  <a:cubicBezTo>
                    <a:pt x="17200" y="30715"/>
                    <a:pt x="17255" y="30713"/>
                    <a:pt x="17310" y="30713"/>
                  </a:cubicBezTo>
                  <a:cubicBezTo>
                    <a:pt x="17606" y="30713"/>
                    <a:pt x="17900" y="30767"/>
                    <a:pt x="18198" y="30820"/>
                  </a:cubicBezTo>
                  <a:cubicBezTo>
                    <a:pt x="18517" y="30880"/>
                    <a:pt x="18842" y="30940"/>
                    <a:pt x="19195" y="30940"/>
                  </a:cubicBezTo>
                  <a:cubicBezTo>
                    <a:pt x="19211" y="30940"/>
                    <a:pt x="19228" y="30940"/>
                    <a:pt x="19244" y="30940"/>
                  </a:cubicBezTo>
                  <a:cubicBezTo>
                    <a:pt x="19288" y="30940"/>
                    <a:pt x="19333" y="30934"/>
                    <a:pt x="19377" y="30934"/>
                  </a:cubicBezTo>
                  <a:cubicBezTo>
                    <a:pt x="20550" y="27794"/>
                    <a:pt x="20582" y="23158"/>
                    <a:pt x="19433" y="19887"/>
                  </a:cubicBezTo>
                  <a:cubicBezTo>
                    <a:pt x="18910" y="18391"/>
                    <a:pt x="17719" y="17093"/>
                    <a:pt x="16080" y="16191"/>
                  </a:cubicBezTo>
                  <a:cubicBezTo>
                    <a:pt x="15966" y="16127"/>
                    <a:pt x="15859" y="16071"/>
                    <a:pt x="15745" y="16014"/>
                  </a:cubicBezTo>
                  <a:cubicBezTo>
                    <a:pt x="15783" y="15900"/>
                    <a:pt x="15821" y="15781"/>
                    <a:pt x="15859" y="15661"/>
                  </a:cubicBezTo>
                  <a:cubicBezTo>
                    <a:pt x="16042" y="15106"/>
                    <a:pt x="16211" y="14552"/>
                    <a:pt x="16382" y="13997"/>
                  </a:cubicBezTo>
                  <a:cubicBezTo>
                    <a:pt x="16602" y="13290"/>
                    <a:pt x="16823" y="12577"/>
                    <a:pt x="17056" y="11872"/>
                  </a:cubicBezTo>
                  <a:cubicBezTo>
                    <a:pt x="17221" y="11348"/>
                    <a:pt x="17410" y="10825"/>
                    <a:pt x="17593" y="10321"/>
                  </a:cubicBezTo>
                  <a:cubicBezTo>
                    <a:pt x="17637" y="10201"/>
                    <a:pt x="17681" y="10074"/>
                    <a:pt x="17725" y="9961"/>
                  </a:cubicBezTo>
                  <a:cubicBezTo>
                    <a:pt x="17775" y="9961"/>
                    <a:pt x="17826" y="9967"/>
                    <a:pt x="17870" y="9974"/>
                  </a:cubicBezTo>
                  <a:cubicBezTo>
                    <a:pt x="17952" y="9980"/>
                    <a:pt x="18027" y="9986"/>
                    <a:pt x="18103" y="9992"/>
                  </a:cubicBezTo>
                  <a:cubicBezTo>
                    <a:pt x="18418" y="10024"/>
                    <a:pt x="18734" y="10056"/>
                    <a:pt x="19049" y="10080"/>
                  </a:cubicBezTo>
                  <a:cubicBezTo>
                    <a:pt x="19168" y="10094"/>
                    <a:pt x="19302" y="10106"/>
                    <a:pt x="19427" y="10118"/>
                  </a:cubicBezTo>
                  <a:cubicBezTo>
                    <a:pt x="20431" y="10207"/>
                    <a:pt x="21438" y="10289"/>
                    <a:pt x="22428" y="10359"/>
                  </a:cubicBezTo>
                  <a:cubicBezTo>
                    <a:pt x="23071" y="9236"/>
                    <a:pt x="23501" y="8063"/>
                    <a:pt x="23955" y="6827"/>
                  </a:cubicBezTo>
                  <a:lnTo>
                    <a:pt x="24037" y="6607"/>
                  </a:lnTo>
                  <a:lnTo>
                    <a:pt x="23217" y="6531"/>
                  </a:lnTo>
                  <a:cubicBezTo>
                    <a:pt x="22454" y="6462"/>
                    <a:pt x="21691" y="6386"/>
                    <a:pt x="20922" y="6317"/>
                  </a:cubicBezTo>
                  <a:cubicBezTo>
                    <a:pt x="20795" y="6311"/>
                    <a:pt x="20670" y="6297"/>
                    <a:pt x="20544" y="6285"/>
                  </a:cubicBezTo>
                  <a:cubicBezTo>
                    <a:pt x="20158" y="6253"/>
                    <a:pt x="19780" y="6215"/>
                    <a:pt x="19395" y="6183"/>
                  </a:cubicBezTo>
                  <a:cubicBezTo>
                    <a:pt x="19270" y="6171"/>
                    <a:pt x="19144" y="6159"/>
                    <a:pt x="19017" y="6153"/>
                  </a:cubicBezTo>
                  <a:cubicBezTo>
                    <a:pt x="19055" y="6032"/>
                    <a:pt x="19099" y="5913"/>
                    <a:pt x="19144" y="5793"/>
                  </a:cubicBezTo>
                  <a:cubicBezTo>
                    <a:pt x="19320" y="5327"/>
                    <a:pt x="19509" y="4853"/>
                    <a:pt x="19704" y="4361"/>
                  </a:cubicBezTo>
                  <a:cubicBezTo>
                    <a:pt x="20228" y="3057"/>
                    <a:pt x="20763" y="1701"/>
                    <a:pt x="21028" y="496"/>
                  </a:cubicBezTo>
                  <a:cubicBezTo>
                    <a:pt x="20055" y="274"/>
                    <a:pt x="18826" y="0"/>
                    <a:pt x="1765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30"/>
            <p:cNvSpPr/>
            <p:nvPr/>
          </p:nvSpPr>
          <p:spPr>
            <a:xfrm>
              <a:off x="1353425" y="803500"/>
              <a:ext cx="27450" cy="18150"/>
            </a:xfrm>
            <a:custGeom>
              <a:avLst/>
              <a:gdLst/>
              <a:ahLst/>
              <a:cxnLst/>
              <a:rect l="l" t="t" r="r" b="b"/>
              <a:pathLst>
                <a:path w="1098" h="726" extrusionOk="0">
                  <a:moveTo>
                    <a:pt x="373" y="1"/>
                  </a:moveTo>
                  <a:cubicBezTo>
                    <a:pt x="272" y="20"/>
                    <a:pt x="32" y="70"/>
                    <a:pt x="19" y="202"/>
                  </a:cubicBezTo>
                  <a:cubicBezTo>
                    <a:pt x="1" y="347"/>
                    <a:pt x="190" y="594"/>
                    <a:pt x="455" y="688"/>
                  </a:cubicBezTo>
                  <a:cubicBezTo>
                    <a:pt x="512" y="710"/>
                    <a:pt x="579" y="726"/>
                    <a:pt x="647" y="726"/>
                  </a:cubicBezTo>
                  <a:cubicBezTo>
                    <a:pt x="760" y="726"/>
                    <a:pt x="878" y="682"/>
                    <a:pt x="972" y="550"/>
                  </a:cubicBezTo>
                  <a:cubicBezTo>
                    <a:pt x="1098" y="367"/>
                    <a:pt x="1048" y="285"/>
                    <a:pt x="1028" y="253"/>
                  </a:cubicBezTo>
                  <a:cubicBezTo>
                    <a:pt x="940" y="114"/>
                    <a:pt x="644" y="20"/>
                    <a:pt x="397"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30"/>
            <p:cNvSpPr/>
            <p:nvPr/>
          </p:nvSpPr>
          <p:spPr>
            <a:xfrm>
              <a:off x="1310875" y="430150"/>
              <a:ext cx="22875" cy="22225"/>
            </a:xfrm>
            <a:custGeom>
              <a:avLst/>
              <a:gdLst/>
              <a:ahLst/>
              <a:cxnLst/>
              <a:rect l="l" t="t" r="r" b="b"/>
              <a:pathLst>
                <a:path w="915" h="889" extrusionOk="0">
                  <a:moveTo>
                    <a:pt x="421" y="0"/>
                  </a:moveTo>
                  <a:cubicBezTo>
                    <a:pt x="405" y="0"/>
                    <a:pt x="389" y="1"/>
                    <a:pt x="372" y="3"/>
                  </a:cubicBezTo>
                  <a:lnTo>
                    <a:pt x="309" y="3"/>
                  </a:lnTo>
                  <a:cubicBezTo>
                    <a:pt x="158" y="66"/>
                    <a:pt x="88" y="186"/>
                    <a:pt x="56" y="293"/>
                  </a:cubicBezTo>
                  <a:cubicBezTo>
                    <a:pt x="0" y="495"/>
                    <a:pt x="70" y="747"/>
                    <a:pt x="208" y="843"/>
                  </a:cubicBezTo>
                  <a:cubicBezTo>
                    <a:pt x="253" y="875"/>
                    <a:pt x="303" y="889"/>
                    <a:pt x="354" y="889"/>
                  </a:cubicBezTo>
                  <a:cubicBezTo>
                    <a:pt x="458" y="889"/>
                    <a:pt x="565" y="834"/>
                    <a:pt x="649" y="779"/>
                  </a:cubicBezTo>
                  <a:cubicBezTo>
                    <a:pt x="914" y="590"/>
                    <a:pt x="870" y="369"/>
                    <a:pt x="833" y="281"/>
                  </a:cubicBezTo>
                  <a:cubicBezTo>
                    <a:pt x="779" y="141"/>
                    <a:pt x="629" y="0"/>
                    <a:pt x="421"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30"/>
            <p:cNvSpPr/>
            <p:nvPr/>
          </p:nvSpPr>
          <p:spPr>
            <a:xfrm>
              <a:off x="1482850" y="331525"/>
              <a:ext cx="12175" cy="22875"/>
            </a:xfrm>
            <a:custGeom>
              <a:avLst/>
              <a:gdLst/>
              <a:ahLst/>
              <a:cxnLst/>
              <a:rect l="l" t="t" r="r" b="b"/>
              <a:pathLst>
                <a:path w="487" h="915" extrusionOk="0">
                  <a:moveTo>
                    <a:pt x="297" y="1"/>
                  </a:moveTo>
                  <a:cubicBezTo>
                    <a:pt x="262" y="1"/>
                    <a:pt x="223" y="13"/>
                    <a:pt x="184" y="33"/>
                  </a:cubicBezTo>
                  <a:cubicBezTo>
                    <a:pt x="63" y="310"/>
                    <a:pt x="1" y="770"/>
                    <a:pt x="51" y="915"/>
                  </a:cubicBezTo>
                  <a:cubicBezTo>
                    <a:pt x="89" y="897"/>
                    <a:pt x="158" y="853"/>
                    <a:pt x="266" y="732"/>
                  </a:cubicBezTo>
                  <a:cubicBezTo>
                    <a:pt x="479" y="512"/>
                    <a:pt x="487" y="158"/>
                    <a:pt x="385" y="39"/>
                  </a:cubicBezTo>
                  <a:cubicBezTo>
                    <a:pt x="361" y="12"/>
                    <a:pt x="331" y="1"/>
                    <a:pt x="297"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30"/>
            <p:cNvSpPr/>
            <p:nvPr/>
          </p:nvSpPr>
          <p:spPr>
            <a:xfrm>
              <a:off x="1370750" y="631300"/>
              <a:ext cx="27300" cy="17450"/>
            </a:xfrm>
            <a:custGeom>
              <a:avLst/>
              <a:gdLst/>
              <a:ahLst/>
              <a:cxnLst/>
              <a:rect l="l" t="t" r="r" b="b"/>
              <a:pathLst>
                <a:path w="1092" h="698" extrusionOk="0">
                  <a:moveTo>
                    <a:pt x="515" y="1"/>
                  </a:moveTo>
                  <a:cubicBezTo>
                    <a:pt x="495" y="1"/>
                    <a:pt x="475" y="1"/>
                    <a:pt x="455" y="3"/>
                  </a:cubicBezTo>
                  <a:cubicBezTo>
                    <a:pt x="431" y="15"/>
                    <a:pt x="405" y="29"/>
                    <a:pt x="373" y="35"/>
                  </a:cubicBezTo>
                  <a:cubicBezTo>
                    <a:pt x="341" y="35"/>
                    <a:pt x="303" y="41"/>
                    <a:pt x="266" y="47"/>
                  </a:cubicBezTo>
                  <a:cubicBezTo>
                    <a:pt x="234" y="61"/>
                    <a:pt x="210" y="79"/>
                    <a:pt x="178" y="91"/>
                  </a:cubicBezTo>
                  <a:cubicBezTo>
                    <a:pt x="152" y="110"/>
                    <a:pt x="128" y="123"/>
                    <a:pt x="96" y="123"/>
                  </a:cubicBezTo>
                  <a:cubicBezTo>
                    <a:pt x="64" y="148"/>
                    <a:pt x="45" y="180"/>
                    <a:pt x="33" y="218"/>
                  </a:cubicBezTo>
                  <a:cubicBezTo>
                    <a:pt x="1" y="344"/>
                    <a:pt x="90" y="515"/>
                    <a:pt x="234" y="614"/>
                  </a:cubicBezTo>
                  <a:cubicBezTo>
                    <a:pt x="291" y="653"/>
                    <a:pt x="381" y="698"/>
                    <a:pt x="494" y="698"/>
                  </a:cubicBezTo>
                  <a:cubicBezTo>
                    <a:pt x="584" y="698"/>
                    <a:pt x="688" y="670"/>
                    <a:pt x="801" y="590"/>
                  </a:cubicBezTo>
                  <a:cubicBezTo>
                    <a:pt x="941" y="483"/>
                    <a:pt x="1092" y="337"/>
                    <a:pt x="998" y="198"/>
                  </a:cubicBezTo>
                  <a:cubicBezTo>
                    <a:pt x="922" y="84"/>
                    <a:pt x="722" y="1"/>
                    <a:pt x="515"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30"/>
            <p:cNvSpPr/>
            <p:nvPr/>
          </p:nvSpPr>
          <p:spPr>
            <a:xfrm>
              <a:off x="1244175" y="543050"/>
              <a:ext cx="19125" cy="12500"/>
            </a:xfrm>
            <a:custGeom>
              <a:avLst/>
              <a:gdLst/>
              <a:ahLst/>
              <a:cxnLst/>
              <a:rect l="l" t="t" r="r" b="b"/>
              <a:pathLst>
                <a:path w="765" h="500" extrusionOk="0">
                  <a:moveTo>
                    <a:pt x="471" y="0"/>
                  </a:moveTo>
                  <a:cubicBezTo>
                    <a:pt x="362" y="0"/>
                    <a:pt x="239" y="24"/>
                    <a:pt x="133" y="72"/>
                  </a:cubicBezTo>
                  <a:cubicBezTo>
                    <a:pt x="38" y="172"/>
                    <a:pt x="0" y="279"/>
                    <a:pt x="26" y="355"/>
                  </a:cubicBezTo>
                  <a:cubicBezTo>
                    <a:pt x="52" y="425"/>
                    <a:pt x="133" y="481"/>
                    <a:pt x="235" y="494"/>
                  </a:cubicBezTo>
                  <a:cubicBezTo>
                    <a:pt x="255" y="498"/>
                    <a:pt x="276" y="499"/>
                    <a:pt x="296" y="499"/>
                  </a:cubicBezTo>
                  <a:cubicBezTo>
                    <a:pt x="420" y="499"/>
                    <a:pt x="543" y="438"/>
                    <a:pt x="625" y="323"/>
                  </a:cubicBezTo>
                  <a:cubicBezTo>
                    <a:pt x="681" y="248"/>
                    <a:pt x="764" y="110"/>
                    <a:pt x="695" y="52"/>
                  </a:cubicBezTo>
                  <a:cubicBezTo>
                    <a:pt x="645" y="18"/>
                    <a:pt x="564" y="0"/>
                    <a:pt x="471"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30"/>
            <p:cNvSpPr/>
            <p:nvPr/>
          </p:nvSpPr>
          <p:spPr>
            <a:xfrm>
              <a:off x="1113975" y="562400"/>
              <a:ext cx="40700" cy="26300"/>
            </a:xfrm>
            <a:custGeom>
              <a:avLst/>
              <a:gdLst/>
              <a:ahLst/>
              <a:cxnLst/>
              <a:rect l="l" t="t" r="r" b="b"/>
              <a:pathLst>
                <a:path w="1628" h="1052" extrusionOk="0">
                  <a:moveTo>
                    <a:pt x="1150" y="0"/>
                  </a:moveTo>
                  <a:cubicBezTo>
                    <a:pt x="836" y="0"/>
                    <a:pt x="438" y="114"/>
                    <a:pt x="246" y="224"/>
                  </a:cubicBezTo>
                  <a:cubicBezTo>
                    <a:pt x="214" y="244"/>
                    <a:pt x="176" y="250"/>
                    <a:pt x="139" y="250"/>
                  </a:cubicBezTo>
                  <a:cubicBezTo>
                    <a:pt x="57" y="320"/>
                    <a:pt x="1" y="401"/>
                    <a:pt x="19" y="501"/>
                  </a:cubicBezTo>
                  <a:cubicBezTo>
                    <a:pt x="63" y="736"/>
                    <a:pt x="455" y="1025"/>
                    <a:pt x="877" y="1051"/>
                  </a:cubicBezTo>
                  <a:cubicBezTo>
                    <a:pt x="892" y="1051"/>
                    <a:pt x="908" y="1052"/>
                    <a:pt x="923" y="1052"/>
                  </a:cubicBezTo>
                  <a:cubicBezTo>
                    <a:pt x="1155" y="1052"/>
                    <a:pt x="1440" y="960"/>
                    <a:pt x="1558" y="565"/>
                  </a:cubicBezTo>
                  <a:cubicBezTo>
                    <a:pt x="1628" y="332"/>
                    <a:pt x="1614" y="174"/>
                    <a:pt x="1514" y="93"/>
                  </a:cubicBezTo>
                  <a:cubicBezTo>
                    <a:pt x="1434" y="27"/>
                    <a:pt x="1302" y="0"/>
                    <a:pt x="1150"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30"/>
            <p:cNvSpPr/>
            <p:nvPr/>
          </p:nvSpPr>
          <p:spPr>
            <a:xfrm>
              <a:off x="1480975" y="557350"/>
              <a:ext cx="138900" cy="348025"/>
            </a:xfrm>
            <a:custGeom>
              <a:avLst/>
              <a:gdLst/>
              <a:ahLst/>
              <a:cxnLst/>
              <a:rect l="l" t="t" r="r" b="b"/>
              <a:pathLst>
                <a:path w="5556" h="13921" extrusionOk="0">
                  <a:moveTo>
                    <a:pt x="3027" y="325"/>
                  </a:moveTo>
                  <a:lnTo>
                    <a:pt x="3027" y="325"/>
                  </a:lnTo>
                  <a:cubicBezTo>
                    <a:pt x="3714" y="1890"/>
                    <a:pt x="2503" y="7204"/>
                    <a:pt x="1167" y="10836"/>
                  </a:cubicBezTo>
                  <a:cubicBezTo>
                    <a:pt x="1097" y="11001"/>
                    <a:pt x="1034" y="11165"/>
                    <a:pt x="970" y="11328"/>
                  </a:cubicBezTo>
                  <a:lnTo>
                    <a:pt x="970" y="11334"/>
                  </a:lnTo>
                  <a:cubicBezTo>
                    <a:pt x="926" y="11442"/>
                    <a:pt x="888" y="11555"/>
                    <a:pt x="851" y="11663"/>
                  </a:cubicBezTo>
                  <a:cubicBezTo>
                    <a:pt x="832" y="11707"/>
                    <a:pt x="813" y="11758"/>
                    <a:pt x="795" y="11802"/>
                  </a:cubicBezTo>
                  <a:cubicBezTo>
                    <a:pt x="864" y="11259"/>
                    <a:pt x="958" y="10717"/>
                    <a:pt x="1053" y="10187"/>
                  </a:cubicBezTo>
                  <a:lnTo>
                    <a:pt x="1053" y="10181"/>
                  </a:lnTo>
                  <a:lnTo>
                    <a:pt x="1053" y="10175"/>
                  </a:lnTo>
                  <a:lnTo>
                    <a:pt x="1059" y="10169"/>
                  </a:lnTo>
                  <a:cubicBezTo>
                    <a:pt x="1072" y="10099"/>
                    <a:pt x="1084" y="10018"/>
                    <a:pt x="1097" y="9942"/>
                  </a:cubicBezTo>
                  <a:cubicBezTo>
                    <a:pt x="1292" y="8895"/>
                    <a:pt x="1488" y="7810"/>
                    <a:pt x="1526" y="6732"/>
                  </a:cubicBezTo>
                  <a:cubicBezTo>
                    <a:pt x="1601" y="4872"/>
                    <a:pt x="1753" y="1063"/>
                    <a:pt x="3027" y="325"/>
                  </a:cubicBezTo>
                  <a:close/>
                  <a:moveTo>
                    <a:pt x="4262" y="4803"/>
                  </a:moveTo>
                  <a:lnTo>
                    <a:pt x="4262" y="4803"/>
                  </a:lnTo>
                  <a:cubicBezTo>
                    <a:pt x="4887" y="5856"/>
                    <a:pt x="3827" y="8491"/>
                    <a:pt x="3329" y="9480"/>
                  </a:cubicBezTo>
                  <a:cubicBezTo>
                    <a:pt x="2642" y="10856"/>
                    <a:pt x="1639" y="11971"/>
                    <a:pt x="667" y="13050"/>
                  </a:cubicBezTo>
                  <a:lnTo>
                    <a:pt x="655" y="13062"/>
                  </a:lnTo>
                  <a:cubicBezTo>
                    <a:pt x="643" y="13075"/>
                    <a:pt x="624" y="13094"/>
                    <a:pt x="611" y="13112"/>
                  </a:cubicBezTo>
                  <a:cubicBezTo>
                    <a:pt x="643" y="13037"/>
                    <a:pt x="667" y="12969"/>
                    <a:pt x="699" y="12893"/>
                  </a:cubicBezTo>
                  <a:cubicBezTo>
                    <a:pt x="807" y="12615"/>
                    <a:pt x="902" y="12338"/>
                    <a:pt x="1002" y="12061"/>
                  </a:cubicBezTo>
                  <a:cubicBezTo>
                    <a:pt x="1040" y="11959"/>
                    <a:pt x="1072" y="11864"/>
                    <a:pt x="1109" y="11764"/>
                  </a:cubicBezTo>
                  <a:cubicBezTo>
                    <a:pt x="1217" y="11493"/>
                    <a:pt x="1324" y="11209"/>
                    <a:pt x="1438" y="10912"/>
                  </a:cubicBezTo>
                  <a:cubicBezTo>
                    <a:pt x="1500" y="10755"/>
                    <a:pt x="1569" y="10597"/>
                    <a:pt x="1651" y="10446"/>
                  </a:cubicBezTo>
                  <a:cubicBezTo>
                    <a:pt x="1840" y="10062"/>
                    <a:pt x="2037" y="9683"/>
                    <a:pt x="2232" y="9305"/>
                  </a:cubicBezTo>
                  <a:cubicBezTo>
                    <a:pt x="2989" y="7823"/>
                    <a:pt x="3714" y="6416"/>
                    <a:pt x="4262" y="4803"/>
                  </a:cubicBezTo>
                  <a:close/>
                  <a:moveTo>
                    <a:pt x="3084" y="0"/>
                  </a:moveTo>
                  <a:cubicBezTo>
                    <a:pt x="3067" y="0"/>
                    <a:pt x="3049" y="3"/>
                    <a:pt x="3033" y="10"/>
                  </a:cubicBezTo>
                  <a:cubicBezTo>
                    <a:pt x="1494" y="653"/>
                    <a:pt x="1336" y="4600"/>
                    <a:pt x="1249" y="6719"/>
                  </a:cubicBezTo>
                  <a:cubicBezTo>
                    <a:pt x="1229" y="7332"/>
                    <a:pt x="1153" y="7949"/>
                    <a:pt x="1053" y="8554"/>
                  </a:cubicBezTo>
                  <a:lnTo>
                    <a:pt x="1053" y="8566"/>
                  </a:lnTo>
                  <a:lnTo>
                    <a:pt x="1053" y="8572"/>
                  </a:lnTo>
                  <a:cubicBezTo>
                    <a:pt x="984" y="9020"/>
                    <a:pt x="908" y="9456"/>
                    <a:pt x="826" y="9891"/>
                  </a:cubicBezTo>
                  <a:cubicBezTo>
                    <a:pt x="757" y="10263"/>
                    <a:pt x="693" y="10641"/>
                    <a:pt x="630" y="11026"/>
                  </a:cubicBezTo>
                  <a:lnTo>
                    <a:pt x="630" y="11032"/>
                  </a:lnTo>
                  <a:cubicBezTo>
                    <a:pt x="568" y="11410"/>
                    <a:pt x="510" y="11788"/>
                    <a:pt x="472" y="12167"/>
                  </a:cubicBezTo>
                  <a:cubicBezTo>
                    <a:pt x="448" y="12363"/>
                    <a:pt x="434" y="12565"/>
                    <a:pt x="422" y="12760"/>
                  </a:cubicBezTo>
                  <a:cubicBezTo>
                    <a:pt x="416" y="12779"/>
                    <a:pt x="422" y="12798"/>
                    <a:pt x="428" y="12817"/>
                  </a:cubicBezTo>
                  <a:cubicBezTo>
                    <a:pt x="341" y="13056"/>
                    <a:pt x="239" y="13283"/>
                    <a:pt x="132" y="13510"/>
                  </a:cubicBezTo>
                  <a:lnTo>
                    <a:pt x="126" y="13516"/>
                  </a:lnTo>
                  <a:cubicBezTo>
                    <a:pt x="126" y="13523"/>
                    <a:pt x="126" y="13523"/>
                    <a:pt x="120" y="13523"/>
                  </a:cubicBezTo>
                  <a:cubicBezTo>
                    <a:pt x="94" y="13580"/>
                    <a:pt x="62" y="13636"/>
                    <a:pt x="38" y="13694"/>
                  </a:cubicBezTo>
                  <a:cubicBezTo>
                    <a:pt x="32" y="13706"/>
                    <a:pt x="24" y="13712"/>
                    <a:pt x="24" y="13718"/>
                  </a:cubicBezTo>
                  <a:cubicBezTo>
                    <a:pt x="6" y="13750"/>
                    <a:pt x="0" y="13781"/>
                    <a:pt x="12" y="13813"/>
                  </a:cubicBezTo>
                  <a:cubicBezTo>
                    <a:pt x="18" y="13857"/>
                    <a:pt x="44" y="13889"/>
                    <a:pt x="82" y="13907"/>
                  </a:cubicBezTo>
                  <a:cubicBezTo>
                    <a:pt x="100" y="13921"/>
                    <a:pt x="120" y="13921"/>
                    <a:pt x="145" y="13921"/>
                  </a:cubicBezTo>
                  <a:cubicBezTo>
                    <a:pt x="183" y="13921"/>
                    <a:pt x="221" y="13907"/>
                    <a:pt x="245" y="13877"/>
                  </a:cubicBezTo>
                  <a:cubicBezTo>
                    <a:pt x="283" y="13877"/>
                    <a:pt x="315" y="13857"/>
                    <a:pt x="341" y="13831"/>
                  </a:cubicBezTo>
                  <a:cubicBezTo>
                    <a:pt x="378" y="13787"/>
                    <a:pt x="416" y="13750"/>
                    <a:pt x="448" y="13706"/>
                  </a:cubicBezTo>
                  <a:cubicBezTo>
                    <a:pt x="504" y="13650"/>
                    <a:pt x="554" y="13586"/>
                    <a:pt x="611" y="13529"/>
                  </a:cubicBezTo>
                  <a:cubicBezTo>
                    <a:pt x="693" y="13429"/>
                    <a:pt x="781" y="13333"/>
                    <a:pt x="870" y="13233"/>
                  </a:cubicBezTo>
                  <a:cubicBezTo>
                    <a:pt x="1854" y="12142"/>
                    <a:pt x="2869" y="11013"/>
                    <a:pt x="3581" y="9602"/>
                  </a:cubicBezTo>
                  <a:cubicBezTo>
                    <a:pt x="3600" y="9564"/>
                    <a:pt x="5556" y="5621"/>
                    <a:pt x="4307" y="4411"/>
                  </a:cubicBezTo>
                  <a:cubicBezTo>
                    <a:pt x="4284" y="4389"/>
                    <a:pt x="4250" y="4375"/>
                    <a:pt x="4216" y="4375"/>
                  </a:cubicBezTo>
                  <a:cubicBezTo>
                    <a:pt x="4204" y="4375"/>
                    <a:pt x="4191" y="4377"/>
                    <a:pt x="4180" y="4381"/>
                  </a:cubicBezTo>
                  <a:cubicBezTo>
                    <a:pt x="4136" y="4393"/>
                    <a:pt x="4098" y="4424"/>
                    <a:pt x="4080" y="4468"/>
                  </a:cubicBezTo>
                  <a:cubicBezTo>
                    <a:pt x="3550" y="6095"/>
                    <a:pt x="2844" y="7501"/>
                    <a:pt x="2087" y="8977"/>
                  </a:cubicBezTo>
                  <a:cubicBezTo>
                    <a:pt x="3178" y="5426"/>
                    <a:pt x="3935" y="1322"/>
                    <a:pt x="3210" y="74"/>
                  </a:cubicBezTo>
                  <a:cubicBezTo>
                    <a:pt x="3182" y="27"/>
                    <a:pt x="3133" y="0"/>
                    <a:pt x="3084"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30"/>
            <p:cNvSpPr/>
            <p:nvPr/>
          </p:nvSpPr>
          <p:spPr>
            <a:xfrm>
              <a:off x="1500825" y="565450"/>
              <a:ext cx="73000" cy="286950"/>
            </a:xfrm>
            <a:custGeom>
              <a:avLst/>
              <a:gdLst/>
              <a:ahLst/>
              <a:cxnLst/>
              <a:rect l="l" t="t" r="r" b="b"/>
              <a:pathLst>
                <a:path w="2920" h="11478" extrusionOk="0">
                  <a:moveTo>
                    <a:pt x="2233" y="1"/>
                  </a:moveTo>
                  <a:cubicBezTo>
                    <a:pt x="959" y="739"/>
                    <a:pt x="807" y="4548"/>
                    <a:pt x="732" y="6408"/>
                  </a:cubicBezTo>
                  <a:cubicBezTo>
                    <a:pt x="694" y="7486"/>
                    <a:pt x="498" y="8571"/>
                    <a:pt x="303" y="9618"/>
                  </a:cubicBezTo>
                  <a:cubicBezTo>
                    <a:pt x="290" y="9694"/>
                    <a:pt x="278" y="9775"/>
                    <a:pt x="265" y="9845"/>
                  </a:cubicBezTo>
                  <a:lnTo>
                    <a:pt x="259" y="9851"/>
                  </a:lnTo>
                  <a:lnTo>
                    <a:pt x="259" y="9857"/>
                  </a:lnTo>
                  <a:lnTo>
                    <a:pt x="259" y="9863"/>
                  </a:lnTo>
                  <a:cubicBezTo>
                    <a:pt x="164" y="10393"/>
                    <a:pt x="70" y="10935"/>
                    <a:pt x="1" y="11478"/>
                  </a:cubicBezTo>
                  <a:cubicBezTo>
                    <a:pt x="19" y="11434"/>
                    <a:pt x="38" y="11383"/>
                    <a:pt x="57" y="11339"/>
                  </a:cubicBezTo>
                  <a:cubicBezTo>
                    <a:pt x="94" y="11231"/>
                    <a:pt x="132" y="11118"/>
                    <a:pt x="176" y="11010"/>
                  </a:cubicBezTo>
                  <a:lnTo>
                    <a:pt x="176" y="11004"/>
                  </a:lnTo>
                  <a:cubicBezTo>
                    <a:pt x="240" y="10841"/>
                    <a:pt x="303" y="10677"/>
                    <a:pt x="373" y="10512"/>
                  </a:cubicBezTo>
                  <a:cubicBezTo>
                    <a:pt x="1709" y="6880"/>
                    <a:pt x="2920" y="1566"/>
                    <a:pt x="2233"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30"/>
            <p:cNvSpPr/>
            <p:nvPr/>
          </p:nvSpPr>
          <p:spPr>
            <a:xfrm>
              <a:off x="1496250" y="677400"/>
              <a:ext cx="106900" cy="207775"/>
            </a:xfrm>
            <a:custGeom>
              <a:avLst/>
              <a:gdLst/>
              <a:ahLst/>
              <a:cxnLst/>
              <a:rect l="l" t="t" r="r" b="b"/>
              <a:pathLst>
                <a:path w="4276" h="8311" extrusionOk="0">
                  <a:moveTo>
                    <a:pt x="3651" y="1"/>
                  </a:moveTo>
                  <a:lnTo>
                    <a:pt x="3651" y="1"/>
                  </a:lnTo>
                  <a:cubicBezTo>
                    <a:pt x="3103" y="1614"/>
                    <a:pt x="2378" y="3021"/>
                    <a:pt x="1621" y="4503"/>
                  </a:cubicBezTo>
                  <a:cubicBezTo>
                    <a:pt x="1426" y="4881"/>
                    <a:pt x="1229" y="5260"/>
                    <a:pt x="1040" y="5644"/>
                  </a:cubicBezTo>
                  <a:cubicBezTo>
                    <a:pt x="958" y="5795"/>
                    <a:pt x="889" y="5953"/>
                    <a:pt x="827" y="6110"/>
                  </a:cubicBezTo>
                  <a:cubicBezTo>
                    <a:pt x="713" y="6407"/>
                    <a:pt x="606" y="6691"/>
                    <a:pt x="498" y="6962"/>
                  </a:cubicBezTo>
                  <a:cubicBezTo>
                    <a:pt x="461" y="7062"/>
                    <a:pt x="429" y="7157"/>
                    <a:pt x="391" y="7259"/>
                  </a:cubicBezTo>
                  <a:cubicBezTo>
                    <a:pt x="291" y="7536"/>
                    <a:pt x="196" y="7813"/>
                    <a:pt x="88" y="8091"/>
                  </a:cubicBezTo>
                  <a:cubicBezTo>
                    <a:pt x="56" y="8167"/>
                    <a:pt x="32" y="8235"/>
                    <a:pt x="0" y="8310"/>
                  </a:cubicBezTo>
                  <a:cubicBezTo>
                    <a:pt x="13" y="8292"/>
                    <a:pt x="32" y="8273"/>
                    <a:pt x="44" y="8260"/>
                  </a:cubicBezTo>
                  <a:lnTo>
                    <a:pt x="56" y="8248"/>
                  </a:lnTo>
                  <a:cubicBezTo>
                    <a:pt x="1028" y="7169"/>
                    <a:pt x="2031" y="6054"/>
                    <a:pt x="2718" y="4678"/>
                  </a:cubicBezTo>
                  <a:cubicBezTo>
                    <a:pt x="3216" y="3689"/>
                    <a:pt x="4276" y="1054"/>
                    <a:pt x="3651"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30"/>
            <p:cNvSpPr/>
            <p:nvPr/>
          </p:nvSpPr>
          <p:spPr>
            <a:xfrm>
              <a:off x="887775" y="702300"/>
              <a:ext cx="159675" cy="164450"/>
            </a:xfrm>
            <a:custGeom>
              <a:avLst/>
              <a:gdLst/>
              <a:ahLst/>
              <a:cxnLst/>
              <a:rect l="l" t="t" r="r" b="b"/>
              <a:pathLst>
                <a:path w="6387" h="6578" extrusionOk="0">
                  <a:moveTo>
                    <a:pt x="1658" y="361"/>
                  </a:moveTo>
                  <a:lnTo>
                    <a:pt x="1658" y="361"/>
                  </a:lnTo>
                  <a:cubicBezTo>
                    <a:pt x="1998" y="638"/>
                    <a:pt x="2333" y="1066"/>
                    <a:pt x="2641" y="1577"/>
                  </a:cubicBezTo>
                  <a:cubicBezTo>
                    <a:pt x="2725" y="1723"/>
                    <a:pt x="2812" y="1866"/>
                    <a:pt x="2888" y="2025"/>
                  </a:cubicBezTo>
                  <a:cubicBezTo>
                    <a:pt x="3537" y="3248"/>
                    <a:pt x="4035" y="4787"/>
                    <a:pt x="4181" y="5884"/>
                  </a:cubicBezTo>
                  <a:cubicBezTo>
                    <a:pt x="4181" y="5890"/>
                    <a:pt x="4187" y="5896"/>
                    <a:pt x="4187" y="5902"/>
                  </a:cubicBezTo>
                  <a:lnTo>
                    <a:pt x="4181" y="5896"/>
                  </a:lnTo>
                  <a:cubicBezTo>
                    <a:pt x="3922" y="5657"/>
                    <a:pt x="3613" y="5436"/>
                    <a:pt x="3266" y="5241"/>
                  </a:cubicBezTo>
                  <a:cubicBezTo>
                    <a:pt x="2970" y="4849"/>
                    <a:pt x="2687" y="4377"/>
                    <a:pt x="2440" y="3885"/>
                  </a:cubicBezTo>
                  <a:cubicBezTo>
                    <a:pt x="2346" y="3702"/>
                    <a:pt x="2257" y="3513"/>
                    <a:pt x="2175" y="3324"/>
                  </a:cubicBezTo>
                  <a:cubicBezTo>
                    <a:pt x="1709" y="2221"/>
                    <a:pt x="1450" y="1072"/>
                    <a:pt x="1658" y="361"/>
                  </a:cubicBezTo>
                  <a:close/>
                  <a:moveTo>
                    <a:pt x="6016" y="2157"/>
                  </a:moveTo>
                  <a:cubicBezTo>
                    <a:pt x="5965" y="3399"/>
                    <a:pt x="5214" y="4887"/>
                    <a:pt x="4597" y="5978"/>
                  </a:cubicBezTo>
                  <a:cubicBezTo>
                    <a:pt x="4792" y="4686"/>
                    <a:pt x="5063" y="3286"/>
                    <a:pt x="6016" y="2157"/>
                  </a:cubicBezTo>
                  <a:close/>
                  <a:moveTo>
                    <a:pt x="365" y="4572"/>
                  </a:moveTo>
                  <a:lnTo>
                    <a:pt x="365" y="4572"/>
                  </a:lnTo>
                  <a:cubicBezTo>
                    <a:pt x="1204" y="4660"/>
                    <a:pt x="2239" y="4982"/>
                    <a:pt x="3077" y="5448"/>
                  </a:cubicBezTo>
                  <a:cubicBezTo>
                    <a:pt x="3133" y="5518"/>
                    <a:pt x="3185" y="5588"/>
                    <a:pt x="3235" y="5650"/>
                  </a:cubicBezTo>
                  <a:lnTo>
                    <a:pt x="3241" y="5650"/>
                  </a:lnTo>
                  <a:cubicBezTo>
                    <a:pt x="3450" y="5909"/>
                    <a:pt x="3663" y="6123"/>
                    <a:pt x="3878" y="6287"/>
                  </a:cubicBezTo>
                  <a:cubicBezTo>
                    <a:pt x="2693" y="6086"/>
                    <a:pt x="863" y="5474"/>
                    <a:pt x="365" y="4572"/>
                  </a:cubicBezTo>
                  <a:close/>
                  <a:moveTo>
                    <a:pt x="1591" y="1"/>
                  </a:moveTo>
                  <a:cubicBezTo>
                    <a:pt x="1577" y="1"/>
                    <a:pt x="1564" y="3"/>
                    <a:pt x="1552" y="7"/>
                  </a:cubicBezTo>
                  <a:cubicBezTo>
                    <a:pt x="1514" y="20"/>
                    <a:pt x="1482" y="44"/>
                    <a:pt x="1463" y="82"/>
                  </a:cubicBezTo>
                  <a:cubicBezTo>
                    <a:pt x="1090" y="915"/>
                    <a:pt x="1444" y="2422"/>
                    <a:pt x="2088" y="3784"/>
                  </a:cubicBezTo>
                  <a:cubicBezTo>
                    <a:pt x="2175" y="3973"/>
                    <a:pt x="2271" y="4162"/>
                    <a:pt x="2365" y="4339"/>
                  </a:cubicBezTo>
                  <a:cubicBezTo>
                    <a:pt x="2484" y="4560"/>
                    <a:pt x="2617" y="4774"/>
                    <a:pt x="2749" y="4976"/>
                  </a:cubicBezTo>
                  <a:cubicBezTo>
                    <a:pt x="1885" y="4578"/>
                    <a:pt x="915" y="4320"/>
                    <a:pt x="152" y="4282"/>
                  </a:cubicBezTo>
                  <a:cubicBezTo>
                    <a:pt x="148" y="4281"/>
                    <a:pt x="143" y="4281"/>
                    <a:pt x="139" y="4281"/>
                  </a:cubicBezTo>
                  <a:cubicBezTo>
                    <a:pt x="98" y="4281"/>
                    <a:pt x="60" y="4305"/>
                    <a:pt x="31" y="4333"/>
                  </a:cubicBezTo>
                  <a:cubicBezTo>
                    <a:pt x="7" y="4371"/>
                    <a:pt x="1" y="4421"/>
                    <a:pt x="13" y="4459"/>
                  </a:cubicBezTo>
                  <a:cubicBezTo>
                    <a:pt x="435" y="5763"/>
                    <a:pt x="2996" y="6432"/>
                    <a:pt x="3947" y="6577"/>
                  </a:cubicBezTo>
                  <a:lnTo>
                    <a:pt x="3966" y="6577"/>
                  </a:lnTo>
                  <a:cubicBezTo>
                    <a:pt x="4035" y="6577"/>
                    <a:pt x="4093" y="6534"/>
                    <a:pt x="4105" y="6464"/>
                  </a:cubicBezTo>
                  <a:cubicBezTo>
                    <a:pt x="4105" y="6458"/>
                    <a:pt x="4099" y="6452"/>
                    <a:pt x="4099" y="6444"/>
                  </a:cubicBezTo>
                  <a:lnTo>
                    <a:pt x="4099" y="6444"/>
                  </a:lnTo>
                  <a:cubicBezTo>
                    <a:pt x="4125" y="6458"/>
                    <a:pt x="4149" y="6464"/>
                    <a:pt x="4174" y="6464"/>
                  </a:cubicBezTo>
                  <a:cubicBezTo>
                    <a:pt x="4193" y="6464"/>
                    <a:pt x="4206" y="6458"/>
                    <a:pt x="4218" y="6458"/>
                  </a:cubicBezTo>
                  <a:lnTo>
                    <a:pt x="4224" y="6458"/>
                  </a:lnTo>
                  <a:cubicBezTo>
                    <a:pt x="4250" y="6444"/>
                    <a:pt x="4276" y="6426"/>
                    <a:pt x="4288" y="6400"/>
                  </a:cubicBezTo>
                  <a:cubicBezTo>
                    <a:pt x="4300" y="6420"/>
                    <a:pt x="4314" y="6432"/>
                    <a:pt x="4332" y="6444"/>
                  </a:cubicBezTo>
                  <a:cubicBezTo>
                    <a:pt x="4352" y="6458"/>
                    <a:pt x="4364" y="6458"/>
                    <a:pt x="4382" y="6464"/>
                  </a:cubicBezTo>
                  <a:lnTo>
                    <a:pt x="4401" y="6464"/>
                  </a:lnTo>
                  <a:cubicBezTo>
                    <a:pt x="4471" y="6464"/>
                    <a:pt x="4533" y="6414"/>
                    <a:pt x="4541" y="6344"/>
                  </a:cubicBezTo>
                  <a:cubicBezTo>
                    <a:pt x="4547" y="6331"/>
                    <a:pt x="4547" y="6313"/>
                    <a:pt x="4547" y="6293"/>
                  </a:cubicBezTo>
                  <a:cubicBezTo>
                    <a:pt x="4553" y="6300"/>
                    <a:pt x="4559" y="6307"/>
                    <a:pt x="4565" y="6307"/>
                  </a:cubicBezTo>
                  <a:cubicBezTo>
                    <a:pt x="4586" y="6319"/>
                    <a:pt x="4610" y="6325"/>
                    <a:pt x="4634" y="6325"/>
                  </a:cubicBezTo>
                  <a:cubicBezTo>
                    <a:pt x="4682" y="6325"/>
                    <a:pt x="4729" y="6301"/>
                    <a:pt x="4754" y="6255"/>
                  </a:cubicBezTo>
                  <a:cubicBezTo>
                    <a:pt x="4806" y="6167"/>
                    <a:pt x="4855" y="6080"/>
                    <a:pt x="4905" y="5990"/>
                  </a:cubicBezTo>
                  <a:cubicBezTo>
                    <a:pt x="5586" y="4780"/>
                    <a:pt x="6387" y="3129"/>
                    <a:pt x="6287" y="1798"/>
                  </a:cubicBezTo>
                  <a:cubicBezTo>
                    <a:pt x="6287" y="1741"/>
                    <a:pt x="6249" y="1697"/>
                    <a:pt x="6198" y="1677"/>
                  </a:cubicBezTo>
                  <a:cubicBezTo>
                    <a:pt x="6182" y="1672"/>
                    <a:pt x="6167" y="1669"/>
                    <a:pt x="6151" y="1669"/>
                  </a:cubicBezTo>
                  <a:cubicBezTo>
                    <a:pt x="6115" y="1669"/>
                    <a:pt x="6080" y="1683"/>
                    <a:pt x="6054" y="1709"/>
                  </a:cubicBezTo>
                  <a:cubicBezTo>
                    <a:pt x="5290" y="2485"/>
                    <a:pt x="4887" y="3393"/>
                    <a:pt x="4641" y="4320"/>
                  </a:cubicBezTo>
                  <a:cubicBezTo>
                    <a:pt x="4533" y="4704"/>
                    <a:pt x="4457" y="5090"/>
                    <a:pt x="4395" y="5468"/>
                  </a:cubicBezTo>
                  <a:cubicBezTo>
                    <a:pt x="4376" y="5341"/>
                    <a:pt x="4344" y="5209"/>
                    <a:pt x="4314" y="5076"/>
                  </a:cubicBezTo>
                  <a:lnTo>
                    <a:pt x="4314" y="5070"/>
                  </a:lnTo>
                  <a:cubicBezTo>
                    <a:pt x="4067" y="3985"/>
                    <a:pt x="3595" y="2693"/>
                    <a:pt x="3002" y="1653"/>
                  </a:cubicBezTo>
                  <a:cubicBezTo>
                    <a:pt x="2926" y="1508"/>
                    <a:pt x="2838" y="1369"/>
                    <a:pt x="2749" y="1237"/>
                  </a:cubicBezTo>
                  <a:lnTo>
                    <a:pt x="2749" y="1231"/>
                  </a:lnTo>
                  <a:cubicBezTo>
                    <a:pt x="2414" y="707"/>
                    <a:pt x="2050" y="277"/>
                    <a:pt x="1665" y="26"/>
                  </a:cubicBezTo>
                  <a:cubicBezTo>
                    <a:pt x="1644" y="9"/>
                    <a:pt x="1617" y="1"/>
                    <a:pt x="1591"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30"/>
            <p:cNvSpPr/>
            <p:nvPr/>
          </p:nvSpPr>
          <p:spPr>
            <a:xfrm>
              <a:off x="896900" y="816600"/>
              <a:ext cx="87825" cy="42875"/>
            </a:xfrm>
            <a:custGeom>
              <a:avLst/>
              <a:gdLst/>
              <a:ahLst/>
              <a:cxnLst/>
              <a:rect l="l" t="t" r="r" b="b"/>
              <a:pathLst>
                <a:path w="3513" h="1715" extrusionOk="0">
                  <a:moveTo>
                    <a:pt x="0" y="0"/>
                  </a:moveTo>
                  <a:lnTo>
                    <a:pt x="0" y="0"/>
                  </a:lnTo>
                  <a:cubicBezTo>
                    <a:pt x="498" y="902"/>
                    <a:pt x="2328" y="1514"/>
                    <a:pt x="3513" y="1715"/>
                  </a:cubicBezTo>
                  <a:cubicBezTo>
                    <a:pt x="3298" y="1551"/>
                    <a:pt x="3085" y="1337"/>
                    <a:pt x="2876" y="1078"/>
                  </a:cubicBezTo>
                  <a:lnTo>
                    <a:pt x="2870" y="1078"/>
                  </a:lnTo>
                  <a:cubicBezTo>
                    <a:pt x="2820" y="1016"/>
                    <a:pt x="2768" y="946"/>
                    <a:pt x="2712" y="876"/>
                  </a:cubicBezTo>
                  <a:cubicBezTo>
                    <a:pt x="1874" y="410"/>
                    <a:pt x="839" y="88"/>
                    <a:pt x="0"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30"/>
            <p:cNvSpPr/>
            <p:nvPr/>
          </p:nvSpPr>
          <p:spPr>
            <a:xfrm>
              <a:off x="924025" y="711300"/>
              <a:ext cx="68275" cy="138425"/>
            </a:xfrm>
            <a:custGeom>
              <a:avLst/>
              <a:gdLst/>
              <a:ahLst/>
              <a:cxnLst/>
              <a:rect l="l" t="t" r="r" b="b"/>
              <a:pathLst>
                <a:path w="2731" h="5537" extrusionOk="0">
                  <a:moveTo>
                    <a:pt x="208" y="1"/>
                  </a:moveTo>
                  <a:lnTo>
                    <a:pt x="208" y="1"/>
                  </a:lnTo>
                  <a:cubicBezTo>
                    <a:pt x="0" y="712"/>
                    <a:pt x="259" y="1861"/>
                    <a:pt x="725" y="2964"/>
                  </a:cubicBezTo>
                  <a:cubicBezTo>
                    <a:pt x="807" y="3153"/>
                    <a:pt x="896" y="3342"/>
                    <a:pt x="990" y="3525"/>
                  </a:cubicBezTo>
                  <a:cubicBezTo>
                    <a:pt x="1237" y="4017"/>
                    <a:pt x="1520" y="4489"/>
                    <a:pt x="1816" y="4881"/>
                  </a:cubicBezTo>
                  <a:cubicBezTo>
                    <a:pt x="2163" y="5076"/>
                    <a:pt x="2472" y="5297"/>
                    <a:pt x="2731" y="5536"/>
                  </a:cubicBezTo>
                  <a:lnTo>
                    <a:pt x="2731" y="5524"/>
                  </a:lnTo>
                  <a:cubicBezTo>
                    <a:pt x="2585" y="4427"/>
                    <a:pt x="2087" y="2888"/>
                    <a:pt x="1438" y="1665"/>
                  </a:cubicBezTo>
                  <a:cubicBezTo>
                    <a:pt x="1362" y="1506"/>
                    <a:pt x="1275" y="1363"/>
                    <a:pt x="1191" y="1217"/>
                  </a:cubicBezTo>
                  <a:cubicBezTo>
                    <a:pt x="883" y="706"/>
                    <a:pt x="548" y="278"/>
                    <a:pt x="208"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30"/>
            <p:cNvSpPr/>
            <p:nvPr/>
          </p:nvSpPr>
          <p:spPr>
            <a:xfrm>
              <a:off x="1002675" y="756225"/>
              <a:ext cx="35525" cy="95550"/>
            </a:xfrm>
            <a:custGeom>
              <a:avLst/>
              <a:gdLst/>
              <a:ahLst/>
              <a:cxnLst/>
              <a:rect l="l" t="t" r="r" b="b"/>
              <a:pathLst>
                <a:path w="1421" h="3822" extrusionOk="0">
                  <a:moveTo>
                    <a:pt x="1420" y="0"/>
                  </a:moveTo>
                  <a:cubicBezTo>
                    <a:pt x="467" y="1129"/>
                    <a:pt x="196" y="2529"/>
                    <a:pt x="1" y="3821"/>
                  </a:cubicBezTo>
                  <a:cubicBezTo>
                    <a:pt x="618" y="2730"/>
                    <a:pt x="1369" y="1242"/>
                    <a:pt x="1420"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30"/>
            <p:cNvSpPr/>
            <p:nvPr/>
          </p:nvSpPr>
          <p:spPr>
            <a:xfrm>
              <a:off x="941050" y="589400"/>
              <a:ext cx="63700" cy="269925"/>
            </a:xfrm>
            <a:custGeom>
              <a:avLst/>
              <a:gdLst/>
              <a:ahLst/>
              <a:cxnLst/>
              <a:rect l="l" t="t" r="r" b="b"/>
              <a:pathLst>
                <a:path w="2548" h="10797" extrusionOk="0">
                  <a:moveTo>
                    <a:pt x="142" y="1"/>
                  </a:moveTo>
                  <a:cubicBezTo>
                    <a:pt x="135" y="1"/>
                    <a:pt x="127" y="1"/>
                    <a:pt x="120" y="2"/>
                  </a:cubicBezTo>
                  <a:cubicBezTo>
                    <a:pt x="44" y="26"/>
                    <a:pt x="0" y="96"/>
                    <a:pt x="19" y="172"/>
                  </a:cubicBezTo>
                  <a:cubicBezTo>
                    <a:pt x="50" y="311"/>
                    <a:pt x="88" y="443"/>
                    <a:pt x="126" y="582"/>
                  </a:cubicBezTo>
                  <a:cubicBezTo>
                    <a:pt x="367" y="1446"/>
                    <a:pt x="669" y="2290"/>
                    <a:pt x="952" y="3111"/>
                  </a:cubicBezTo>
                  <a:cubicBezTo>
                    <a:pt x="1715" y="5267"/>
                    <a:pt x="2440" y="7316"/>
                    <a:pt x="2183" y="9586"/>
                  </a:cubicBezTo>
                  <a:lnTo>
                    <a:pt x="2183" y="9592"/>
                  </a:lnTo>
                  <a:cubicBezTo>
                    <a:pt x="2151" y="9857"/>
                    <a:pt x="2113" y="10122"/>
                    <a:pt x="2050" y="10400"/>
                  </a:cubicBezTo>
                  <a:lnTo>
                    <a:pt x="2050" y="10412"/>
                  </a:lnTo>
                  <a:cubicBezTo>
                    <a:pt x="2031" y="10482"/>
                    <a:pt x="2018" y="10552"/>
                    <a:pt x="2000" y="10627"/>
                  </a:cubicBezTo>
                  <a:cubicBezTo>
                    <a:pt x="1980" y="10695"/>
                    <a:pt x="2031" y="10771"/>
                    <a:pt x="2099" y="10791"/>
                  </a:cubicBezTo>
                  <a:cubicBezTo>
                    <a:pt x="2113" y="10791"/>
                    <a:pt x="2125" y="10797"/>
                    <a:pt x="2137" y="10797"/>
                  </a:cubicBezTo>
                  <a:cubicBezTo>
                    <a:pt x="2195" y="10797"/>
                    <a:pt x="2258" y="10753"/>
                    <a:pt x="2270" y="10689"/>
                  </a:cubicBezTo>
                  <a:cubicBezTo>
                    <a:pt x="2422" y="10060"/>
                    <a:pt x="2497" y="9441"/>
                    <a:pt x="2510" y="8836"/>
                  </a:cubicBezTo>
                  <a:cubicBezTo>
                    <a:pt x="2547" y="6787"/>
                    <a:pt x="1872" y="4877"/>
                    <a:pt x="1217" y="3015"/>
                  </a:cubicBezTo>
                  <a:cubicBezTo>
                    <a:pt x="883" y="2069"/>
                    <a:pt x="536" y="1093"/>
                    <a:pt x="283" y="102"/>
                  </a:cubicBezTo>
                  <a:cubicBezTo>
                    <a:pt x="277" y="78"/>
                    <a:pt x="265" y="52"/>
                    <a:pt x="246" y="40"/>
                  </a:cubicBezTo>
                  <a:cubicBezTo>
                    <a:pt x="220" y="14"/>
                    <a:pt x="180" y="1"/>
                    <a:pt x="142"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30"/>
            <p:cNvSpPr/>
            <p:nvPr/>
          </p:nvSpPr>
          <p:spPr>
            <a:xfrm>
              <a:off x="896750" y="540175"/>
              <a:ext cx="72700" cy="64275"/>
            </a:xfrm>
            <a:custGeom>
              <a:avLst/>
              <a:gdLst/>
              <a:ahLst/>
              <a:cxnLst/>
              <a:rect l="l" t="t" r="r" b="b"/>
              <a:pathLst>
                <a:path w="2908" h="2571" extrusionOk="0">
                  <a:moveTo>
                    <a:pt x="2443" y="279"/>
                  </a:moveTo>
                  <a:cubicBezTo>
                    <a:pt x="2452" y="279"/>
                    <a:pt x="2459" y="279"/>
                    <a:pt x="2466" y="281"/>
                  </a:cubicBezTo>
                  <a:cubicBezTo>
                    <a:pt x="2485" y="287"/>
                    <a:pt x="2503" y="313"/>
                    <a:pt x="2517" y="351"/>
                  </a:cubicBezTo>
                  <a:cubicBezTo>
                    <a:pt x="2523" y="363"/>
                    <a:pt x="2523" y="376"/>
                    <a:pt x="2529" y="394"/>
                  </a:cubicBezTo>
                  <a:cubicBezTo>
                    <a:pt x="2593" y="609"/>
                    <a:pt x="2320" y="1119"/>
                    <a:pt x="1735" y="1920"/>
                  </a:cubicBezTo>
                  <a:cubicBezTo>
                    <a:pt x="1558" y="1794"/>
                    <a:pt x="1350" y="1719"/>
                    <a:pt x="1155" y="1649"/>
                  </a:cubicBezTo>
                  <a:cubicBezTo>
                    <a:pt x="883" y="1555"/>
                    <a:pt x="625" y="1466"/>
                    <a:pt x="466" y="1239"/>
                  </a:cubicBezTo>
                  <a:cubicBezTo>
                    <a:pt x="253" y="944"/>
                    <a:pt x="277" y="861"/>
                    <a:pt x="277" y="861"/>
                  </a:cubicBezTo>
                  <a:cubicBezTo>
                    <a:pt x="301" y="834"/>
                    <a:pt x="391" y="827"/>
                    <a:pt x="493" y="827"/>
                  </a:cubicBezTo>
                  <a:cubicBezTo>
                    <a:pt x="586" y="827"/>
                    <a:pt x="691" y="833"/>
                    <a:pt x="763" y="836"/>
                  </a:cubicBezTo>
                  <a:cubicBezTo>
                    <a:pt x="861" y="842"/>
                    <a:pt x="961" y="847"/>
                    <a:pt x="1058" y="847"/>
                  </a:cubicBezTo>
                  <a:cubicBezTo>
                    <a:pt x="1180" y="847"/>
                    <a:pt x="1298" y="838"/>
                    <a:pt x="1400" y="811"/>
                  </a:cubicBezTo>
                  <a:cubicBezTo>
                    <a:pt x="1589" y="767"/>
                    <a:pt x="1785" y="641"/>
                    <a:pt x="1974" y="514"/>
                  </a:cubicBezTo>
                  <a:cubicBezTo>
                    <a:pt x="2093" y="432"/>
                    <a:pt x="2252" y="331"/>
                    <a:pt x="2366" y="293"/>
                  </a:cubicBezTo>
                  <a:cubicBezTo>
                    <a:pt x="2393" y="284"/>
                    <a:pt x="2421" y="279"/>
                    <a:pt x="2443" y="279"/>
                  </a:cubicBezTo>
                  <a:close/>
                  <a:moveTo>
                    <a:pt x="2434" y="0"/>
                  </a:moveTo>
                  <a:cubicBezTo>
                    <a:pt x="2321" y="0"/>
                    <a:pt x="2201" y="53"/>
                    <a:pt x="2075" y="124"/>
                  </a:cubicBezTo>
                  <a:cubicBezTo>
                    <a:pt x="2063" y="136"/>
                    <a:pt x="2043" y="142"/>
                    <a:pt x="2025" y="155"/>
                  </a:cubicBezTo>
                  <a:cubicBezTo>
                    <a:pt x="1962" y="193"/>
                    <a:pt x="1898" y="231"/>
                    <a:pt x="1836" y="275"/>
                  </a:cubicBezTo>
                  <a:cubicBezTo>
                    <a:pt x="1828" y="275"/>
                    <a:pt x="1828" y="281"/>
                    <a:pt x="1822" y="281"/>
                  </a:cubicBezTo>
                  <a:cubicBezTo>
                    <a:pt x="1822" y="287"/>
                    <a:pt x="1816" y="287"/>
                    <a:pt x="1810" y="293"/>
                  </a:cubicBezTo>
                  <a:cubicBezTo>
                    <a:pt x="1685" y="369"/>
                    <a:pt x="1564" y="452"/>
                    <a:pt x="1450" y="502"/>
                  </a:cubicBezTo>
                  <a:cubicBezTo>
                    <a:pt x="1420" y="514"/>
                    <a:pt x="1388" y="528"/>
                    <a:pt x="1362" y="534"/>
                  </a:cubicBezTo>
                  <a:cubicBezTo>
                    <a:pt x="1356" y="540"/>
                    <a:pt x="1344" y="540"/>
                    <a:pt x="1337" y="546"/>
                  </a:cubicBezTo>
                  <a:cubicBezTo>
                    <a:pt x="1306" y="552"/>
                    <a:pt x="1275" y="558"/>
                    <a:pt x="1243" y="558"/>
                  </a:cubicBezTo>
                  <a:cubicBezTo>
                    <a:pt x="1205" y="565"/>
                    <a:pt x="1161" y="565"/>
                    <a:pt x="1117" y="565"/>
                  </a:cubicBezTo>
                  <a:cubicBezTo>
                    <a:pt x="1094" y="567"/>
                    <a:pt x="1071" y="568"/>
                    <a:pt x="1048" y="568"/>
                  </a:cubicBezTo>
                  <a:cubicBezTo>
                    <a:pt x="1001" y="568"/>
                    <a:pt x="955" y="565"/>
                    <a:pt x="908" y="565"/>
                  </a:cubicBezTo>
                  <a:cubicBezTo>
                    <a:pt x="864" y="565"/>
                    <a:pt x="821" y="558"/>
                    <a:pt x="783" y="558"/>
                  </a:cubicBezTo>
                  <a:lnTo>
                    <a:pt x="763" y="558"/>
                  </a:lnTo>
                  <a:cubicBezTo>
                    <a:pt x="701" y="552"/>
                    <a:pt x="631" y="552"/>
                    <a:pt x="568" y="552"/>
                  </a:cubicBezTo>
                  <a:cubicBezTo>
                    <a:pt x="546" y="549"/>
                    <a:pt x="524" y="547"/>
                    <a:pt x="503" y="547"/>
                  </a:cubicBezTo>
                  <a:cubicBezTo>
                    <a:pt x="482" y="547"/>
                    <a:pt x="461" y="549"/>
                    <a:pt x="442" y="552"/>
                  </a:cubicBezTo>
                  <a:cubicBezTo>
                    <a:pt x="347" y="552"/>
                    <a:pt x="259" y="565"/>
                    <a:pt x="190" y="596"/>
                  </a:cubicBezTo>
                  <a:cubicBezTo>
                    <a:pt x="177" y="603"/>
                    <a:pt x="164" y="609"/>
                    <a:pt x="152" y="615"/>
                  </a:cubicBezTo>
                  <a:cubicBezTo>
                    <a:pt x="102" y="641"/>
                    <a:pt x="64" y="679"/>
                    <a:pt x="38" y="729"/>
                  </a:cubicBezTo>
                  <a:cubicBezTo>
                    <a:pt x="26" y="755"/>
                    <a:pt x="12" y="773"/>
                    <a:pt x="6" y="805"/>
                  </a:cubicBezTo>
                  <a:cubicBezTo>
                    <a:pt x="0" y="836"/>
                    <a:pt x="0" y="880"/>
                    <a:pt x="6" y="924"/>
                  </a:cubicBezTo>
                  <a:cubicBezTo>
                    <a:pt x="20" y="1050"/>
                    <a:pt x="102" y="1209"/>
                    <a:pt x="239" y="1404"/>
                  </a:cubicBezTo>
                  <a:cubicBezTo>
                    <a:pt x="448" y="1693"/>
                    <a:pt x="763" y="1806"/>
                    <a:pt x="1060" y="1908"/>
                  </a:cubicBezTo>
                  <a:cubicBezTo>
                    <a:pt x="1261" y="1983"/>
                    <a:pt x="1450" y="2053"/>
                    <a:pt x="1601" y="2167"/>
                  </a:cubicBezTo>
                  <a:cubicBezTo>
                    <a:pt x="1601" y="2204"/>
                    <a:pt x="1627" y="2242"/>
                    <a:pt x="1659" y="2268"/>
                  </a:cubicBezTo>
                  <a:cubicBezTo>
                    <a:pt x="1677" y="2280"/>
                    <a:pt x="1703" y="2292"/>
                    <a:pt x="1729" y="2292"/>
                  </a:cubicBezTo>
                  <a:cubicBezTo>
                    <a:pt x="1772" y="2350"/>
                    <a:pt x="1810" y="2412"/>
                    <a:pt x="1842" y="2481"/>
                  </a:cubicBezTo>
                  <a:cubicBezTo>
                    <a:pt x="1854" y="2513"/>
                    <a:pt x="1874" y="2533"/>
                    <a:pt x="1898" y="2551"/>
                  </a:cubicBezTo>
                  <a:cubicBezTo>
                    <a:pt x="1918" y="2563"/>
                    <a:pt x="1942" y="2571"/>
                    <a:pt x="1968" y="2571"/>
                  </a:cubicBezTo>
                  <a:cubicBezTo>
                    <a:pt x="1987" y="2571"/>
                    <a:pt x="2006" y="2563"/>
                    <a:pt x="2025" y="2557"/>
                  </a:cubicBezTo>
                  <a:cubicBezTo>
                    <a:pt x="2093" y="2525"/>
                    <a:pt x="2125" y="2449"/>
                    <a:pt x="2093" y="2374"/>
                  </a:cubicBezTo>
                  <a:cubicBezTo>
                    <a:pt x="2055" y="2274"/>
                    <a:pt x="1999" y="2192"/>
                    <a:pt x="1942" y="2117"/>
                  </a:cubicBezTo>
                  <a:cubicBezTo>
                    <a:pt x="1968" y="2079"/>
                    <a:pt x="1993" y="2047"/>
                    <a:pt x="2018" y="2009"/>
                  </a:cubicBezTo>
                  <a:cubicBezTo>
                    <a:pt x="2485" y="1366"/>
                    <a:pt x="2907" y="691"/>
                    <a:pt x="2794" y="319"/>
                  </a:cubicBezTo>
                  <a:cubicBezTo>
                    <a:pt x="2774" y="249"/>
                    <a:pt x="2756" y="199"/>
                    <a:pt x="2724" y="155"/>
                  </a:cubicBezTo>
                  <a:cubicBezTo>
                    <a:pt x="2680" y="92"/>
                    <a:pt x="2623" y="48"/>
                    <a:pt x="2561" y="22"/>
                  </a:cubicBezTo>
                  <a:cubicBezTo>
                    <a:pt x="2535" y="16"/>
                    <a:pt x="2509" y="10"/>
                    <a:pt x="2485" y="4"/>
                  </a:cubicBezTo>
                  <a:cubicBezTo>
                    <a:pt x="2468" y="1"/>
                    <a:pt x="2451" y="0"/>
                    <a:pt x="2434"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30"/>
            <p:cNvSpPr/>
            <p:nvPr/>
          </p:nvSpPr>
          <p:spPr>
            <a:xfrm>
              <a:off x="903075" y="547500"/>
              <a:ext cx="58500" cy="40675"/>
            </a:xfrm>
            <a:custGeom>
              <a:avLst/>
              <a:gdLst/>
              <a:ahLst/>
              <a:cxnLst/>
              <a:rect l="l" t="t" r="r" b="b"/>
              <a:pathLst>
                <a:path w="2340" h="1627" extrusionOk="0">
                  <a:moveTo>
                    <a:pt x="2113" y="0"/>
                  </a:moveTo>
                  <a:cubicBezTo>
                    <a:pt x="1999" y="38"/>
                    <a:pt x="1840" y="139"/>
                    <a:pt x="1721" y="221"/>
                  </a:cubicBezTo>
                  <a:cubicBezTo>
                    <a:pt x="1532" y="348"/>
                    <a:pt x="1336" y="474"/>
                    <a:pt x="1147" y="518"/>
                  </a:cubicBezTo>
                  <a:cubicBezTo>
                    <a:pt x="1045" y="545"/>
                    <a:pt x="927" y="554"/>
                    <a:pt x="805" y="554"/>
                  </a:cubicBezTo>
                  <a:cubicBezTo>
                    <a:pt x="708" y="554"/>
                    <a:pt x="608" y="549"/>
                    <a:pt x="510" y="543"/>
                  </a:cubicBezTo>
                  <a:cubicBezTo>
                    <a:pt x="438" y="540"/>
                    <a:pt x="333" y="534"/>
                    <a:pt x="240" y="534"/>
                  </a:cubicBezTo>
                  <a:cubicBezTo>
                    <a:pt x="138" y="534"/>
                    <a:pt x="48" y="541"/>
                    <a:pt x="24" y="568"/>
                  </a:cubicBezTo>
                  <a:cubicBezTo>
                    <a:pt x="24" y="568"/>
                    <a:pt x="0" y="651"/>
                    <a:pt x="213" y="946"/>
                  </a:cubicBezTo>
                  <a:cubicBezTo>
                    <a:pt x="372" y="1173"/>
                    <a:pt x="630" y="1262"/>
                    <a:pt x="902" y="1356"/>
                  </a:cubicBezTo>
                  <a:cubicBezTo>
                    <a:pt x="1097" y="1426"/>
                    <a:pt x="1305" y="1501"/>
                    <a:pt x="1482" y="1627"/>
                  </a:cubicBezTo>
                  <a:cubicBezTo>
                    <a:pt x="2067" y="826"/>
                    <a:pt x="2340" y="316"/>
                    <a:pt x="2276" y="101"/>
                  </a:cubicBezTo>
                  <a:cubicBezTo>
                    <a:pt x="2270" y="83"/>
                    <a:pt x="2270" y="70"/>
                    <a:pt x="2264" y="58"/>
                  </a:cubicBezTo>
                  <a:cubicBezTo>
                    <a:pt x="2250" y="58"/>
                    <a:pt x="2238" y="64"/>
                    <a:pt x="2226" y="64"/>
                  </a:cubicBezTo>
                  <a:cubicBezTo>
                    <a:pt x="2188" y="64"/>
                    <a:pt x="2151" y="45"/>
                    <a:pt x="2119" y="14"/>
                  </a:cubicBezTo>
                  <a:cubicBezTo>
                    <a:pt x="2119" y="14"/>
                    <a:pt x="2113" y="8"/>
                    <a:pt x="2113"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30"/>
            <p:cNvSpPr/>
            <p:nvPr/>
          </p:nvSpPr>
          <p:spPr>
            <a:xfrm>
              <a:off x="948625" y="467950"/>
              <a:ext cx="46200" cy="75325"/>
            </a:xfrm>
            <a:custGeom>
              <a:avLst/>
              <a:gdLst/>
              <a:ahLst/>
              <a:cxnLst/>
              <a:rect l="l" t="t" r="r" b="b"/>
              <a:pathLst>
                <a:path w="1848" h="3013" extrusionOk="0">
                  <a:moveTo>
                    <a:pt x="1465" y="1"/>
                  </a:moveTo>
                  <a:cubicBezTo>
                    <a:pt x="1424" y="1"/>
                    <a:pt x="1381" y="13"/>
                    <a:pt x="1336" y="42"/>
                  </a:cubicBezTo>
                  <a:cubicBezTo>
                    <a:pt x="789" y="352"/>
                    <a:pt x="215" y="2130"/>
                    <a:pt x="0" y="3013"/>
                  </a:cubicBezTo>
                  <a:cubicBezTo>
                    <a:pt x="126" y="2942"/>
                    <a:pt x="246" y="2889"/>
                    <a:pt x="359" y="2889"/>
                  </a:cubicBezTo>
                  <a:cubicBezTo>
                    <a:pt x="376" y="2889"/>
                    <a:pt x="393" y="2890"/>
                    <a:pt x="410" y="2893"/>
                  </a:cubicBezTo>
                  <a:cubicBezTo>
                    <a:pt x="832" y="2407"/>
                    <a:pt x="1848" y="836"/>
                    <a:pt x="1715" y="213"/>
                  </a:cubicBezTo>
                  <a:cubicBezTo>
                    <a:pt x="1691" y="105"/>
                    <a:pt x="1633" y="42"/>
                    <a:pt x="1532" y="12"/>
                  </a:cubicBezTo>
                  <a:cubicBezTo>
                    <a:pt x="1510" y="5"/>
                    <a:pt x="1488" y="1"/>
                    <a:pt x="1465"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30"/>
            <p:cNvSpPr/>
            <p:nvPr/>
          </p:nvSpPr>
          <p:spPr>
            <a:xfrm>
              <a:off x="941200" y="461000"/>
              <a:ext cx="61050" cy="88100"/>
            </a:xfrm>
            <a:custGeom>
              <a:avLst/>
              <a:gdLst/>
              <a:ahLst/>
              <a:cxnLst/>
              <a:rect l="l" t="t" r="r" b="b"/>
              <a:pathLst>
                <a:path w="2442" h="3524" extrusionOk="0">
                  <a:moveTo>
                    <a:pt x="1762" y="1"/>
                  </a:moveTo>
                  <a:cubicBezTo>
                    <a:pt x="1673" y="1"/>
                    <a:pt x="1584" y="26"/>
                    <a:pt x="1496" y="75"/>
                  </a:cubicBezTo>
                  <a:cubicBezTo>
                    <a:pt x="1148" y="270"/>
                    <a:pt x="839" y="843"/>
                    <a:pt x="594" y="1455"/>
                  </a:cubicBezTo>
                  <a:lnTo>
                    <a:pt x="594" y="1462"/>
                  </a:lnTo>
                  <a:cubicBezTo>
                    <a:pt x="234" y="2339"/>
                    <a:pt x="13" y="3291"/>
                    <a:pt x="13" y="3309"/>
                  </a:cubicBezTo>
                  <a:cubicBezTo>
                    <a:pt x="1" y="3360"/>
                    <a:pt x="20" y="3410"/>
                    <a:pt x="58" y="3442"/>
                  </a:cubicBezTo>
                  <a:cubicBezTo>
                    <a:pt x="70" y="3454"/>
                    <a:pt x="88" y="3468"/>
                    <a:pt x="114" y="3474"/>
                  </a:cubicBezTo>
                  <a:lnTo>
                    <a:pt x="120" y="3474"/>
                  </a:lnTo>
                  <a:cubicBezTo>
                    <a:pt x="128" y="3475"/>
                    <a:pt x="137" y="3476"/>
                    <a:pt x="145" y="3476"/>
                  </a:cubicBezTo>
                  <a:cubicBezTo>
                    <a:pt x="210" y="3476"/>
                    <a:pt x="267" y="3433"/>
                    <a:pt x="277" y="3366"/>
                  </a:cubicBezTo>
                  <a:cubicBezTo>
                    <a:pt x="285" y="3347"/>
                    <a:pt x="291" y="3322"/>
                    <a:pt x="297" y="3291"/>
                  </a:cubicBezTo>
                  <a:cubicBezTo>
                    <a:pt x="512" y="2408"/>
                    <a:pt x="1086" y="630"/>
                    <a:pt x="1633" y="320"/>
                  </a:cubicBezTo>
                  <a:cubicBezTo>
                    <a:pt x="1678" y="291"/>
                    <a:pt x="1721" y="279"/>
                    <a:pt x="1762" y="279"/>
                  </a:cubicBezTo>
                  <a:cubicBezTo>
                    <a:pt x="1785" y="279"/>
                    <a:pt x="1807" y="283"/>
                    <a:pt x="1829" y="290"/>
                  </a:cubicBezTo>
                  <a:cubicBezTo>
                    <a:pt x="1930" y="320"/>
                    <a:pt x="1988" y="383"/>
                    <a:pt x="2012" y="491"/>
                  </a:cubicBezTo>
                  <a:cubicBezTo>
                    <a:pt x="2145" y="1114"/>
                    <a:pt x="1129" y="2685"/>
                    <a:pt x="707" y="3171"/>
                  </a:cubicBezTo>
                  <a:cubicBezTo>
                    <a:pt x="669" y="3221"/>
                    <a:pt x="632" y="3259"/>
                    <a:pt x="606" y="3278"/>
                  </a:cubicBezTo>
                  <a:cubicBezTo>
                    <a:pt x="556" y="3328"/>
                    <a:pt x="550" y="3404"/>
                    <a:pt x="588" y="3460"/>
                  </a:cubicBezTo>
                  <a:cubicBezTo>
                    <a:pt x="588" y="3468"/>
                    <a:pt x="594" y="3474"/>
                    <a:pt x="594" y="3474"/>
                  </a:cubicBezTo>
                  <a:cubicBezTo>
                    <a:pt x="626" y="3505"/>
                    <a:pt x="663" y="3524"/>
                    <a:pt x="701" y="3524"/>
                  </a:cubicBezTo>
                  <a:cubicBezTo>
                    <a:pt x="713" y="3524"/>
                    <a:pt x="725" y="3518"/>
                    <a:pt x="739" y="3518"/>
                  </a:cubicBezTo>
                  <a:cubicBezTo>
                    <a:pt x="757" y="3511"/>
                    <a:pt x="777" y="3505"/>
                    <a:pt x="789" y="3486"/>
                  </a:cubicBezTo>
                  <a:cubicBezTo>
                    <a:pt x="827" y="3454"/>
                    <a:pt x="883" y="3398"/>
                    <a:pt x="946" y="3322"/>
                  </a:cubicBezTo>
                  <a:cubicBezTo>
                    <a:pt x="1406" y="2761"/>
                    <a:pt x="2442" y="1184"/>
                    <a:pt x="2277" y="433"/>
                  </a:cubicBezTo>
                  <a:cubicBezTo>
                    <a:pt x="2233" y="226"/>
                    <a:pt x="2107" y="87"/>
                    <a:pt x="1912" y="25"/>
                  </a:cubicBezTo>
                  <a:cubicBezTo>
                    <a:pt x="1862" y="9"/>
                    <a:pt x="1812" y="1"/>
                    <a:pt x="1762"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30"/>
            <p:cNvSpPr/>
            <p:nvPr/>
          </p:nvSpPr>
          <p:spPr>
            <a:xfrm>
              <a:off x="921825" y="450875"/>
              <a:ext cx="35775" cy="101850"/>
            </a:xfrm>
            <a:custGeom>
              <a:avLst/>
              <a:gdLst/>
              <a:ahLst/>
              <a:cxnLst/>
              <a:rect l="l" t="t" r="r" b="b"/>
              <a:pathLst>
                <a:path w="1431" h="4074" extrusionOk="0">
                  <a:moveTo>
                    <a:pt x="886" y="1"/>
                  </a:moveTo>
                  <a:cubicBezTo>
                    <a:pt x="818" y="1"/>
                    <a:pt x="730" y="35"/>
                    <a:pt x="624" y="107"/>
                  </a:cubicBezTo>
                  <a:cubicBezTo>
                    <a:pt x="423" y="247"/>
                    <a:pt x="1" y="896"/>
                    <a:pt x="455" y="3998"/>
                  </a:cubicBezTo>
                  <a:cubicBezTo>
                    <a:pt x="461" y="4024"/>
                    <a:pt x="455" y="4048"/>
                    <a:pt x="447" y="4074"/>
                  </a:cubicBezTo>
                  <a:cubicBezTo>
                    <a:pt x="561" y="4024"/>
                    <a:pt x="682" y="3941"/>
                    <a:pt x="807" y="3865"/>
                  </a:cubicBezTo>
                  <a:cubicBezTo>
                    <a:pt x="750" y="3835"/>
                    <a:pt x="720" y="3765"/>
                    <a:pt x="744" y="3702"/>
                  </a:cubicBezTo>
                  <a:cubicBezTo>
                    <a:pt x="939" y="3078"/>
                    <a:pt x="1431" y="372"/>
                    <a:pt x="971" y="26"/>
                  </a:cubicBezTo>
                  <a:cubicBezTo>
                    <a:pt x="948" y="9"/>
                    <a:pt x="919" y="1"/>
                    <a:pt x="886"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30"/>
            <p:cNvSpPr/>
            <p:nvPr/>
          </p:nvSpPr>
          <p:spPr>
            <a:xfrm>
              <a:off x="920550" y="444025"/>
              <a:ext cx="38500" cy="110750"/>
            </a:xfrm>
            <a:custGeom>
              <a:avLst/>
              <a:gdLst/>
              <a:ahLst/>
              <a:cxnLst/>
              <a:rect l="l" t="t" r="r" b="b"/>
              <a:pathLst>
                <a:path w="1540" h="4430" extrusionOk="0">
                  <a:moveTo>
                    <a:pt x="945" y="1"/>
                  </a:moveTo>
                  <a:cubicBezTo>
                    <a:pt x="835" y="1"/>
                    <a:pt x="696" y="41"/>
                    <a:pt x="524" y="154"/>
                  </a:cubicBezTo>
                  <a:cubicBezTo>
                    <a:pt x="241" y="344"/>
                    <a:pt x="76" y="804"/>
                    <a:pt x="38" y="1548"/>
                  </a:cubicBezTo>
                  <a:cubicBezTo>
                    <a:pt x="0" y="2235"/>
                    <a:pt x="64" y="3155"/>
                    <a:pt x="233" y="4316"/>
                  </a:cubicBezTo>
                  <a:cubicBezTo>
                    <a:pt x="241" y="4354"/>
                    <a:pt x="259" y="4386"/>
                    <a:pt x="291" y="4404"/>
                  </a:cubicBezTo>
                  <a:cubicBezTo>
                    <a:pt x="309" y="4424"/>
                    <a:pt x="341" y="4430"/>
                    <a:pt x="373" y="4430"/>
                  </a:cubicBezTo>
                  <a:lnTo>
                    <a:pt x="392" y="4430"/>
                  </a:lnTo>
                  <a:cubicBezTo>
                    <a:pt x="442" y="4424"/>
                    <a:pt x="480" y="4392"/>
                    <a:pt x="498" y="4348"/>
                  </a:cubicBezTo>
                  <a:cubicBezTo>
                    <a:pt x="506" y="4322"/>
                    <a:pt x="512" y="4298"/>
                    <a:pt x="506" y="4272"/>
                  </a:cubicBezTo>
                  <a:cubicBezTo>
                    <a:pt x="52" y="1170"/>
                    <a:pt x="474" y="521"/>
                    <a:pt x="675" y="381"/>
                  </a:cubicBezTo>
                  <a:cubicBezTo>
                    <a:pt x="781" y="309"/>
                    <a:pt x="869" y="275"/>
                    <a:pt x="937" y="275"/>
                  </a:cubicBezTo>
                  <a:cubicBezTo>
                    <a:pt x="970" y="275"/>
                    <a:pt x="999" y="283"/>
                    <a:pt x="1022" y="300"/>
                  </a:cubicBezTo>
                  <a:cubicBezTo>
                    <a:pt x="1482" y="646"/>
                    <a:pt x="990" y="3352"/>
                    <a:pt x="795" y="3976"/>
                  </a:cubicBezTo>
                  <a:cubicBezTo>
                    <a:pt x="771" y="4039"/>
                    <a:pt x="801" y="4109"/>
                    <a:pt x="858" y="4139"/>
                  </a:cubicBezTo>
                  <a:cubicBezTo>
                    <a:pt x="864" y="4139"/>
                    <a:pt x="870" y="4147"/>
                    <a:pt x="884" y="4153"/>
                  </a:cubicBezTo>
                  <a:cubicBezTo>
                    <a:pt x="896" y="4153"/>
                    <a:pt x="909" y="4155"/>
                    <a:pt x="921" y="4155"/>
                  </a:cubicBezTo>
                  <a:cubicBezTo>
                    <a:pt x="928" y="4155"/>
                    <a:pt x="934" y="4155"/>
                    <a:pt x="940" y="4153"/>
                  </a:cubicBezTo>
                  <a:lnTo>
                    <a:pt x="946" y="4153"/>
                  </a:lnTo>
                  <a:cubicBezTo>
                    <a:pt x="998" y="4147"/>
                    <a:pt x="1041" y="4109"/>
                    <a:pt x="1060" y="4057"/>
                  </a:cubicBezTo>
                  <a:cubicBezTo>
                    <a:pt x="1060" y="4057"/>
                    <a:pt x="1066" y="4039"/>
                    <a:pt x="1073" y="4001"/>
                  </a:cubicBezTo>
                  <a:cubicBezTo>
                    <a:pt x="1123" y="3786"/>
                    <a:pt x="1318" y="2974"/>
                    <a:pt x="1420" y="2141"/>
                  </a:cubicBezTo>
                  <a:lnTo>
                    <a:pt x="1420" y="2134"/>
                  </a:lnTo>
                  <a:cubicBezTo>
                    <a:pt x="1527" y="1252"/>
                    <a:pt x="1539" y="344"/>
                    <a:pt x="1187" y="79"/>
                  </a:cubicBezTo>
                  <a:cubicBezTo>
                    <a:pt x="1128" y="36"/>
                    <a:pt x="1049" y="1"/>
                    <a:pt x="945"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30"/>
            <p:cNvSpPr/>
            <p:nvPr/>
          </p:nvSpPr>
          <p:spPr>
            <a:xfrm>
              <a:off x="875775" y="452125"/>
              <a:ext cx="55200" cy="106125"/>
            </a:xfrm>
            <a:custGeom>
              <a:avLst/>
              <a:gdLst/>
              <a:ahLst/>
              <a:cxnLst/>
              <a:rect l="l" t="t" r="r" b="b"/>
              <a:pathLst>
                <a:path w="2208" h="4245" extrusionOk="0">
                  <a:moveTo>
                    <a:pt x="872" y="1"/>
                  </a:moveTo>
                  <a:cubicBezTo>
                    <a:pt x="730" y="1"/>
                    <a:pt x="581" y="52"/>
                    <a:pt x="423" y="153"/>
                  </a:cubicBezTo>
                  <a:cubicBezTo>
                    <a:pt x="216" y="290"/>
                    <a:pt x="89" y="499"/>
                    <a:pt x="39" y="770"/>
                  </a:cubicBezTo>
                  <a:cubicBezTo>
                    <a:pt x="1" y="1035"/>
                    <a:pt x="39" y="1344"/>
                    <a:pt x="133" y="1672"/>
                  </a:cubicBezTo>
                  <a:cubicBezTo>
                    <a:pt x="234" y="2019"/>
                    <a:pt x="391" y="2385"/>
                    <a:pt x="575" y="2731"/>
                  </a:cubicBezTo>
                  <a:cubicBezTo>
                    <a:pt x="650" y="2863"/>
                    <a:pt x="720" y="2996"/>
                    <a:pt x="789" y="3122"/>
                  </a:cubicBezTo>
                  <a:cubicBezTo>
                    <a:pt x="789" y="3128"/>
                    <a:pt x="795" y="3128"/>
                    <a:pt x="795" y="3134"/>
                  </a:cubicBezTo>
                  <a:cubicBezTo>
                    <a:pt x="1016" y="3520"/>
                    <a:pt x="1243" y="3853"/>
                    <a:pt x="1407" y="4074"/>
                  </a:cubicBezTo>
                  <a:cubicBezTo>
                    <a:pt x="1445" y="4118"/>
                    <a:pt x="1470" y="4156"/>
                    <a:pt x="1502" y="4193"/>
                  </a:cubicBezTo>
                  <a:cubicBezTo>
                    <a:pt x="1514" y="4207"/>
                    <a:pt x="1526" y="4219"/>
                    <a:pt x="1540" y="4225"/>
                  </a:cubicBezTo>
                  <a:cubicBezTo>
                    <a:pt x="1558" y="4239"/>
                    <a:pt x="1584" y="4245"/>
                    <a:pt x="1608" y="4245"/>
                  </a:cubicBezTo>
                  <a:cubicBezTo>
                    <a:pt x="1640" y="4245"/>
                    <a:pt x="1672" y="4239"/>
                    <a:pt x="1691" y="4219"/>
                  </a:cubicBezTo>
                  <a:cubicBezTo>
                    <a:pt x="1735" y="4181"/>
                    <a:pt x="1753" y="4131"/>
                    <a:pt x="1747" y="4087"/>
                  </a:cubicBezTo>
                  <a:cubicBezTo>
                    <a:pt x="1741" y="4062"/>
                    <a:pt x="1735" y="4042"/>
                    <a:pt x="1716" y="4024"/>
                  </a:cubicBezTo>
                  <a:cubicBezTo>
                    <a:pt x="1540" y="3791"/>
                    <a:pt x="1293" y="3437"/>
                    <a:pt x="1060" y="3040"/>
                  </a:cubicBezTo>
                  <a:lnTo>
                    <a:pt x="1054" y="3034"/>
                  </a:lnTo>
                  <a:cubicBezTo>
                    <a:pt x="965" y="2877"/>
                    <a:pt x="871" y="2718"/>
                    <a:pt x="789" y="2548"/>
                  </a:cubicBezTo>
                  <a:cubicBezTo>
                    <a:pt x="473" y="1931"/>
                    <a:pt x="240" y="1274"/>
                    <a:pt x="316" y="814"/>
                  </a:cubicBezTo>
                  <a:cubicBezTo>
                    <a:pt x="348" y="619"/>
                    <a:pt x="429" y="480"/>
                    <a:pt x="575" y="386"/>
                  </a:cubicBezTo>
                  <a:cubicBezTo>
                    <a:pt x="684" y="313"/>
                    <a:pt x="783" y="279"/>
                    <a:pt x="873" y="279"/>
                  </a:cubicBezTo>
                  <a:cubicBezTo>
                    <a:pt x="923" y="279"/>
                    <a:pt x="971" y="290"/>
                    <a:pt x="1016" y="310"/>
                  </a:cubicBezTo>
                  <a:cubicBezTo>
                    <a:pt x="1457" y="531"/>
                    <a:pt x="1767" y="1704"/>
                    <a:pt x="1911" y="3791"/>
                  </a:cubicBezTo>
                  <a:cubicBezTo>
                    <a:pt x="1918" y="3891"/>
                    <a:pt x="1930" y="3974"/>
                    <a:pt x="1930" y="4030"/>
                  </a:cubicBezTo>
                  <a:cubicBezTo>
                    <a:pt x="1937" y="4050"/>
                    <a:pt x="1943" y="4068"/>
                    <a:pt x="1956" y="4087"/>
                  </a:cubicBezTo>
                  <a:cubicBezTo>
                    <a:pt x="1978" y="4127"/>
                    <a:pt x="2022" y="4157"/>
                    <a:pt x="2067" y="4157"/>
                  </a:cubicBezTo>
                  <a:cubicBezTo>
                    <a:pt x="2072" y="4157"/>
                    <a:pt x="2077" y="4156"/>
                    <a:pt x="2082" y="4156"/>
                  </a:cubicBezTo>
                  <a:cubicBezTo>
                    <a:pt x="2120" y="4149"/>
                    <a:pt x="2151" y="4131"/>
                    <a:pt x="2176" y="4106"/>
                  </a:cubicBezTo>
                  <a:cubicBezTo>
                    <a:pt x="2189" y="4093"/>
                    <a:pt x="2195" y="4074"/>
                    <a:pt x="2201" y="4056"/>
                  </a:cubicBezTo>
                  <a:cubicBezTo>
                    <a:pt x="2207" y="4042"/>
                    <a:pt x="2207" y="4024"/>
                    <a:pt x="2207" y="4004"/>
                  </a:cubicBezTo>
                  <a:cubicBezTo>
                    <a:pt x="2201" y="3948"/>
                    <a:pt x="2195" y="3873"/>
                    <a:pt x="2189" y="3771"/>
                  </a:cubicBezTo>
                  <a:cubicBezTo>
                    <a:pt x="2126" y="2907"/>
                    <a:pt x="2032" y="1955"/>
                    <a:pt x="1829" y="1224"/>
                  </a:cubicBezTo>
                  <a:cubicBezTo>
                    <a:pt x="1672" y="657"/>
                    <a:pt x="1451" y="221"/>
                    <a:pt x="1136" y="63"/>
                  </a:cubicBezTo>
                  <a:cubicBezTo>
                    <a:pt x="1050" y="22"/>
                    <a:pt x="962" y="1"/>
                    <a:pt x="872"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30"/>
            <p:cNvSpPr/>
            <p:nvPr/>
          </p:nvSpPr>
          <p:spPr>
            <a:xfrm>
              <a:off x="881775" y="459075"/>
              <a:ext cx="42925" cy="95325"/>
            </a:xfrm>
            <a:custGeom>
              <a:avLst/>
              <a:gdLst/>
              <a:ahLst/>
              <a:cxnLst/>
              <a:rect l="l" t="t" r="r" b="b"/>
              <a:pathLst>
                <a:path w="1717" h="3813" extrusionOk="0">
                  <a:moveTo>
                    <a:pt x="633" y="1"/>
                  </a:moveTo>
                  <a:cubicBezTo>
                    <a:pt x="543" y="1"/>
                    <a:pt x="444" y="35"/>
                    <a:pt x="335" y="108"/>
                  </a:cubicBezTo>
                  <a:cubicBezTo>
                    <a:pt x="189" y="202"/>
                    <a:pt x="108" y="341"/>
                    <a:pt x="76" y="536"/>
                  </a:cubicBezTo>
                  <a:cubicBezTo>
                    <a:pt x="0" y="996"/>
                    <a:pt x="233" y="1653"/>
                    <a:pt x="549" y="2270"/>
                  </a:cubicBezTo>
                  <a:cubicBezTo>
                    <a:pt x="643" y="2434"/>
                    <a:pt x="733" y="2599"/>
                    <a:pt x="814" y="2756"/>
                  </a:cubicBezTo>
                  <a:lnTo>
                    <a:pt x="820" y="2762"/>
                  </a:lnTo>
                  <a:cubicBezTo>
                    <a:pt x="1053" y="3159"/>
                    <a:pt x="1300" y="3513"/>
                    <a:pt x="1476" y="3746"/>
                  </a:cubicBezTo>
                  <a:cubicBezTo>
                    <a:pt x="1495" y="3764"/>
                    <a:pt x="1501" y="3784"/>
                    <a:pt x="1507" y="3809"/>
                  </a:cubicBezTo>
                  <a:cubicBezTo>
                    <a:pt x="1554" y="3809"/>
                    <a:pt x="1600" y="3812"/>
                    <a:pt x="1647" y="3812"/>
                  </a:cubicBezTo>
                  <a:cubicBezTo>
                    <a:pt x="1670" y="3812"/>
                    <a:pt x="1693" y="3811"/>
                    <a:pt x="1716" y="3809"/>
                  </a:cubicBezTo>
                  <a:cubicBezTo>
                    <a:pt x="1703" y="3790"/>
                    <a:pt x="1697" y="3772"/>
                    <a:pt x="1690" y="3752"/>
                  </a:cubicBezTo>
                  <a:cubicBezTo>
                    <a:pt x="1690" y="3696"/>
                    <a:pt x="1678" y="3613"/>
                    <a:pt x="1671" y="3513"/>
                  </a:cubicBezTo>
                  <a:cubicBezTo>
                    <a:pt x="1527" y="1426"/>
                    <a:pt x="1217" y="253"/>
                    <a:pt x="776" y="32"/>
                  </a:cubicBezTo>
                  <a:cubicBezTo>
                    <a:pt x="731" y="12"/>
                    <a:pt x="683" y="1"/>
                    <a:pt x="633"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30"/>
            <p:cNvSpPr/>
            <p:nvPr/>
          </p:nvSpPr>
          <p:spPr>
            <a:xfrm>
              <a:off x="837650" y="484875"/>
              <a:ext cx="78525" cy="75725"/>
            </a:xfrm>
            <a:custGeom>
              <a:avLst/>
              <a:gdLst/>
              <a:ahLst/>
              <a:cxnLst/>
              <a:rect l="l" t="t" r="r" b="b"/>
              <a:pathLst>
                <a:path w="3141" h="3029" extrusionOk="0">
                  <a:moveTo>
                    <a:pt x="896" y="1"/>
                  </a:moveTo>
                  <a:cubicBezTo>
                    <a:pt x="760" y="1"/>
                    <a:pt x="627" y="35"/>
                    <a:pt x="498" y="103"/>
                  </a:cubicBezTo>
                  <a:cubicBezTo>
                    <a:pt x="57" y="324"/>
                    <a:pt x="1" y="645"/>
                    <a:pt x="25" y="872"/>
                  </a:cubicBezTo>
                  <a:cubicBezTo>
                    <a:pt x="69" y="1219"/>
                    <a:pt x="341" y="1585"/>
                    <a:pt x="694" y="1925"/>
                  </a:cubicBezTo>
                  <a:cubicBezTo>
                    <a:pt x="959" y="2184"/>
                    <a:pt x="1267" y="2417"/>
                    <a:pt x="1564" y="2606"/>
                  </a:cubicBezTo>
                  <a:lnTo>
                    <a:pt x="1570" y="2606"/>
                  </a:lnTo>
                  <a:cubicBezTo>
                    <a:pt x="1765" y="2732"/>
                    <a:pt x="1948" y="2833"/>
                    <a:pt x="2106" y="2909"/>
                  </a:cubicBezTo>
                  <a:cubicBezTo>
                    <a:pt x="2207" y="2959"/>
                    <a:pt x="2301" y="2991"/>
                    <a:pt x="2370" y="3017"/>
                  </a:cubicBezTo>
                  <a:cubicBezTo>
                    <a:pt x="2390" y="3017"/>
                    <a:pt x="2402" y="3023"/>
                    <a:pt x="2414" y="3023"/>
                  </a:cubicBezTo>
                  <a:cubicBezTo>
                    <a:pt x="2422" y="3029"/>
                    <a:pt x="2434" y="3029"/>
                    <a:pt x="2440" y="3029"/>
                  </a:cubicBezTo>
                  <a:cubicBezTo>
                    <a:pt x="2478" y="3029"/>
                    <a:pt x="2510" y="3017"/>
                    <a:pt x="2535" y="2991"/>
                  </a:cubicBezTo>
                  <a:cubicBezTo>
                    <a:pt x="2554" y="2973"/>
                    <a:pt x="2566" y="2947"/>
                    <a:pt x="2579" y="2921"/>
                  </a:cubicBezTo>
                  <a:cubicBezTo>
                    <a:pt x="2585" y="2877"/>
                    <a:pt x="2579" y="2839"/>
                    <a:pt x="2554" y="2808"/>
                  </a:cubicBezTo>
                  <a:cubicBezTo>
                    <a:pt x="2535" y="2783"/>
                    <a:pt x="2504" y="2764"/>
                    <a:pt x="2472" y="2758"/>
                  </a:cubicBezTo>
                  <a:cubicBezTo>
                    <a:pt x="2452" y="2752"/>
                    <a:pt x="2434" y="2746"/>
                    <a:pt x="2408" y="2740"/>
                  </a:cubicBezTo>
                  <a:cubicBezTo>
                    <a:pt x="2233" y="2682"/>
                    <a:pt x="1968" y="2543"/>
                    <a:pt x="1683" y="2354"/>
                  </a:cubicBezTo>
                  <a:cubicBezTo>
                    <a:pt x="1066" y="1945"/>
                    <a:pt x="365" y="1314"/>
                    <a:pt x="303" y="840"/>
                  </a:cubicBezTo>
                  <a:cubicBezTo>
                    <a:pt x="284" y="709"/>
                    <a:pt x="303" y="513"/>
                    <a:pt x="624" y="349"/>
                  </a:cubicBezTo>
                  <a:cubicBezTo>
                    <a:pt x="716" y="303"/>
                    <a:pt x="805" y="278"/>
                    <a:pt x="896" y="278"/>
                  </a:cubicBezTo>
                  <a:cubicBezTo>
                    <a:pt x="956" y="278"/>
                    <a:pt x="1016" y="289"/>
                    <a:pt x="1078" y="311"/>
                  </a:cubicBezTo>
                  <a:cubicBezTo>
                    <a:pt x="1450" y="432"/>
                    <a:pt x="1803" y="910"/>
                    <a:pt x="2100" y="1421"/>
                  </a:cubicBezTo>
                  <a:cubicBezTo>
                    <a:pt x="2175" y="1553"/>
                    <a:pt x="2245" y="1686"/>
                    <a:pt x="2314" y="1812"/>
                  </a:cubicBezTo>
                  <a:cubicBezTo>
                    <a:pt x="2314" y="1818"/>
                    <a:pt x="2320" y="1818"/>
                    <a:pt x="2320" y="1824"/>
                  </a:cubicBezTo>
                  <a:cubicBezTo>
                    <a:pt x="2396" y="1963"/>
                    <a:pt x="2466" y="2102"/>
                    <a:pt x="2528" y="2228"/>
                  </a:cubicBezTo>
                  <a:cubicBezTo>
                    <a:pt x="2635" y="2449"/>
                    <a:pt x="2731" y="2632"/>
                    <a:pt x="2806" y="2764"/>
                  </a:cubicBezTo>
                  <a:cubicBezTo>
                    <a:pt x="2838" y="2808"/>
                    <a:pt x="2862" y="2846"/>
                    <a:pt x="2888" y="2883"/>
                  </a:cubicBezTo>
                  <a:cubicBezTo>
                    <a:pt x="2911" y="2919"/>
                    <a:pt x="2949" y="2937"/>
                    <a:pt x="2989" y="2937"/>
                  </a:cubicBezTo>
                  <a:cubicBezTo>
                    <a:pt x="3014" y="2937"/>
                    <a:pt x="3041" y="2930"/>
                    <a:pt x="3065" y="2915"/>
                  </a:cubicBezTo>
                  <a:cubicBezTo>
                    <a:pt x="3071" y="2915"/>
                    <a:pt x="3071" y="2909"/>
                    <a:pt x="3077" y="2909"/>
                  </a:cubicBezTo>
                  <a:cubicBezTo>
                    <a:pt x="3121" y="2877"/>
                    <a:pt x="3141" y="2821"/>
                    <a:pt x="3127" y="2770"/>
                  </a:cubicBezTo>
                  <a:cubicBezTo>
                    <a:pt x="3127" y="2752"/>
                    <a:pt x="3121" y="2732"/>
                    <a:pt x="3109" y="2714"/>
                  </a:cubicBezTo>
                  <a:cubicBezTo>
                    <a:pt x="3020" y="2606"/>
                    <a:pt x="2906" y="2373"/>
                    <a:pt x="2774" y="2109"/>
                  </a:cubicBezTo>
                  <a:cubicBezTo>
                    <a:pt x="2717" y="1989"/>
                    <a:pt x="2655" y="1862"/>
                    <a:pt x="2585" y="1730"/>
                  </a:cubicBezTo>
                  <a:lnTo>
                    <a:pt x="2579" y="1724"/>
                  </a:lnTo>
                  <a:cubicBezTo>
                    <a:pt x="2498" y="1567"/>
                    <a:pt x="2408" y="1402"/>
                    <a:pt x="2314" y="1238"/>
                  </a:cubicBezTo>
                  <a:cubicBezTo>
                    <a:pt x="2119" y="904"/>
                    <a:pt x="1904" y="589"/>
                    <a:pt x="1658" y="362"/>
                  </a:cubicBezTo>
                  <a:cubicBezTo>
                    <a:pt x="1506" y="211"/>
                    <a:pt x="1337" y="103"/>
                    <a:pt x="1166" y="46"/>
                  </a:cubicBezTo>
                  <a:cubicBezTo>
                    <a:pt x="1075" y="16"/>
                    <a:pt x="985" y="1"/>
                    <a:pt x="89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30"/>
            <p:cNvSpPr/>
            <p:nvPr/>
          </p:nvSpPr>
          <p:spPr>
            <a:xfrm>
              <a:off x="812725" y="527725"/>
              <a:ext cx="88475" cy="39350"/>
            </a:xfrm>
            <a:custGeom>
              <a:avLst/>
              <a:gdLst/>
              <a:ahLst/>
              <a:cxnLst/>
              <a:rect l="l" t="t" r="r" b="b"/>
              <a:pathLst>
                <a:path w="3539" h="1574" extrusionOk="0">
                  <a:moveTo>
                    <a:pt x="739" y="275"/>
                  </a:moveTo>
                  <a:cubicBezTo>
                    <a:pt x="1054" y="275"/>
                    <a:pt x="1609" y="420"/>
                    <a:pt x="2561" y="892"/>
                  </a:cubicBezTo>
                  <a:lnTo>
                    <a:pt x="2567" y="892"/>
                  </a:lnTo>
                  <a:cubicBezTo>
                    <a:pt x="2738" y="980"/>
                    <a:pt x="2933" y="1082"/>
                    <a:pt x="3134" y="1189"/>
                  </a:cubicBezTo>
                  <a:cubicBezTo>
                    <a:pt x="3122" y="1195"/>
                    <a:pt x="3116" y="1195"/>
                    <a:pt x="3103" y="1195"/>
                  </a:cubicBezTo>
                  <a:cubicBezTo>
                    <a:pt x="2797" y="1257"/>
                    <a:pt x="2364" y="1303"/>
                    <a:pt x="1929" y="1303"/>
                  </a:cubicBezTo>
                  <a:cubicBezTo>
                    <a:pt x="1347" y="1303"/>
                    <a:pt x="762" y="1221"/>
                    <a:pt x="474" y="988"/>
                  </a:cubicBezTo>
                  <a:cubicBezTo>
                    <a:pt x="341" y="886"/>
                    <a:pt x="285" y="761"/>
                    <a:pt x="303" y="596"/>
                  </a:cubicBezTo>
                  <a:cubicBezTo>
                    <a:pt x="317" y="426"/>
                    <a:pt x="398" y="363"/>
                    <a:pt x="454" y="331"/>
                  </a:cubicBezTo>
                  <a:cubicBezTo>
                    <a:pt x="518" y="293"/>
                    <a:pt x="612" y="275"/>
                    <a:pt x="739" y="275"/>
                  </a:cubicBezTo>
                  <a:close/>
                  <a:moveTo>
                    <a:pt x="731" y="0"/>
                  </a:moveTo>
                  <a:cubicBezTo>
                    <a:pt x="569" y="0"/>
                    <a:pt x="435" y="29"/>
                    <a:pt x="329" y="86"/>
                  </a:cubicBezTo>
                  <a:cubicBezTo>
                    <a:pt x="203" y="148"/>
                    <a:pt x="52" y="287"/>
                    <a:pt x="26" y="578"/>
                  </a:cubicBezTo>
                  <a:cubicBezTo>
                    <a:pt x="0" y="823"/>
                    <a:pt x="102" y="1044"/>
                    <a:pt x="303" y="1207"/>
                  </a:cubicBezTo>
                  <a:cubicBezTo>
                    <a:pt x="650" y="1486"/>
                    <a:pt x="1300" y="1573"/>
                    <a:pt x="1930" y="1573"/>
                  </a:cubicBezTo>
                  <a:cubicBezTo>
                    <a:pt x="2511" y="1573"/>
                    <a:pt x="3071" y="1498"/>
                    <a:pt x="3367" y="1422"/>
                  </a:cubicBezTo>
                  <a:cubicBezTo>
                    <a:pt x="3393" y="1416"/>
                    <a:pt x="3411" y="1410"/>
                    <a:pt x="3437" y="1396"/>
                  </a:cubicBezTo>
                  <a:cubicBezTo>
                    <a:pt x="3487" y="1384"/>
                    <a:pt x="3525" y="1334"/>
                    <a:pt x="3532" y="1277"/>
                  </a:cubicBezTo>
                  <a:cubicBezTo>
                    <a:pt x="3532" y="1265"/>
                    <a:pt x="3532" y="1245"/>
                    <a:pt x="3525" y="1227"/>
                  </a:cubicBezTo>
                  <a:lnTo>
                    <a:pt x="3525" y="1221"/>
                  </a:lnTo>
                  <a:cubicBezTo>
                    <a:pt x="3538" y="1183"/>
                    <a:pt x="3532" y="1145"/>
                    <a:pt x="3513" y="1113"/>
                  </a:cubicBezTo>
                  <a:cubicBezTo>
                    <a:pt x="3507" y="1088"/>
                    <a:pt x="3481" y="1069"/>
                    <a:pt x="3463" y="1056"/>
                  </a:cubicBezTo>
                  <a:lnTo>
                    <a:pt x="3405" y="1026"/>
                  </a:lnTo>
                  <a:lnTo>
                    <a:pt x="3387" y="1012"/>
                  </a:lnTo>
                  <a:cubicBezTo>
                    <a:pt x="3134" y="874"/>
                    <a:pt x="2901" y="753"/>
                    <a:pt x="2680" y="640"/>
                  </a:cubicBezTo>
                  <a:cubicBezTo>
                    <a:pt x="2308" y="458"/>
                    <a:pt x="1981" y="313"/>
                    <a:pt x="1691" y="211"/>
                  </a:cubicBezTo>
                  <a:cubicBezTo>
                    <a:pt x="1303" y="70"/>
                    <a:pt x="983" y="0"/>
                    <a:pt x="731"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30"/>
            <p:cNvSpPr/>
            <p:nvPr/>
          </p:nvSpPr>
          <p:spPr>
            <a:xfrm>
              <a:off x="819825" y="534575"/>
              <a:ext cx="70475" cy="25750"/>
            </a:xfrm>
            <a:custGeom>
              <a:avLst/>
              <a:gdLst/>
              <a:ahLst/>
              <a:cxnLst/>
              <a:rect l="l" t="t" r="r" b="b"/>
              <a:pathLst>
                <a:path w="2819" h="1030" extrusionOk="0">
                  <a:moveTo>
                    <a:pt x="455" y="1"/>
                  </a:moveTo>
                  <a:cubicBezTo>
                    <a:pt x="328" y="1"/>
                    <a:pt x="234" y="19"/>
                    <a:pt x="170" y="57"/>
                  </a:cubicBezTo>
                  <a:cubicBezTo>
                    <a:pt x="114" y="89"/>
                    <a:pt x="33" y="152"/>
                    <a:pt x="19" y="322"/>
                  </a:cubicBezTo>
                  <a:cubicBezTo>
                    <a:pt x="1" y="487"/>
                    <a:pt x="57" y="612"/>
                    <a:pt x="190" y="714"/>
                  </a:cubicBezTo>
                  <a:cubicBezTo>
                    <a:pt x="478" y="947"/>
                    <a:pt x="1063" y="1029"/>
                    <a:pt x="1645" y="1029"/>
                  </a:cubicBezTo>
                  <a:cubicBezTo>
                    <a:pt x="2080" y="1029"/>
                    <a:pt x="2513" y="983"/>
                    <a:pt x="2819" y="921"/>
                  </a:cubicBezTo>
                  <a:cubicBezTo>
                    <a:pt x="2661" y="845"/>
                    <a:pt x="2478" y="744"/>
                    <a:pt x="2283" y="618"/>
                  </a:cubicBezTo>
                  <a:lnTo>
                    <a:pt x="2277" y="618"/>
                  </a:lnTo>
                  <a:cubicBezTo>
                    <a:pt x="1325" y="146"/>
                    <a:pt x="770" y="1"/>
                    <a:pt x="455"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30"/>
            <p:cNvSpPr/>
            <p:nvPr/>
          </p:nvSpPr>
          <p:spPr>
            <a:xfrm>
              <a:off x="844725" y="491825"/>
              <a:ext cx="63100" cy="63250"/>
            </a:xfrm>
            <a:custGeom>
              <a:avLst/>
              <a:gdLst/>
              <a:ahLst/>
              <a:cxnLst/>
              <a:rect l="l" t="t" r="r" b="b"/>
              <a:pathLst>
                <a:path w="2524" h="2530" extrusionOk="0">
                  <a:moveTo>
                    <a:pt x="613" y="0"/>
                  </a:moveTo>
                  <a:cubicBezTo>
                    <a:pt x="522" y="0"/>
                    <a:pt x="433" y="25"/>
                    <a:pt x="341" y="71"/>
                  </a:cubicBezTo>
                  <a:cubicBezTo>
                    <a:pt x="20" y="235"/>
                    <a:pt x="1" y="431"/>
                    <a:pt x="20" y="562"/>
                  </a:cubicBezTo>
                  <a:cubicBezTo>
                    <a:pt x="82" y="1036"/>
                    <a:pt x="783" y="1667"/>
                    <a:pt x="1400" y="2076"/>
                  </a:cubicBezTo>
                  <a:cubicBezTo>
                    <a:pt x="1621" y="2189"/>
                    <a:pt x="1854" y="2310"/>
                    <a:pt x="2107" y="2448"/>
                  </a:cubicBezTo>
                  <a:lnTo>
                    <a:pt x="2125" y="2462"/>
                  </a:lnTo>
                  <a:cubicBezTo>
                    <a:pt x="2151" y="2468"/>
                    <a:pt x="2169" y="2474"/>
                    <a:pt x="2189" y="2480"/>
                  </a:cubicBezTo>
                  <a:cubicBezTo>
                    <a:pt x="2221" y="2486"/>
                    <a:pt x="2252" y="2505"/>
                    <a:pt x="2271" y="2530"/>
                  </a:cubicBezTo>
                  <a:cubicBezTo>
                    <a:pt x="2340" y="2499"/>
                    <a:pt x="2428" y="2486"/>
                    <a:pt x="2523" y="2486"/>
                  </a:cubicBezTo>
                  <a:cubicBezTo>
                    <a:pt x="2448" y="2354"/>
                    <a:pt x="2352" y="2171"/>
                    <a:pt x="2245" y="1950"/>
                  </a:cubicBezTo>
                  <a:cubicBezTo>
                    <a:pt x="2183" y="1824"/>
                    <a:pt x="2113" y="1685"/>
                    <a:pt x="2037" y="1546"/>
                  </a:cubicBezTo>
                  <a:cubicBezTo>
                    <a:pt x="2037" y="1540"/>
                    <a:pt x="2031" y="1540"/>
                    <a:pt x="2031" y="1534"/>
                  </a:cubicBezTo>
                  <a:cubicBezTo>
                    <a:pt x="1962" y="1408"/>
                    <a:pt x="1892" y="1275"/>
                    <a:pt x="1817" y="1143"/>
                  </a:cubicBezTo>
                  <a:cubicBezTo>
                    <a:pt x="1520" y="632"/>
                    <a:pt x="1167" y="154"/>
                    <a:pt x="795" y="33"/>
                  </a:cubicBezTo>
                  <a:cubicBezTo>
                    <a:pt x="733" y="11"/>
                    <a:pt x="673" y="0"/>
                    <a:pt x="613"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3" name="Google Shape;1413;p30"/>
          <p:cNvGrpSpPr/>
          <p:nvPr/>
        </p:nvGrpSpPr>
        <p:grpSpPr>
          <a:xfrm flipH="1">
            <a:off x="6032751" y="3963195"/>
            <a:ext cx="249229" cy="539018"/>
            <a:chOff x="876575" y="1943375"/>
            <a:chExt cx="192025" cy="415300"/>
          </a:xfrm>
        </p:grpSpPr>
        <p:sp>
          <p:nvSpPr>
            <p:cNvPr id="1414" name="Google Shape;1414;p30"/>
            <p:cNvSpPr/>
            <p:nvPr/>
          </p:nvSpPr>
          <p:spPr>
            <a:xfrm>
              <a:off x="1004900" y="2088750"/>
              <a:ext cx="63700" cy="269925"/>
            </a:xfrm>
            <a:custGeom>
              <a:avLst/>
              <a:gdLst/>
              <a:ahLst/>
              <a:cxnLst/>
              <a:rect l="l" t="t" r="r" b="b"/>
              <a:pathLst>
                <a:path w="2548" h="10797" extrusionOk="0">
                  <a:moveTo>
                    <a:pt x="142" y="1"/>
                  </a:moveTo>
                  <a:cubicBezTo>
                    <a:pt x="135" y="1"/>
                    <a:pt x="127" y="1"/>
                    <a:pt x="120" y="2"/>
                  </a:cubicBezTo>
                  <a:cubicBezTo>
                    <a:pt x="44" y="26"/>
                    <a:pt x="0" y="96"/>
                    <a:pt x="19" y="172"/>
                  </a:cubicBezTo>
                  <a:cubicBezTo>
                    <a:pt x="50" y="311"/>
                    <a:pt x="88" y="443"/>
                    <a:pt x="126" y="582"/>
                  </a:cubicBezTo>
                  <a:cubicBezTo>
                    <a:pt x="367" y="1446"/>
                    <a:pt x="669" y="2290"/>
                    <a:pt x="952" y="3111"/>
                  </a:cubicBezTo>
                  <a:cubicBezTo>
                    <a:pt x="1715" y="5267"/>
                    <a:pt x="2440" y="7316"/>
                    <a:pt x="2183" y="9586"/>
                  </a:cubicBezTo>
                  <a:lnTo>
                    <a:pt x="2183" y="9592"/>
                  </a:lnTo>
                  <a:cubicBezTo>
                    <a:pt x="2151" y="9857"/>
                    <a:pt x="2113" y="10122"/>
                    <a:pt x="2050" y="10400"/>
                  </a:cubicBezTo>
                  <a:lnTo>
                    <a:pt x="2050" y="10412"/>
                  </a:lnTo>
                  <a:cubicBezTo>
                    <a:pt x="2031" y="10482"/>
                    <a:pt x="2018" y="10552"/>
                    <a:pt x="2000" y="10627"/>
                  </a:cubicBezTo>
                  <a:cubicBezTo>
                    <a:pt x="1980" y="10695"/>
                    <a:pt x="2031" y="10771"/>
                    <a:pt x="2099" y="10791"/>
                  </a:cubicBezTo>
                  <a:cubicBezTo>
                    <a:pt x="2113" y="10791"/>
                    <a:pt x="2125" y="10797"/>
                    <a:pt x="2137" y="10797"/>
                  </a:cubicBezTo>
                  <a:cubicBezTo>
                    <a:pt x="2195" y="10797"/>
                    <a:pt x="2258" y="10753"/>
                    <a:pt x="2270" y="10689"/>
                  </a:cubicBezTo>
                  <a:cubicBezTo>
                    <a:pt x="2422" y="10060"/>
                    <a:pt x="2497" y="9441"/>
                    <a:pt x="2510" y="8836"/>
                  </a:cubicBezTo>
                  <a:cubicBezTo>
                    <a:pt x="2547" y="6787"/>
                    <a:pt x="1872" y="4877"/>
                    <a:pt x="1217" y="3015"/>
                  </a:cubicBezTo>
                  <a:cubicBezTo>
                    <a:pt x="883" y="2069"/>
                    <a:pt x="536" y="1093"/>
                    <a:pt x="283" y="102"/>
                  </a:cubicBezTo>
                  <a:cubicBezTo>
                    <a:pt x="277" y="78"/>
                    <a:pt x="265" y="52"/>
                    <a:pt x="246" y="40"/>
                  </a:cubicBezTo>
                  <a:cubicBezTo>
                    <a:pt x="220" y="14"/>
                    <a:pt x="180" y="1"/>
                    <a:pt x="142"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30"/>
            <p:cNvSpPr/>
            <p:nvPr/>
          </p:nvSpPr>
          <p:spPr>
            <a:xfrm>
              <a:off x="960600" y="2039525"/>
              <a:ext cx="72700" cy="64275"/>
            </a:xfrm>
            <a:custGeom>
              <a:avLst/>
              <a:gdLst/>
              <a:ahLst/>
              <a:cxnLst/>
              <a:rect l="l" t="t" r="r" b="b"/>
              <a:pathLst>
                <a:path w="2908" h="2571" extrusionOk="0">
                  <a:moveTo>
                    <a:pt x="2443" y="279"/>
                  </a:moveTo>
                  <a:cubicBezTo>
                    <a:pt x="2452" y="279"/>
                    <a:pt x="2459" y="279"/>
                    <a:pt x="2466" y="281"/>
                  </a:cubicBezTo>
                  <a:cubicBezTo>
                    <a:pt x="2485" y="287"/>
                    <a:pt x="2503" y="313"/>
                    <a:pt x="2517" y="351"/>
                  </a:cubicBezTo>
                  <a:cubicBezTo>
                    <a:pt x="2523" y="363"/>
                    <a:pt x="2523" y="376"/>
                    <a:pt x="2529" y="394"/>
                  </a:cubicBezTo>
                  <a:cubicBezTo>
                    <a:pt x="2593" y="609"/>
                    <a:pt x="2320" y="1119"/>
                    <a:pt x="1735" y="1920"/>
                  </a:cubicBezTo>
                  <a:cubicBezTo>
                    <a:pt x="1558" y="1794"/>
                    <a:pt x="1350" y="1719"/>
                    <a:pt x="1155" y="1649"/>
                  </a:cubicBezTo>
                  <a:cubicBezTo>
                    <a:pt x="883" y="1555"/>
                    <a:pt x="625" y="1466"/>
                    <a:pt x="466" y="1239"/>
                  </a:cubicBezTo>
                  <a:cubicBezTo>
                    <a:pt x="253" y="944"/>
                    <a:pt x="277" y="861"/>
                    <a:pt x="277" y="861"/>
                  </a:cubicBezTo>
                  <a:cubicBezTo>
                    <a:pt x="301" y="834"/>
                    <a:pt x="391" y="827"/>
                    <a:pt x="493" y="827"/>
                  </a:cubicBezTo>
                  <a:cubicBezTo>
                    <a:pt x="586" y="827"/>
                    <a:pt x="691" y="833"/>
                    <a:pt x="763" y="836"/>
                  </a:cubicBezTo>
                  <a:cubicBezTo>
                    <a:pt x="861" y="842"/>
                    <a:pt x="961" y="847"/>
                    <a:pt x="1058" y="847"/>
                  </a:cubicBezTo>
                  <a:cubicBezTo>
                    <a:pt x="1180" y="847"/>
                    <a:pt x="1298" y="838"/>
                    <a:pt x="1400" y="811"/>
                  </a:cubicBezTo>
                  <a:cubicBezTo>
                    <a:pt x="1589" y="767"/>
                    <a:pt x="1785" y="641"/>
                    <a:pt x="1974" y="514"/>
                  </a:cubicBezTo>
                  <a:cubicBezTo>
                    <a:pt x="2093" y="432"/>
                    <a:pt x="2252" y="331"/>
                    <a:pt x="2366" y="293"/>
                  </a:cubicBezTo>
                  <a:cubicBezTo>
                    <a:pt x="2393" y="284"/>
                    <a:pt x="2421" y="279"/>
                    <a:pt x="2443" y="279"/>
                  </a:cubicBezTo>
                  <a:close/>
                  <a:moveTo>
                    <a:pt x="2434" y="0"/>
                  </a:moveTo>
                  <a:cubicBezTo>
                    <a:pt x="2321" y="0"/>
                    <a:pt x="2201" y="53"/>
                    <a:pt x="2075" y="124"/>
                  </a:cubicBezTo>
                  <a:cubicBezTo>
                    <a:pt x="2063" y="136"/>
                    <a:pt x="2043" y="142"/>
                    <a:pt x="2025" y="155"/>
                  </a:cubicBezTo>
                  <a:cubicBezTo>
                    <a:pt x="1962" y="193"/>
                    <a:pt x="1898" y="231"/>
                    <a:pt x="1836" y="275"/>
                  </a:cubicBezTo>
                  <a:cubicBezTo>
                    <a:pt x="1828" y="275"/>
                    <a:pt x="1828" y="281"/>
                    <a:pt x="1822" y="281"/>
                  </a:cubicBezTo>
                  <a:cubicBezTo>
                    <a:pt x="1822" y="287"/>
                    <a:pt x="1816" y="287"/>
                    <a:pt x="1810" y="293"/>
                  </a:cubicBezTo>
                  <a:cubicBezTo>
                    <a:pt x="1685" y="369"/>
                    <a:pt x="1564" y="452"/>
                    <a:pt x="1450" y="502"/>
                  </a:cubicBezTo>
                  <a:cubicBezTo>
                    <a:pt x="1420" y="514"/>
                    <a:pt x="1388" y="528"/>
                    <a:pt x="1362" y="534"/>
                  </a:cubicBezTo>
                  <a:cubicBezTo>
                    <a:pt x="1356" y="540"/>
                    <a:pt x="1344" y="540"/>
                    <a:pt x="1337" y="546"/>
                  </a:cubicBezTo>
                  <a:cubicBezTo>
                    <a:pt x="1306" y="552"/>
                    <a:pt x="1275" y="558"/>
                    <a:pt x="1243" y="558"/>
                  </a:cubicBezTo>
                  <a:cubicBezTo>
                    <a:pt x="1205" y="565"/>
                    <a:pt x="1161" y="565"/>
                    <a:pt x="1117" y="565"/>
                  </a:cubicBezTo>
                  <a:cubicBezTo>
                    <a:pt x="1094" y="567"/>
                    <a:pt x="1071" y="568"/>
                    <a:pt x="1048" y="568"/>
                  </a:cubicBezTo>
                  <a:cubicBezTo>
                    <a:pt x="1001" y="568"/>
                    <a:pt x="955" y="565"/>
                    <a:pt x="908" y="565"/>
                  </a:cubicBezTo>
                  <a:cubicBezTo>
                    <a:pt x="864" y="565"/>
                    <a:pt x="821" y="558"/>
                    <a:pt x="783" y="558"/>
                  </a:cubicBezTo>
                  <a:lnTo>
                    <a:pt x="763" y="558"/>
                  </a:lnTo>
                  <a:cubicBezTo>
                    <a:pt x="701" y="552"/>
                    <a:pt x="631" y="552"/>
                    <a:pt x="568" y="552"/>
                  </a:cubicBezTo>
                  <a:cubicBezTo>
                    <a:pt x="546" y="549"/>
                    <a:pt x="524" y="547"/>
                    <a:pt x="503" y="547"/>
                  </a:cubicBezTo>
                  <a:cubicBezTo>
                    <a:pt x="482" y="547"/>
                    <a:pt x="461" y="549"/>
                    <a:pt x="442" y="552"/>
                  </a:cubicBezTo>
                  <a:cubicBezTo>
                    <a:pt x="347" y="552"/>
                    <a:pt x="259" y="565"/>
                    <a:pt x="190" y="596"/>
                  </a:cubicBezTo>
                  <a:cubicBezTo>
                    <a:pt x="177" y="603"/>
                    <a:pt x="164" y="609"/>
                    <a:pt x="152" y="615"/>
                  </a:cubicBezTo>
                  <a:cubicBezTo>
                    <a:pt x="102" y="641"/>
                    <a:pt x="64" y="679"/>
                    <a:pt x="38" y="729"/>
                  </a:cubicBezTo>
                  <a:cubicBezTo>
                    <a:pt x="26" y="755"/>
                    <a:pt x="12" y="773"/>
                    <a:pt x="6" y="805"/>
                  </a:cubicBezTo>
                  <a:cubicBezTo>
                    <a:pt x="0" y="836"/>
                    <a:pt x="0" y="880"/>
                    <a:pt x="6" y="924"/>
                  </a:cubicBezTo>
                  <a:cubicBezTo>
                    <a:pt x="20" y="1050"/>
                    <a:pt x="102" y="1209"/>
                    <a:pt x="239" y="1404"/>
                  </a:cubicBezTo>
                  <a:cubicBezTo>
                    <a:pt x="448" y="1693"/>
                    <a:pt x="763" y="1806"/>
                    <a:pt x="1060" y="1908"/>
                  </a:cubicBezTo>
                  <a:cubicBezTo>
                    <a:pt x="1261" y="1983"/>
                    <a:pt x="1450" y="2053"/>
                    <a:pt x="1601" y="2167"/>
                  </a:cubicBezTo>
                  <a:cubicBezTo>
                    <a:pt x="1601" y="2204"/>
                    <a:pt x="1627" y="2242"/>
                    <a:pt x="1659" y="2268"/>
                  </a:cubicBezTo>
                  <a:cubicBezTo>
                    <a:pt x="1677" y="2280"/>
                    <a:pt x="1703" y="2292"/>
                    <a:pt x="1729" y="2292"/>
                  </a:cubicBezTo>
                  <a:cubicBezTo>
                    <a:pt x="1772" y="2350"/>
                    <a:pt x="1810" y="2412"/>
                    <a:pt x="1842" y="2481"/>
                  </a:cubicBezTo>
                  <a:cubicBezTo>
                    <a:pt x="1854" y="2513"/>
                    <a:pt x="1874" y="2533"/>
                    <a:pt x="1898" y="2551"/>
                  </a:cubicBezTo>
                  <a:cubicBezTo>
                    <a:pt x="1918" y="2563"/>
                    <a:pt x="1942" y="2571"/>
                    <a:pt x="1968" y="2571"/>
                  </a:cubicBezTo>
                  <a:cubicBezTo>
                    <a:pt x="1987" y="2571"/>
                    <a:pt x="2006" y="2563"/>
                    <a:pt x="2025" y="2557"/>
                  </a:cubicBezTo>
                  <a:cubicBezTo>
                    <a:pt x="2093" y="2525"/>
                    <a:pt x="2125" y="2449"/>
                    <a:pt x="2093" y="2374"/>
                  </a:cubicBezTo>
                  <a:cubicBezTo>
                    <a:pt x="2055" y="2274"/>
                    <a:pt x="1999" y="2192"/>
                    <a:pt x="1942" y="2117"/>
                  </a:cubicBezTo>
                  <a:cubicBezTo>
                    <a:pt x="1968" y="2079"/>
                    <a:pt x="1993" y="2047"/>
                    <a:pt x="2018" y="2009"/>
                  </a:cubicBezTo>
                  <a:cubicBezTo>
                    <a:pt x="2485" y="1366"/>
                    <a:pt x="2907" y="691"/>
                    <a:pt x="2794" y="319"/>
                  </a:cubicBezTo>
                  <a:cubicBezTo>
                    <a:pt x="2774" y="249"/>
                    <a:pt x="2756" y="199"/>
                    <a:pt x="2724" y="155"/>
                  </a:cubicBezTo>
                  <a:cubicBezTo>
                    <a:pt x="2680" y="92"/>
                    <a:pt x="2623" y="48"/>
                    <a:pt x="2561" y="22"/>
                  </a:cubicBezTo>
                  <a:cubicBezTo>
                    <a:pt x="2535" y="16"/>
                    <a:pt x="2509" y="10"/>
                    <a:pt x="2485" y="4"/>
                  </a:cubicBezTo>
                  <a:cubicBezTo>
                    <a:pt x="2468" y="1"/>
                    <a:pt x="2451" y="0"/>
                    <a:pt x="2434"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30"/>
            <p:cNvSpPr/>
            <p:nvPr/>
          </p:nvSpPr>
          <p:spPr>
            <a:xfrm>
              <a:off x="966925" y="2046850"/>
              <a:ext cx="58500" cy="40675"/>
            </a:xfrm>
            <a:custGeom>
              <a:avLst/>
              <a:gdLst/>
              <a:ahLst/>
              <a:cxnLst/>
              <a:rect l="l" t="t" r="r" b="b"/>
              <a:pathLst>
                <a:path w="2340" h="1627" extrusionOk="0">
                  <a:moveTo>
                    <a:pt x="2113" y="0"/>
                  </a:moveTo>
                  <a:cubicBezTo>
                    <a:pt x="1999" y="38"/>
                    <a:pt x="1840" y="139"/>
                    <a:pt x="1721" y="221"/>
                  </a:cubicBezTo>
                  <a:cubicBezTo>
                    <a:pt x="1532" y="348"/>
                    <a:pt x="1336" y="474"/>
                    <a:pt x="1147" y="518"/>
                  </a:cubicBezTo>
                  <a:cubicBezTo>
                    <a:pt x="1045" y="545"/>
                    <a:pt x="927" y="554"/>
                    <a:pt x="805" y="554"/>
                  </a:cubicBezTo>
                  <a:cubicBezTo>
                    <a:pt x="708" y="554"/>
                    <a:pt x="608" y="549"/>
                    <a:pt x="510" y="543"/>
                  </a:cubicBezTo>
                  <a:cubicBezTo>
                    <a:pt x="438" y="540"/>
                    <a:pt x="333" y="534"/>
                    <a:pt x="240" y="534"/>
                  </a:cubicBezTo>
                  <a:cubicBezTo>
                    <a:pt x="138" y="534"/>
                    <a:pt x="48" y="541"/>
                    <a:pt x="24" y="568"/>
                  </a:cubicBezTo>
                  <a:cubicBezTo>
                    <a:pt x="24" y="568"/>
                    <a:pt x="0" y="651"/>
                    <a:pt x="213" y="946"/>
                  </a:cubicBezTo>
                  <a:cubicBezTo>
                    <a:pt x="372" y="1173"/>
                    <a:pt x="630" y="1262"/>
                    <a:pt x="902" y="1356"/>
                  </a:cubicBezTo>
                  <a:cubicBezTo>
                    <a:pt x="1097" y="1426"/>
                    <a:pt x="1305" y="1501"/>
                    <a:pt x="1482" y="1627"/>
                  </a:cubicBezTo>
                  <a:cubicBezTo>
                    <a:pt x="2067" y="826"/>
                    <a:pt x="2340" y="316"/>
                    <a:pt x="2276" y="101"/>
                  </a:cubicBezTo>
                  <a:cubicBezTo>
                    <a:pt x="2270" y="83"/>
                    <a:pt x="2270" y="70"/>
                    <a:pt x="2264" y="58"/>
                  </a:cubicBezTo>
                  <a:cubicBezTo>
                    <a:pt x="2250" y="58"/>
                    <a:pt x="2238" y="64"/>
                    <a:pt x="2226" y="64"/>
                  </a:cubicBezTo>
                  <a:cubicBezTo>
                    <a:pt x="2188" y="64"/>
                    <a:pt x="2151" y="45"/>
                    <a:pt x="2119" y="14"/>
                  </a:cubicBezTo>
                  <a:cubicBezTo>
                    <a:pt x="2119" y="14"/>
                    <a:pt x="2113" y="8"/>
                    <a:pt x="2113"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30"/>
            <p:cNvSpPr/>
            <p:nvPr/>
          </p:nvSpPr>
          <p:spPr>
            <a:xfrm>
              <a:off x="1012475" y="1967300"/>
              <a:ext cx="46200" cy="75325"/>
            </a:xfrm>
            <a:custGeom>
              <a:avLst/>
              <a:gdLst/>
              <a:ahLst/>
              <a:cxnLst/>
              <a:rect l="l" t="t" r="r" b="b"/>
              <a:pathLst>
                <a:path w="1848" h="3013" extrusionOk="0">
                  <a:moveTo>
                    <a:pt x="1465" y="1"/>
                  </a:moveTo>
                  <a:cubicBezTo>
                    <a:pt x="1424" y="1"/>
                    <a:pt x="1381" y="13"/>
                    <a:pt x="1336" y="42"/>
                  </a:cubicBezTo>
                  <a:cubicBezTo>
                    <a:pt x="789" y="352"/>
                    <a:pt x="215" y="2130"/>
                    <a:pt x="0" y="3013"/>
                  </a:cubicBezTo>
                  <a:cubicBezTo>
                    <a:pt x="126" y="2942"/>
                    <a:pt x="246" y="2889"/>
                    <a:pt x="359" y="2889"/>
                  </a:cubicBezTo>
                  <a:cubicBezTo>
                    <a:pt x="376" y="2889"/>
                    <a:pt x="393" y="2890"/>
                    <a:pt x="410" y="2893"/>
                  </a:cubicBezTo>
                  <a:cubicBezTo>
                    <a:pt x="832" y="2407"/>
                    <a:pt x="1848" y="836"/>
                    <a:pt x="1715" y="213"/>
                  </a:cubicBezTo>
                  <a:cubicBezTo>
                    <a:pt x="1691" y="105"/>
                    <a:pt x="1633" y="42"/>
                    <a:pt x="1532" y="12"/>
                  </a:cubicBezTo>
                  <a:cubicBezTo>
                    <a:pt x="1510" y="5"/>
                    <a:pt x="1488" y="1"/>
                    <a:pt x="1465"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30"/>
            <p:cNvSpPr/>
            <p:nvPr/>
          </p:nvSpPr>
          <p:spPr>
            <a:xfrm>
              <a:off x="1005050" y="1960350"/>
              <a:ext cx="61050" cy="88100"/>
            </a:xfrm>
            <a:custGeom>
              <a:avLst/>
              <a:gdLst/>
              <a:ahLst/>
              <a:cxnLst/>
              <a:rect l="l" t="t" r="r" b="b"/>
              <a:pathLst>
                <a:path w="2442" h="3524" extrusionOk="0">
                  <a:moveTo>
                    <a:pt x="1762" y="1"/>
                  </a:moveTo>
                  <a:cubicBezTo>
                    <a:pt x="1673" y="1"/>
                    <a:pt x="1584" y="26"/>
                    <a:pt x="1496" y="75"/>
                  </a:cubicBezTo>
                  <a:cubicBezTo>
                    <a:pt x="1148" y="270"/>
                    <a:pt x="839" y="843"/>
                    <a:pt x="594" y="1455"/>
                  </a:cubicBezTo>
                  <a:lnTo>
                    <a:pt x="594" y="1462"/>
                  </a:lnTo>
                  <a:cubicBezTo>
                    <a:pt x="234" y="2339"/>
                    <a:pt x="13" y="3291"/>
                    <a:pt x="13" y="3309"/>
                  </a:cubicBezTo>
                  <a:cubicBezTo>
                    <a:pt x="1" y="3360"/>
                    <a:pt x="20" y="3410"/>
                    <a:pt x="58" y="3442"/>
                  </a:cubicBezTo>
                  <a:cubicBezTo>
                    <a:pt x="70" y="3454"/>
                    <a:pt x="88" y="3468"/>
                    <a:pt x="114" y="3474"/>
                  </a:cubicBezTo>
                  <a:lnTo>
                    <a:pt x="120" y="3474"/>
                  </a:lnTo>
                  <a:cubicBezTo>
                    <a:pt x="128" y="3475"/>
                    <a:pt x="137" y="3476"/>
                    <a:pt x="145" y="3476"/>
                  </a:cubicBezTo>
                  <a:cubicBezTo>
                    <a:pt x="210" y="3476"/>
                    <a:pt x="267" y="3433"/>
                    <a:pt x="277" y="3366"/>
                  </a:cubicBezTo>
                  <a:cubicBezTo>
                    <a:pt x="285" y="3347"/>
                    <a:pt x="291" y="3322"/>
                    <a:pt x="297" y="3291"/>
                  </a:cubicBezTo>
                  <a:cubicBezTo>
                    <a:pt x="512" y="2408"/>
                    <a:pt x="1086" y="630"/>
                    <a:pt x="1633" y="320"/>
                  </a:cubicBezTo>
                  <a:cubicBezTo>
                    <a:pt x="1678" y="291"/>
                    <a:pt x="1721" y="279"/>
                    <a:pt x="1762" y="279"/>
                  </a:cubicBezTo>
                  <a:cubicBezTo>
                    <a:pt x="1785" y="279"/>
                    <a:pt x="1807" y="283"/>
                    <a:pt x="1829" y="290"/>
                  </a:cubicBezTo>
                  <a:cubicBezTo>
                    <a:pt x="1930" y="320"/>
                    <a:pt x="1988" y="383"/>
                    <a:pt x="2012" y="491"/>
                  </a:cubicBezTo>
                  <a:cubicBezTo>
                    <a:pt x="2145" y="1114"/>
                    <a:pt x="1129" y="2685"/>
                    <a:pt x="707" y="3171"/>
                  </a:cubicBezTo>
                  <a:cubicBezTo>
                    <a:pt x="669" y="3221"/>
                    <a:pt x="632" y="3259"/>
                    <a:pt x="606" y="3278"/>
                  </a:cubicBezTo>
                  <a:cubicBezTo>
                    <a:pt x="556" y="3328"/>
                    <a:pt x="550" y="3404"/>
                    <a:pt x="588" y="3460"/>
                  </a:cubicBezTo>
                  <a:cubicBezTo>
                    <a:pt x="588" y="3468"/>
                    <a:pt x="594" y="3474"/>
                    <a:pt x="594" y="3474"/>
                  </a:cubicBezTo>
                  <a:cubicBezTo>
                    <a:pt x="626" y="3505"/>
                    <a:pt x="663" y="3524"/>
                    <a:pt x="701" y="3524"/>
                  </a:cubicBezTo>
                  <a:cubicBezTo>
                    <a:pt x="713" y="3524"/>
                    <a:pt x="725" y="3518"/>
                    <a:pt x="739" y="3518"/>
                  </a:cubicBezTo>
                  <a:cubicBezTo>
                    <a:pt x="757" y="3511"/>
                    <a:pt x="777" y="3505"/>
                    <a:pt x="789" y="3486"/>
                  </a:cubicBezTo>
                  <a:cubicBezTo>
                    <a:pt x="827" y="3454"/>
                    <a:pt x="883" y="3398"/>
                    <a:pt x="946" y="3322"/>
                  </a:cubicBezTo>
                  <a:cubicBezTo>
                    <a:pt x="1406" y="2761"/>
                    <a:pt x="2442" y="1184"/>
                    <a:pt x="2277" y="433"/>
                  </a:cubicBezTo>
                  <a:cubicBezTo>
                    <a:pt x="2233" y="226"/>
                    <a:pt x="2107" y="87"/>
                    <a:pt x="1912" y="25"/>
                  </a:cubicBezTo>
                  <a:cubicBezTo>
                    <a:pt x="1862" y="9"/>
                    <a:pt x="1812" y="1"/>
                    <a:pt x="1762"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30"/>
            <p:cNvSpPr/>
            <p:nvPr/>
          </p:nvSpPr>
          <p:spPr>
            <a:xfrm>
              <a:off x="985675" y="1950225"/>
              <a:ext cx="35775" cy="101850"/>
            </a:xfrm>
            <a:custGeom>
              <a:avLst/>
              <a:gdLst/>
              <a:ahLst/>
              <a:cxnLst/>
              <a:rect l="l" t="t" r="r" b="b"/>
              <a:pathLst>
                <a:path w="1431" h="4074" extrusionOk="0">
                  <a:moveTo>
                    <a:pt x="886" y="1"/>
                  </a:moveTo>
                  <a:cubicBezTo>
                    <a:pt x="818" y="1"/>
                    <a:pt x="730" y="35"/>
                    <a:pt x="624" y="107"/>
                  </a:cubicBezTo>
                  <a:cubicBezTo>
                    <a:pt x="423" y="247"/>
                    <a:pt x="1" y="896"/>
                    <a:pt x="455" y="3998"/>
                  </a:cubicBezTo>
                  <a:cubicBezTo>
                    <a:pt x="461" y="4024"/>
                    <a:pt x="455" y="4048"/>
                    <a:pt x="447" y="4074"/>
                  </a:cubicBezTo>
                  <a:cubicBezTo>
                    <a:pt x="561" y="4024"/>
                    <a:pt x="682" y="3941"/>
                    <a:pt x="807" y="3865"/>
                  </a:cubicBezTo>
                  <a:cubicBezTo>
                    <a:pt x="750" y="3835"/>
                    <a:pt x="720" y="3765"/>
                    <a:pt x="744" y="3702"/>
                  </a:cubicBezTo>
                  <a:cubicBezTo>
                    <a:pt x="939" y="3078"/>
                    <a:pt x="1431" y="372"/>
                    <a:pt x="971" y="26"/>
                  </a:cubicBezTo>
                  <a:cubicBezTo>
                    <a:pt x="948" y="9"/>
                    <a:pt x="919" y="1"/>
                    <a:pt x="886"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30"/>
            <p:cNvSpPr/>
            <p:nvPr/>
          </p:nvSpPr>
          <p:spPr>
            <a:xfrm>
              <a:off x="984400" y="1943375"/>
              <a:ext cx="38500" cy="110750"/>
            </a:xfrm>
            <a:custGeom>
              <a:avLst/>
              <a:gdLst/>
              <a:ahLst/>
              <a:cxnLst/>
              <a:rect l="l" t="t" r="r" b="b"/>
              <a:pathLst>
                <a:path w="1540" h="4430" extrusionOk="0">
                  <a:moveTo>
                    <a:pt x="945" y="1"/>
                  </a:moveTo>
                  <a:cubicBezTo>
                    <a:pt x="835" y="1"/>
                    <a:pt x="696" y="41"/>
                    <a:pt x="524" y="154"/>
                  </a:cubicBezTo>
                  <a:cubicBezTo>
                    <a:pt x="241" y="344"/>
                    <a:pt x="76" y="804"/>
                    <a:pt x="38" y="1548"/>
                  </a:cubicBezTo>
                  <a:cubicBezTo>
                    <a:pt x="0" y="2235"/>
                    <a:pt x="64" y="3155"/>
                    <a:pt x="233" y="4316"/>
                  </a:cubicBezTo>
                  <a:cubicBezTo>
                    <a:pt x="241" y="4354"/>
                    <a:pt x="259" y="4386"/>
                    <a:pt x="291" y="4404"/>
                  </a:cubicBezTo>
                  <a:cubicBezTo>
                    <a:pt x="309" y="4424"/>
                    <a:pt x="341" y="4430"/>
                    <a:pt x="373" y="4430"/>
                  </a:cubicBezTo>
                  <a:lnTo>
                    <a:pt x="392" y="4430"/>
                  </a:lnTo>
                  <a:cubicBezTo>
                    <a:pt x="442" y="4424"/>
                    <a:pt x="480" y="4392"/>
                    <a:pt x="498" y="4348"/>
                  </a:cubicBezTo>
                  <a:cubicBezTo>
                    <a:pt x="506" y="4322"/>
                    <a:pt x="512" y="4298"/>
                    <a:pt x="506" y="4272"/>
                  </a:cubicBezTo>
                  <a:cubicBezTo>
                    <a:pt x="52" y="1170"/>
                    <a:pt x="474" y="521"/>
                    <a:pt x="675" y="381"/>
                  </a:cubicBezTo>
                  <a:cubicBezTo>
                    <a:pt x="781" y="309"/>
                    <a:pt x="869" y="275"/>
                    <a:pt x="937" y="275"/>
                  </a:cubicBezTo>
                  <a:cubicBezTo>
                    <a:pt x="970" y="275"/>
                    <a:pt x="999" y="283"/>
                    <a:pt x="1022" y="300"/>
                  </a:cubicBezTo>
                  <a:cubicBezTo>
                    <a:pt x="1482" y="646"/>
                    <a:pt x="990" y="3352"/>
                    <a:pt x="795" y="3976"/>
                  </a:cubicBezTo>
                  <a:cubicBezTo>
                    <a:pt x="771" y="4039"/>
                    <a:pt x="801" y="4109"/>
                    <a:pt x="858" y="4139"/>
                  </a:cubicBezTo>
                  <a:cubicBezTo>
                    <a:pt x="864" y="4139"/>
                    <a:pt x="870" y="4147"/>
                    <a:pt x="884" y="4153"/>
                  </a:cubicBezTo>
                  <a:cubicBezTo>
                    <a:pt x="896" y="4153"/>
                    <a:pt x="909" y="4155"/>
                    <a:pt x="921" y="4155"/>
                  </a:cubicBezTo>
                  <a:cubicBezTo>
                    <a:pt x="928" y="4155"/>
                    <a:pt x="934" y="4155"/>
                    <a:pt x="940" y="4153"/>
                  </a:cubicBezTo>
                  <a:lnTo>
                    <a:pt x="946" y="4153"/>
                  </a:lnTo>
                  <a:cubicBezTo>
                    <a:pt x="998" y="4147"/>
                    <a:pt x="1041" y="4109"/>
                    <a:pt x="1060" y="4057"/>
                  </a:cubicBezTo>
                  <a:cubicBezTo>
                    <a:pt x="1060" y="4057"/>
                    <a:pt x="1066" y="4039"/>
                    <a:pt x="1073" y="4001"/>
                  </a:cubicBezTo>
                  <a:cubicBezTo>
                    <a:pt x="1123" y="3786"/>
                    <a:pt x="1318" y="2974"/>
                    <a:pt x="1420" y="2141"/>
                  </a:cubicBezTo>
                  <a:lnTo>
                    <a:pt x="1420" y="2134"/>
                  </a:lnTo>
                  <a:cubicBezTo>
                    <a:pt x="1527" y="1252"/>
                    <a:pt x="1539" y="344"/>
                    <a:pt x="1187" y="79"/>
                  </a:cubicBezTo>
                  <a:cubicBezTo>
                    <a:pt x="1128" y="36"/>
                    <a:pt x="1049" y="1"/>
                    <a:pt x="945"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30"/>
            <p:cNvSpPr/>
            <p:nvPr/>
          </p:nvSpPr>
          <p:spPr>
            <a:xfrm>
              <a:off x="939625" y="1951475"/>
              <a:ext cx="55200" cy="106125"/>
            </a:xfrm>
            <a:custGeom>
              <a:avLst/>
              <a:gdLst/>
              <a:ahLst/>
              <a:cxnLst/>
              <a:rect l="l" t="t" r="r" b="b"/>
              <a:pathLst>
                <a:path w="2208" h="4245" extrusionOk="0">
                  <a:moveTo>
                    <a:pt x="872" y="1"/>
                  </a:moveTo>
                  <a:cubicBezTo>
                    <a:pt x="730" y="1"/>
                    <a:pt x="581" y="52"/>
                    <a:pt x="423" y="153"/>
                  </a:cubicBezTo>
                  <a:cubicBezTo>
                    <a:pt x="216" y="290"/>
                    <a:pt x="89" y="499"/>
                    <a:pt x="39" y="770"/>
                  </a:cubicBezTo>
                  <a:cubicBezTo>
                    <a:pt x="1" y="1035"/>
                    <a:pt x="39" y="1344"/>
                    <a:pt x="133" y="1672"/>
                  </a:cubicBezTo>
                  <a:cubicBezTo>
                    <a:pt x="234" y="2019"/>
                    <a:pt x="391" y="2385"/>
                    <a:pt x="575" y="2731"/>
                  </a:cubicBezTo>
                  <a:cubicBezTo>
                    <a:pt x="650" y="2863"/>
                    <a:pt x="720" y="2996"/>
                    <a:pt x="789" y="3122"/>
                  </a:cubicBezTo>
                  <a:cubicBezTo>
                    <a:pt x="789" y="3128"/>
                    <a:pt x="795" y="3128"/>
                    <a:pt x="795" y="3134"/>
                  </a:cubicBezTo>
                  <a:cubicBezTo>
                    <a:pt x="1016" y="3520"/>
                    <a:pt x="1243" y="3853"/>
                    <a:pt x="1407" y="4074"/>
                  </a:cubicBezTo>
                  <a:cubicBezTo>
                    <a:pt x="1445" y="4118"/>
                    <a:pt x="1470" y="4156"/>
                    <a:pt x="1502" y="4193"/>
                  </a:cubicBezTo>
                  <a:cubicBezTo>
                    <a:pt x="1514" y="4207"/>
                    <a:pt x="1526" y="4219"/>
                    <a:pt x="1540" y="4225"/>
                  </a:cubicBezTo>
                  <a:cubicBezTo>
                    <a:pt x="1558" y="4239"/>
                    <a:pt x="1584" y="4245"/>
                    <a:pt x="1608" y="4245"/>
                  </a:cubicBezTo>
                  <a:cubicBezTo>
                    <a:pt x="1640" y="4245"/>
                    <a:pt x="1672" y="4239"/>
                    <a:pt x="1691" y="4219"/>
                  </a:cubicBezTo>
                  <a:cubicBezTo>
                    <a:pt x="1735" y="4181"/>
                    <a:pt x="1753" y="4131"/>
                    <a:pt x="1747" y="4087"/>
                  </a:cubicBezTo>
                  <a:cubicBezTo>
                    <a:pt x="1741" y="4062"/>
                    <a:pt x="1735" y="4042"/>
                    <a:pt x="1716" y="4024"/>
                  </a:cubicBezTo>
                  <a:cubicBezTo>
                    <a:pt x="1540" y="3791"/>
                    <a:pt x="1293" y="3437"/>
                    <a:pt x="1060" y="3040"/>
                  </a:cubicBezTo>
                  <a:lnTo>
                    <a:pt x="1054" y="3034"/>
                  </a:lnTo>
                  <a:cubicBezTo>
                    <a:pt x="965" y="2877"/>
                    <a:pt x="871" y="2718"/>
                    <a:pt x="789" y="2548"/>
                  </a:cubicBezTo>
                  <a:cubicBezTo>
                    <a:pt x="473" y="1931"/>
                    <a:pt x="240" y="1274"/>
                    <a:pt x="316" y="814"/>
                  </a:cubicBezTo>
                  <a:cubicBezTo>
                    <a:pt x="348" y="619"/>
                    <a:pt x="429" y="480"/>
                    <a:pt x="575" y="386"/>
                  </a:cubicBezTo>
                  <a:cubicBezTo>
                    <a:pt x="684" y="313"/>
                    <a:pt x="783" y="279"/>
                    <a:pt x="873" y="279"/>
                  </a:cubicBezTo>
                  <a:cubicBezTo>
                    <a:pt x="923" y="279"/>
                    <a:pt x="971" y="290"/>
                    <a:pt x="1016" y="310"/>
                  </a:cubicBezTo>
                  <a:cubicBezTo>
                    <a:pt x="1457" y="531"/>
                    <a:pt x="1767" y="1704"/>
                    <a:pt x="1911" y="3791"/>
                  </a:cubicBezTo>
                  <a:cubicBezTo>
                    <a:pt x="1918" y="3891"/>
                    <a:pt x="1930" y="3974"/>
                    <a:pt x="1930" y="4030"/>
                  </a:cubicBezTo>
                  <a:cubicBezTo>
                    <a:pt x="1937" y="4050"/>
                    <a:pt x="1943" y="4068"/>
                    <a:pt x="1956" y="4087"/>
                  </a:cubicBezTo>
                  <a:cubicBezTo>
                    <a:pt x="1978" y="4127"/>
                    <a:pt x="2022" y="4157"/>
                    <a:pt x="2067" y="4157"/>
                  </a:cubicBezTo>
                  <a:cubicBezTo>
                    <a:pt x="2072" y="4157"/>
                    <a:pt x="2077" y="4156"/>
                    <a:pt x="2082" y="4156"/>
                  </a:cubicBezTo>
                  <a:cubicBezTo>
                    <a:pt x="2120" y="4149"/>
                    <a:pt x="2151" y="4131"/>
                    <a:pt x="2176" y="4106"/>
                  </a:cubicBezTo>
                  <a:cubicBezTo>
                    <a:pt x="2189" y="4093"/>
                    <a:pt x="2195" y="4074"/>
                    <a:pt x="2201" y="4056"/>
                  </a:cubicBezTo>
                  <a:cubicBezTo>
                    <a:pt x="2207" y="4042"/>
                    <a:pt x="2207" y="4024"/>
                    <a:pt x="2207" y="4004"/>
                  </a:cubicBezTo>
                  <a:cubicBezTo>
                    <a:pt x="2201" y="3948"/>
                    <a:pt x="2195" y="3873"/>
                    <a:pt x="2189" y="3771"/>
                  </a:cubicBezTo>
                  <a:cubicBezTo>
                    <a:pt x="2126" y="2907"/>
                    <a:pt x="2032" y="1955"/>
                    <a:pt x="1829" y="1224"/>
                  </a:cubicBezTo>
                  <a:cubicBezTo>
                    <a:pt x="1672" y="657"/>
                    <a:pt x="1451" y="221"/>
                    <a:pt x="1136" y="63"/>
                  </a:cubicBezTo>
                  <a:cubicBezTo>
                    <a:pt x="1050" y="22"/>
                    <a:pt x="962" y="1"/>
                    <a:pt x="872"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30"/>
            <p:cNvSpPr/>
            <p:nvPr/>
          </p:nvSpPr>
          <p:spPr>
            <a:xfrm>
              <a:off x="945625" y="1958425"/>
              <a:ext cx="42925" cy="95325"/>
            </a:xfrm>
            <a:custGeom>
              <a:avLst/>
              <a:gdLst/>
              <a:ahLst/>
              <a:cxnLst/>
              <a:rect l="l" t="t" r="r" b="b"/>
              <a:pathLst>
                <a:path w="1717" h="3813" extrusionOk="0">
                  <a:moveTo>
                    <a:pt x="633" y="1"/>
                  </a:moveTo>
                  <a:cubicBezTo>
                    <a:pt x="543" y="1"/>
                    <a:pt x="444" y="35"/>
                    <a:pt x="335" y="108"/>
                  </a:cubicBezTo>
                  <a:cubicBezTo>
                    <a:pt x="189" y="202"/>
                    <a:pt x="108" y="341"/>
                    <a:pt x="76" y="536"/>
                  </a:cubicBezTo>
                  <a:cubicBezTo>
                    <a:pt x="0" y="996"/>
                    <a:pt x="233" y="1653"/>
                    <a:pt x="549" y="2270"/>
                  </a:cubicBezTo>
                  <a:cubicBezTo>
                    <a:pt x="643" y="2434"/>
                    <a:pt x="733" y="2599"/>
                    <a:pt x="814" y="2756"/>
                  </a:cubicBezTo>
                  <a:lnTo>
                    <a:pt x="820" y="2762"/>
                  </a:lnTo>
                  <a:cubicBezTo>
                    <a:pt x="1053" y="3159"/>
                    <a:pt x="1300" y="3513"/>
                    <a:pt x="1476" y="3746"/>
                  </a:cubicBezTo>
                  <a:cubicBezTo>
                    <a:pt x="1495" y="3764"/>
                    <a:pt x="1501" y="3784"/>
                    <a:pt x="1507" y="3809"/>
                  </a:cubicBezTo>
                  <a:cubicBezTo>
                    <a:pt x="1554" y="3809"/>
                    <a:pt x="1600" y="3812"/>
                    <a:pt x="1647" y="3812"/>
                  </a:cubicBezTo>
                  <a:cubicBezTo>
                    <a:pt x="1670" y="3812"/>
                    <a:pt x="1693" y="3811"/>
                    <a:pt x="1716" y="3809"/>
                  </a:cubicBezTo>
                  <a:cubicBezTo>
                    <a:pt x="1703" y="3790"/>
                    <a:pt x="1697" y="3772"/>
                    <a:pt x="1690" y="3752"/>
                  </a:cubicBezTo>
                  <a:cubicBezTo>
                    <a:pt x="1690" y="3696"/>
                    <a:pt x="1678" y="3613"/>
                    <a:pt x="1671" y="3513"/>
                  </a:cubicBezTo>
                  <a:cubicBezTo>
                    <a:pt x="1527" y="1426"/>
                    <a:pt x="1217" y="253"/>
                    <a:pt x="776" y="32"/>
                  </a:cubicBezTo>
                  <a:cubicBezTo>
                    <a:pt x="731" y="12"/>
                    <a:pt x="683" y="1"/>
                    <a:pt x="633"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30"/>
            <p:cNvSpPr/>
            <p:nvPr/>
          </p:nvSpPr>
          <p:spPr>
            <a:xfrm>
              <a:off x="901500" y="1984225"/>
              <a:ext cx="78525" cy="75725"/>
            </a:xfrm>
            <a:custGeom>
              <a:avLst/>
              <a:gdLst/>
              <a:ahLst/>
              <a:cxnLst/>
              <a:rect l="l" t="t" r="r" b="b"/>
              <a:pathLst>
                <a:path w="3141" h="3029" extrusionOk="0">
                  <a:moveTo>
                    <a:pt x="896" y="1"/>
                  </a:moveTo>
                  <a:cubicBezTo>
                    <a:pt x="760" y="1"/>
                    <a:pt x="627" y="35"/>
                    <a:pt x="498" y="103"/>
                  </a:cubicBezTo>
                  <a:cubicBezTo>
                    <a:pt x="57" y="324"/>
                    <a:pt x="1" y="645"/>
                    <a:pt x="25" y="872"/>
                  </a:cubicBezTo>
                  <a:cubicBezTo>
                    <a:pt x="69" y="1219"/>
                    <a:pt x="341" y="1585"/>
                    <a:pt x="694" y="1925"/>
                  </a:cubicBezTo>
                  <a:cubicBezTo>
                    <a:pt x="959" y="2184"/>
                    <a:pt x="1267" y="2417"/>
                    <a:pt x="1564" y="2606"/>
                  </a:cubicBezTo>
                  <a:lnTo>
                    <a:pt x="1570" y="2606"/>
                  </a:lnTo>
                  <a:cubicBezTo>
                    <a:pt x="1765" y="2732"/>
                    <a:pt x="1948" y="2833"/>
                    <a:pt x="2106" y="2909"/>
                  </a:cubicBezTo>
                  <a:cubicBezTo>
                    <a:pt x="2207" y="2959"/>
                    <a:pt x="2301" y="2991"/>
                    <a:pt x="2370" y="3017"/>
                  </a:cubicBezTo>
                  <a:cubicBezTo>
                    <a:pt x="2390" y="3017"/>
                    <a:pt x="2402" y="3023"/>
                    <a:pt x="2414" y="3023"/>
                  </a:cubicBezTo>
                  <a:cubicBezTo>
                    <a:pt x="2422" y="3029"/>
                    <a:pt x="2434" y="3029"/>
                    <a:pt x="2440" y="3029"/>
                  </a:cubicBezTo>
                  <a:cubicBezTo>
                    <a:pt x="2478" y="3029"/>
                    <a:pt x="2510" y="3017"/>
                    <a:pt x="2535" y="2991"/>
                  </a:cubicBezTo>
                  <a:cubicBezTo>
                    <a:pt x="2554" y="2973"/>
                    <a:pt x="2566" y="2947"/>
                    <a:pt x="2579" y="2921"/>
                  </a:cubicBezTo>
                  <a:cubicBezTo>
                    <a:pt x="2585" y="2877"/>
                    <a:pt x="2579" y="2839"/>
                    <a:pt x="2554" y="2808"/>
                  </a:cubicBezTo>
                  <a:cubicBezTo>
                    <a:pt x="2535" y="2783"/>
                    <a:pt x="2504" y="2764"/>
                    <a:pt x="2472" y="2758"/>
                  </a:cubicBezTo>
                  <a:cubicBezTo>
                    <a:pt x="2452" y="2752"/>
                    <a:pt x="2434" y="2746"/>
                    <a:pt x="2408" y="2740"/>
                  </a:cubicBezTo>
                  <a:cubicBezTo>
                    <a:pt x="2233" y="2682"/>
                    <a:pt x="1968" y="2543"/>
                    <a:pt x="1683" y="2354"/>
                  </a:cubicBezTo>
                  <a:cubicBezTo>
                    <a:pt x="1066" y="1945"/>
                    <a:pt x="365" y="1314"/>
                    <a:pt x="303" y="840"/>
                  </a:cubicBezTo>
                  <a:cubicBezTo>
                    <a:pt x="284" y="709"/>
                    <a:pt x="303" y="513"/>
                    <a:pt x="624" y="349"/>
                  </a:cubicBezTo>
                  <a:cubicBezTo>
                    <a:pt x="716" y="303"/>
                    <a:pt x="805" y="278"/>
                    <a:pt x="896" y="278"/>
                  </a:cubicBezTo>
                  <a:cubicBezTo>
                    <a:pt x="956" y="278"/>
                    <a:pt x="1016" y="289"/>
                    <a:pt x="1078" y="311"/>
                  </a:cubicBezTo>
                  <a:cubicBezTo>
                    <a:pt x="1450" y="432"/>
                    <a:pt x="1803" y="910"/>
                    <a:pt x="2100" y="1421"/>
                  </a:cubicBezTo>
                  <a:cubicBezTo>
                    <a:pt x="2175" y="1553"/>
                    <a:pt x="2245" y="1686"/>
                    <a:pt x="2314" y="1812"/>
                  </a:cubicBezTo>
                  <a:cubicBezTo>
                    <a:pt x="2314" y="1818"/>
                    <a:pt x="2320" y="1818"/>
                    <a:pt x="2320" y="1824"/>
                  </a:cubicBezTo>
                  <a:cubicBezTo>
                    <a:pt x="2396" y="1963"/>
                    <a:pt x="2466" y="2102"/>
                    <a:pt x="2528" y="2228"/>
                  </a:cubicBezTo>
                  <a:cubicBezTo>
                    <a:pt x="2635" y="2449"/>
                    <a:pt x="2731" y="2632"/>
                    <a:pt x="2806" y="2764"/>
                  </a:cubicBezTo>
                  <a:cubicBezTo>
                    <a:pt x="2838" y="2808"/>
                    <a:pt x="2862" y="2846"/>
                    <a:pt x="2888" y="2883"/>
                  </a:cubicBezTo>
                  <a:cubicBezTo>
                    <a:pt x="2911" y="2919"/>
                    <a:pt x="2949" y="2937"/>
                    <a:pt x="2989" y="2937"/>
                  </a:cubicBezTo>
                  <a:cubicBezTo>
                    <a:pt x="3014" y="2937"/>
                    <a:pt x="3041" y="2930"/>
                    <a:pt x="3065" y="2915"/>
                  </a:cubicBezTo>
                  <a:cubicBezTo>
                    <a:pt x="3071" y="2915"/>
                    <a:pt x="3071" y="2909"/>
                    <a:pt x="3077" y="2909"/>
                  </a:cubicBezTo>
                  <a:cubicBezTo>
                    <a:pt x="3121" y="2877"/>
                    <a:pt x="3141" y="2821"/>
                    <a:pt x="3127" y="2770"/>
                  </a:cubicBezTo>
                  <a:cubicBezTo>
                    <a:pt x="3127" y="2752"/>
                    <a:pt x="3121" y="2732"/>
                    <a:pt x="3109" y="2714"/>
                  </a:cubicBezTo>
                  <a:cubicBezTo>
                    <a:pt x="3020" y="2606"/>
                    <a:pt x="2906" y="2373"/>
                    <a:pt x="2774" y="2109"/>
                  </a:cubicBezTo>
                  <a:cubicBezTo>
                    <a:pt x="2717" y="1989"/>
                    <a:pt x="2655" y="1862"/>
                    <a:pt x="2585" y="1730"/>
                  </a:cubicBezTo>
                  <a:lnTo>
                    <a:pt x="2579" y="1724"/>
                  </a:lnTo>
                  <a:cubicBezTo>
                    <a:pt x="2498" y="1567"/>
                    <a:pt x="2408" y="1402"/>
                    <a:pt x="2314" y="1238"/>
                  </a:cubicBezTo>
                  <a:cubicBezTo>
                    <a:pt x="2119" y="904"/>
                    <a:pt x="1904" y="589"/>
                    <a:pt x="1658" y="362"/>
                  </a:cubicBezTo>
                  <a:cubicBezTo>
                    <a:pt x="1506" y="211"/>
                    <a:pt x="1337" y="103"/>
                    <a:pt x="1166" y="46"/>
                  </a:cubicBezTo>
                  <a:cubicBezTo>
                    <a:pt x="1075" y="16"/>
                    <a:pt x="985" y="1"/>
                    <a:pt x="89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30"/>
            <p:cNvSpPr/>
            <p:nvPr/>
          </p:nvSpPr>
          <p:spPr>
            <a:xfrm>
              <a:off x="876575" y="2027075"/>
              <a:ext cx="88475" cy="39350"/>
            </a:xfrm>
            <a:custGeom>
              <a:avLst/>
              <a:gdLst/>
              <a:ahLst/>
              <a:cxnLst/>
              <a:rect l="l" t="t" r="r" b="b"/>
              <a:pathLst>
                <a:path w="3539" h="1574" extrusionOk="0">
                  <a:moveTo>
                    <a:pt x="739" y="275"/>
                  </a:moveTo>
                  <a:cubicBezTo>
                    <a:pt x="1054" y="275"/>
                    <a:pt x="1609" y="420"/>
                    <a:pt x="2561" y="892"/>
                  </a:cubicBezTo>
                  <a:lnTo>
                    <a:pt x="2567" y="892"/>
                  </a:lnTo>
                  <a:cubicBezTo>
                    <a:pt x="2738" y="980"/>
                    <a:pt x="2933" y="1082"/>
                    <a:pt x="3134" y="1189"/>
                  </a:cubicBezTo>
                  <a:cubicBezTo>
                    <a:pt x="3122" y="1195"/>
                    <a:pt x="3116" y="1195"/>
                    <a:pt x="3103" y="1195"/>
                  </a:cubicBezTo>
                  <a:cubicBezTo>
                    <a:pt x="2797" y="1257"/>
                    <a:pt x="2364" y="1303"/>
                    <a:pt x="1929" y="1303"/>
                  </a:cubicBezTo>
                  <a:cubicBezTo>
                    <a:pt x="1347" y="1303"/>
                    <a:pt x="762" y="1221"/>
                    <a:pt x="474" y="988"/>
                  </a:cubicBezTo>
                  <a:cubicBezTo>
                    <a:pt x="341" y="886"/>
                    <a:pt x="285" y="761"/>
                    <a:pt x="303" y="596"/>
                  </a:cubicBezTo>
                  <a:cubicBezTo>
                    <a:pt x="317" y="426"/>
                    <a:pt x="398" y="363"/>
                    <a:pt x="454" y="331"/>
                  </a:cubicBezTo>
                  <a:cubicBezTo>
                    <a:pt x="518" y="293"/>
                    <a:pt x="612" y="275"/>
                    <a:pt x="739" y="275"/>
                  </a:cubicBezTo>
                  <a:close/>
                  <a:moveTo>
                    <a:pt x="731" y="0"/>
                  </a:moveTo>
                  <a:cubicBezTo>
                    <a:pt x="569" y="0"/>
                    <a:pt x="435" y="29"/>
                    <a:pt x="329" y="86"/>
                  </a:cubicBezTo>
                  <a:cubicBezTo>
                    <a:pt x="203" y="148"/>
                    <a:pt x="52" y="287"/>
                    <a:pt x="26" y="578"/>
                  </a:cubicBezTo>
                  <a:cubicBezTo>
                    <a:pt x="0" y="823"/>
                    <a:pt x="102" y="1044"/>
                    <a:pt x="303" y="1207"/>
                  </a:cubicBezTo>
                  <a:cubicBezTo>
                    <a:pt x="650" y="1486"/>
                    <a:pt x="1300" y="1573"/>
                    <a:pt x="1930" y="1573"/>
                  </a:cubicBezTo>
                  <a:cubicBezTo>
                    <a:pt x="2511" y="1573"/>
                    <a:pt x="3071" y="1498"/>
                    <a:pt x="3367" y="1422"/>
                  </a:cubicBezTo>
                  <a:cubicBezTo>
                    <a:pt x="3393" y="1416"/>
                    <a:pt x="3411" y="1410"/>
                    <a:pt x="3437" y="1396"/>
                  </a:cubicBezTo>
                  <a:cubicBezTo>
                    <a:pt x="3487" y="1384"/>
                    <a:pt x="3525" y="1334"/>
                    <a:pt x="3532" y="1277"/>
                  </a:cubicBezTo>
                  <a:cubicBezTo>
                    <a:pt x="3532" y="1265"/>
                    <a:pt x="3532" y="1245"/>
                    <a:pt x="3525" y="1227"/>
                  </a:cubicBezTo>
                  <a:lnTo>
                    <a:pt x="3525" y="1221"/>
                  </a:lnTo>
                  <a:cubicBezTo>
                    <a:pt x="3538" y="1183"/>
                    <a:pt x="3532" y="1145"/>
                    <a:pt x="3513" y="1113"/>
                  </a:cubicBezTo>
                  <a:cubicBezTo>
                    <a:pt x="3507" y="1088"/>
                    <a:pt x="3481" y="1069"/>
                    <a:pt x="3463" y="1056"/>
                  </a:cubicBezTo>
                  <a:lnTo>
                    <a:pt x="3405" y="1026"/>
                  </a:lnTo>
                  <a:lnTo>
                    <a:pt x="3387" y="1012"/>
                  </a:lnTo>
                  <a:cubicBezTo>
                    <a:pt x="3134" y="874"/>
                    <a:pt x="2901" y="753"/>
                    <a:pt x="2680" y="640"/>
                  </a:cubicBezTo>
                  <a:cubicBezTo>
                    <a:pt x="2308" y="458"/>
                    <a:pt x="1981" y="313"/>
                    <a:pt x="1691" y="211"/>
                  </a:cubicBezTo>
                  <a:cubicBezTo>
                    <a:pt x="1303" y="70"/>
                    <a:pt x="983" y="0"/>
                    <a:pt x="731"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30"/>
            <p:cNvSpPr/>
            <p:nvPr/>
          </p:nvSpPr>
          <p:spPr>
            <a:xfrm>
              <a:off x="883675" y="2033925"/>
              <a:ext cx="70475" cy="25750"/>
            </a:xfrm>
            <a:custGeom>
              <a:avLst/>
              <a:gdLst/>
              <a:ahLst/>
              <a:cxnLst/>
              <a:rect l="l" t="t" r="r" b="b"/>
              <a:pathLst>
                <a:path w="2819" h="1030" extrusionOk="0">
                  <a:moveTo>
                    <a:pt x="455" y="1"/>
                  </a:moveTo>
                  <a:cubicBezTo>
                    <a:pt x="328" y="1"/>
                    <a:pt x="234" y="19"/>
                    <a:pt x="170" y="57"/>
                  </a:cubicBezTo>
                  <a:cubicBezTo>
                    <a:pt x="114" y="89"/>
                    <a:pt x="33" y="152"/>
                    <a:pt x="19" y="322"/>
                  </a:cubicBezTo>
                  <a:cubicBezTo>
                    <a:pt x="1" y="487"/>
                    <a:pt x="57" y="612"/>
                    <a:pt x="190" y="714"/>
                  </a:cubicBezTo>
                  <a:cubicBezTo>
                    <a:pt x="478" y="947"/>
                    <a:pt x="1063" y="1029"/>
                    <a:pt x="1645" y="1029"/>
                  </a:cubicBezTo>
                  <a:cubicBezTo>
                    <a:pt x="2080" y="1029"/>
                    <a:pt x="2513" y="983"/>
                    <a:pt x="2819" y="921"/>
                  </a:cubicBezTo>
                  <a:cubicBezTo>
                    <a:pt x="2661" y="845"/>
                    <a:pt x="2478" y="744"/>
                    <a:pt x="2283" y="618"/>
                  </a:cubicBezTo>
                  <a:lnTo>
                    <a:pt x="2277" y="618"/>
                  </a:lnTo>
                  <a:cubicBezTo>
                    <a:pt x="1325" y="146"/>
                    <a:pt x="770" y="1"/>
                    <a:pt x="455"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30"/>
            <p:cNvSpPr/>
            <p:nvPr/>
          </p:nvSpPr>
          <p:spPr>
            <a:xfrm>
              <a:off x="908575" y="1991175"/>
              <a:ext cx="63100" cy="63250"/>
            </a:xfrm>
            <a:custGeom>
              <a:avLst/>
              <a:gdLst/>
              <a:ahLst/>
              <a:cxnLst/>
              <a:rect l="l" t="t" r="r" b="b"/>
              <a:pathLst>
                <a:path w="2524" h="2530" extrusionOk="0">
                  <a:moveTo>
                    <a:pt x="613" y="0"/>
                  </a:moveTo>
                  <a:cubicBezTo>
                    <a:pt x="522" y="0"/>
                    <a:pt x="433" y="25"/>
                    <a:pt x="341" y="71"/>
                  </a:cubicBezTo>
                  <a:cubicBezTo>
                    <a:pt x="20" y="235"/>
                    <a:pt x="1" y="431"/>
                    <a:pt x="20" y="562"/>
                  </a:cubicBezTo>
                  <a:cubicBezTo>
                    <a:pt x="82" y="1036"/>
                    <a:pt x="783" y="1667"/>
                    <a:pt x="1400" y="2076"/>
                  </a:cubicBezTo>
                  <a:cubicBezTo>
                    <a:pt x="1621" y="2189"/>
                    <a:pt x="1854" y="2310"/>
                    <a:pt x="2107" y="2448"/>
                  </a:cubicBezTo>
                  <a:lnTo>
                    <a:pt x="2125" y="2462"/>
                  </a:lnTo>
                  <a:cubicBezTo>
                    <a:pt x="2151" y="2468"/>
                    <a:pt x="2169" y="2474"/>
                    <a:pt x="2189" y="2480"/>
                  </a:cubicBezTo>
                  <a:cubicBezTo>
                    <a:pt x="2221" y="2486"/>
                    <a:pt x="2252" y="2505"/>
                    <a:pt x="2271" y="2530"/>
                  </a:cubicBezTo>
                  <a:cubicBezTo>
                    <a:pt x="2340" y="2499"/>
                    <a:pt x="2428" y="2486"/>
                    <a:pt x="2523" y="2486"/>
                  </a:cubicBezTo>
                  <a:cubicBezTo>
                    <a:pt x="2448" y="2354"/>
                    <a:pt x="2352" y="2171"/>
                    <a:pt x="2245" y="1950"/>
                  </a:cubicBezTo>
                  <a:cubicBezTo>
                    <a:pt x="2183" y="1824"/>
                    <a:pt x="2113" y="1685"/>
                    <a:pt x="2037" y="1546"/>
                  </a:cubicBezTo>
                  <a:cubicBezTo>
                    <a:pt x="2037" y="1540"/>
                    <a:pt x="2031" y="1540"/>
                    <a:pt x="2031" y="1534"/>
                  </a:cubicBezTo>
                  <a:cubicBezTo>
                    <a:pt x="1962" y="1408"/>
                    <a:pt x="1892" y="1275"/>
                    <a:pt x="1817" y="1143"/>
                  </a:cubicBezTo>
                  <a:cubicBezTo>
                    <a:pt x="1520" y="632"/>
                    <a:pt x="1167" y="154"/>
                    <a:pt x="795" y="33"/>
                  </a:cubicBezTo>
                  <a:cubicBezTo>
                    <a:pt x="733" y="11"/>
                    <a:pt x="673" y="0"/>
                    <a:pt x="613"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gradFill>
          <a:gsLst>
            <a:gs pos="0">
              <a:srgbClr val="FCEFE3"/>
            </a:gs>
            <a:gs pos="100000">
              <a:srgbClr val="FBDFC7"/>
            </a:gs>
          </a:gsLst>
          <a:lin ang="5400700" scaled="0"/>
        </a:gradFill>
        <a:effectLst/>
      </p:bgPr>
    </p:bg>
    <p:spTree>
      <p:nvGrpSpPr>
        <p:cNvPr id="1" name="Shape 1430"/>
        <p:cNvGrpSpPr/>
        <p:nvPr/>
      </p:nvGrpSpPr>
      <p:grpSpPr>
        <a:xfrm>
          <a:off x="0" y="0"/>
          <a:ext cx="0" cy="0"/>
          <a:chOff x="0" y="0"/>
          <a:chExt cx="0" cy="0"/>
        </a:xfrm>
      </p:grpSpPr>
      <p:sp>
        <p:nvSpPr>
          <p:cNvPr id="1431" name="Google Shape;1431;p31"/>
          <p:cNvSpPr txBox="1">
            <a:spLocks noGrp="1"/>
          </p:cNvSpPr>
          <p:nvPr>
            <p:ph type="title"/>
          </p:nvPr>
        </p:nvSpPr>
        <p:spPr>
          <a:xfrm>
            <a:off x="720000" y="445025"/>
            <a:ext cx="7704000" cy="572700"/>
          </a:xfrm>
          <a:prstGeom prst="rect">
            <a:avLst/>
          </a:prstGeom>
          <a:noFill/>
        </p:spPr>
        <p:txBody>
          <a:bodyPr spcFirstLastPara="1" wrap="square" lIns="91425" tIns="91425" rIns="91425" bIns="91425" anchor="ctr" anchorCtr="0">
            <a:noAutofit/>
          </a:bodyPr>
          <a:lstStyle/>
          <a:p>
            <a:pPr marL="0" lvl="0" indent="0" algn="l" rtl="0">
              <a:spcBef>
                <a:spcPts val="0"/>
              </a:spcBef>
              <a:spcAft>
                <a:spcPts val="0"/>
              </a:spcAft>
              <a:buNone/>
            </a:pPr>
            <a:r>
              <a:rPr lang="en" sz="3300" dirty="0"/>
              <a:t>Team:</a:t>
            </a:r>
            <a:endParaRPr sz="3300" dirty="0"/>
          </a:p>
        </p:txBody>
      </p:sp>
      <p:cxnSp>
        <p:nvCxnSpPr>
          <p:cNvPr id="1436" name="Google Shape;1436;p31"/>
          <p:cNvCxnSpPr/>
          <p:nvPr/>
        </p:nvCxnSpPr>
        <p:spPr>
          <a:xfrm>
            <a:off x="794075" y="1024700"/>
            <a:ext cx="4600200" cy="0"/>
          </a:xfrm>
          <a:prstGeom prst="straightConnector1">
            <a:avLst/>
          </a:prstGeom>
          <a:noFill/>
          <a:ln w="9525" cap="flat" cmpd="sng">
            <a:solidFill>
              <a:schemeClr val="dk2"/>
            </a:solidFill>
            <a:prstDash val="solid"/>
            <a:round/>
            <a:headEnd type="none" w="med" len="med"/>
            <a:tailEnd type="none" w="med" len="med"/>
          </a:ln>
        </p:spPr>
      </p:cxnSp>
      <p:grpSp>
        <p:nvGrpSpPr>
          <p:cNvPr id="2" name="Google Shape;1481;p32">
            <a:extLst>
              <a:ext uri="{FF2B5EF4-FFF2-40B4-BE49-F238E27FC236}">
                <a16:creationId xmlns:a16="http://schemas.microsoft.com/office/drawing/2014/main" id="{132FC3A8-2952-E826-5129-A04182213280}"/>
              </a:ext>
            </a:extLst>
          </p:cNvPr>
          <p:cNvGrpSpPr/>
          <p:nvPr/>
        </p:nvGrpSpPr>
        <p:grpSpPr>
          <a:xfrm rot="-6715858">
            <a:off x="7776614" y="457996"/>
            <a:ext cx="724973" cy="1032000"/>
            <a:chOff x="4671425" y="3647425"/>
            <a:chExt cx="455075" cy="647800"/>
          </a:xfrm>
        </p:grpSpPr>
        <p:sp>
          <p:nvSpPr>
            <p:cNvPr id="3" name="Google Shape;1482;p32">
              <a:extLst>
                <a:ext uri="{FF2B5EF4-FFF2-40B4-BE49-F238E27FC236}">
                  <a16:creationId xmlns:a16="http://schemas.microsoft.com/office/drawing/2014/main" id="{EE1BE4D0-AEF8-5A67-DD71-37C24DBD9223}"/>
                </a:ext>
              </a:extLst>
            </p:cNvPr>
            <p:cNvSpPr/>
            <p:nvPr/>
          </p:nvSpPr>
          <p:spPr>
            <a:xfrm>
              <a:off x="4671425" y="3647425"/>
              <a:ext cx="455075" cy="647800"/>
            </a:xfrm>
            <a:custGeom>
              <a:avLst/>
              <a:gdLst/>
              <a:ahLst/>
              <a:cxnLst/>
              <a:rect l="l" t="t" r="r" b="b"/>
              <a:pathLst>
                <a:path w="18203" h="25912" extrusionOk="0">
                  <a:moveTo>
                    <a:pt x="17815" y="288"/>
                  </a:moveTo>
                  <a:cubicBezTo>
                    <a:pt x="17521" y="500"/>
                    <a:pt x="17092" y="758"/>
                    <a:pt x="16682" y="1015"/>
                  </a:cubicBezTo>
                  <a:cubicBezTo>
                    <a:pt x="16157" y="1334"/>
                    <a:pt x="15621" y="1663"/>
                    <a:pt x="15309" y="1905"/>
                  </a:cubicBezTo>
                  <a:cubicBezTo>
                    <a:pt x="15036" y="2122"/>
                    <a:pt x="14763" y="2370"/>
                    <a:pt x="14495" y="2607"/>
                  </a:cubicBezTo>
                  <a:cubicBezTo>
                    <a:pt x="14152" y="2920"/>
                    <a:pt x="13793" y="3239"/>
                    <a:pt x="13424" y="3506"/>
                  </a:cubicBezTo>
                  <a:cubicBezTo>
                    <a:pt x="13394" y="3486"/>
                    <a:pt x="13359" y="3471"/>
                    <a:pt x="13322" y="3471"/>
                  </a:cubicBezTo>
                  <a:cubicBezTo>
                    <a:pt x="13919" y="2456"/>
                    <a:pt x="15344" y="576"/>
                    <a:pt x="17815" y="288"/>
                  </a:cubicBezTo>
                  <a:close/>
                  <a:moveTo>
                    <a:pt x="17729" y="662"/>
                  </a:moveTo>
                  <a:lnTo>
                    <a:pt x="17729" y="662"/>
                  </a:lnTo>
                  <a:cubicBezTo>
                    <a:pt x="17011" y="1789"/>
                    <a:pt x="14687" y="3345"/>
                    <a:pt x="13424" y="3834"/>
                  </a:cubicBezTo>
                  <a:cubicBezTo>
                    <a:pt x="13439" y="3825"/>
                    <a:pt x="13450" y="3809"/>
                    <a:pt x="13459" y="3799"/>
                  </a:cubicBezTo>
                  <a:cubicBezTo>
                    <a:pt x="13884" y="3512"/>
                    <a:pt x="14283" y="3153"/>
                    <a:pt x="14672" y="2804"/>
                  </a:cubicBezTo>
                  <a:cubicBezTo>
                    <a:pt x="14945" y="2552"/>
                    <a:pt x="15202" y="2319"/>
                    <a:pt x="15470" y="2111"/>
                  </a:cubicBezTo>
                  <a:cubicBezTo>
                    <a:pt x="15768" y="1880"/>
                    <a:pt x="16304" y="1551"/>
                    <a:pt x="16819" y="1232"/>
                  </a:cubicBezTo>
                  <a:cubicBezTo>
                    <a:pt x="17148" y="1031"/>
                    <a:pt x="17461" y="838"/>
                    <a:pt x="17729" y="662"/>
                  </a:cubicBezTo>
                  <a:close/>
                  <a:moveTo>
                    <a:pt x="11650" y="758"/>
                  </a:moveTo>
                  <a:cubicBezTo>
                    <a:pt x="11473" y="1097"/>
                    <a:pt x="11347" y="1486"/>
                    <a:pt x="11221" y="1864"/>
                  </a:cubicBezTo>
                  <a:cubicBezTo>
                    <a:pt x="11079" y="2299"/>
                    <a:pt x="10934" y="2743"/>
                    <a:pt x="10721" y="3097"/>
                  </a:cubicBezTo>
                  <a:cubicBezTo>
                    <a:pt x="9973" y="4340"/>
                    <a:pt x="9448" y="5618"/>
                    <a:pt x="9034" y="6760"/>
                  </a:cubicBezTo>
                  <a:cubicBezTo>
                    <a:pt x="9393" y="3997"/>
                    <a:pt x="10256" y="2020"/>
                    <a:pt x="11650" y="758"/>
                  </a:cubicBezTo>
                  <a:close/>
                  <a:moveTo>
                    <a:pt x="12130" y="485"/>
                  </a:moveTo>
                  <a:lnTo>
                    <a:pt x="12130" y="485"/>
                  </a:lnTo>
                  <a:cubicBezTo>
                    <a:pt x="12261" y="2456"/>
                    <a:pt x="10503" y="5072"/>
                    <a:pt x="9297" y="6791"/>
                  </a:cubicBezTo>
                  <a:cubicBezTo>
                    <a:pt x="9710" y="5674"/>
                    <a:pt x="10221" y="4436"/>
                    <a:pt x="10943" y="3228"/>
                  </a:cubicBezTo>
                  <a:cubicBezTo>
                    <a:pt x="11165" y="2855"/>
                    <a:pt x="11322" y="2395"/>
                    <a:pt x="11468" y="1945"/>
                  </a:cubicBezTo>
                  <a:cubicBezTo>
                    <a:pt x="11645" y="1414"/>
                    <a:pt x="11827" y="864"/>
                    <a:pt x="12130" y="485"/>
                  </a:cubicBezTo>
                  <a:close/>
                  <a:moveTo>
                    <a:pt x="14071" y="6755"/>
                  </a:moveTo>
                  <a:lnTo>
                    <a:pt x="14071" y="6755"/>
                  </a:lnTo>
                  <a:cubicBezTo>
                    <a:pt x="13399" y="6937"/>
                    <a:pt x="12793" y="7169"/>
                    <a:pt x="12065" y="7584"/>
                  </a:cubicBezTo>
                  <a:cubicBezTo>
                    <a:pt x="11388" y="7968"/>
                    <a:pt x="10675" y="8265"/>
                    <a:pt x="9878" y="8493"/>
                  </a:cubicBezTo>
                  <a:cubicBezTo>
                    <a:pt x="9675" y="8554"/>
                    <a:pt x="9463" y="8619"/>
                    <a:pt x="9241" y="8696"/>
                  </a:cubicBezTo>
                  <a:cubicBezTo>
                    <a:pt x="8781" y="8852"/>
                    <a:pt x="8276" y="9013"/>
                    <a:pt x="7816" y="9074"/>
                  </a:cubicBezTo>
                  <a:cubicBezTo>
                    <a:pt x="9099" y="7861"/>
                    <a:pt x="11964" y="6998"/>
                    <a:pt x="14071" y="6755"/>
                  </a:cubicBezTo>
                  <a:close/>
                  <a:moveTo>
                    <a:pt x="14616" y="6891"/>
                  </a:moveTo>
                  <a:cubicBezTo>
                    <a:pt x="13480" y="7992"/>
                    <a:pt x="11317" y="8957"/>
                    <a:pt x="10055" y="9307"/>
                  </a:cubicBezTo>
                  <a:cubicBezTo>
                    <a:pt x="9793" y="9381"/>
                    <a:pt x="9552" y="9408"/>
                    <a:pt x="9322" y="9408"/>
                  </a:cubicBezTo>
                  <a:cubicBezTo>
                    <a:pt x="9000" y="9408"/>
                    <a:pt x="8699" y="9355"/>
                    <a:pt x="8387" y="9302"/>
                  </a:cubicBezTo>
                  <a:cubicBezTo>
                    <a:pt x="8332" y="9291"/>
                    <a:pt x="8266" y="9281"/>
                    <a:pt x="8210" y="9272"/>
                  </a:cubicBezTo>
                  <a:cubicBezTo>
                    <a:pt x="8584" y="9190"/>
                    <a:pt x="8968" y="9064"/>
                    <a:pt x="9327" y="8943"/>
                  </a:cubicBezTo>
                  <a:cubicBezTo>
                    <a:pt x="9544" y="8871"/>
                    <a:pt x="9751" y="8801"/>
                    <a:pt x="9943" y="8745"/>
                  </a:cubicBezTo>
                  <a:cubicBezTo>
                    <a:pt x="10766" y="8514"/>
                    <a:pt x="11504" y="8204"/>
                    <a:pt x="12191" y="7810"/>
                  </a:cubicBezTo>
                  <a:cubicBezTo>
                    <a:pt x="13065" y="7311"/>
                    <a:pt x="13758" y="7089"/>
                    <a:pt x="14616" y="6891"/>
                  </a:cubicBezTo>
                  <a:close/>
                  <a:moveTo>
                    <a:pt x="4426" y="3172"/>
                  </a:moveTo>
                  <a:cubicBezTo>
                    <a:pt x="5629" y="4881"/>
                    <a:pt x="5421" y="8311"/>
                    <a:pt x="5265" y="10858"/>
                  </a:cubicBezTo>
                  <a:cubicBezTo>
                    <a:pt x="5229" y="11387"/>
                    <a:pt x="5204" y="11879"/>
                    <a:pt x="5184" y="12313"/>
                  </a:cubicBezTo>
                  <a:cubicBezTo>
                    <a:pt x="5174" y="12262"/>
                    <a:pt x="5163" y="12217"/>
                    <a:pt x="5149" y="12166"/>
                  </a:cubicBezTo>
                  <a:cubicBezTo>
                    <a:pt x="4865" y="11014"/>
                    <a:pt x="4557" y="9650"/>
                    <a:pt x="4466" y="8255"/>
                  </a:cubicBezTo>
                  <a:cubicBezTo>
                    <a:pt x="4405" y="7316"/>
                    <a:pt x="4416" y="6401"/>
                    <a:pt x="4447" y="5320"/>
                  </a:cubicBezTo>
                  <a:cubicBezTo>
                    <a:pt x="4456" y="5002"/>
                    <a:pt x="4440" y="4664"/>
                    <a:pt x="4431" y="4335"/>
                  </a:cubicBezTo>
                  <a:cubicBezTo>
                    <a:pt x="4416" y="3941"/>
                    <a:pt x="4400" y="3547"/>
                    <a:pt x="4426" y="3172"/>
                  </a:cubicBezTo>
                  <a:close/>
                  <a:moveTo>
                    <a:pt x="4153" y="3300"/>
                  </a:moveTo>
                  <a:lnTo>
                    <a:pt x="4153" y="3300"/>
                  </a:lnTo>
                  <a:cubicBezTo>
                    <a:pt x="4143" y="3643"/>
                    <a:pt x="4158" y="3997"/>
                    <a:pt x="4174" y="4345"/>
                  </a:cubicBezTo>
                  <a:cubicBezTo>
                    <a:pt x="4183" y="4669"/>
                    <a:pt x="4198" y="5002"/>
                    <a:pt x="4188" y="5315"/>
                  </a:cubicBezTo>
                  <a:cubicBezTo>
                    <a:pt x="4153" y="6401"/>
                    <a:pt x="4148" y="7325"/>
                    <a:pt x="4209" y="8271"/>
                  </a:cubicBezTo>
                  <a:cubicBezTo>
                    <a:pt x="4305" y="9690"/>
                    <a:pt x="4608" y="11065"/>
                    <a:pt x="4895" y="12231"/>
                  </a:cubicBezTo>
                  <a:cubicBezTo>
                    <a:pt x="4921" y="12327"/>
                    <a:pt x="4946" y="12424"/>
                    <a:pt x="4972" y="12520"/>
                  </a:cubicBezTo>
                  <a:cubicBezTo>
                    <a:pt x="5012" y="12676"/>
                    <a:pt x="5053" y="12833"/>
                    <a:pt x="5088" y="12989"/>
                  </a:cubicBezTo>
                  <a:cubicBezTo>
                    <a:pt x="3395" y="10277"/>
                    <a:pt x="2637" y="6052"/>
                    <a:pt x="4153" y="3300"/>
                  </a:cubicBezTo>
                  <a:close/>
                  <a:moveTo>
                    <a:pt x="5168" y="13121"/>
                  </a:moveTo>
                  <a:lnTo>
                    <a:pt x="5174" y="13126"/>
                  </a:lnTo>
                  <a:lnTo>
                    <a:pt x="5174" y="13136"/>
                  </a:lnTo>
                  <a:cubicBezTo>
                    <a:pt x="5174" y="13131"/>
                    <a:pt x="5174" y="13126"/>
                    <a:pt x="5168" y="13121"/>
                  </a:cubicBezTo>
                  <a:close/>
                  <a:moveTo>
                    <a:pt x="8073" y="10478"/>
                  </a:moveTo>
                  <a:lnTo>
                    <a:pt x="8073" y="10478"/>
                  </a:lnTo>
                  <a:cubicBezTo>
                    <a:pt x="8043" y="11079"/>
                    <a:pt x="7502" y="11842"/>
                    <a:pt x="7094" y="12413"/>
                  </a:cubicBezTo>
                  <a:cubicBezTo>
                    <a:pt x="6987" y="12565"/>
                    <a:pt x="6891" y="12707"/>
                    <a:pt x="6811" y="12828"/>
                  </a:cubicBezTo>
                  <a:cubicBezTo>
                    <a:pt x="6704" y="12994"/>
                    <a:pt x="6578" y="13176"/>
                    <a:pt x="6441" y="13374"/>
                  </a:cubicBezTo>
                  <a:cubicBezTo>
                    <a:pt x="6229" y="13686"/>
                    <a:pt x="5997" y="14031"/>
                    <a:pt x="5780" y="14379"/>
                  </a:cubicBezTo>
                  <a:cubicBezTo>
                    <a:pt x="5911" y="14036"/>
                    <a:pt x="6053" y="13691"/>
                    <a:pt x="6214" y="13328"/>
                  </a:cubicBezTo>
                  <a:lnTo>
                    <a:pt x="6296" y="13136"/>
                  </a:lnTo>
                  <a:cubicBezTo>
                    <a:pt x="6618" y="12404"/>
                    <a:pt x="7336" y="10746"/>
                    <a:pt x="8073" y="10478"/>
                  </a:cubicBezTo>
                  <a:close/>
                  <a:moveTo>
                    <a:pt x="2647" y="10862"/>
                  </a:moveTo>
                  <a:cubicBezTo>
                    <a:pt x="2749" y="10883"/>
                    <a:pt x="2870" y="11252"/>
                    <a:pt x="2920" y="11408"/>
                  </a:cubicBezTo>
                  <a:lnTo>
                    <a:pt x="2945" y="11484"/>
                  </a:lnTo>
                  <a:cubicBezTo>
                    <a:pt x="3244" y="12348"/>
                    <a:pt x="3319" y="13313"/>
                    <a:pt x="3395" y="14243"/>
                  </a:cubicBezTo>
                  <a:lnTo>
                    <a:pt x="3426" y="14631"/>
                  </a:lnTo>
                  <a:cubicBezTo>
                    <a:pt x="3486" y="15314"/>
                    <a:pt x="3552" y="16032"/>
                    <a:pt x="3658" y="16743"/>
                  </a:cubicBezTo>
                  <a:cubicBezTo>
                    <a:pt x="3481" y="16263"/>
                    <a:pt x="3309" y="15778"/>
                    <a:pt x="3148" y="15293"/>
                  </a:cubicBezTo>
                  <a:lnTo>
                    <a:pt x="3137" y="15248"/>
                  </a:lnTo>
                  <a:cubicBezTo>
                    <a:pt x="2915" y="14576"/>
                    <a:pt x="2693" y="13879"/>
                    <a:pt x="2591" y="13171"/>
                  </a:cubicBezTo>
                  <a:cubicBezTo>
                    <a:pt x="2582" y="13115"/>
                    <a:pt x="2567" y="13040"/>
                    <a:pt x="2556" y="12954"/>
                  </a:cubicBezTo>
                  <a:cubicBezTo>
                    <a:pt x="2470" y="12444"/>
                    <a:pt x="2279" y="11252"/>
                    <a:pt x="2537" y="10949"/>
                  </a:cubicBezTo>
                  <a:cubicBezTo>
                    <a:pt x="2587" y="10888"/>
                    <a:pt x="2628" y="10867"/>
                    <a:pt x="2642" y="10867"/>
                  </a:cubicBezTo>
                  <a:lnTo>
                    <a:pt x="2647" y="10862"/>
                  </a:lnTo>
                  <a:close/>
                  <a:moveTo>
                    <a:pt x="8316" y="12590"/>
                  </a:moveTo>
                  <a:cubicBezTo>
                    <a:pt x="8099" y="13348"/>
                    <a:pt x="7508" y="14071"/>
                    <a:pt x="7017" y="14667"/>
                  </a:cubicBezTo>
                  <a:lnTo>
                    <a:pt x="6987" y="14703"/>
                  </a:lnTo>
                  <a:cubicBezTo>
                    <a:pt x="6781" y="14950"/>
                    <a:pt x="6478" y="15237"/>
                    <a:pt x="6154" y="15536"/>
                  </a:cubicBezTo>
                  <a:cubicBezTo>
                    <a:pt x="5704" y="15955"/>
                    <a:pt x="5219" y="16405"/>
                    <a:pt x="4890" y="16869"/>
                  </a:cubicBezTo>
                  <a:cubicBezTo>
                    <a:pt x="4956" y="16673"/>
                    <a:pt x="5042" y="16475"/>
                    <a:pt x="5153" y="16268"/>
                  </a:cubicBezTo>
                  <a:cubicBezTo>
                    <a:pt x="5158" y="16268"/>
                    <a:pt x="5158" y="16274"/>
                    <a:pt x="5163" y="16274"/>
                  </a:cubicBezTo>
                  <a:cubicBezTo>
                    <a:pt x="5219" y="16263"/>
                    <a:pt x="5265" y="16223"/>
                    <a:pt x="5275" y="16162"/>
                  </a:cubicBezTo>
                  <a:cubicBezTo>
                    <a:pt x="5284" y="16112"/>
                    <a:pt x="5300" y="16056"/>
                    <a:pt x="5310" y="16006"/>
                  </a:cubicBezTo>
                  <a:cubicBezTo>
                    <a:pt x="5896" y="15061"/>
                    <a:pt x="6866" y="14071"/>
                    <a:pt x="7700" y="13222"/>
                  </a:cubicBezTo>
                  <a:cubicBezTo>
                    <a:pt x="7917" y="13005"/>
                    <a:pt x="8124" y="12793"/>
                    <a:pt x="8316" y="12590"/>
                  </a:cubicBezTo>
                  <a:close/>
                  <a:moveTo>
                    <a:pt x="8584" y="12606"/>
                  </a:moveTo>
                  <a:lnTo>
                    <a:pt x="8584" y="12606"/>
                  </a:lnTo>
                  <a:cubicBezTo>
                    <a:pt x="8600" y="14535"/>
                    <a:pt x="6588" y="16657"/>
                    <a:pt x="4911" y="17329"/>
                  </a:cubicBezTo>
                  <a:cubicBezTo>
                    <a:pt x="5189" y="16789"/>
                    <a:pt x="5785" y="16233"/>
                    <a:pt x="6331" y="15728"/>
                  </a:cubicBezTo>
                  <a:cubicBezTo>
                    <a:pt x="6659" y="15419"/>
                    <a:pt x="6972" y="15132"/>
                    <a:pt x="7189" y="14869"/>
                  </a:cubicBezTo>
                  <a:lnTo>
                    <a:pt x="7215" y="14834"/>
                  </a:lnTo>
                  <a:cubicBezTo>
                    <a:pt x="7735" y="14202"/>
                    <a:pt x="8362" y="13434"/>
                    <a:pt x="8584" y="12606"/>
                  </a:cubicBezTo>
                  <a:close/>
                  <a:moveTo>
                    <a:pt x="536" y="15657"/>
                  </a:moveTo>
                  <a:lnTo>
                    <a:pt x="536" y="15657"/>
                  </a:lnTo>
                  <a:cubicBezTo>
                    <a:pt x="1991" y="16557"/>
                    <a:pt x="3976" y="18977"/>
                    <a:pt x="4622" y="20861"/>
                  </a:cubicBezTo>
                  <a:cubicBezTo>
                    <a:pt x="4643" y="20967"/>
                    <a:pt x="4664" y="21073"/>
                    <a:pt x="4689" y="21179"/>
                  </a:cubicBezTo>
                  <a:cubicBezTo>
                    <a:pt x="2925" y="19795"/>
                    <a:pt x="1455" y="17602"/>
                    <a:pt x="627" y="15915"/>
                  </a:cubicBezTo>
                  <a:cubicBezTo>
                    <a:pt x="597" y="15850"/>
                    <a:pt x="576" y="15789"/>
                    <a:pt x="555" y="15728"/>
                  </a:cubicBezTo>
                  <a:cubicBezTo>
                    <a:pt x="551" y="15708"/>
                    <a:pt x="541" y="15682"/>
                    <a:pt x="536" y="15657"/>
                  </a:cubicBezTo>
                  <a:close/>
                  <a:moveTo>
                    <a:pt x="439" y="16116"/>
                  </a:moveTo>
                  <a:lnTo>
                    <a:pt x="439" y="16116"/>
                  </a:lnTo>
                  <a:cubicBezTo>
                    <a:pt x="1273" y="17795"/>
                    <a:pt x="2724" y="19942"/>
                    <a:pt x="4456" y="21330"/>
                  </a:cubicBezTo>
                  <a:cubicBezTo>
                    <a:pt x="2319" y="20689"/>
                    <a:pt x="566" y="18401"/>
                    <a:pt x="439" y="16116"/>
                  </a:cubicBezTo>
                  <a:close/>
                  <a:moveTo>
                    <a:pt x="18062" y="0"/>
                  </a:moveTo>
                  <a:cubicBezTo>
                    <a:pt x="14868" y="213"/>
                    <a:pt x="13273" y="2946"/>
                    <a:pt x="12863" y="3779"/>
                  </a:cubicBezTo>
                  <a:cubicBezTo>
                    <a:pt x="12848" y="3804"/>
                    <a:pt x="12848" y="3830"/>
                    <a:pt x="12853" y="3860"/>
                  </a:cubicBezTo>
                  <a:cubicBezTo>
                    <a:pt x="12837" y="3865"/>
                    <a:pt x="12823" y="3870"/>
                    <a:pt x="12807" y="3881"/>
                  </a:cubicBezTo>
                  <a:cubicBezTo>
                    <a:pt x="12753" y="3906"/>
                    <a:pt x="12732" y="3967"/>
                    <a:pt x="12737" y="4021"/>
                  </a:cubicBezTo>
                  <a:cubicBezTo>
                    <a:pt x="12646" y="4123"/>
                    <a:pt x="12555" y="4229"/>
                    <a:pt x="12469" y="4335"/>
                  </a:cubicBezTo>
                  <a:cubicBezTo>
                    <a:pt x="12105" y="4760"/>
                    <a:pt x="11762" y="5163"/>
                    <a:pt x="11363" y="5537"/>
                  </a:cubicBezTo>
                  <a:cubicBezTo>
                    <a:pt x="10843" y="6022"/>
                    <a:pt x="10261" y="6472"/>
                    <a:pt x="9701" y="6907"/>
                  </a:cubicBezTo>
                  <a:cubicBezTo>
                    <a:pt x="9574" y="7003"/>
                    <a:pt x="9453" y="7103"/>
                    <a:pt x="9327" y="7204"/>
                  </a:cubicBezTo>
                  <a:cubicBezTo>
                    <a:pt x="9327" y="7204"/>
                    <a:pt x="9327" y="7199"/>
                    <a:pt x="9332" y="7199"/>
                  </a:cubicBezTo>
                  <a:cubicBezTo>
                    <a:pt x="10696" y="5254"/>
                    <a:pt x="12757" y="2314"/>
                    <a:pt x="12352" y="117"/>
                  </a:cubicBezTo>
                  <a:cubicBezTo>
                    <a:pt x="12343" y="71"/>
                    <a:pt x="12312" y="36"/>
                    <a:pt x="12272" y="20"/>
                  </a:cubicBezTo>
                  <a:cubicBezTo>
                    <a:pt x="12255" y="12"/>
                    <a:pt x="12238" y="8"/>
                    <a:pt x="12220" y="8"/>
                  </a:cubicBezTo>
                  <a:cubicBezTo>
                    <a:pt x="12196" y="8"/>
                    <a:pt x="12172" y="16"/>
                    <a:pt x="12151" y="31"/>
                  </a:cubicBezTo>
                  <a:cubicBezTo>
                    <a:pt x="10165" y="1384"/>
                    <a:pt x="9034" y="3830"/>
                    <a:pt x="8690" y="7502"/>
                  </a:cubicBezTo>
                  <a:cubicBezTo>
                    <a:pt x="8680" y="7568"/>
                    <a:pt x="8726" y="7624"/>
                    <a:pt x="8786" y="7639"/>
                  </a:cubicBezTo>
                  <a:cubicBezTo>
                    <a:pt x="8579" y="7806"/>
                    <a:pt x="8372" y="7978"/>
                    <a:pt x="8175" y="8155"/>
                  </a:cubicBezTo>
                  <a:cubicBezTo>
                    <a:pt x="7811" y="8477"/>
                    <a:pt x="7497" y="8831"/>
                    <a:pt x="7215" y="9190"/>
                  </a:cubicBezTo>
                  <a:lnTo>
                    <a:pt x="7175" y="9246"/>
                  </a:lnTo>
                  <a:cubicBezTo>
                    <a:pt x="7138" y="9286"/>
                    <a:pt x="7108" y="9326"/>
                    <a:pt x="7078" y="9372"/>
                  </a:cubicBezTo>
                  <a:lnTo>
                    <a:pt x="7068" y="9382"/>
                  </a:lnTo>
                  <a:cubicBezTo>
                    <a:pt x="6704" y="9883"/>
                    <a:pt x="6396" y="10403"/>
                    <a:pt x="6133" y="10944"/>
                  </a:cubicBezTo>
                  <a:cubicBezTo>
                    <a:pt x="5865" y="11484"/>
                    <a:pt x="5643" y="12035"/>
                    <a:pt x="5436" y="12585"/>
                  </a:cubicBezTo>
                  <a:cubicBezTo>
                    <a:pt x="5452" y="12091"/>
                    <a:pt x="5482" y="11509"/>
                    <a:pt x="5522" y="10872"/>
                  </a:cubicBezTo>
                  <a:cubicBezTo>
                    <a:pt x="5694" y="8129"/>
                    <a:pt x="5921" y="4380"/>
                    <a:pt x="4396" y="2713"/>
                  </a:cubicBezTo>
                  <a:cubicBezTo>
                    <a:pt x="4369" y="2686"/>
                    <a:pt x="4339" y="2672"/>
                    <a:pt x="4304" y="2672"/>
                  </a:cubicBezTo>
                  <a:cubicBezTo>
                    <a:pt x="4299" y="2672"/>
                    <a:pt x="4294" y="2672"/>
                    <a:pt x="4289" y="2673"/>
                  </a:cubicBezTo>
                  <a:cubicBezTo>
                    <a:pt x="4249" y="2678"/>
                    <a:pt x="4214" y="2698"/>
                    <a:pt x="4193" y="2729"/>
                  </a:cubicBezTo>
                  <a:cubicBezTo>
                    <a:pt x="2197" y="5653"/>
                    <a:pt x="3107" y="10590"/>
                    <a:pt x="5093" y="13485"/>
                  </a:cubicBezTo>
                  <a:cubicBezTo>
                    <a:pt x="5098" y="13490"/>
                    <a:pt x="5107" y="13490"/>
                    <a:pt x="5113" y="13500"/>
                  </a:cubicBezTo>
                  <a:cubicBezTo>
                    <a:pt x="4739" y="14647"/>
                    <a:pt x="4477" y="16041"/>
                    <a:pt x="4405" y="17501"/>
                  </a:cubicBezTo>
                  <a:cubicBezTo>
                    <a:pt x="4360" y="17531"/>
                    <a:pt x="4340" y="17587"/>
                    <a:pt x="4350" y="17643"/>
                  </a:cubicBezTo>
                  <a:cubicBezTo>
                    <a:pt x="4360" y="17668"/>
                    <a:pt x="4375" y="17693"/>
                    <a:pt x="4396" y="17713"/>
                  </a:cubicBezTo>
                  <a:cubicBezTo>
                    <a:pt x="4386" y="18072"/>
                    <a:pt x="4386" y="18431"/>
                    <a:pt x="4396" y="18790"/>
                  </a:cubicBezTo>
                  <a:cubicBezTo>
                    <a:pt x="4370" y="18699"/>
                    <a:pt x="4350" y="18608"/>
                    <a:pt x="4314" y="18511"/>
                  </a:cubicBezTo>
                  <a:cubicBezTo>
                    <a:pt x="4295" y="18415"/>
                    <a:pt x="4265" y="18324"/>
                    <a:pt x="4239" y="18234"/>
                  </a:cubicBezTo>
                  <a:cubicBezTo>
                    <a:pt x="4179" y="18002"/>
                    <a:pt x="4118" y="17784"/>
                    <a:pt x="4083" y="17613"/>
                  </a:cubicBezTo>
                  <a:cubicBezTo>
                    <a:pt x="3865" y="16612"/>
                    <a:pt x="3769" y="15582"/>
                    <a:pt x="3689" y="14612"/>
                  </a:cubicBezTo>
                  <a:lnTo>
                    <a:pt x="3652" y="14222"/>
                  </a:lnTo>
                  <a:cubicBezTo>
                    <a:pt x="3577" y="13273"/>
                    <a:pt x="3501" y="12292"/>
                    <a:pt x="3193" y="11403"/>
                  </a:cubicBezTo>
                  <a:lnTo>
                    <a:pt x="3167" y="11322"/>
                  </a:lnTo>
                  <a:cubicBezTo>
                    <a:pt x="3062" y="11009"/>
                    <a:pt x="2941" y="10655"/>
                    <a:pt x="2698" y="10610"/>
                  </a:cubicBezTo>
                  <a:cubicBezTo>
                    <a:pt x="2679" y="10606"/>
                    <a:pt x="2660" y="10604"/>
                    <a:pt x="2641" y="10604"/>
                  </a:cubicBezTo>
                  <a:cubicBezTo>
                    <a:pt x="2539" y="10604"/>
                    <a:pt x="2437" y="10662"/>
                    <a:pt x="2339" y="10781"/>
                  </a:cubicBezTo>
                  <a:cubicBezTo>
                    <a:pt x="2026" y="11145"/>
                    <a:pt x="2152" y="12115"/>
                    <a:pt x="2299" y="13000"/>
                  </a:cubicBezTo>
                  <a:cubicBezTo>
                    <a:pt x="2314" y="13085"/>
                    <a:pt x="2325" y="13157"/>
                    <a:pt x="2334" y="13212"/>
                  </a:cubicBezTo>
                  <a:cubicBezTo>
                    <a:pt x="2440" y="13940"/>
                    <a:pt x="2668" y="14647"/>
                    <a:pt x="2890" y="15328"/>
                  </a:cubicBezTo>
                  <a:lnTo>
                    <a:pt x="2905" y="15374"/>
                  </a:lnTo>
                  <a:cubicBezTo>
                    <a:pt x="3188" y="16253"/>
                    <a:pt x="3526" y="17123"/>
                    <a:pt x="3845" y="17966"/>
                  </a:cubicBezTo>
                  <a:lnTo>
                    <a:pt x="3860" y="18012"/>
                  </a:lnTo>
                  <a:cubicBezTo>
                    <a:pt x="3936" y="18208"/>
                    <a:pt x="4006" y="18396"/>
                    <a:pt x="4067" y="18583"/>
                  </a:cubicBezTo>
                  <a:cubicBezTo>
                    <a:pt x="4148" y="18881"/>
                    <a:pt x="4219" y="19189"/>
                    <a:pt x="4254" y="19436"/>
                  </a:cubicBezTo>
                  <a:cubicBezTo>
                    <a:pt x="3269" y="17683"/>
                    <a:pt x="1607" y="15895"/>
                    <a:pt x="385" y="15274"/>
                  </a:cubicBezTo>
                  <a:cubicBezTo>
                    <a:pt x="364" y="15263"/>
                    <a:pt x="342" y="15258"/>
                    <a:pt x="322" y="15258"/>
                  </a:cubicBezTo>
                  <a:cubicBezTo>
                    <a:pt x="301" y="15258"/>
                    <a:pt x="281" y="15263"/>
                    <a:pt x="263" y="15274"/>
                  </a:cubicBezTo>
                  <a:cubicBezTo>
                    <a:pt x="227" y="15293"/>
                    <a:pt x="203" y="15328"/>
                    <a:pt x="197" y="15369"/>
                  </a:cubicBezTo>
                  <a:cubicBezTo>
                    <a:pt x="147" y="15414"/>
                    <a:pt x="142" y="15496"/>
                    <a:pt x="187" y="15547"/>
                  </a:cubicBezTo>
                  <a:cubicBezTo>
                    <a:pt x="0" y="18305"/>
                    <a:pt x="2152" y="21169"/>
                    <a:pt x="4810" y="21684"/>
                  </a:cubicBezTo>
                  <a:cubicBezTo>
                    <a:pt x="5249" y="23347"/>
                    <a:pt x="6068" y="24847"/>
                    <a:pt x="7397" y="25873"/>
                  </a:cubicBezTo>
                  <a:cubicBezTo>
                    <a:pt x="7427" y="25899"/>
                    <a:pt x="7466" y="25912"/>
                    <a:pt x="7505" y="25912"/>
                  </a:cubicBezTo>
                  <a:cubicBezTo>
                    <a:pt x="7518" y="25912"/>
                    <a:pt x="7531" y="25910"/>
                    <a:pt x="7543" y="25908"/>
                  </a:cubicBezTo>
                  <a:cubicBezTo>
                    <a:pt x="7593" y="25903"/>
                    <a:pt x="7639" y="25877"/>
                    <a:pt x="7670" y="25837"/>
                  </a:cubicBezTo>
                  <a:cubicBezTo>
                    <a:pt x="7735" y="25751"/>
                    <a:pt x="7720" y="25630"/>
                    <a:pt x="7634" y="25565"/>
                  </a:cubicBezTo>
                  <a:cubicBezTo>
                    <a:pt x="6396" y="24610"/>
                    <a:pt x="5623" y="23210"/>
                    <a:pt x="5198" y="21654"/>
                  </a:cubicBezTo>
                  <a:cubicBezTo>
                    <a:pt x="5204" y="21614"/>
                    <a:pt x="5193" y="21579"/>
                    <a:pt x="5168" y="21549"/>
                  </a:cubicBezTo>
                  <a:cubicBezTo>
                    <a:pt x="4845" y="20306"/>
                    <a:pt x="4734" y="18961"/>
                    <a:pt x="4785" y="17662"/>
                  </a:cubicBezTo>
                  <a:lnTo>
                    <a:pt x="4785" y="17653"/>
                  </a:lnTo>
                  <a:cubicBezTo>
                    <a:pt x="6744" y="16986"/>
                    <a:pt x="9286" y="14262"/>
                    <a:pt x="8781" y="12005"/>
                  </a:cubicBezTo>
                  <a:cubicBezTo>
                    <a:pt x="8766" y="11959"/>
                    <a:pt x="8730" y="11919"/>
                    <a:pt x="8684" y="11909"/>
                  </a:cubicBezTo>
                  <a:cubicBezTo>
                    <a:pt x="8675" y="11907"/>
                    <a:pt x="8665" y="11905"/>
                    <a:pt x="8655" y="11905"/>
                  </a:cubicBezTo>
                  <a:cubicBezTo>
                    <a:pt x="8619" y="11905"/>
                    <a:pt x="8581" y="11921"/>
                    <a:pt x="8553" y="11949"/>
                  </a:cubicBezTo>
                  <a:cubicBezTo>
                    <a:pt x="8266" y="12277"/>
                    <a:pt x="7902" y="12646"/>
                    <a:pt x="7513" y="13040"/>
                  </a:cubicBezTo>
                  <a:cubicBezTo>
                    <a:pt x="6932" y="13637"/>
                    <a:pt x="6280" y="14304"/>
                    <a:pt x="5734" y="14980"/>
                  </a:cubicBezTo>
                  <a:cubicBezTo>
                    <a:pt x="6007" y="14475"/>
                    <a:pt x="6350" y="13970"/>
                    <a:pt x="6659" y="13520"/>
                  </a:cubicBezTo>
                  <a:cubicBezTo>
                    <a:pt x="6790" y="13323"/>
                    <a:pt x="6921" y="13136"/>
                    <a:pt x="7028" y="12970"/>
                  </a:cubicBezTo>
                  <a:cubicBezTo>
                    <a:pt x="7108" y="12849"/>
                    <a:pt x="7205" y="12716"/>
                    <a:pt x="7311" y="12565"/>
                  </a:cubicBezTo>
                  <a:cubicBezTo>
                    <a:pt x="7770" y="11914"/>
                    <a:pt x="8407" y="11014"/>
                    <a:pt x="8327" y="10302"/>
                  </a:cubicBezTo>
                  <a:cubicBezTo>
                    <a:pt x="8321" y="10266"/>
                    <a:pt x="8306" y="10236"/>
                    <a:pt x="8276" y="10211"/>
                  </a:cubicBezTo>
                  <a:cubicBezTo>
                    <a:pt x="8255" y="10194"/>
                    <a:pt x="8230" y="10185"/>
                    <a:pt x="8202" y="10185"/>
                  </a:cubicBezTo>
                  <a:cubicBezTo>
                    <a:pt x="8197" y="10185"/>
                    <a:pt x="8191" y="10185"/>
                    <a:pt x="8185" y="10186"/>
                  </a:cubicBezTo>
                  <a:lnTo>
                    <a:pt x="8164" y="10191"/>
                  </a:lnTo>
                  <a:cubicBezTo>
                    <a:pt x="7240" y="10322"/>
                    <a:pt x="6472" y="12080"/>
                    <a:pt x="6058" y="13035"/>
                  </a:cubicBezTo>
                  <a:lnTo>
                    <a:pt x="5977" y="13222"/>
                  </a:lnTo>
                  <a:cubicBezTo>
                    <a:pt x="5543" y="14202"/>
                    <a:pt x="5235" y="15066"/>
                    <a:pt x="4932" y="16112"/>
                  </a:cubicBezTo>
                  <a:lnTo>
                    <a:pt x="4932" y="16147"/>
                  </a:lnTo>
                  <a:cubicBezTo>
                    <a:pt x="4926" y="16158"/>
                    <a:pt x="4921" y="16167"/>
                    <a:pt x="4911" y="16177"/>
                  </a:cubicBezTo>
                  <a:cubicBezTo>
                    <a:pt x="5053" y="15146"/>
                    <a:pt x="5280" y="14192"/>
                    <a:pt x="5568" y="13374"/>
                  </a:cubicBezTo>
                  <a:cubicBezTo>
                    <a:pt x="6042" y="12030"/>
                    <a:pt x="6583" y="10645"/>
                    <a:pt x="7508" y="9447"/>
                  </a:cubicBezTo>
                  <a:cubicBezTo>
                    <a:pt x="7800" y="9463"/>
                    <a:pt x="8078" y="9508"/>
                    <a:pt x="8346" y="9559"/>
                  </a:cubicBezTo>
                  <a:cubicBezTo>
                    <a:pt x="8663" y="9610"/>
                    <a:pt x="8987" y="9667"/>
                    <a:pt x="9339" y="9667"/>
                  </a:cubicBezTo>
                  <a:cubicBezTo>
                    <a:pt x="9470" y="9667"/>
                    <a:pt x="9605" y="9659"/>
                    <a:pt x="9745" y="9640"/>
                  </a:cubicBezTo>
                  <a:cubicBezTo>
                    <a:pt x="9867" y="9620"/>
                    <a:pt x="9994" y="9594"/>
                    <a:pt x="10120" y="9559"/>
                  </a:cubicBezTo>
                  <a:cubicBezTo>
                    <a:pt x="11620" y="9144"/>
                    <a:pt x="14187" y="7962"/>
                    <a:pt x="15197" y="6639"/>
                  </a:cubicBezTo>
                  <a:cubicBezTo>
                    <a:pt x="15227" y="6598"/>
                    <a:pt x="15232" y="6543"/>
                    <a:pt x="15208" y="6497"/>
                  </a:cubicBezTo>
                  <a:cubicBezTo>
                    <a:pt x="15187" y="6457"/>
                    <a:pt x="15141" y="6427"/>
                    <a:pt x="15092" y="6427"/>
                  </a:cubicBezTo>
                  <a:cubicBezTo>
                    <a:pt x="13641" y="6441"/>
                    <a:pt x="10953" y="6957"/>
                    <a:pt x="9043" y="7927"/>
                  </a:cubicBezTo>
                  <a:cubicBezTo>
                    <a:pt x="9337" y="7684"/>
                    <a:pt x="9640" y="7447"/>
                    <a:pt x="9938" y="7220"/>
                  </a:cubicBezTo>
                  <a:cubicBezTo>
                    <a:pt x="10509" y="6775"/>
                    <a:pt x="11095" y="6320"/>
                    <a:pt x="11631" y="5821"/>
                  </a:cubicBezTo>
                  <a:cubicBezTo>
                    <a:pt x="12044" y="5436"/>
                    <a:pt x="12413" y="5002"/>
                    <a:pt x="12767" y="4587"/>
                  </a:cubicBezTo>
                  <a:cubicBezTo>
                    <a:pt x="12874" y="4461"/>
                    <a:pt x="12979" y="4335"/>
                    <a:pt x="13091" y="4209"/>
                  </a:cubicBezTo>
                  <a:lnTo>
                    <a:pt x="13110" y="4209"/>
                  </a:lnTo>
                  <a:cubicBezTo>
                    <a:pt x="13116" y="4209"/>
                    <a:pt x="13121" y="4209"/>
                    <a:pt x="13121" y="4203"/>
                  </a:cubicBezTo>
                  <a:cubicBezTo>
                    <a:pt x="14283" y="3921"/>
                    <a:pt x="17748" y="1733"/>
                    <a:pt x="18158" y="339"/>
                  </a:cubicBezTo>
                  <a:cubicBezTo>
                    <a:pt x="18168" y="323"/>
                    <a:pt x="18168" y="313"/>
                    <a:pt x="18173" y="293"/>
                  </a:cubicBezTo>
                  <a:cubicBezTo>
                    <a:pt x="18188" y="243"/>
                    <a:pt x="18193" y="192"/>
                    <a:pt x="18198" y="141"/>
                  </a:cubicBezTo>
                  <a:cubicBezTo>
                    <a:pt x="18203" y="106"/>
                    <a:pt x="18188" y="66"/>
                    <a:pt x="18163" y="40"/>
                  </a:cubicBezTo>
                  <a:cubicBezTo>
                    <a:pt x="18137" y="15"/>
                    <a:pt x="18097" y="0"/>
                    <a:pt x="18062"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483;p32">
              <a:extLst>
                <a:ext uri="{FF2B5EF4-FFF2-40B4-BE49-F238E27FC236}">
                  <a16:creationId xmlns:a16="http://schemas.microsoft.com/office/drawing/2014/main" id="{E0089496-D07B-9E7F-4851-E368438F4814}"/>
                </a:ext>
              </a:extLst>
            </p:cNvPr>
            <p:cNvSpPr/>
            <p:nvPr/>
          </p:nvSpPr>
          <p:spPr>
            <a:xfrm>
              <a:off x="4682400" y="4050325"/>
              <a:ext cx="100450" cy="130375"/>
            </a:xfrm>
            <a:custGeom>
              <a:avLst/>
              <a:gdLst/>
              <a:ahLst/>
              <a:cxnLst/>
              <a:rect l="l" t="t" r="r" b="b"/>
              <a:pathLst>
                <a:path w="4018" h="5215" extrusionOk="0">
                  <a:moveTo>
                    <a:pt x="0" y="0"/>
                  </a:moveTo>
                  <a:lnTo>
                    <a:pt x="0" y="0"/>
                  </a:lnTo>
                  <a:cubicBezTo>
                    <a:pt x="127" y="2285"/>
                    <a:pt x="1880" y="4573"/>
                    <a:pt x="4017" y="5214"/>
                  </a:cubicBezTo>
                  <a:cubicBezTo>
                    <a:pt x="2285" y="3826"/>
                    <a:pt x="834" y="1679"/>
                    <a:pt x="0"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484;p32">
              <a:extLst>
                <a:ext uri="{FF2B5EF4-FFF2-40B4-BE49-F238E27FC236}">
                  <a16:creationId xmlns:a16="http://schemas.microsoft.com/office/drawing/2014/main" id="{E488701F-9E4C-F758-0178-606534E2E271}"/>
                </a:ext>
              </a:extLst>
            </p:cNvPr>
            <p:cNvSpPr/>
            <p:nvPr/>
          </p:nvSpPr>
          <p:spPr>
            <a:xfrm>
              <a:off x="4684825" y="4038825"/>
              <a:ext cx="103850" cy="138075"/>
            </a:xfrm>
            <a:custGeom>
              <a:avLst/>
              <a:gdLst/>
              <a:ahLst/>
              <a:cxnLst/>
              <a:rect l="l" t="t" r="r" b="b"/>
              <a:pathLst>
                <a:path w="4154" h="5523" extrusionOk="0">
                  <a:moveTo>
                    <a:pt x="0" y="1"/>
                  </a:moveTo>
                  <a:lnTo>
                    <a:pt x="0" y="1"/>
                  </a:lnTo>
                  <a:cubicBezTo>
                    <a:pt x="5" y="26"/>
                    <a:pt x="15" y="52"/>
                    <a:pt x="19" y="72"/>
                  </a:cubicBezTo>
                  <a:cubicBezTo>
                    <a:pt x="40" y="133"/>
                    <a:pt x="61" y="194"/>
                    <a:pt x="91" y="259"/>
                  </a:cubicBezTo>
                  <a:cubicBezTo>
                    <a:pt x="919" y="1946"/>
                    <a:pt x="2389" y="4139"/>
                    <a:pt x="4153" y="5523"/>
                  </a:cubicBezTo>
                  <a:cubicBezTo>
                    <a:pt x="4128" y="5417"/>
                    <a:pt x="4107" y="5311"/>
                    <a:pt x="4086" y="5205"/>
                  </a:cubicBezTo>
                  <a:cubicBezTo>
                    <a:pt x="3440" y="3321"/>
                    <a:pt x="1455" y="901"/>
                    <a:pt x="0"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485;p32">
              <a:extLst>
                <a:ext uri="{FF2B5EF4-FFF2-40B4-BE49-F238E27FC236}">
                  <a16:creationId xmlns:a16="http://schemas.microsoft.com/office/drawing/2014/main" id="{C8308B56-3C23-0B50-70E5-FE7CC1327890}"/>
                </a:ext>
              </a:extLst>
            </p:cNvPr>
            <p:cNvSpPr/>
            <p:nvPr/>
          </p:nvSpPr>
          <p:spPr>
            <a:xfrm>
              <a:off x="4794175" y="3962575"/>
              <a:ext cx="92250" cy="118075"/>
            </a:xfrm>
            <a:custGeom>
              <a:avLst/>
              <a:gdLst/>
              <a:ahLst/>
              <a:cxnLst/>
              <a:rect l="l" t="t" r="r" b="b"/>
              <a:pathLst>
                <a:path w="3690" h="4723" extrusionOk="0">
                  <a:moveTo>
                    <a:pt x="3674" y="0"/>
                  </a:moveTo>
                  <a:lnTo>
                    <a:pt x="3674" y="0"/>
                  </a:lnTo>
                  <a:cubicBezTo>
                    <a:pt x="3452" y="828"/>
                    <a:pt x="2825" y="1596"/>
                    <a:pt x="2305" y="2228"/>
                  </a:cubicBezTo>
                  <a:lnTo>
                    <a:pt x="2279" y="2263"/>
                  </a:lnTo>
                  <a:cubicBezTo>
                    <a:pt x="2062" y="2526"/>
                    <a:pt x="1749" y="2813"/>
                    <a:pt x="1421" y="3122"/>
                  </a:cubicBezTo>
                  <a:cubicBezTo>
                    <a:pt x="875" y="3627"/>
                    <a:pt x="279" y="4183"/>
                    <a:pt x="1" y="4723"/>
                  </a:cubicBezTo>
                  <a:cubicBezTo>
                    <a:pt x="1678" y="4051"/>
                    <a:pt x="3690" y="1929"/>
                    <a:pt x="3674"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486;p32">
              <a:extLst>
                <a:ext uri="{FF2B5EF4-FFF2-40B4-BE49-F238E27FC236}">
                  <a16:creationId xmlns:a16="http://schemas.microsoft.com/office/drawing/2014/main" id="{9EC95F09-3D60-C0DB-0D32-8F5C2FC1494A}"/>
                </a:ext>
              </a:extLst>
            </p:cNvPr>
            <p:cNvSpPr/>
            <p:nvPr/>
          </p:nvSpPr>
          <p:spPr>
            <a:xfrm>
              <a:off x="4793675" y="3962175"/>
              <a:ext cx="85650" cy="107000"/>
            </a:xfrm>
            <a:custGeom>
              <a:avLst/>
              <a:gdLst/>
              <a:ahLst/>
              <a:cxnLst/>
              <a:rect l="l" t="t" r="r" b="b"/>
              <a:pathLst>
                <a:path w="3426" h="4280" extrusionOk="0">
                  <a:moveTo>
                    <a:pt x="3426" y="0"/>
                  </a:moveTo>
                  <a:cubicBezTo>
                    <a:pt x="3234" y="203"/>
                    <a:pt x="3027" y="415"/>
                    <a:pt x="2810" y="632"/>
                  </a:cubicBezTo>
                  <a:cubicBezTo>
                    <a:pt x="1976" y="1481"/>
                    <a:pt x="1006" y="2471"/>
                    <a:pt x="420" y="3416"/>
                  </a:cubicBezTo>
                  <a:cubicBezTo>
                    <a:pt x="410" y="3466"/>
                    <a:pt x="394" y="3522"/>
                    <a:pt x="385" y="3572"/>
                  </a:cubicBezTo>
                  <a:cubicBezTo>
                    <a:pt x="375" y="3633"/>
                    <a:pt x="329" y="3673"/>
                    <a:pt x="273" y="3684"/>
                  </a:cubicBezTo>
                  <a:cubicBezTo>
                    <a:pt x="268" y="3684"/>
                    <a:pt x="268" y="3678"/>
                    <a:pt x="263" y="3678"/>
                  </a:cubicBezTo>
                  <a:cubicBezTo>
                    <a:pt x="152" y="3885"/>
                    <a:pt x="66" y="4083"/>
                    <a:pt x="0" y="4279"/>
                  </a:cubicBezTo>
                  <a:cubicBezTo>
                    <a:pt x="329" y="3815"/>
                    <a:pt x="814" y="3365"/>
                    <a:pt x="1264" y="2946"/>
                  </a:cubicBezTo>
                  <a:cubicBezTo>
                    <a:pt x="1588" y="2647"/>
                    <a:pt x="1891" y="2360"/>
                    <a:pt x="2097" y="2113"/>
                  </a:cubicBezTo>
                  <a:lnTo>
                    <a:pt x="2127" y="2077"/>
                  </a:lnTo>
                  <a:cubicBezTo>
                    <a:pt x="2618" y="1481"/>
                    <a:pt x="3209" y="758"/>
                    <a:pt x="3426"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487;p32">
              <a:extLst>
                <a:ext uri="{FF2B5EF4-FFF2-40B4-BE49-F238E27FC236}">
                  <a16:creationId xmlns:a16="http://schemas.microsoft.com/office/drawing/2014/main" id="{CB48C226-F434-F90A-F955-FCED76470E03}"/>
                </a:ext>
              </a:extLst>
            </p:cNvPr>
            <p:cNvSpPr/>
            <p:nvPr/>
          </p:nvSpPr>
          <p:spPr>
            <a:xfrm>
              <a:off x="4815925" y="3909375"/>
              <a:ext cx="57350" cy="97525"/>
            </a:xfrm>
            <a:custGeom>
              <a:avLst/>
              <a:gdLst/>
              <a:ahLst/>
              <a:cxnLst/>
              <a:rect l="l" t="t" r="r" b="b"/>
              <a:pathLst>
                <a:path w="2294" h="3901" extrusionOk="0">
                  <a:moveTo>
                    <a:pt x="2293" y="0"/>
                  </a:moveTo>
                  <a:cubicBezTo>
                    <a:pt x="1556" y="268"/>
                    <a:pt x="838" y="1926"/>
                    <a:pt x="516" y="2658"/>
                  </a:cubicBezTo>
                  <a:lnTo>
                    <a:pt x="434" y="2850"/>
                  </a:lnTo>
                  <a:cubicBezTo>
                    <a:pt x="273" y="3213"/>
                    <a:pt x="131" y="3558"/>
                    <a:pt x="0" y="3901"/>
                  </a:cubicBezTo>
                  <a:cubicBezTo>
                    <a:pt x="217" y="3553"/>
                    <a:pt x="449" y="3208"/>
                    <a:pt x="661" y="2896"/>
                  </a:cubicBezTo>
                  <a:cubicBezTo>
                    <a:pt x="798" y="2698"/>
                    <a:pt x="924" y="2516"/>
                    <a:pt x="1031" y="2350"/>
                  </a:cubicBezTo>
                  <a:cubicBezTo>
                    <a:pt x="1111" y="2229"/>
                    <a:pt x="1207" y="2087"/>
                    <a:pt x="1314" y="1935"/>
                  </a:cubicBezTo>
                  <a:cubicBezTo>
                    <a:pt x="1722" y="1364"/>
                    <a:pt x="2263" y="601"/>
                    <a:pt x="2293"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488;p32">
              <a:extLst>
                <a:ext uri="{FF2B5EF4-FFF2-40B4-BE49-F238E27FC236}">
                  <a16:creationId xmlns:a16="http://schemas.microsoft.com/office/drawing/2014/main" id="{5FAEBD4C-B9FD-8F38-DD03-6433A3AC7374}"/>
                </a:ext>
              </a:extLst>
            </p:cNvPr>
            <p:cNvSpPr/>
            <p:nvPr/>
          </p:nvSpPr>
          <p:spPr>
            <a:xfrm>
              <a:off x="4728375" y="3918975"/>
              <a:ext cx="34525" cy="147050"/>
            </a:xfrm>
            <a:custGeom>
              <a:avLst/>
              <a:gdLst/>
              <a:ahLst/>
              <a:cxnLst/>
              <a:rect l="l" t="t" r="r" b="b"/>
              <a:pathLst>
                <a:path w="1381" h="5882" extrusionOk="0">
                  <a:moveTo>
                    <a:pt x="369" y="0"/>
                  </a:moveTo>
                  <a:lnTo>
                    <a:pt x="364" y="5"/>
                  </a:lnTo>
                  <a:cubicBezTo>
                    <a:pt x="350" y="5"/>
                    <a:pt x="309" y="26"/>
                    <a:pt x="259" y="87"/>
                  </a:cubicBezTo>
                  <a:cubicBezTo>
                    <a:pt x="1" y="390"/>
                    <a:pt x="192" y="1582"/>
                    <a:pt x="278" y="2092"/>
                  </a:cubicBezTo>
                  <a:cubicBezTo>
                    <a:pt x="289" y="2178"/>
                    <a:pt x="304" y="2253"/>
                    <a:pt x="313" y="2309"/>
                  </a:cubicBezTo>
                  <a:cubicBezTo>
                    <a:pt x="415" y="3017"/>
                    <a:pt x="637" y="3714"/>
                    <a:pt x="859" y="4386"/>
                  </a:cubicBezTo>
                  <a:lnTo>
                    <a:pt x="870" y="4431"/>
                  </a:lnTo>
                  <a:cubicBezTo>
                    <a:pt x="1031" y="4916"/>
                    <a:pt x="1203" y="5401"/>
                    <a:pt x="1380" y="5881"/>
                  </a:cubicBezTo>
                  <a:cubicBezTo>
                    <a:pt x="1274" y="5170"/>
                    <a:pt x="1208" y="4452"/>
                    <a:pt x="1148" y="3769"/>
                  </a:cubicBezTo>
                  <a:lnTo>
                    <a:pt x="1117" y="3381"/>
                  </a:lnTo>
                  <a:cubicBezTo>
                    <a:pt x="1041" y="2451"/>
                    <a:pt x="966" y="1486"/>
                    <a:pt x="667" y="622"/>
                  </a:cubicBezTo>
                  <a:lnTo>
                    <a:pt x="642" y="546"/>
                  </a:lnTo>
                  <a:cubicBezTo>
                    <a:pt x="592" y="390"/>
                    <a:pt x="471" y="21"/>
                    <a:pt x="369"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489;p32">
              <a:extLst>
                <a:ext uri="{FF2B5EF4-FFF2-40B4-BE49-F238E27FC236}">
                  <a16:creationId xmlns:a16="http://schemas.microsoft.com/office/drawing/2014/main" id="{707CB891-0EBE-E828-5E45-BDD42B962220}"/>
                </a:ext>
              </a:extLst>
            </p:cNvPr>
            <p:cNvSpPr/>
            <p:nvPr/>
          </p:nvSpPr>
          <p:spPr>
            <a:xfrm>
              <a:off x="4737350" y="3729900"/>
              <a:ext cx="61275" cy="242275"/>
            </a:xfrm>
            <a:custGeom>
              <a:avLst/>
              <a:gdLst/>
              <a:ahLst/>
              <a:cxnLst/>
              <a:rect l="l" t="t" r="r" b="b"/>
              <a:pathLst>
                <a:path w="2451" h="9691" extrusionOk="0">
                  <a:moveTo>
                    <a:pt x="1516" y="1"/>
                  </a:moveTo>
                  <a:lnTo>
                    <a:pt x="1516" y="1"/>
                  </a:lnTo>
                  <a:cubicBezTo>
                    <a:pt x="0" y="2753"/>
                    <a:pt x="758" y="6978"/>
                    <a:pt x="2451" y="9690"/>
                  </a:cubicBezTo>
                  <a:cubicBezTo>
                    <a:pt x="2416" y="9534"/>
                    <a:pt x="2375" y="9377"/>
                    <a:pt x="2335" y="9221"/>
                  </a:cubicBezTo>
                  <a:cubicBezTo>
                    <a:pt x="2309" y="9125"/>
                    <a:pt x="2284" y="9028"/>
                    <a:pt x="2258" y="8932"/>
                  </a:cubicBezTo>
                  <a:cubicBezTo>
                    <a:pt x="1971" y="7766"/>
                    <a:pt x="1668" y="6391"/>
                    <a:pt x="1572" y="4972"/>
                  </a:cubicBezTo>
                  <a:cubicBezTo>
                    <a:pt x="1511" y="4026"/>
                    <a:pt x="1516" y="3102"/>
                    <a:pt x="1551" y="2016"/>
                  </a:cubicBezTo>
                  <a:cubicBezTo>
                    <a:pt x="1561" y="1703"/>
                    <a:pt x="1546" y="1370"/>
                    <a:pt x="1537" y="1046"/>
                  </a:cubicBezTo>
                  <a:cubicBezTo>
                    <a:pt x="1521" y="698"/>
                    <a:pt x="1506" y="344"/>
                    <a:pt x="1516"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490;p32">
              <a:extLst>
                <a:ext uri="{FF2B5EF4-FFF2-40B4-BE49-F238E27FC236}">
                  <a16:creationId xmlns:a16="http://schemas.microsoft.com/office/drawing/2014/main" id="{C25D861B-AB5C-CF54-6066-CEE041BFD4F8}"/>
                </a:ext>
              </a:extLst>
            </p:cNvPr>
            <p:cNvSpPr/>
            <p:nvPr/>
          </p:nvSpPr>
          <p:spPr>
            <a:xfrm>
              <a:off x="4781425" y="3726725"/>
              <a:ext cx="30725" cy="228525"/>
            </a:xfrm>
            <a:custGeom>
              <a:avLst/>
              <a:gdLst/>
              <a:ahLst/>
              <a:cxnLst/>
              <a:rect l="l" t="t" r="r" b="b"/>
              <a:pathLst>
                <a:path w="1229" h="9141" extrusionOk="0">
                  <a:moveTo>
                    <a:pt x="26" y="0"/>
                  </a:moveTo>
                  <a:cubicBezTo>
                    <a:pt x="0" y="375"/>
                    <a:pt x="16" y="769"/>
                    <a:pt x="31" y="1163"/>
                  </a:cubicBezTo>
                  <a:cubicBezTo>
                    <a:pt x="40" y="1492"/>
                    <a:pt x="56" y="1830"/>
                    <a:pt x="47" y="2148"/>
                  </a:cubicBezTo>
                  <a:cubicBezTo>
                    <a:pt x="16" y="3229"/>
                    <a:pt x="5" y="4144"/>
                    <a:pt x="66" y="5083"/>
                  </a:cubicBezTo>
                  <a:cubicBezTo>
                    <a:pt x="157" y="6478"/>
                    <a:pt x="465" y="7842"/>
                    <a:pt x="749" y="8994"/>
                  </a:cubicBezTo>
                  <a:cubicBezTo>
                    <a:pt x="763" y="9045"/>
                    <a:pt x="774" y="9090"/>
                    <a:pt x="784" y="9141"/>
                  </a:cubicBezTo>
                  <a:cubicBezTo>
                    <a:pt x="804" y="8707"/>
                    <a:pt x="829" y="8215"/>
                    <a:pt x="865" y="7686"/>
                  </a:cubicBezTo>
                  <a:cubicBezTo>
                    <a:pt x="1021" y="5139"/>
                    <a:pt x="1229" y="1709"/>
                    <a:pt x="26"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491;p32">
              <a:extLst>
                <a:ext uri="{FF2B5EF4-FFF2-40B4-BE49-F238E27FC236}">
                  <a16:creationId xmlns:a16="http://schemas.microsoft.com/office/drawing/2014/main" id="{03142295-4455-4449-8F77-BB6ABB2EF139}"/>
                </a:ext>
              </a:extLst>
            </p:cNvPr>
            <p:cNvSpPr/>
            <p:nvPr/>
          </p:nvSpPr>
          <p:spPr>
            <a:xfrm>
              <a:off x="5007025" y="3663975"/>
              <a:ext cx="107625" cy="79325"/>
            </a:xfrm>
            <a:custGeom>
              <a:avLst/>
              <a:gdLst/>
              <a:ahLst/>
              <a:cxnLst/>
              <a:rect l="l" t="t" r="r" b="b"/>
              <a:pathLst>
                <a:path w="4305" h="3173" extrusionOk="0">
                  <a:moveTo>
                    <a:pt x="4305" y="0"/>
                  </a:moveTo>
                  <a:lnTo>
                    <a:pt x="4305" y="0"/>
                  </a:lnTo>
                  <a:cubicBezTo>
                    <a:pt x="4037" y="176"/>
                    <a:pt x="3724" y="369"/>
                    <a:pt x="3395" y="570"/>
                  </a:cubicBezTo>
                  <a:cubicBezTo>
                    <a:pt x="2880" y="889"/>
                    <a:pt x="2344" y="1218"/>
                    <a:pt x="2046" y="1449"/>
                  </a:cubicBezTo>
                  <a:cubicBezTo>
                    <a:pt x="1778" y="1657"/>
                    <a:pt x="1521" y="1890"/>
                    <a:pt x="1248" y="2142"/>
                  </a:cubicBezTo>
                  <a:cubicBezTo>
                    <a:pt x="859" y="2491"/>
                    <a:pt x="460" y="2850"/>
                    <a:pt x="35" y="3137"/>
                  </a:cubicBezTo>
                  <a:cubicBezTo>
                    <a:pt x="26" y="3147"/>
                    <a:pt x="15" y="3163"/>
                    <a:pt x="0" y="3172"/>
                  </a:cubicBezTo>
                  <a:cubicBezTo>
                    <a:pt x="1263" y="2683"/>
                    <a:pt x="3587" y="1127"/>
                    <a:pt x="4305"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492;p32">
              <a:extLst>
                <a:ext uri="{FF2B5EF4-FFF2-40B4-BE49-F238E27FC236}">
                  <a16:creationId xmlns:a16="http://schemas.microsoft.com/office/drawing/2014/main" id="{02430352-A934-EF20-3982-A287FDC74823}"/>
                </a:ext>
              </a:extLst>
            </p:cNvPr>
            <p:cNvSpPr/>
            <p:nvPr/>
          </p:nvSpPr>
          <p:spPr>
            <a:xfrm>
              <a:off x="5004475" y="3654600"/>
              <a:ext cx="112325" cy="80475"/>
            </a:xfrm>
            <a:custGeom>
              <a:avLst/>
              <a:gdLst/>
              <a:ahLst/>
              <a:cxnLst/>
              <a:rect l="l" t="t" r="r" b="b"/>
              <a:pathLst>
                <a:path w="4493" h="3219" extrusionOk="0">
                  <a:moveTo>
                    <a:pt x="4493" y="1"/>
                  </a:moveTo>
                  <a:lnTo>
                    <a:pt x="4493" y="1"/>
                  </a:lnTo>
                  <a:cubicBezTo>
                    <a:pt x="2022" y="289"/>
                    <a:pt x="597" y="2169"/>
                    <a:pt x="0" y="3184"/>
                  </a:cubicBezTo>
                  <a:cubicBezTo>
                    <a:pt x="37" y="3184"/>
                    <a:pt x="72" y="3199"/>
                    <a:pt x="102" y="3219"/>
                  </a:cubicBezTo>
                  <a:cubicBezTo>
                    <a:pt x="471" y="2952"/>
                    <a:pt x="830" y="2633"/>
                    <a:pt x="1173" y="2320"/>
                  </a:cubicBezTo>
                  <a:cubicBezTo>
                    <a:pt x="1441" y="2083"/>
                    <a:pt x="1714" y="1835"/>
                    <a:pt x="1987" y="1618"/>
                  </a:cubicBezTo>
                  <a:cubicBezTo>
                    <a:pt x="2299" y="1376"/>
                    <a:pt x="2835" y="1047"/>
                    <a:pt x="3360" y="728"/>
                  </a:cubicBezTo>
                  <a:cubicBezTo>
                    <a:pt x="3770" y="471"/>
                    <a:pt x="4199" y="213"/>
                    <a:pt x="4493"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93;p32">
              <a:extLst>
                <a:ext uri="{FF2B5EF4-FFF2-40B4-BE49-F238E27FC236}">
                  <a16:creationId xmlns:a16="http://schemas.microsoft.com/office/drawing/2014/main" id="{C2B0D438-EDC5-C8E0-BD83-64A836199804}"/>
                </a:ext>
              </a:extLst>
            </p:cNvPr>
            <p:cNvSpPr/>
            <p:nvPr/>
          </p:nvSpPr>
          <p:spPr>
            <a:xfrm>
              <a:off x="4897250" y="3666375"/>
              <a:ext cx="65450" cy="150075"/>
            </a:xfrm>
            <a:custGeom>
              <a:avLst/>
              <a:gdLst/>
              <a:ahLst/>
              <a:cxnLst/>
              <a:rect l="l" t="t" r="r" b="b"/>
              <a:pathLst>
                <a:path w="2618" h="6003" extrusionOk="0">
                  <a:moveTo>
                    <a:pt x="2617" y="0"/>
                  </a:moveTo>
                  <a:lnTo>
                    <a:pt x="2617" y="0"/>
                  </a:lnTo>
                  <a:cubicBezTo>
                    <a:pt x="1223" y="1262"/>
                    <a:pt x="360" y="3239"/>
                    <a:pt x="1" y="6002"/>
                  </a:cubicBezTo>
                  <a:cubicBezTo>
                    <a:pt x="415" y="4860"/>
                    <a:pt x="940" y="3582"/>
                    <a:pt x="1688" y="2339"/>
                  </a:cubicBezTo>
                  <a:cubicBezTo>
                    <a:pt x="1901" y="1985"/>
                    <a:pt x="2046" y="1541"/>
                    <a:pt x="2188" y="1106"/>
                  </a:cubicBezTo>
                  <a:cubicBezTo>
                    <a:pt x="2314" y="728"/>
                    <a:pt x="2440" y="339"/>
                    <a:pt x="2617"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494;p32">
              <a:extLst>
                <a:ext uri="{FF2B5EF4-FFF2-40B4-BE49-F238E27FC236}">
                  <a16:creationId xmlns:a16="http://schemas.microsoft.com/office/drawing/2014/main" id="{62CEF696-A6C5-0A64-3E13-FAD4BB4EDB05}"/>
                </a:ext>
              </a:extLst>
            </p:cNvPr>
            <p:cNvSpPr/>
            <p:nvPr/>
          </p:nvSpPr>
          <p:spPr>
            <a:xfrm>
              <a:off x="4903825" y="3659550"/>
              <a:ext cx="74150" cy="157650"/>
            </a:xfrm>
            <a:custGeom>
              <a:avLst/>
              <a:gdLst/>
              <a:ahLst/>
              <a:cxnLst/>
              <a:rect l="l" t="t" r="r" b="b"/>
              <a:pathLst>
                <a:path w="2966" h="6306" extrusionOk="0">
                  <a:moveTo>
                    <a:pt x="2834" y="0"/>
                  </a:moveTo>
                  <a:lnTo>
                    <a:pt x="2834" y="0"/>
                  </a:lnTo>
                  <a:cubicBezTo>
                    <a:pt x="2531" y="379"/>
                    <a:pt x="2349" y="929"/>
                    <a:pt x="2172" y="1460"/>
                  </a:cubicBezTo>
                  <a:cubicBezTo>
                    <a:pt x="2026" y="1910"/>
                    <a:pt x="1869" y="2370"/>
                    <a:pt x="1647" y="2743"/>
                  </a:cubicBezTo>
                  <a:cubicBezTo>
                    <a:pt x="925" y="3951"/>
                    <a:pt x="414" y="5189"/>
                    <a:pt x="1" y="6306"/>
                  </a:cubicBezTo>
                  <a:cubicBezTo>
                    <a:pt x="1207" y="4587"/>
                    <a:pt x="2965" y="1971"/>
                    <a:pt x="2834"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495;p32">
              <a:extLst>
                <a:ext uri="{FF2B5EF4-FFF2-40B4-BE49-F238E27FC236}">
                  <a16:creationId xmlns:a16="http://schemas.microsoft.com/office/drawing/2014/main" id="{20F8433A-6BB4-10D5-1119-2DBA70FDD57A}"/>
                </a:ext>
              </a:extLst>
            </p:cNvPr>
            <p:cNvSpPr/>
            <p:nvPr/>
          </p:nvSpPr>
          <p:spPr>
            <a:xfrm>
              <a:off x="4866825" y="3816300"/>
              <a:ext cx="156375" cy="57975"/>
            </a:xfrm>
            <a:custGeom>
              <a:avLst/>
              <a:gdLst/>
              <a:ahLst/>
              <a:cxnLst/>
              <a:rect l="l" t="t" r="r" b="b"/>
              <a:pathLst>
                <a:path w="6255" h="2319" extrusionOk="0">
                  <a:moveTo>
                    <a:pt x="6255" y="0"/>
                  </a:moveTo>
                  <a:cubicBezTo>
                    <a:pt x="4148" y="243"/>
                    <a:pt x="1283" y="1106"/>
                    <a:pt x="0" y="2319"/>
                  </a:cubicBezTo>
                  <a:cubicBezTo>
                    <a:pt x="460" y="2258"/>
                    <a:pt x="965" y="2097"/>
                    <a:pt x="1425" y="1941"/>
                  </a:cubicBezTo>
                  <a:cubicBezTo>
                    <a:pt x="1647" y="1864"/>
                    <a:pt x="1859" y="1799"/>
                    <a:pt x="2062" y="1738"/>
                  </a:cubicBezTo>
                  <a:cubicBezTo>
                    <a:pt x="2859" y="1510"/>
                    <a:pt x="3572" y="1213"/>
                    <a:pt x="4249" y="829"/>
                  </a:cubicBezTo>
                  <a:cubicBezTo>
                    <a:pt x="4977" y="414"/>
                    <a:pt x="5583" y="182"/>
                    <a:pt x="6255"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496;p32">
              <a:extLst>
                <a:ext uri="{FF2B5EF4-FFF2-40B4-BE49-F238E27FC236}">
                  <a16:creationId xmlns:a16="http://schemas.microsoft.com/office/drawing/2014/main" id="{04921499-D851-1ACD-2952-5E7AF89D30E4}"/>
                </a:ext>
              </a:extLst>
            </p:cNvPr>
            <p:cNvSpPr/>
            <p:nvPr/>
          </p:nvSpPr>
          <p:spPr>
            <a:xfrm>
              <a:off x="4876675" y="3819700"/>
              <a:ext cx="160175" cy="62925"/>
            </a:xfrm>
            <a:custGeom>
              <a:avLst/>
              <a:gdLst/>
              <a:ahLst/>
              <a:cxnLst/>
              <a:rect l="l" t="t" r="r" b="b"/>
              <a:pathLst>
                <a:path w="6407" h="2517" extrusionOk="0">
                  <a:moveTo>
                    <a:pt x="6406" y="0"/>
                  </a:moveTo>
                  <a:lnTo>
                    <a:pt x="6406" y="0"/>
                  </a:lnTo>
                  <a:cubicBezTo>
                    <a:pt x="5548" y="198"/>
                    <a:pt x="4855" y="420"/>
                    <a:pt x="3981" y="919"/>
                  </a:cubicBezTo>
                  <a:cubicBezTo>
                    <a:pt x="3294" y="1313"/>
                    <a:pt x="2556" y="1623"/>
                    <a:pt x="1733" y="1854"/>
                  </a:cubicBezTo>
                  <a:cubicBezTo>
                    <a:pt x="1541" y="1910"/>
                    <a:pt x="1334" y="1980"/>
                    <a:pt x="1117" y="2052"/>
                  </a:cubicBezTo>
                  <a:cubicBezTo>
                    <a:pt x="758" y="2173"/>
                    <a:pt x="374" y="2299"/>
                    <a:pt x="0" y="2381"/>
                  </a:cubicBezTo>
                  <a:cubicBezTo>
                    <a:pt x="56" y="2390"/>
                    <a:pt x="122" y="2400"/>
                    <a:pt x="177" y="2411"/>
                  </a:cubicBezTo>
                  <a:cubicBezTo>
                    <a:pt x="489" y="2464"/>
                    <a:pt x="790" y="2517"/>
                    <a:pt x="1112" y="2517"/>
                  </a:cubicBezTo>
                  <a:cubicBezTo>
                    <a:pt x="1342" y="2517"/>
                    <a:pt x="1583" y="2490"/>
                    <a:pt x="1845" y="2416"/>
                  </a:cubicBezTo>
                  <a:cubicBezTo>
                    <a:pt x="3107" y="2066"/>
                    <a:pt x="5270" y="1101"/>
                    <a:pt x="6406"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497;p32">
            <a:extLst>
              <a:ext uri="{FF2B5EF4-FFF2-40B4-BE49-F238E27FC236}">
                <a16:creationId xmlns:a16="http://schemas.microsoft.com/office/drawing/2014/main" id="{25A8B1D3-E27F-EB2F-19D1-AF84F3CB9385}"/>
              </a:ext>
            </a:extLst>
          </p:cNvPr>
          <p:cNvGrpSpPr/>
          <p:nvPr/>
        </p:nvGrpSpPr>
        <p:grpSpPr>
          <a:xfrm>
            <a:off x="7696627" y="299119"/>
            <a:ext cx="403418" cy="392449"/>
            <a:chOff x="6868725" y="988525"/>
            <a:chExt cx="187575" cy="182475"/>
          </a:xfrm>
        </p:grpSpPr>
        <p:sp>
          <p:nvSpPr>
            <p:cNvPr id="19" name="Google Shape;1498;p32">
              <a:extLst>
                <a:ext uri="{FF2B5EF4-FFF2-40B4-BE49-F238E27FC236}">
                  <a16:creationId xmlns:a16="http://schemas.microsoft.com/office/drawing/2014/main" id="{A7D1DD5C-8513-1F59-4C3D-2F6B6120CAAB}"/>
                </a:ext>
              </a:extLst>
            </p:cNvPr>
            <p:cNvSpPr/>
            <p:nvPr/>
          </p:nvSpPr>
          <p:spPr>
            <a:xfrm>
              <a:off x="6868725" y="988525"/>
              <a:ext cx="187575" cy="182475"/>
            </a:xfrm>
            <a:custGeom>
              <a:avLst/>
              <a:gdLst/>
              <a:ahLst/>
              <a:cxnLst/>
              <a:rect l="l" t="t" r="r" b="b"/>
              <a:pathLst>
                <a:path w="7503" h="7299" extrusionOk="0">
                  <a:moveTo>
                    <a:pt x="3644" y="189"/>
                  </a:moveTo>
                  <a:cubicBezTo>
                    <a:pt x="3812" y="189"/>
                    <a:pt x="3969" y="282"/>
                    <a:pt x="4108" y="459"/>
                  </a:cubicBezTo>
                  <a:cubicBezTo>
                    <a:pt x="4527" y="999"/>
                    <a:pt x="4285" y="2136"/>
                    <a:pt x="4007" y="2828"/>
                  </a:cubicBezTo>
                  <a:cubicBezTo>
                    <a:pt x="3977" y="2812"/>
                    <a:pt x="3946" y="2798"/>
                    <a:pt x="3911" y="2788"/>
                  </a:cubicBezTo>
                  <a:cubicBezTo>
                    <a:pt x="3926" y="2777"/>
                    <a:pt x="3936" y="2762"/>
                    <a:pt x="3936" y="2747"/>
                  </a:cubicBezTo>
                  <a:cubicBezTo>
                    <a:pt x="3991" y="2485"/>
                    <a:pt x="4012" y="2196"/>
                    <a:pt x="4007" y="1828"/>
                  </a:cubicBezTo>
                  <a:cubicBezTo>
                    <a:pt x="4007" y="1792"/>
                    <a:pt x="3982" y="1762"/>
                    <a:pt x="3946" y="1762"/>
                  </a:cubicBezTo>
                  <a:cubicBezTo>
                    <a:pt x="3911" y="1762"/>
                    <a:pt x="3881" y="1792"/>
                    <a:pt x="3881" y="1828"/>
                  </a:cubicBezTo>
                  <a:cubicBezTo>
                    <a:pt x="3886" y="2191"/>
                    <a:pt x="3865" y="2464"/>
                    <a:pt x="3814" y="2721"/>
                  </a:cubicBezTo>
                  <a:cubicBezTo>
                    <a:pt x="3809" y="2737"/>
                    <a:pt x="3814" y="2747"/>
                    <a:pt x="3820" y="2762"/>
                  </a:cubicBezTo>
                  <a:cubicBezTo>
                    <a:pt x="3782" y="2754"/>
                    <a:pt x="3743" y="2750"/>
                    <a:pt x="3703" y="2750"/>
                  </a:cubicBezTo>
                  <a:cubicBezTo>
                    <a:pt x="3649" y="2750"/>
                    <a:pt x="3594" y="2757"/>
                    <a:pt x="3541" y="2772"/>
                  </a:cubicBezTo>
                  <a:lnTo>
                    <a:pt x="3541" y="2752"/>
                  </a:lnTo>
                  <a:cubicBezTo>
                    <a:pt x="3537" y="2676"/>
                    <a:pt x="3527" y="2595"/>
                    <a:pt x="3522" y="2515"/>
                  </a:cubicBezTo>
                  <a:cubicBezTo>
                    <a:pt x="3501" y="2273"/>
                    <a:pt x="3481" y="2030"/>
                    <a:pt x="3451" y="1797"/>
                  </a:cubicBezTo>
                  <a:cubicBezTo>
                    <a:pt x="3446" y="1765"/>
                    <a:pt x="3420" y="1741"/>
                    <a:pt x="3389" y="1741"/>
                  </a:cubicBezTo>
                  <a:cubicBezTo>
                    <a:pt x="3386" y="1741"/>
                    <a:pt x="3383" y="1741"/>
                    <a:pt x="3380" y="1742"/>
                  </a:cubicBezTo>
                  <a:cubicBezTo>
                    <a:pt x="3345" y="1746"/>
                    <a:pt x="3320" y="1777"/>
                    <a:pt x="3324" y="1812"/>
                  </a:cubicBezTo>
                  <a:cubicBezTo>
                    <a:pt x="3355" y="2040"/>
                    <a:pt x="3375" y="2287"/>
                    <a:pt x="3396" y="2525"/>
                  </a:cubicBezTo>
                  <a:cubicBezTo>
                    <a:pt x="3401" y="2606"/>
                    <a:pt x="3411" y="2686"/>
                    <a:pt x="3415" y="2762"/>
                  </a:cubicBezTo>
                  <a:cubicBezTo>
                    <a:pt x="3415" y="2777"/>
                    <a:pt x="3426" y="2788"/>
                    <a:pt x="3431" y="2798"/>
                  </a:cubicBezTo>
                  <a:cubicBezTo>
                    <a:pt x="3406" y="2802"/>
                    <a:pt x="3385" y="2807"/>
                    <a:pt x="3366" y="2812"/>
                  </a:cubicBezTo>
                  <a:cubicBezTo>
                    <a:pt x="3360" y="2798"/>
                    <a:pt x="3355" y="2788"/>
                    <a:pt x="3350" y="2777"/>
                  </a:cubicBezTo>
                  <a:lnTo>
                    <a:pt x="3320" y="2727"/>
                  </a:lnTo>
                  <a:cubicBezTo>
                    <a:pt x="3269" y="2651"/>
                    <a:pt x="3214" y="2570"/>
                    <a:pt x="3153" y="2485"/>
                  </a:cubicBezTo>
                  <a:cubicBezTo>
                    <a:pt x="2976" y="1969"/>
                    <a:pt x="2885" y="1282"/>
                    <a:pt x="2965" y="898"/>
                  </a:cubicBezTo>
                  <a:cubicBezTo>
                    <a:pt x="3037" y="550"/>
                    <a:pt x="3280" y="261"/>
                    <a:pt x="3541" y="200"/>
                  </a:cubicBezTo>
                  <a:cubicBezTo>
                    <a:pt x="3576" y="193"/>
                    <a:pt x="3610" y="189"/>
                    <a:pt x="3644" y="189"/>
                  </a:cubicBezTo>
                  <a:close/>
                  <a:moveTo>
                    <a:pt x="1339" y="1226"/>
                  </a:moveTo>
                  <a:cubicBezTo>
                    <a:pt x="1995" y="1226"/>
                    <a:pt x="2582" y="1979"/>
                    <a:pt x="2986" y="2570"/>
                  </a:cubicBezTo>
                  <a:cubicBezTo>
                    <a:pt x="3026" y="2691"/>
                    <a:pt x="3072" y="2798"/>
                    <a:pt x="3123" y="2893"/>
                  </a:cubicBezTo>
                  <a:cubicBezTo>
                    <a:pt x="3037" y="2933"/>
                    <a:pt x="2972" y="2984"/>
                    <a:pt x="2916" y="3030"/>
                  </a:cubicBezTo>
                  <a:cubicBezTo>
                    <a:pt x="2870" y="3005"/>
                    <a:pt x="2825" y="2980"/>
                    <a:pt x="2779" y="2954"/>
                  </a:cubicBezTo>
                  <a:cubicBezTo>
                    <a:pt x="2536" y="2823"/>
                    <a:pt x="2305" y="2697"/>
                    <a:pt x="2132" y="2485"/>
                  </a:cubicBezTo>
                  <a:cubicBezTo>
                    <a:pt x="2118" y="2471"/>
                    <a:pt x="2100" y="2463"/>
                    <a:pt x="2082" y="2463"/>
                  </a:cubicBezTo>
                  <a:cubicBezTo>
                    <a:pt x="2067" y="2463"/>
                    <a:pt x="2053" y="2468"/>
                    <a:pt x="2042" y="2479"/>
                  </a:cubicBezTo>
                  <a:cubicBezTo>
                    <a:pt x="2016" y="2499"/>
                    <a:pt x="2011" y="2539"/>
                    <a:pt x="2037" y="2565"/>
                  </a:cubicBezTo>
                  <a:cubicBezTo>
                    <a:pt x="2223" y="2793"/>
                    <a:pt x="2461" y="2924"/>
                    <a:pt x="2718" y="3066"/>
                  </a:cubicBezTo>
                  <a:cubicBezTo>
                    <a:pt x="2708" y="3066"/>
                    <a:pt x="2704" y="3061"/>
                    <a:pt x="2699" y="3061"/>
                  </a:cubicBezTo>
                  <a:cubicBezTo>
                    <a:pt x="2032" y="2984"/>
                    <a:pt x="1510" y="2758"/>
                    <a:pt x="1142" y="2383"/>
                  </a:cubicBezTo>
                  <a:cubicBezTo>
                    <a:pt x="859" y="2096"/>
                    <a:pt x="717" y="1701"/>
                    <a:pt x="813" y="1469"/>
                  </a:cubicBezTo>
                  <a:cubicBezTo>
                    <a:pt x="894" y="1266"/>
                    <a:pt x="1142" y="1226"/>
                    <a:pt x="1339" y="1226"/>
                  </a:cubicBezTo>
                  <a:close/>
                  <a:moveTo>
                    <a:pt x="5659" y="1275"/>
                  </a:moveTo>
                  <a:cubicBezTo>
                    <a:pt x="5866" y="1275"/>
                    <a:pt x="6070" y="1341"/>
                    <a:pt x="6225" y="1464"/>
                  </a:cubicBezTo>
                  <a:cubicBezTo>
                    <a:pt x="6412" y="1611"/>
                    <a:pt x="6507" y="1818"/>
                    <a:pt x="6503" y="2049"/>
                  </a:cubicBezTo>
                  <a:cubicBezTo>
                    <a:pt x="6493" y="2661"/>
                    <a:pt x="5831" y="3055"/>
                    <a:pt x="5184" y="3328"/>
                  </a:cubicBezTo>
                  <a:cubicBezTo>
                    <a:pt x="4987" y="3399"/>
                    <a:pt x="4800" y="3469"/>
                    <a:pt x="4639" y="3535"/>
                  </a:cubicBezTo>
                  <a:lnTo>
                    <a:pt x="4497" y="3591"/>
                  </a:lnTo>
                  <a:cubicBezTo>
                    <a:pt x="4481" y="3505"/>
                    <a:pt x="4462" y="3418"/>
                    <a:pt x="4431" y="3343"/>
                  </a:cubicBezTo>
                  <a:lnTo>
                    <a:pt x="4431" y="3338"/>
                  </a:lnTo>
                  <a:cubicBezTo>
                    <a:pt x="4674" y="3101"/>
                    <a:pt x="5118" y="2879"/>
                    <a:pt x="5300" y="2793"/>
                  </a:cubicBezTo>
                  <a:cubicBezTo>
                    <a:pt x="5330" y="2777"/>
                    <a:pt x="5346" y="2737"/>
                    <a:pt x="5330" y="2707"/>
                  </a:cubicBezTo>
                  <a:cubicBezTo>
                    <a:pt x="5319" y="2685"/>
                    <a:pt x="5295" y="2670"/>
                    <a:pt x="5271" y="2670"/>
                  </a:cubicBezTo>
                  <a:cubicBezTo>
                    <a:pt x="5262" y="2670"/>
                    <a:pt x="5253" y="2672"/>
                    <a:pt x="5245" y="2676"/>
                  </a:cubicBezTo>
                  <a:cubicBezTo>
                    <a:pt x="5022" y="2782"/>
                    <a:pt x="4623" y="2989"/>
                    <a:pt x="4371" y="3222"/>
                  </a:cubicBezTo>
                  <a:cubicBezTo>
                    <a:pt x="4371" y="3212"/>
                    <a:pt x="4366" y="3201"/>
                    <a:pt x="4360" y="3192"/>
                  </a:cubicBezTo>
                  <a:lnTo>
                    <a:pt x="4366" y="3192"/>
                  </a:lnTo>
                  <a:cubicBezTo>
                    <a:pt x="4385" y="3192"/>
                    <a:pt x="4411" y="3182"/>
                    <a:pt x="4421" y="3157"/>
                  </a:cubicBezTo>
                  <a:cubicBezTo>
                    <a:pt x="4562" y="2863"/>
                    <a:pt x="4714" y="2590"/>
                    <a:pt x="4957" y="2413"/>
                  </a:cubicBezTo>
                  <a:cubicBezTo>
                    <a:pt x="4987" y="2394"/>
                    <a:pt x="4992" y="2353"/>
                    <a:pt x="4972" y="2327"/>
                  </a:cubicBezTo>
                  <a:cubicBezTo>
                    <a:pt x="4960" y="2309"/>
                    <a:pt x="4943" y="2300"/>
                    <a:pt x="4924" y="2300"/>
                  </a:cubicBezTo>
                  <a:cubicBezTo>
                    <a:pt x="4912" y="2300"/>
                    <a:pt x="4898" y="2304"/>
                    <a:pt x="4886" y="2313"/>
                  </a:cubicBezTo>
                  <a:cubicBezTo>
                    <a:pt x="4613" y="2504"/>
                    <a:pt x="4457" y="2793"/>
                    <a:pt x="4310" y="3101"/>
                  </a:cubicBezTo>
                  <a:lnTo>
                    <a:pt x="4305" y="3106"/>
                  </a:lnTo>
                  <a:cubicBezTo>
                    <a:pt x="4275" y="3061"/>
                    <a:pt x="4239" y="3015"/>
                    <a:pt x="4199" y="2975"/>
                  </a:cubicBezTo>
                  <a:lnTo>
                    <a:pt x="4199" y="2970"/>
                  </a:lnTo>
                  <a:cubicBezTo>
                    <a:pt x="4371" y="2277"/>
                    <a:pt x="4826" y="1464"/>
                    <a:pt x="5411" y="1307"/>
                  </a:cubicBezTo>
                  <a:cubicBezTo>
                    <a:pt x="5492" y="1286"/>
                    <a:pt x="5576" y="1275"/>
                    <a:pt x="5659" y="1275"/>
                  </a:cubicBezTo>
                  <a:close/>
                  <a:moveTo>
                    <a:pt x="3709" y="2873"/>
                  </a:moveTo>
                  <a:cubicBezTo>
                    <a:pt x="3809" y="2873"/>
                    <a:pt x="3900" y="2909"/>
                    <a:pt x="3966" y="2949"/>
                  </a:cubicBezTo>
                  <a:cubicBezTo>
                    <a:pt x="3972" y="2984"/>
                    <a:pt x="3991" y="3015"/>
                    <a:pt x="4022" y="3030"/>
                  </a:cubicBezTo>
                  <a:cubicBezTo>
                    <a:pt x="4034" y="3036"/>
                    <a:pt x="4046" y="3038"/>
                    <a:pt x="4058" y="3038"/>
                  </a:cubicBezTo>
                  <a:cubicBezTo>
                    <a:pt x="4066" y="3038"/>
                    <a:pt x="4074" y="3037"/>
                    <a:pt x="4082" y="3035"/>
                  </a:cubicBezTo>
                  <a:cubicBezTo>
                    <a:pt x="4234" y="3176"/>
                    <a:pt x="4345" y="3404"/>
                    <a:pt x="4376" y="3642"/>
                  </a:cubicBezTo>
                  <a:cubicBezTo>
                    <a:pt x="4385" y="3702"/>
                    <a:pt x="4385" y="3768"/>
                    <a:pt x="4385" y="3833"/>
                  </a:cubicBezTo>
                  <a:cubicBezTo>
                    <a:pt x="4376" y="3975"/>
                    <a:pt x="4341" y="4116"/>
                    <a:pt x="4259" y="4237"/>
                  </a:cubicBezTo>
                  <a:cubicBezTo>
                    <a:pt x="4098" y="4486"/>
                    <a:pt x="3897" y="4616"/>
                    <a:pt x="3679" y="4616"/>
                  </a:cubicBezTo>
                  <a:cubicBezTo>
                    <a:pt x="3609" y="4616"/>
                    <a:pt x="3538" y="4603"/>
                    <a:pt x="3466" y="4576"/>
                  </a:cubicBezTo>
                  <a:cubicBezTo>
                    <a:pt x="3254" y="4495"/>
                    <a:pt x="3067" y="4318"/>
                    <a:pt x="2946" y="4101"/>
                  </a:cubicBezTo>
                  <a:cubicBezTo>
                    <a:pt x="2941" y="4085"/>
                    <a:pt x="2935" y="4066"/>
                    <a:pt x="2925" y="4050"/>
                  </a:cubicBezTo>
                  <a:cubicBezTo>
                    <a:pt x="2921" y="4045"/>
                    <a:pt x="2916" y="4041"/>
                    <a:pt x="2911" y="4036"/>
                  </a:cubicBezTo>
                  <a:cubicBezTo>
                    <a:pt x="2911" y="4036"/>
                    <a:pt x="2905" y="4036"/>
                    <a:pt x="2905" y="4031"/>
                  </a:cubicBezTo>
                  <a:cubicBezTo>
                    <a:pt x="2820" y="3859"/>
                    <a:pt x="2779" y="3667"/>
                    <a:pt x="2804" y="3495"/>
                  </a:cubicBezTo>
                  <a:cubicBezTo>
                    <a:pt x="2835" y="3297"/>
                    <a:pt x="2941" y="3146"/>
                    <a:pt x="3117" y="3045"/>
                  </a:cubicBezTo>
                  <a:lnTo>
                    <a:pt x="3117" y="3045"/>
                  </a:lnTo>
                  <a:cubicBezTo>
                    <a:pt x="3112" y="3061"/>
                    <a:pt x="3112" y="3080"/>
                    <a:pt x="3123" y="3096"/>
                  </a:cubicBezTo>
                  <a:cubicBezTo>
                    <a:pt x="3135" y="3115"/>
                    <a:pt x="3154" y="3124"/>
                    <a:pt x="3174" y="3124"/>
                  </a:cubicBezTo>
                  <a:cubicBezTo>
                    <a:pt x="3185" y="3124"/>
                    <a:pt x="3197" y="3121"/>
                    <a:pt x="3208" y="3115"/>
                  </a:cubicBezTo>
                  <a:lnTo>
                    <a:pt x="3264" y="3080"/>
                  </a:lnTo>
                  <a:cubicBezTo>
                    <a:pt x="3275" y="3070"/>
                    <a:pt x="3280" y="3066"/>
                    <a:pt x="3289" y="3061"/>
                  </a:cubicBezTo>
                  <a:cubicBezTo>
                    <a:pt x="3299" y="3061"/>
                    <a:pt x="3310" y="3055"/>
                    <a:pt x="3320" y="3050"/>
                  </a:cubicBezTo>
                  <a:cubicBezTo>
                    <a:pt x="3340" y="3035"/>
                    <a:pt x="3350" y="3020"/>
                    <a:pt x="3355" y="3005"/>
                  </a:cubicBezTo>
                  <a:cubicBezTo>
                    <a:pt x="3420" y="2959"/>
                    <a:pt x="3476" y="2924"/>
                    <a:pt x="3537" y="2903"/>
                  </a:cubicBezTo>
                  <a:cubicBezTo>
                    <a:pt x="3578" y="2898"/>
                    <a:pt x="3623" y="2893"/>
                    <a:pt x="3669" y="2893"/>
                  </a:cubicBezTo>
                  <a:cubicBezTo>
                    <a:pt x="3683" y="2889"/>
                    <a:pt x="3699" y="2884"/>
                    <a:pt x="3709" y="2873"/>
                  </a:cubicBezTo>
                  <a:close/>
                  <a:moveTo>
                    <a:pt x="2748" y="3085"/>
                  </a:moveTo>
                  <a:lnTo>
                    <a:pt x="2748" y="3085"/>
                  </a:lnTo>
                  <a:cubicBezTo>
                    <a:pt x="2774" y="3096"/>
                    <a:pt x="2799" y="3110"/>
                    <a:pt x="2825" y="3126"/>
                  </a:cubicBezTo>
                  <a:cubicBezTo>
                    <a:pt x="2764" y="3206"/>
                    <a:pt x="2723" y="3292"/>
                    <a:pt x="2704" y="3369"/>
                  </a:cubicBezTo>
                  <a:cubicBezTo>
                    <a:pt x="2668" y="3366"/>
                    <a:pt x="2632" y="3364"/>
                    <a:pt x="2597" y="3364"/>
                  </a:cubicBezTo>
                  <a:cubicBezTo>
                    <a:pt x="2445" y="3364"/>
                    <a:pt x="2303" y="3390"/>
                    <a:pt x="2163" y="3418"/>
                  </a:cubicBezTo>
                  <a:cubicBezTo>
                    <a:pt x="2067" y="3434"/>
                    <a:pt x="1965" y="3455"/>
                    <a:pt x="1869" y="3465"/>
                  </a:cubicBezTo>
                  <a:cubicBezTo>
                    <a:pt x="1834" y="3465"/>
                    <a:pt x="1809" y="3500"/>
                    <a:pt x="1809" y="3530"/>
                  </a:cubicBezTo>
                  <a:cubicBezTo>
                    <a:pt x="1814" y="3565"/>
                    <a:pt x="1839" y="3591"/>
                    <a:pt x="1874" y="3591"/>
                  </a:cubicBezTo>
                  <a:lnTo>
                    <a:pt x="1880" y="3591"/>
                  </a:lnTo>
                  <a:cubicBezTo>
                    <a:pt x="1986" y="3581"/>
                    <a:pt x="2086" y="3560"/>
                    <a:pt x="2183" y="3540"/>
                  </a:cubicBezTo>
                  <a:cubicBezTo>
                    <a:pt x="2318" y="3515"/>
                    <a:pt x="2450" y="3491"/>
                    <a:pt x="2584" y="3491"/>
                  </a:cubicBezTo>
                  <a:cubicBezTo>
                    <a:pt x="2615" y="3491"/>
                    <a:pt x="2647" y="3492"/>
                    <a:pt x="2678" y="3495"/>
                  </a:cubicBezTo>
                  <a:cubicBezTo>
                    <a:pt x="2673" y="3555"/>
                    <a:pt x="2668" y="3616"/>
                    <a:pt x="2678" y="3677"/>
                  </a:cubicBezTo>
                  <a:cubicBezTo>
                    <a:pt x="2673" y="3674"/>
                    <a:pt x="2668" y="3673"/>
                    <a:pt x="2663" y="3673"/>
                  </a:cubicBezTo>
                  <a:cubicBezTo>
                    <a:pt x="2658" y="3673"/>
                    <a:pt x="2653" y="3674"/>
                    <a:pt x="2648" y="3677"/>
                  </a:cubicBezTo>
                  <a:cubicBezTo>
                    <a:pt x="2380" y="3742"/>
                    <a:pt x="2117" y="3863"/>
                    <a:pt x="1869" y="3980"/>
                  </a:cubicBezTo>
                  <a:cubicBezTo>
                    <a:pt x="1839" y="3994"/>
                    <a:pt x="1824" y="4036"/>
                    <a:pt x="1839" y="4066"/>
                  </a:cubicBezTo>
                  <a:cubicBezTo>
                    <a:pt x="1850" y="4091"/>
                    <a:pt x="1874" y="4101"/>
                    <a:pt x="1895" y="4101"/>
                  </a:cubicBezTo>
                  <a:cubicBezTo>
                    <a:pt x="1905" y="4101"/>
                    <a:pt x="1915" y="4101"/>
                    <a:pt x="1925" y="4096"/>
                  </a:cubicBezTo>
                  <a:cubicBezTo>
                    <a:pt x="2163" y="3980"/>
                    <a:pt x="2420" y="3863"/>
                    <a:pt x="2678" y="3798"/>
                  </a:cubicBezTo>
                  <a:cubicBezTo>
                    <a:pt x="2683" y="3798"/>
                    <a:pt x="2688" y="3793"/>
                    <a:pt x="2693" y="3793"/>
                  </a:cubicBezTo>
                  <a:cubicBezTo>
                    <a:pt x="2704" y="3843"/>
                    <a:pt x="2718" y="3899"/>
                    <a:pt x="2739" y="3954"/>
                  </a:cubicBezTo>
                  <a:cubicBezTo>
                    <a:pt x="2734" y="3959"/>
                    <a:pt x="2723" y="3964"/>
                    <a:pt x="2718" y="3970"/>
                  </a:cubicBezTo>
                  <a:cubicBezTo>
                    <a:pt x="2294" y="4362"/>
                    <a:pt x="1648" y="4725"/>
                    <a:pt x="1088" y="4725"/>
                  </a:cubicBezTo>
                  <a:cubicBezTo>
                    <a:pt x="1027" y="4725"/>
                    <a:pt x="968" y="4721"/>
                    <a:pt x="910" y="4712"/>
                  </a:cubicBezTo>
                  <a:cubicBezTo>
                    <a:pt x="657" y="4677"/>
                    <a:pt x="419" y="4495"/>
                    <a:pt x="304" y="4253"/>
                  </a:cubicBezTo>
                  <a:cubicBezTo>
                    <a:pt x="202" y="4041"/>
                    <a:pt x="207" y="3813"/>
                    <a:pt x="323" y="3616"/>
                  </a:cubicBezTo>
                  <a:cubicBezTo>
                    <a:pt x="522" y="3280"/>
                    <a:pt x="1025" y="3206"/>
                    <a:pt x="1536" y="3206"/>
                  </a:cubicBezTo>
                  <a:cubicBezTo>
                    <a:pt x="1754" y="3206"/>
                    <a:pt x="1974" y="3220"/>
                    <a:pt x="2172" y="3232"/>
                  </a:cubicBezTo>
                  <a:cubicBezTo>
                    <a:pt x="2340" y="3243"/>
                    <a:pt x="2491" y="3247"/>
                    <a:pt x="2617" y="3247"/>
                  </a:cubicBezTo>
                  <a:cubicBezTo>
                    <a:pt x="2627" y="3247"/>
                    <a:pt x="2638" y="3247"/>
                    <a:pt x="2643" y="3243"/>
                  </a:cubicBezTo>
                  <a:cubicBezTo>
                    <a:pt x="2658" y="3247"/>
                    <a:pt x="2668" y="3247"/>
                    <a:pt x="2678" y="3247"/>
                  </a:cubicBezTo>
                  <a:lnTo>
                    <a:pt x="2688" y="3247"/>
                  </a:lnTo>
                  <a:cubicBezTo>
                    <a:pt x="2734" y="3247"/>
                    <a:pt x="2774" y="3212"/>
                    <a:pt x="2784" y="3166"/>
                  </a:cubicBezTo>
                  <a:cubicBezTo>
                    <a:pt x="2784" y="3131"/>
                    <a:pt x="2774" y="3106"/>
                    <a:pt x="2748" y="3085"/>
                  </a:cubicBezTo>
                  <a:close/>
                  <a:moveTo>
                    <a:pt x="6420" y="3246"/>
                  </a:moveTo>
                  <a:cubicBezTo>
                    <a:pt x="6550" y="3246"/>
                    <a:pt x="6671" y="3261"/>
                    <a:pt x="6780" y="3297"/>
                  </a:cubicBezTo>
                  <a:cubicBezTo>
                    <a:pt x="7008" y="3369"/>
                    <a:pt x="7174" y="3540"/>
                    <a:pt x="7235" y="3768"/>
                  </a:cubicBezTo>
                  <a:cubicBezTo>
                    <a:pt x="7306" y="4005"/>
                    <a:pt x="7246" y="4262"/>
                    <a:pt x="7078" y="4460"/>
                  </a:cubicBezTo>
                  <a:cubicBezTo>
                    <a:pt x="6860" y="4722"/>
                    <a:pt x="6497" y="4821"/>
                    <a:pt x="6089" y="4821"/>
                  </a:cubicBezTo>
                  <a:cubicBezTo>
                    <a:pt x="5537" y="4821"/>
                    <a:pt x="4900" y="4639"/>
                    <a:pt x="4421" y="4430"/>
                  </a:cubicBezTo>
                  <a:cubicBezTo>
                    <a:pt x="4390" y="4409"/>
                    <a:pt x="4360" y="4384"/>
                    <a:pt x="4330" y="4358"/>
                  </a:cubicBezTo>
                  <a:cubicBezTo>
                    <a:pt x="4341" y="4344"/>
                    <a:pt x="4355" y="4323"/>
                    <a:pt x="4366" y="4308"/>
                  </a:cubicBezTo>
                  <a:cubicBezTo>
                    <a:pt x="4376" y="4288"/>
                    <a:pt x="4390" y="4267"/>
                    <a:pt x="4396" y="4253"/>
                  </a:cubicBezTo>
                  <a:cubicBezTo>
                    <a:pt x="4406" y="4258"/>
                    <a:pt x="4421" y="4262"/>
                    <a:pt x="4436" y="4262"/>
                  </a:cubicBezTo>
                  <a:cubicBezTo>
                    <a:pt x="4461" y="4262"/>
                    <a:pt x="4486" y="4262"/>
                    <a:pt x="4511" y="4262"/>
                  </a:cubicBezTo>
                  <a:cubicBezTo>
                    <a:pt x="4735" y="4262"/>
                    <a:pt x="4966" y="4280"/>
                    <a:pt x="5184" y="4298"/>
                  </a:cubicBezTo>
                  <a:cubicBezTo>
                    <a:pt x="5250" y="4304"/>
                    <a:pt x="5320" y="4308"/>
                    <a:pt x="5381" y="4313"/>
                  </a:cubicBezTo>
                  <a:lnTo>
                    <a:pt x="5391" y="4313"/>
                  </a:lnTo>
                  <a:cubicBezTo>
                    <a:pt x="5421" y="4313"/>
                    <a:pt x="5451" y="4288"/>
                    <a:pt x="5451" y="4253"/>
                  </a:cubicBezTo>
                  <a:cubicBezTo>
                    <a:pt x="5451" y="4218"/>
                    <a:pt x="5427" y="4187"/>
                    <a:pt x="5391" y="4187"/>
                  </a:cubicBezTo>
                  <a:cubicBezTo>
                    <a:pt x="5325" y="4182"/>
                    <a:pt x="5260" y="4176"/>
                    <a:pt x="5194" y="4171"/>
                  </a:cubicBezTo>
                  <a:cubicBezTo>
                    <a:pt x="4976" y="4154"/>
                    <a:pt x="4750" y="4136"/>
                    <a:pt x="4526" y="4136"/>
                  </a:cubicBezTo>
                  <a:cubicBezTo>
                    <a:pt x="4501" y="4136"/>
                    <a:pt x="4476" y="4136"/>
                    <a:pt x="4451" y="4136"/>
                  </a:cubicBezTo>
                  <a:cubicBezTo>
                    <a:pt x="4471" y="4085"/>
                    <a:pt x="4487" y="4031"/>
                    <a:pt x="4497" y="3980"/>
                  </a:cubicBezTo>
                  <a:cubicBezTo>
                    <a:pt x="4805" y="3884"/>
                    <a:pt x="5215" y="3828"/>
                    <a:pt x="5572" y="3823"/>
                  </a:cubicBezTo>
                  <a:cubicBezTo>
                    <a:pt x="5609" y="3823"/>
                    <a:pt x="5639" y="3793"/>
                    <a:pt x="5639" y="3758"/>
                  </a:cubicBezTo>
                  <a:cubicBezTo>
                    <a:pt x="5639" y="3725"/>
                    <a:pt x="5614" y="3697"/>
                    <a:pt x="5582" y="3697"/>
                  </a:cubicBezTo>
                  <a:cubicBezTo>
                    <a:pt x="5579" y="3697"/>
                    <a:pt x="5576" y="3697"/>
                    <a:pt x="5572" y="3697"/>
                  </a:cubicBezTo>
                  <a:cubicBezTo>
                    <a:pt x="5215" y="3697"/>
                    <a:pt x="4826" y="3752"/>
                    <a:pt x="4511" y="3843"/>
                  </a:cubicBezTo>
                  <a:lnTo>
                    <a:pt x="4511" y="3788"/>
                  </a:lnTo>
                  <a:cubicBezTo>
                    <a:pt x="4567" y="3768"/>
                    <a:pt x="4618" y="3747"/>
                    <a:pt x="4679" y="3728"/>
                  </a:cubicBezTo>
                  <a:cubicBezTo>
                    <a:pt x="4851" y="3661"/>
                    <a:pt x="5043" y="3591"/>
                    <a:pt x="5245" y="3505"/>
                  </a:cubicBezTo>
                  <a:cubicBezTo>
                    <a:pt x="5632" y="3367"/>
                    <a:pt x="6057" y="3246"/>
                    <a:pt x="6420" y="3246"/>
                  </a:cubicBezTo>
                  <a:close/>
                  <a:moveTo>
                    <a:pt x="2870" y="4218"/>
                  </a:moveTo>
                  <a:cubicBezTo>
                    <a:pt x="2881" y="4237"/>
                    <a:pt x="2900" y="4262"/>
                    <a:pt x="2916" y="4283"/>
                  </a:cubicBezTo>
                  <a:cubicBezTo>
                    <a:pt x="2905" y="4288"/>
                    <a:pt x="2900" y="4293"/>
                    <a:pt x="2895" y="4304"/>
                  </a:cubicBezTo>
                  <a:lnTo>
                    <a:pt x="2850" y="4358"/>
                  </a:lnTo>
                  <a:cubicBezTo>
                    <a:pt x="2678" y="4566"/>
                    <a:pt x="2487" y="4803"/>
                    <a:pt x="2440" y="5076"/>
                  </a:cubicBezTo>
                  <a:cubicBezTo>
                    <a:pt x="2436" y="5111"/>
                    <a:pt x="2456" y="5142"/>
                    <a:pt x="2491" y="5146"/>
                  </a:cubicBezTo>
                  <a:cubicBezTo>
                    <a:pt x="2496" y="5152"/>
                    <a:pt x="2496" y="5152"/>
                    <a:pt x="2501" y="5152"/>
                  </a:cubicBezTo>
                  <a:cubicBezTo>
                    <a:pt x="2531" y="5152"/>
                    <a:pt x="2557" y="5127"/>
                    <a:pt x="2562" y="5097"/>
                  </a:cubicBezTo>
                  <a:cubicBezTo>
                    <a:pt x="2608" y="4854"/>
                    <a:pt x="2790" y="4631"/>
                    <a:pt x="2946" y="4439"/>
                  </a:cubicBezTo>
                  <a:lnTo>
                    <a:pt x="2991" y="4384"/>
                  </a:lnTo>
                  <a:cubicBezTo>
                    <a:pt x="3063" y="4465"/>
                    <a:pt x="3138" y="4535"/>
                    <a:pt x="3224" y="4591"/>
                  </a:cubicBezTo>
                  <a:lnTo>
                    <a:pt x="3229" y="4591"/>
                  </a:lnTo>
                  <a:cubicBezTo>
                    <a:pt x="3158" y="4712"/>
                    <a:pt x="3103" y="4843"/>
                    <a:pt x="3052" y="4971"/>
                  </a:cubicBezTo>
                  <a:cubicBezTo>
                    <a:pt x="3002" y="5097"/>
                    <a:pt x="2951" y="5223"/>
                    <a:pt x="2890" y="5334"/>
                  </a:cubicBezTo>
                  <a:cubicBezTo>
                    <a:pt x="2870" y="5365"/>
                    <a:pt x="2885" y="5405"/>
                    <a:pt x="2916" y="5419"/>
                  </a:cubicBezTo>
                  <a:cubicBezTo>
                    <a:pt x="2925" y="5425"/>
                    <a:pt x="2935" y="5430"/>
                    <a:pt x="2946" y="5430"/>
                  </a:cubicBezTo>
                  <a:cubicBezTo>
                    <a:pt x="2965" y="5430"/>
                    <a:pt x="2986" y="5414"/>
                    <a:pt x="3002" y="5395"/>
                  </a:cubicBezTo>
                  <a:cubicBezTo>
                    <a:pt x="3063" y="5279"/>
                    <a:pt x="3117" y="5146"/>
                    <a:pt x="3168" y="5020"/>
                  </a:cubicBezTo>
                  <a:cubicBezTo>
                    <a:pt x="3224" y="4889"/>
                    <a:pt x="3275" y="4768"/>
                    <a:pt x="3335" y="4656"/>
                  </a:cubicBezTo>
                  <a:cubicBezTo>
                    <a:pt x="3355" y="4667"/>
                    <a:pt x="3370" y="4672"/>
                    <a:pt x="3390" y="4682"/>
                  </a:cubicBezTo>
                  <a:cubicBezTo>
                    <a:pt x="3390" y="4687"/>
                    <a:pt x="3385" y="4692"/>
                    <a:pt x="3385" y="4703"/>
                  </a:cubicBezTo>
                  <a:cubicBezTo>
                    <a:pt x="3380" y="4738"/>
                    <a:pt x="3370" y="4819"/>
                    <a:pt x="3360" y="4929"/>
                  </a:cubicBezTo>
                  <a:cubicBezTo>
                    <a:pt x="3340" y="5055"/>
                    <a:pt x="3324" y="5188"/>
                    <a:pt x="3310" y="5314"/>
                  </a:cubicBezTo>
                  <a:cubicBezTo>
                    <a:pt x="3244" y="5960"/>
                    <a:pt x="3184" y="6521"/>
                    <a:pt x="2445" y="6764"/>
                  </a:cubicBezTo>
                  <a:cubicBezTo>
                    <a:pt x="2342" y="6799"/>
                    <a:pt x="2245" y="6816"/>
                    <a:pt x="2156" y="6816"/>
                  </a:cubicBezTo>
                  <a:cubicBezTo>
                    <a:pt x="2027" y="6816"/>
                    <a:pt x="1914" y="6780"/>
                    <a:pt x="1824" y="6708"/>
                  </a:cubicBezTo>
                  <a:cubicBezTo>
                    <a:pt x="1668" y="6577"/>
                    <a:pt x="1601" y="6344"/>
                    <a:pt x="1643" y="6056"/>
                  </a:cubicBezTo>
                  <a:cubicBezTo>
                    <a:pt x="1718" y="5465"/>
                    <a:pt x="2329" y="4656"/>
                    <a:pt x="2870" y="4218"/>
                  </a:cubicBezTo>
                  <a:close/>
                  <a:moveTo>
                    <a:pt x="4184" y="4526"/>
                  </a:moveTo>
                  <a:cubicBezTo>
                    <a:pt x="4194" y="4535"/>
                    <a:pt x="4199" y="4540"/>
                    <a:pt x="4208" y="4546"/>
                  </a:cubicBezTo>
                  <a:cubicBezTo>
                    <a:pt x="4239" y="4561"/>
                    <a:pt x="4280" y="4576"/>
                    <a:pt x="4320" y="4591"/>
                  </a:cubicBezTo>
                  <a:cubicBezTo>
                    <a:pt x="4875" y="5055"/>
                    <a:pt x="5234" y="5637"/>
                    <a:pt x="5269" y="6167"/>
                  </a:cubicBezTo>
                  <a:cubicBezTo>
                    <a:pt x="5295" y="6486"/>
                    <a:pt x="5204" y="6753"/>
                    <a:pt x="5022" y="6920"/>
                  </a:cubicBezTo>
                  <a:cubicBezTo>
                    <a:pt x="4884" y="7042"/>
                    <a:pt x="4701" y="7107"/>
                    <a:pt x="4484" y="7107"/>
                  </a:cubicBezTo>
                  <a:cubicBezTo>
                    <a:pt x="4414" y="7107"/>
                    <a:pt x="4341" y="7100"/>
                    <a:pt x="4264" y="7086"/>
                  </a:cubicBezTo>
                  <a:cubicBezTo>
                    <a:pt x="3552" y="6965"/>
                    <a:pt x="3471" y="5794"/>
                    <a:pt x="3548" y="4971"/>
                  </a:cubicBezTo>
                  <a:cubicBezTo>
                    <a:pt x="3557" y="4889"/>
                    <a:pt x="3572" y="4813"/>
                    <a:pt x="3588" y="4738"/>
                  </a:cubicBezTo>
                  <a:cubicBezTo>
                    <a:pt x="3623" y="4743"/>
                    <a:pt x="3653" y="4743"/>
                    <a:pt x="3683" y="4743"/>
                  </a:cubicBezTo>
                  <a:cubicBezTo>
                    <a:pt x="3795" y="4743"/>
                    <a:pt x="3905" y="4712"/>
                    <a:pt x="4012" y="4656"/>
                  </a:cubicBezTo>
                  <a:cubicBezTo>
                    <a:pt x="4012" y="4661"/>
                    <a:pt x="4017" y="4661"/>
                    <a:pt x="4017" y="4667"/>
                  </a:cubicBezTo>
                  <a:cubicBezTo>
                    <a:pt x="4178" y="4813"/>
                    <a:pt x="4325" y="5036"/>
                    <a:pt x="4396" y="5248"/>
                  </a:cubicBezTo>
                  <a:cubicBezTo>
                    <a:pt x="4406" y="5274"/>
                    <a:pt x="4431" y="5288"/>
                    <a:pt x="4457" y="5288"/>
                  </a:cubicBezTo>
                  <a:lnTo>
                    <a:pt x="4476" y="5288"/>
                  </a:lnTo>
                  <a:cubicBezTo>
                    <a:pt x="4511" y="5274"/>
                    <a:pt x="4527" y="5237"/>
                    <a:pt x="4518" y="5202"/>
                  </a:cubicBezTo>
                  <a:cubicBezTo>
                    <a:pt x="4441" y="4980"/>
                    <a:pt x="4285" y="4743"/>
                    <a:pt x="4117" y="4586"/>
                  </a:cubicBezTo>
                  <a:cubicBezTo>
                    <a:pt x="4138" y="4570"/>
                    <a:pt x="4163" y="4551"/>
                    <a:pt x="4184" y="4530"/>
                  </a:cubicBezTo>
                  <a:lnTo>
                    <a:pt x="4184" y="4526"/>
                  </a:lnTo>
                  <a:close/>
                  <a:moveTo>
                    <a:pt x="3652" y="1"/>
                  </a:moveTo>
                  <a:cubicBezTo>
                    <a:pt x="3602" y="1"/>
                    <a:pt x="3552" y="7"/>
                    <a:pt x="3501" y="18"/>
                  </a:cubicBezTo>
                  <a:cubicBezTo>
                    <a:pt x="3158" y="95"/>
                    <a:pt x="2870" y="433"/>
                    <a:pt x="2779" y="858"/>
                  </a:cubicBezTo>
                  <a:cubicBezTo>
                    <a:pt x="2718" y="1161"/>
                    <a:pt x="2748" y="1611"/>
                    <a:pt x="2839" y="2045"/>
                  </a:cubicBezTo>
                  <a:cubicBezTo>
                    <a:pt x="2440" y="1529"/>
                    <a:pt x="1925" y="1035"/>
                    <a:pt x="1339" y="1035"/>
                  </a:cubicBezTo>
                  <a:lnTo>
                    <a:pt x="1335" y="1035"/>
                  </a:lnTo>
                  <a:cubicBezTo>
                    <a:pt x="885" y="1039"/>
                    <a:pt x="708" y="1231"/>
                    <a:pt x="642" y="1398"/>
                  </a:cubicBezTo>
                  <a:cubicBezTo>
                    <a:pt x="496" y="1742"/>
                    <a:pt x="717" y="2222"/>
                    <a:pt x="1011" y="2515"/>
                  </a:cubicBezTo>
                  <a:cubicBezTo>
                    <a:pt x="1218" y="2727"/>
                    <a:pt x="1470" y="2893"/>
                    <a:pt x="1769" y="3020"/>
                  </a:cubicBezTo>
                  <a:cubicBezTo>
                    <a:pt x="1697" y="3017"/>
                    <a:pt x="1624" y="3016"/>
                    <a:pt x="1551" y="3016"/>
                  </a:cubicBezTo>
                  <a:cubicBezTo>
                    <a:pt x="984" y="3016"/>
                    <a:pt x="408" y="3099"/>
                    <a:pt x="162" y="3520"/>
                  </a:cubicBezTo>
                  <a:cubicBezTo>
                    <a:pt x="11" y="3773"/>
                    <a:pt x="1" y="4066"/>
                    <a:pt x="132" y="4334"/>
                  </a:cubicBezTo>
                  <a:cubicBezTo>
                    <a:pt x="274" y="4631"/>
                    <a:pt x="566" y="4854"/>
                    <a:pt x="880" y="4899"/>
                  </a:cubicBezTo>
                  <a:cubicBezTo>
                    <a:pt x="950" y="4910"/>
                    <a:pt x="1021" y="4915"/>
                    <a:pt x="1086" y="4915"/>
                  </a:cubicBezTo>
                  <a:cubicBezTo>
                    <a:pt x="1491" y="4915"/>
                    <a:pt x="1905" y="4758"/>
                    <a:pt x="2263" y="4540"/>
                  </a:cubicBezTo>
                  <a:lnTo>
                    <a:pt x="2263" y="4540"/>
                  </a:lnTo>
                  <a:cubicBezTo>
                    <a:pt x="1880" y="4975"/>
                    <a:pt x="1516" y="5536"/>
                    <a:pt x="1450" y="6032"/>
                  </a:cubicBezTo>
                  <a:cubicBezTo>
                    <a:pt x="1405" y="6384"/>
                    <a:pt x="1496" y="6678"/>
                    <a:pt x="1708" y="6850"/>
                  </a:cubicBezTo>
                  <a:cubicBezTo>
                    <a:pt x="1829" y="6955"/>
                    <a:pt x="1986" y="7006"/>
                    <a:pt x="2158" y="7006"/>
                  </a:cubicBezTo>
                  <a:cubicBezTo>
                    <a:pt x="2268" y="7006"/>
                    <a:pt x="2385" y="6986"/>
                    <a:pt x="2506" y="6946"/>
                  </a:cubicBezTo>
                  <a:cubicBezTo>
                    <a:pt x="3032" y="6769"/>
                    <a:pt x="3264" y="6445"/>
                    <a:pt x="3375" y="6067"/>
                  </a:cubicBezTo>
                  <a:cubicBezTo>
                    <a:pt x="3457" y="6632"/>
                    <a:pt x="3678" y="7177"/>
                    <a:pt x="4234" y="7274"/>
                  </a:cubicBezTo>
                  <a:cubicBezTo>
                    <a:pt x="4320" y="7289"/>
                    <a:pt x="4406" y="7299"/>
                    <a:pt x="4487" y="7299"/>
                  </a:cubicBezTo>
                  <a:cubicBezTo>
                    <a:pt x="4749" y="7299"/>
                    <a:pt x="4977" y="7219"/>
                    <a:pt x="5148" y="7062"/>
                  </a:cubicBezTo>
                  <a:cubicBezTo>
                    <a:pt x="5376" y="6855"/>
                    <a:pt x="5488" y="6531"/>
                    <a:pt x="5462" y="6153"/>
                  </a:cubicBezTo>
                  <a:cubicBezTo>
                    <a:pt x="5427" y="5692"/>
                    <a:pt x="5184" y="5202"/>
                    <a:pt x="4784" y="4773"/>
                  </a:cubicBezTo>
                  <a:lnTo>
                    <a:pt x="4784" y="4773"/>
                  </a:lnTo>
                  <a:cubicBezTo>
                    <a:pt x="5184" y="4904"/>
                    <a:pt x="5654" y="5011"/>
                    <a:pt x="6088" y="5011"/>
                  </a:cubicBezTo>
                  <a:cubicBezTo>
                    <a:pt x="6543" y="5011"/>
                    <a:pt x="6957" y="4899"/>
                    <a:pt x="7225" y="4586"/>
                  </a:cubicBezTo>
                  <a:cubicBezTo>
                    <a:pt x="7433" y="4339"/>
                    <a:pt x="7503" y="4010"/>
                    <a:pt x="7417" y="3712"/>
                  </a:cubicBezTo>
                  <a:cubicBezTo>
                    <a:pt x="7337" y="3429"/>
                    <a:pt x="7125" y="3212"/>
                    <a:pt x="6836" y="3115"/>
                  </a:cubicBezTo>
                  <a:cubicBezTo>
                    <a:pt x="6713" y="3076"/>
                    <a:pt x="6576" y="3058"/>
                    <a:pt x="6430" y="3058"/>
                  </a:cubicBezTo>
                  <a:cubicBezTo>
                    <a:pt x="6301" y="3058"/>
                    <a:pt x="6165" y="3072"/>
                    <a:pt x="6027" y="3096"/>
                  </a:cubicBezTo>
                  <a:cubicBezTo>
                    <a:pt x="6407" y="2833"/>
                    <a:pt x="6684" y="2499"/>
                    <a:pt x="6694" y="2054"/>
                  </a:cubicBezTo>
                  <a:cubicBezTo>
                    <a:pt x="6700" y="1762"/>
                    <a:pt x="6579" y="1499"/>
                    <a:pt x="6346" y="1317"/>
                  </a:cubicBezTo>
                  <a:cubicBezTo>
                    <a:pt x="6154" y="1168"/>
                    <a:pt x="5904" y="1087"/>
                    <a:pt x="5656" y="1087"/>
                  </a:cubicBezTo>
                  <a:cubicBezTo>
                    <a:pt x="5558" y="1087"/>
                    <a:pt x="5460" y="1100"/>
                    <a:pt x="5366" y="1126"/>
                  </a:cubicBezTo>
                  <a:cubicBezTo>
                    <a:pt x="4992" y="1221"/>
                    <a:pt x="4693" y="1520"/>
                    <a:pt x="4476" y="1863"/>
                  </a:cubicBezTo>
                  <a:lnTo>
                    <a:pt x="4471" y="1863"/>
                  </a:lnTo>
                  <a:cubicBezTo>
                    <a:pt x="4562" y="1307"/>
                    <a:pt x="4553" y="721"/>
                    <a:pt x="4259" y="342"/>
                  </a:cubicBezTo>
                  <a:cubicBezTo>
                    <a:pt x="4086" y="119"/>
                    <a:pt x="3875" y="1"/>
                    <a:pt x="3652"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499;p32">
              <a:extLst>
                <a:ext uri="{FF2B5EF4-FFF2-40B4-BE49-F238E27FC236}">
                  <a16:creationId xmlns:a16="http://schemas.microsoft.com/office/drawing/2014/main" id="{3E3905A5-E838-36A1-B864-22CD683076D4}"/>
                </a:ext>
              </a:extLst>
            </p:cNvPr>
            <p:cNvSpPr/>
            <p:nvPr/>
          </p:nvSpPr>
          <p:spPr>
            <a:xfrm>
              <a:off x="6938175" y="1060325"/>
              <a:ext cx="40200" cy="43625"/>
            </a:xfrm>
            <a:custGeom>
              <a:avLst/>
              <a:gdLst/>
              <a:ahLst/>
              <a:cxnLst/>
              <a:rect l="l" t="t" r="r" b="b"/>
              <a:pathLst>
                <a:path w="1608" h="1745" extrusionOk="0">
                  <a:moveTo>
                    <a:pt x="910" y="406"/>
                  </a:moveTo>
                  <a:cubicBezTo>
                    <a:pt x="945" y="406"/>
                    <a:pt x="976" y="436"/>
                    <a:pt x="976" y="466"/>
                  </a:cubicBezTo>
                  <a:cubicBezTo>
                    <a:pt x="976" y="502"/>
                    <a:pt x="945" y="532"/>
                    <a:pt x="910" y="532"/>
                  </a:cubicBezTo>
                  <a:lnTo>
                    <a:pt x="865" y="532"/>
                  </a:lnTo>
                  <a:cubicBezTo>
                    <a:pt x="830" y="532"/>
                    <a:pt x="800" y="502"/>
                    <a:pt x="800" y="466"/>
                  </a:cubicBezTo>
                  <a:cubicBezTo>
                    <a:pt x="800" y="436"/>
                    <a:pt x="830" y="406"/>
                    <a:pt x="865" y="406"/>
                  </a:cubicBezTo>
                  <a:close/>
                  <a:moveTo>
                    <a:pt x="471" y="613"/>
                  </a:moveTo>
                  <a:cubicBezTo>
                    <a:pt x="502" y="613"/>
                    <a:pt x="532" y="643"/>
                    <a:pt x="532" y="679"/>
                  </a:cubicBezTo>
                  <a:cubicBezTo>
                    <a:pt x="532" y="714"/>
                    <a:pt x="502" y="739"/>
                    <a:pt x="471" y="739"/>
                  </a:cubicBezTo>
                  <a:lnTo>
                    <a:pt x="446" y="739"/>
                  </a:lnTo>
                  <a:cubicBezTo>
                    <a:pt x="411" y="739"/>
                    <a:pt x="380" y="714"/>
                    <a:pt x="380" y="679"/>
                  </a:cubicBezTo>
                  <a:cubicBezTo>
                    <a:pt x="380" y="643"/>
                    <a:pt x="411" y="613"/>
                    <a:pt x="446" y="613"/>
                  </a:cubicBezTo>
                  <a:close/>
                  <a:moveTo>
                    <a:pt x="1120" y="799"/>
                  </a:moveTo>
                  <a:cubicBezTo>
                    <a:pt x="1152" y="799"/>
                    <a:pt x="1172" y="814"/>
                    <a:pt x="1183" y="825"/>
                  </a:cubicBezTo>
                  <a:cubicBezTo>
                    <a:pt x="1199" y="840"/>
                    <a:pt x="1218" y="870"/>
                    <a:pt x="1204" y="926"/>
                  </a:cubicBezTo>
                  <a:cubicBezTo>
                    <a:pt x="1199" y="951"/>
                    <a:pt x="1173" y="971"/>
                    <a:pt x="1143" y="971"/>
                  </a:cubicBezTo>
                  <a:lnTo>
                    <a:pt x="1133" y="971"/>
                  </a:lnTo>
                  <a:cubicBezTo>
                    <a:pt x="1108" y="966"/>
                    <a:pt x="1087" y="947"/>
                    <a:pt x="1082" y="926"/>
                  </a:cubicBezTo>
                  <a:cubicBezTo>
                    <a:pt x="1062" y="916"/>
                    <a:pt x="1042" y="901"/>
                    <a:pt x="1036" y="875"/>
                  </a:cubicBezTo>
                  <a:cubicBezTo>
                    <a:pt x="1031" y="845"/>
                    <a:pt x="1052" y="810"/>
                    <a:pt x="1082" y="805"/>
                  </a:cubicBezTo>
                  <a:cubicBezTo>
                    <a:pt x="1096" y="801"/>
                    <a:pt x="1109" y="799"/>
                    <a:pt x="1120" y="799"/>
                  </a:cubicBezTo>
                  <a:close/>
                  <a:moveTo>
                    <a:pt x="657" y="988"/>
                  </a:moveTo>
                  <a:cubicBezTo>
                    <a:pt x="673" y="988"/>
                    <a:pt x="688" y="995"/>
                    <a:pt x="698" y="1007"/>
                  </a:cubicBezTo>
                  <a:cubicBezTo>
                    <a:pt x="733" y="1042"/>
                    <a:pt x="763" y="1092"/>
                    <a:pt x="784" y="1143"/>
                  </a:cubicBezTo>
                  <a:cubicBezTo>
                    <a:pt x="794" y="1178"/>
                    <a:pt x="779" y="1213"/>
                    <a:pt x="749" y="1224"/>
                  </a:cubicBezTo>
                  <a:cubicBezTo>
                    <a:pt x="739" y="1229"/>
                    <a:pt x="733" y="1229"/>
                    <a:pt x="723" y="1229"/>
                  </a:cubicBezTo>
                  <a:cubicBezTo>
                    <a:pt x="698" y="1229"/>
                    <a:pt x="673" y="1213"/>
                    <a:pt x="668" y="1189"/>
                  </a:cubicBezTo>
                  <a:cubicBezTo>
                    <a:pt x="653" y="1153"/>
                    <a:pt x="633" y="1118"/>
                    <a:pt x="607" y="1092"/>
                  </a:cubicBezTo>
                  <a:cubicBezTo>
                    <a:pt x="588" y="1068"/>
                    <a:pt x="588" y="1027"/>
                    <a:pt x="612" y="1007"/>
                  </a:cubicBezTo>
                  <a:cubicBezTo>
                    <a:pt x="625" y="995"/>
                    <a:pt x="641" y="988"/>
                    <a:pt x="657" y="988"/>
                  </a:cubicBezTo>
                  <a:close/>
                  <a:moveTo>
                    <a:pt x="1079" y="1227"/>
                  </a:moveTo>
                  <a:cubicBezTo>
                    <a:pt x="1099" y="1227"/>
                    <a:pt x="1125" y="1235"/>
                    <a:pt x="1148" y="1269"/>
                  </a:cubicBezTo>
                  <a:cubicBezTo>
                    <a:pt x="1168" y="1299"/>
                    <a:pt x="1164" y="1341"/>
                    <a:pt x="1133" y="1360"/>
                  </a:cubicBezTo>
                  <a:cubicBezTo>
                    <a:pt x="1122" y="1365"/>
                    <a:pt x="1108" y="1371"/>
                    <a:pt x="1097" y="1371"/>
                  </a:cubicBezTo>
                  <a:cubicBezTo>
                    <a:pt x="1092" y="1371"/>
                    <a:pt x="1087" y="1371"/>
                    <a:pt x="1082" y="1365"/>
                  </a:cubicBezTo>
                  <a:cubicBezTo>
                    <a:pt x="1078" y="1371"/>
                    <a:pt x="1073" y="1371"/>
                    <a:pt x="1067" y="1371"/>
                  </a:cubicBezTo>
                  <a:cubicBezTo>
                    <a:pt x="1036" y="1365"/>
                    <a:pt x="1006" y="1335"/>
                    <a:pt x="1012" y="1304"/>
                  </a:cubicBezTo>
                  <a:cubicBezTo>
                    <a:pt x="1017" y="1250"/>
                    <a:pt x="1047" y="1234"/>
                    <a:pt x="1062" y="1229"/>
                  </a:cubicBezTo>
                  <a:cubicBezTo>
                    <a:pt x="1067" y="1228"/>
                    <a:pt x="1073" y="1227"/>
                    <a:pt x="1079" y="1227"/>
                  </a:cubicBezTo>
                  <a:close/>
                  <a:moveTo>
                    <a:pt x="931" y="1"/>
                  </a:moveTo>
                  <a:cubicBezTo>
                    <a:pt x="921" y="12"/>
                    <a:pt x="905" y="17"/>
                    <a:pt x="891" y="21"/>
                  </a:cubicBezTo>
                  <a:cubicBezTo>
                    <a:pt x="845" y="21"/>
                    <a:pt x="800" y="26"/>
                    <a:pt x="759" y="31"/>
                  </a:cubicBezTo>
                  <a:cubicBezTo>
                    <a:pt x="698" y="52"/>
                    <a:pt x="642" y="87"/>
                    <a:pt x="577" y="133"/>
                  </a:cubicBezTo>
                  <a:cubicBezTo>
                    <a:pt x="572" y="148"/>
                    <a:pt x="562" y="163"/>
                    <a:pt x="542" y="178"/>
                  </a:cubicBezTo>
                  <a:cubicBezTo>
                    <a:pt x="532" y="183"/>
                    <a:pt x="521" y="189"/>
                    <a:pt x="511" y="189"/>
                  </a:cubicBezTo>
                  <a:cubicBezTo>
                    <a:pt x="502" y="194"/>
                    <a:pt x="497" y="198"/>
                    <a:pt x="486" y="208"/>
                  </a:cubicBezTo>
                  <a:lnTo>
                    <a:pt x="430" y="243"/>
                  </a:lnTo>
                  <a:cubicBezTo>
                    <a:pt x="419" y="249"/>
                    <a:pt x="407" y="252"/>
                    <a:pt x="396" y="252"/>
                  </a:cubicBezTo>
                  <a:cubicBezTo>
                    <a:pt x="376" y="252"/>
                    <a:pt x="357" y="243"/>
                    <a:pt x="345" y="224"/>
                  </a:cubicBezTo>
                  <a:cubicBezTo>
                    <a:pt x="334" y="208"/>
                    <a:pt x="334" y="189"/>
                    <a:pt x="339" y="173"/>
                  </a:cubicBezTo>
                  <a:lnTo>
                    <a:pt x="339" y="173"/>
                  </a:lnTo>
                  <a:cubicBezTo>
                    <a:pt x="163" y="274"/>
                    <a:pt x="57" y="425"/>
                    <a:pt x="26" y="623"/>
                  </a:cubicBezTo>
                  <a:cubicBezTo>
                    <a:pt x="1" y="795"/>
                    <a:pt x="42" y="987"/>
                    <a:pt x="127" y="1159"/>
                  </a:cubicBezTo>
                  <a:cubicBezTo>
                    <a:pt x="127" y="1164"/>
                    <a:pt x="133" y="1164"/>
                    <a:pt x="133" y="1164"/>
                  </a:cubicBezTo>
                  <a:cubicBezTo>
                    <a:pt x="138" y="1169"/>
                    <a:pt x="143" y="1173"/>
                    <a:pt x="147" y="1178"/>
                  </a:cubicBezTo>
                  <a:cubicBezTo>
                    <a:pt x="157" y="1194"/>
                    <a:pt x="163" y="1213"/>
                    <a:pt x="168" y="1229"/>
                  </a:cubicBezTo>
                  <a:cubicBezTo>
                    <a:pt x="289" y="1446"/>
                    <a:pt x="476" y="1623"/>
                    <a:pt x="688" y="1704"/>
                  </a:cubicBezTo>
                  <a:cubicBezTo>
                    <a:pt x="760" y="1731"/>
                    <a:pt x="831" y="1744"/>
                    <a:pt x="901" y="1744"/>
                  </a:cubicBezTo>
                  <a:cubicBezTo>
                    <a:pt x="1119" y="1744"/>
                    <a:pt x="1320" y="1614"/>
                    <a:pt x="1481" y="1365"/>
                  </a:cubicBezTo>
                  <a:cubicBezTo>
                    <a:pt x="1563" y="1244"/>
                    <a:pt x="1598" y="1103"/>
                    <a:pt x="1607" y="961"/>
                  </a:cubicBezTo>
                  <a:cubicBezTo>
                    <a:pt x="1607" y="896"/>
                    <a:pt x="1607" y="830"/>
                    <a:pt x="1598" y="770"/>
                  </a:cubicBezTo>
                  <a:cubicBezTo>
                    <a:pt x="1567" y="532"/>
                    <a:pt x="1456" y="304"/>
                    <a:pt x="1304" y="163"/>
                  </a:cubicBezTo>
                  <a:cubicBezTo>
                    <a:pt x="1296" y="165"/>
                    <a:pt x="1288" y="166"/>
                    <a:pt x="1280" y="166"/>
                  </a:cubicBezTo>
                  <a:cubicBezTo>
                    <a:pt x="1268" y="166"/>
                    <a:pt x="1256" y="164"/>
                    <a:pt x="1244" y="158"/>
                  </a:cubicBezTo>
                  <a:cubicBezTo>
                    <a:pt x="1213" y="143"/>
                    <a:pt x="1194" y="112"/>
                    <a:pt x="1188" y="77"/>
                  </a:cubicBezTo>
                  <a:cubicBezTo>
                    <a:pt x="1122" y="37"/>
                    <a:pt x="1031" y="1"/>
                    <a:pt x="931"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500;p32">
              <a:extLst>
                <a:ext uri="{FF2B5EF4-FFF2-40B4-BE49-F238E27FC236}">
                  <a16:creationId xmlns:a16="http://schemas.microsoft.com/office/drawing/2014/main" id="{70947458-E9C5-EE9A-953D-2CAA2746DE3E}"/>
                </a:ext>
              </a:extLst>
            </p:cNvPr>
            <p:cNvSpPr/>
            <p:nvPr/>
          </p:nvSpPr>
          <p:spPr>
            <a:xfrm>
              <a:off x="6908750" y="1093950"/>
              <a:ext cx="44725" cy="65000"/>
            </a:xfrm>
            <a:custGeom>
              <a:avLst/>
              <a:gdLst/>
              <a:ahLst/>
              <a:cxnLst/>
              <a:rect l="l" t="t" r="r" b="b"/>
              <a:pathLst>
                <a:path w="1789" h="2600" extrusionOk="0">
                  <a:moveTo>
                    <a:pt x="717" y="1248"/>
                  </a:moveTo>
                  <a:cubicBezTo>
                    <a:pt x="728" y="1248"/>
                    <a:pt x="739" y="1251"/>
                    <a:pt x="749" y="1258"/>
                  </a:cubicBezTo>
                  <a:cubicBezTo>
                    <a:pt x="779" y="1279"/>
                    <a:pt x="784" y="1319"/>
                    <a:pt x="764" y="1349"/>
                  </a:cubicBezTo>
                  <a:cubicBezTo>
                    <a:pt x="728" y="1405"/>
                    <a:pt x="698" y="1465"/>
                    <a:pt x="683" y="1536"/>
                  </a:cubicBezTo>
                  <a:cubicBezTo>
                    <a:pt x="678" y="1566"/>
                    <a:pt x="648" y="1582"/>
                    <a:pt x="622" y="1582"/>
                  </a:cubicBezTo>
                  <a:lnTo>
                    <a:pt x="607" y="1582"/>
                  </a:lnTo>
                  <a:cubicBezTo>
                    <a:pt x="571" y="1572"/>
                    <a:pt x="552" y="1542"/>
                    <a:pt x="562" y="1505"/>
                  </a:cubicBezTo>
                  <a:cubicBezTo>
                    <a:pt x="582" y="1420"/>
                    <a:pt x="618" y="1344"/>
                    <a:pt x="662" y="1274"/>
                  </a:cubicBezTo>
                  <a:cubicBezTo>
                    <a:pt x="676" y="1258"/>
                    <a:pt x="697" y="1248"/>
                    <a:pt x="717" y="1248"/>
                  </a:cubicBezTo>
                  <a:close/>
                  <a:moveTo>
                    <a:pt x="1132" y="1550"/>
                  </a:moveTo>
                  <a:cubicBezTo>
                    <a:pt x="1151" y="1550"/>
                    <a:pt x="1171" y="1559"/>
                    <a:pt x="1183" y="1577"/>
                  </a:cubicBezTo>
                  <a:cubicBezTo>
                    <a:pt x="1203" y="1607"/>
                    <a:pt x="1198" y="1647"/>
                    <a:pt x="1168" y="1668"/>
                  </a:cubicBezTo>
                  <a:cubicBezTo>
                    <a:pt x="1138" y="1687"/>
                    <a:pt x="1112" y="1713"/>
                    <a:pt x="1092" y="1743"/>
                  </a:cubicBezTo>
                  <a:cubicBezTo>
                    <a:pt x="1082" y="1759"/>
                    <a:pt x="1061" y="1768"/>
                    <a:pt x="1042" y="1768"/>
                  </a:cubicBezTo>
                  <a:cubicBezTo>
                    <a:pt x="1026" y="1768"/>
                    <a:pt x="1016" y="1764"/>
                    <a:pt x="1007" y="1759"/>
                  </a:cubicBezTo>
                  <a:cubicBezTo>
                    <a:pt x="976" y="1738"/>
                    <a:pt x="970" y="1698"/>
                    <a:pt x="991" y="1668"/>
                  </a:cubicBezTo>
                  <a:cubicBezTo>
                    <a:pt x="1021" y="1627"/>
                    <a:pt x="1057" y="1591"/>
                    <a:pt x="1098" y="1561"/>
                  </a:cubicBezTo>
                  <a:cubicBezTo>
                    <a:pt x="1107" y="1553"/>
                    <a:pt x="1120" y="1550"/>
                    <a:pt x="1132" y="1550"/>
                  </a:cubicBezTo>
                  <a:close/>
                  <a:moveTo>
                    <a:pt x="1269" y="1"/>
                  </a:moveTo>
                  <a:cubicBezTo>
                    <a:pt x="728" y="439"/>
                    <a:pt x="117" y="1248"/>
                    <a:pt x="42" y="1839"/>
                  </a:cubicBezTo>
                  <a:cubicBezTo>
                    <a:pt x="0" y="2127"/>
                    <a:pt x="67" y="2360"/>
                    <a:pt x="223" y="2491"/>
                  </a:cubicBezTo>
                  <a:cubicBezTo>
                    <a:pt x="313" y="2563"/>
                    <a:pt x="426" y="2599"/>
                    <a:pt x="555" y="2599"/>
                  </a:cubicBezTo>
                  <a:cubicBezTo>
                    <a:pt x="644" y="2599"/>
                    <a:pt x="741" y="2582"/>
                    <a:pt x="844" y="2547"/>
                  </a:cubicBezTo>
                  <a:cubicBezTo>
                    <a:pt x="1583" y="2304"/>
                    <a:pt x="1643" y="1743"/>
                    <a:pt x="1709" y="1097"/>
                  </a:cubicBezTo>
                  <a:cubicBezTo>
                    <a:pt x="1723" y="971"/>
                    <a:pt x="1739" y="838"/>
                    <a:pt x="1759" y="712"/>
                  </a:cubicBezTo>
                  <a:cubicBezTo>
                    <a:pt x="1769" y="602"/>
                    <a:pt x="1779" y="521"/>
                    <a:pt x="1784" y="486"/>
                  </a:cubicBezTo>
                  <a:cubicBezTo>
                    <a:pt x="1784" y="475"/>
                    <a:pt x="1789" y="470"/>
                    <a:pt x="1789" y="465"/>
                  </a:cubicBezTo>
                  <a:cubicBezTo>
                    <a:pt x="1769" y="455"/>
                    <a:pt x="1754" y="450"/>
                    <a:pt x="1734" y="439"/>
                  </a:cubicBezTo>
                  <a:cubicBezTo>
                    <a:pt x="1674" y="551"/>
                    <a:pt x="1623" y="672"/>
                    <a:pt x="1567" y="803"/>
                  </a:cubicBezTo>
                  <a:cubicBezTo>
                    <a:pt x="1516" y="929"/>
                    <a:pt x="1462" y="1062"/>
                    <a:pt x="1401" y="1178"/>
                  </a:cubicBezTo>
                  <a:cubicBezTo>
                    <a:pt x="1385" y="1197"/>
                    <a:pt x="1364" y="1213"/>
                    <a:pt x="1345" y="1213"/>
                  </a:cubicBezTo>
                  <a:cubicBezTo>
                    <a:pt x="1334" y="1213"/>
                    <a:pt x="1324" y="1208"/>
                    <a:pt x="1315" y="1202"/>
                  </a:cubicBezTo>
                  <a:cubicBezTo>
                    <a:pt x="1284" y="1188"/>
                    <a:pt x="1269" y="1148"/>
                    <a:pt x="1289" y="1117"/>
                  </a:cubicBezTo>
                  <a:cubicBezTo>
                    <a:pt x="1350" y="1006"/>
                    <a:pt x="1401" y="880"/>
                    <a:pt x="1451" y="754"/>
                  </a:cubicBezTo>
                  <a:cubicBezTo>
                    <a:pt x="1502" y="626"/>
                    <a:pt x="1557" y="495"/>
                    <a:pt x="1628" y="374"/>
                  </a:cubicBezTo>
                  <a:lnTo>
                    <a:pt x="1623" y="374"/>
                  </a:lnTo>
                  <a:cubicBezTo>
                    <a:pt x="1537" y="318"/>
                    <a:pt x="1462" y="248"/>
                    <a:pt x="1390" y="167"/>
                  </a:cubicBezTo>
                  <a:lnTo>
                    <a:pt x="1345" y="222"/>
                  </a:lnTo>
                  <a:cubicBezTo>
                    <a:pt x="1189" y="414"/>
                    <a:pt x="1007" y="637"/>
                    <a:pt x="961" y="880"/>
                  </a:cubicBezTo>
                  <a:cubicBezTo>
                    <a:pt x="956" y="910"/>
                    <a:pt x="930" y="935"/>
                    <a:pt x="900" y="935"/>
                  </a:cubicBezTo>
                  <a:cubicBezTo>
                    <a:pt x="895" y="935"/>
                    <a:pt x="895" y="935"/>
                    <a:pt x="890" y="929"/>
                  </a:cubicBezTo>
                  <a:cubicBezTo>
                    <a:pt x="855" y="925"/>
                    <a:pt x="835" y="894"/>
                    <a:pt x="839" y="859"/>
                  </a:cubicBezTo>
                  <a:cubicBezTo>
                    <a:pt x="886" y="586"/>
                    <a:pt x="1077" y="349"/>
                    <a:pt x="1249" y="141"/>
                  </a:cubicBezTo>
                  <a:lnTo>
                    <a:pt x="1294" y="87"/>
                  </a:lnTo>
                  <a:cubicBezTo>
                    <a:pt x="1299" y="76"/>
                    <a:pt x="1304" y="71"/>
                    <a:pt x="1315" y="66"/>
                  </a:cubicBezTo>
                  <a:cubicBezTo>
                    <a:pt x="1299" y="45"/>
                    <a:pt x="1280" y="20"/>
                    <a:pt x="1269"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501;p32">
              <a:extLst>
                <a:ext uri="{FF2B5EF4-FFF2-40B4-BE49-F238E27FC236}">
                  <a16:creationId xmlns:a16="http://schemas.microsoft.com/office/drawing/2014/main" id="{1DB88D87-6A88-B778-7C1E-D57DED11A685}"/>
                </a:ext>
              </a:extLst>
            </p:cNvPr>
            <p:cNvSpPr/>
            <p:nvPr/>
          </p:nvSpPr>
          <p:spPr>
            <a:xfrm>
              <a:off x="6873775" y="1065650"/>
              <a:ext cx="65575" cy="41025"/>
            </a:xfrm>
            <a:custGeom>
              <a:avLst/>
              <a:gdLst/>
              <a:ahLst/>
              <a:cxnLst/>
              <a:rect l="l" t="t" r="r" b="b"/>
              <a:pathLst>
                <a:path w="2623" h="1641" extrusionOk="0">
                  <a:moveTo>
                    <a:pt x="1273" y="496"/>
                  </a:moveTo>
                  <a:cubicBezTo>
                    <a:pt x="1308" y="496"/>
                    <a:pt x="1339" y="521"/>
                    <a:pt x="1339" y="557"/>
                  </a:cubicBezTo>
                  <a:cubicBezTo>
                    <a:pt x="1339" y="592"/>
                    <a:pt x="1308" y="622"/>
                    <a:pt x="1273" y="622"/>
                  </a:cubicBezTo>
                  <a:lnTo>
                    <a:pt x="1087" y="622"/>
                  </a:lnTo>
                  <a:cubicBezTo>
                    <a:pt x="1056" y="622"/>
                    <a:pt x="1026" y="592"/>
                    <a:pt x="1026" y="557"/>
                  </a:cubicBezTo>
                  <a:cubicBezTo>
                    <a:pt x="1026" y="521"/>
                    <a:pt x="1056" y="496"/>
                    <a:pt x="1087" y="496"/>
                  </a:cubicBezTo>
                  <a:close/>
                  <a:moveTo>
                    <a:pt x="1385" y="1006"/>
                  </a:moveTo>
                  <a:cubicBezTo>
                    <a:pt x="1420" y="1006"/>
                    <a:pt x="1450" y="1031"/>
                    <a:pt x="1455" y="1061"/>
                  </a:cubicBezTo>
                  <a:cubicBezTo>
                    <a:pt x="1460" y="1097"/>
                    <a:pt x="1436" y="1128"/>
                    <a:pt x="1399" y="1133"/>
                  </a:cubicBezTo>
                  <a:cubicBezTo>
                    <a:pt x="1324" y="1142"/>
                    <a:pt x="1254" y="1163"/>
                    <a:pt x="1187" y="1198"/>
                  </a:cubicBezTo>
                  <a:cubicBezTo>
                    <a:pt x="1177" y="1203"/>
                    <a:pt x="1173" y="1203"/>
                    <a:pt x="1157" y="1203"/>
                  </a:cubicBezTo>
                  <a:cubicBezTo>
                    <a:pt x="1137" y="1203"/>
                    <a:pt x="1117" y="1193"/>
                    <a:pt x="1102" y="1168"/>
                  </a:cubicBezTo>
                  <a:cubicBezTo>
                    <a:pt x="1087" y="1137"/>
                    <a:pt x="1096" y="1102"/>
                    <a:pt x="1127" y="1086"/>
                  </a:cubicBezTo>
                  <a:cubicBezTo>
                    <a:pt x="1208" y="1042"/>
                    <a:pt x="1294" y="1016"/>
                    <a:pt x="1385" y="1006"/>
                  </a:cubicBezTo>
                  <a:close/>
                  <a:moveTo>
                    <a:pt x="2546" y="0"/>
                  </a:moveTo>
                  <a:lnTo>
                    <a:pt x="2546" y="0"/>
                  </a:lnTo>
                  <a:cubicBezTo>
                    <a:pt x="2572" y="21"/>
                    <a:pt x="2582" y="46"/>
                    <a:pt x="2582" y="81"/>
                  </a:cubicBezTo>
                  <a:cubicBezTo>
                    <a:pt x="2572" y="127"/>
                    <a:pt x="2532" y="162"/>
                    <a:pt x="2486" y="162"/>
                  </a:cubicBezTo>
                  <a:lnTo>
                    <a:pt x="2476" y="162"/>
                  </a:lnTo>
                  <a:cubicBezTo>
                    <a:pt x="2466" y="162"/>
                    <a:pt x="2456" y="162"/>
                    <a:pt x="2441" y="158"/>
                  </a:cubicBezTo>
                  <a:cubicBezTo>
                    <a:pt x="2436" y="162"/>
                    <a:pt x="2425" y="162"/>
                    <a:pt x="2415" y="162"/>
                  </a:cubicBezTo>
                  <a:cubicBezTo>
                    <a:pt x="2289" y="162"/>
                    <a:pt x="2138" y="158"/>
                    <a:pt x="1970" y="147"/>
                  </a:cubicBezTo>
                  <a:cubicBezTo>
                    <a:pt x="1772" y="135"/>
                    <a:pt x="1552" y="121"/>
                    <a:pt x="1334" y="121"/>
                  </a:cubicBezTo>
                  <a:cubicBezTo>
                    <a:pt x="823" y="121"/>
                    <a:pt x="320" y="195"/>
                    <a:pt x="121" y="531"/>
                  </a:cubicBezTo>
                  <a:cubicBezTo>
                    <a:pt x="5" y="728"/>
                    <a:pt x="0" y="956"/>
                    <a:pt x="102" y="1168"/>
                  </a:cubicBezTo>
                  <a:cubicBezTo>
                    <a:pt x="217" y="1410"/>
                    <a:pt x="455" y="1592"/>
                    <a:pt x="708" y="1627"/>
                  </a:cubicBezTo>
                  <a:cubicBezTo>
                    <a:pt x="766" y="1636"/>
                    <a:pt x="825" y="1640"/>
                    <a:pt x="886" y="1640"/>
                  </a:cubicBezTo>
                  <a:cubicBezTo>
                    <a:pt x="1446" y="1640"/>
                    <a:pt x="2092" y="1277"/>
                    <a:pt x="2516" y="885"/>
                  </a:cubicBezTo>
                  <a:cubicBezTo>
                    <a:pt x="2521" y="879"/>
                    <a:pt x="2532" y="874"/>
                    <a:pt x="2537" y="869"/>
                  </a:cubicBezTo>
                  <a:cubicBezTo>
                    <a:pt x="2516" y="814"/>
                    <a:pt x="2502" y="758"/>
                    <a:pt x="2491" y="708"/>
                  </a:cubicBezTo>
                  <a:cubicBezTo>
                    <a:pt x="2486" y="708"/>
                    <a:pt x="2481" y="713"/>
                    <a:pt x="2476" y="713"/>
                  </a:cubicBezTo>
                  <a:cubicBezTo>
                    <a:pt x="2218" y="778"/>
                    <a:pt x="1961" y="895"/>
                    <a:pt x="1723" y="1011"/>
                  </a:cubicBezTo>
                  <a:cubicBezTo>
                    <a:pt x="1713" y="1016"/>
                    <a:pt x="1703" y="1016"/>
                    <a:pt x="1693" y="1016"/>
                  </a:cubicBezTo>
                  <a:cubicBezTo>
                    <a:pt x="1672" y="1016"/>
                    <a:pt x="1648" y="1006"/>
                    <a:pt x="1637" y="981"/>
                  </a:cubicBezTo>
                  <a:cubicBezTo>
                    <a:pt x="1622" y="951"/>
                    <a:pt x="1637" y="909"/>
                    <a:pt x="1667" y="895"/>
                  </a:cubicBezTo>
                  <a:cubicBezTo>
                    <a:pt x="1915" y="778"/>
                    <a:pt x="2178" y="657"/>
                    <a:pt x="2446" y="592"/>
                  </a:cubicBezTo>
                  <a:cubicBezTo>
                    <a:pt x="2451" y="589"/>
                    <a:pt x="2456" y="588"/>
                    <a:pt x="2461" y="588"/>
                  </a:cubicBezTo>
                  <a:cubicBezTo>
                    <a:pt x="2466" y="588"/>
                    <a:pt x="2471" y="589"/>
                    <a:pt x="2476" y="592"/>
                  </a:cubicBezTo>
                  <a:cubicBezTo>
                    <a:pt x="2466" y="531"/>
                    <a:pt x="2471" y="470"/>
                    <a:pt x="2476" y="410"/>
                  </a:cubicBezTo>
                  <a:cubicBezTo>
                    <a:pt x="2445" y="407"/>
                    <a:pt x="2413" y="406"/>
                    <a:pt x="2382" y="406"/>
                  </a:cubicBezTo>
                  <a:cubicBezTo>
                    <a:pt x="2248" y="406"/>
                    <a:pt x="2116" y="430"/>
                    <a:pt x="1981" y="455"/>
                  </a:cubicBezTo>
                  <a:cubicBezTo>
                    <a:pt x="1884" y="475"/>
                    <a:pt x="1784" y="496"/>
                    <a:pt x="1678" y="506"/>
                  </a:cubicBezTo>
                  <a:lnTo>
                    <a:pt x="1672" y="506"/>
                  </a:lnTo>
                  <a:cubicBezTo>
                    <a:pt x="1637" y="506"/>
                    <a:pt x="1612" y="480"/>
                    <a:pt x="1607" y="445"/>
                  </a:cubicBezTo>
                  <a:cubicBezTo>
                    <a:pt x="1607" y="415"/>
                    <a:pt x="1632" y="380"/>
                    <a:pt x="1667" y="380"/>
                  </a:cubicBezTo>
                  <a:cubicBezTo>
                    <a:pt x="1763" y="370"/>
                    <a:pt x="1865" y="349"/>
                    <a:pt x="1961" y="333"/>
                  </a:cubicBezTo>
                  <a:cubicBezTo>
                    <a:pt x="2101" y="305"/>
                    <a:pt x="2243" y="279"/>
                    <a:pt x="2395" y="279"/>
                  </a:cubicBezTo>
                  <a:cubicBezTo>
                    <a:pt x="2430" y="279"/>
                    <a:pt x="2466" y="281"/>
                    <a:pt x="2502" y="284"/>
                  </a:cubicBezTo>
                  <a:cubicBezTo>
                    <a:pt x="2521" y="207"/>
                    <a:pt x="2562" y="121"/>
                    <a:pt x="2623" y="41"/>
                  </a:cubicBezTo>
                  <a:cubicBezTo>
                    <a:pt x="2597" y="25"/>
                    <a:pt x="2572" y="11"/>
                    <a:pt x="2546"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502;p32">
              <a:extLst>
                <a:ext uri="{FF2B5EF4-FFF2-40B4-BE49-F238E27FC236}">
                  <a16:creationId xmlns:a16="http://schemas.microsoft.com/office/drawing/2014/main" id="{6B662F3D-4828-FF7A-DF73-A122F27B2645}"/>
                </a:ext>
              </a:extLst>
            </p:cNvPr>
            <p:cNvSpPr/>
            <p:nvPr/>
          </p:nvSpPr>
          <p:spPr>
            <a:xfrm>
              <a:off x="6886650" y="1019175"/>
              <a:ext cx="60175" cy="46000"/>
            </a:xfrm>
            <a:custGeom>
              <a:avLst/>
              <a:gdLst/>
              <a:ahLst/>
              <a:cxnLst/>
              <a:rect l="l" t="t" r="r" b="b"/>
              <a:pathLst>
                <a:path w="2407" h="1840" extrusionOk="0">
                  <a:moveTo>
                    <a:pt x="1319" y="678"/>
                  </a:moveTo>
                  <a:cubicBezTo>
                    <a:pt x="1335" y="678"/>
                    <a:pt x="1352" y="685"/>
                    <a:pt x="1365" y="697"/>
                  </a:cubicBezTo>
                  <a:cubicBezTo>
                    <a:pt x="1395" y="728"/>
                    <a:pt x="1430" y="753"/>
                    <a:pt x="1471" y="783"/>
                  </a:cubicBezTo>
                  <a:cubicBezTo>
                    <a:pt x="1502" y="798"/>
                    <a:pt x="1506" y="839"/>
                    <a:pt x="1486" y="870"/>
                  </a:cubicBezTo>
                  <a:cubicBezTo>
                    <a:pt x="1476" y="884"/>
                    <a:pt x="1455" y="895"/>
                    <a:pt x="1436" y="895"/>
                  </a:cubicBezTo>
                  <a:cubicBezTo>
                    <a:pt x="1425" y="895"/>
                    <a:pt x="1411" y="895"/>
                    <a:pt x="1400" y="884"/>
                  </a:cubicBezTo>
                  <a:cubicBezTo>
                    <a:pt x="1355" y="859"/>
                    <a:pt x="1315" y="823"/>
                    <a:pt x="1274" y="788"/>
                  </a:cubicBezTo>
                  <a:cubicBezTo>
                    <a:pt x="1248" y="763"/>
                    <a:pt x="1248" y="723"/>
                    <a:pt x="1274" y="697"/>
                  </a:cubicBezTo>
                  <a:cubicBezTo>
                    <a:pt x="1286" y="685"/>
                    <a:pt x="1303" y="678"/>
                    <a:pt x="1319" y="678"/>
                  </a:cubicBezTo>
                  <a:close/>
                  <a:moveTo>
                    <a:pt x="1017" y="935"/>
                  </a:moveTo>
                  <a:cubicBezTo>
                    <a:pt x="1052" y="935"/>
                    <a:pt x="1082" y="965"/>
                    <a:pt x="1082" y="996"/>
                  </a:cubicBezTo>
                  <a:cubicBezTo>
                    <a:pt x="1077" y="1047"/>
                    <a:pt x="1103" y="1051"/>
                    <a:pt x="1117" y="1051"/>
                  </a:cubicBezTo>
                  <a:cubicBezTo>
                    <a:pt x="1152" y="1056"/>
                    <a:pt x="1178" y="1087"/>
                    <a:pt x="1173" y="1122"/>
                  </a:cubicBezTo>
                  <a:cubicBezTo>
                    <a:pt x="1168" y="1152"/>
                    <a:pt x="1143" y="1178"/>
                    <a:pt x="1107" y="1178"/>
                  </a:cubicBezTo>
                  <a:lnTo>
                    <a:pt x="1103" y="1178"/>
                  </a:lnTo>
                  <a:cubicBezTo>
                    <a:pt x="1012" y="1168"/>
                    <a:pt x="951" y="1096"/>
                    <a:pt x="956" y="996"/>
                  </a:cubicBezTo>
                  <a:cubicBezTo>
                    <a:pt x="956" y="961"/>
                    <a:pt x="981" y="935"/>
                    <a:pt x="1017" y="935"/>
                  </a:cubicBezTo>
                  <a:close/>
                  <a:moveTo>
                    <a:pt x="1577" y="1002"/>
                  </a:moveTo>
                  <a:cubicBezTo>
                    <a:pt x="1593" y="1002"/>
                    <a:pt x="1608" y="1008"/>
                    <a:pt x="1618" y="1021"/>
                  </a:cubicBezTo>
                  <a:cubicBezTo>
                    <a:pt x="1805" y="1203"/>
                    <a:pt x="2031" y="1415"/>
                    <a:pt x="2304" y="1572"/>
                  </a:cubicBezTo>
                  <a:cubicBezTo>
                    <a:pt x="2335" y="1586"/>
                    <a:pt x="2346" y="1627"/>
                    <a:pt x="2330" y="1658"/>
                  </a:cubicBezTo>
                  <a:cubicBezTo>
                    <a:pt x="2315" y="1677"/>
                    <a:pt x="2295" y="1688"/>
                    <a:pt x="2274" y="1688"/>
                  </a:cubicBezTo>
                  <a:cubicBezTo>
                    <a:pt x="2264" y="1688"/>
                    <a:pt x="2255" y="1688"/>
                    <a:pt x="2244" y="1677"/>
                  </a:cubicBezTo>
                  <a:cubicBezTo>
                    <a:pt x="1956" y="1516"/>
                    <a:pt x="1723" y="1299"/>
                    <a:pt x="1532" y="1112"/>
                  </a:cubicBezTo>
                  <a:cubicBezTo>
                    <a:pt x="1506" y="1087"/>
                    <a:pt x="1506" y="1047"/>
                    <a:pt x="1532" y="1021"/>
                  </a:cubicBezTo>
                  <a:cubicBezTo>
                    <a:pt x="1545" y="1008"/>
                    <a:pt x="1561" y="1002"/>
                    <a:pt x="1577" y="1002"/>
                  </a:cubicBezTo>
                  <a:close/>
                  <a:moveTo>
                    <a:pt x="622" y="0"/>
                  </a:moveTo>
                  <a:cubicBezTo>
                    <a:pt x="425" y="0"/>
                    <a:pt x="177" y="40"/>
                    <a:pt x="96" y="243"/>
                  </a:cubicBezTo>
                  <a:cubicBezTo>
                    <a:pt x="0" y="475"/>
                    <a:pt x="142" y="870"/>
                    <a:pt x="425" y="1157"/>
                  </a:cubicBezTo>
                  <a:cubicBezTo>
                    <a:pt x="793" y="1532"/>
                    <a:pt x="1315" y="1758"/>
                    <a:pt x="1982" y="1835"/>
                  </a:cubicBezTo>
                  <a:cubicBezTo>
                    <a:pt x="1987" y="1835"/>
                    <a:pt x="1991" y="1840"/>
                    <a:pt x="2001" y="1840"/>
                  </a:cubicBezTo>
                  <a:cubicBezTo>
                    <a:pt x="1744" y="1698"/>
                    <a:pt x="1506" y="1567"/>
                    <a:pt x="1320" y="1339"/>
                  </a:cubicBezTo>
                  <a:cubicBezTo>
                    <a:pt x="1294" y="1313"/>
                    <a:pt x="1299" y="1273"/>
                    <a:pt x="1325" y="1253"/>
                  </a:cubicBezTo>
                  <a:cubicBezTo>
                    <a:pt x="1336" y="1242"/>
                    <a:pt x="1350" y="1237"/>
                    <a:pt x="1365" y="1237"/>
                  </a:cubicBezTo>
                  <a:cubicBezTo>
                    <a:pt x="1383" y="1237"/>
                    <a:pt x="1401" y="1245"/>
                    <a:pt x="1415" y="1259"/>
                  </a:cubicBezTo>
                  <a:cubicBezTo>
                    <a:pt x="1588" y="1471"/>
                    <a:pt x="1819" y="1597"/>
                    <a:pt x="2062" y="1728"/>
                  </a:cubicBezTo>
                  <a:cubicBezTo>
                    <a:pt x="2108" y="1754"/>
                    <a:pt x="2153" y="1779"/>
                    <a:pt x="2199" y="1804"/>
                  </a:cubicBezTo>
                  <a:cubicBezTo>
                    <a:pt x="2255" y="1758"/>
                    <a:pt x="2320" y="1707"/>
                    <a:pt x="2406" y="1667"/>
                  </a:cubicBezTo>
                  <a:cubicBezTo>
                    <a:pt x="2355" y="1572"/>
                    <a:pt x="2309" y="1465"/>
                    <a:pt x="2269" y="1344"/>
                  </a:cubicBezTo>
                  <a:cubicBezTo>
                    <a:pt x="1865" y="753"/>
                    <a:pt x="1278" y="0"/>
                    <a:pt x="622"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503;p32">
              <a:extLst>
                <a:ext uri="{FF2B5EF4-FFF2-40B4-BE49-F238E27FC236}">
                  <a16:creationId xmlns:a16="http://schemas.microsoft.com/office/drawing/2014/main" id="{FFFA0B21-5031-A14F-1831-79FC3A7341EA}"/>
                </a:ext>
              </a:extLst>
            </p:cNvPr>
            <p:cNvSpPr/>
            <p:nvPr/>
          </p:nvSpPr>
          <p:spPr>
            <a:xfrm>
              <a:off x="6940850" y="993250"/>
              <a:ext cx="41075" cy="65975"/>
            </a:xfrm>
            <a:custGeom>
              <a:avLst/>
              <a:gdLst/>
              <a:ahLst/>
              <a:cxnLst/>
              <a:rect l="l" t="t" r="r" b="b"/>
              <a:pathLst>
                <a:path w="1643" h="2639" extrusionOk="0">
                  <a:moveTo>
                    <a:pt x="990" y="1108"/>
                  </a:moveTo>
                  <a:cubicBezTo>
                    <a:pt x="1026" y="1108"/>
                    <a:pt x="1051" y="1138"/>
                    <a:pt x="1051" y="1174"/>
                  </a:cubicBezTo>
                  <a:lnTo>
                    <a:pt x="1051" y="1310"/>
                  </a:lnTo>
                  <a:cubicBezTo>
                    <a:pt x="1051" y="1350"/>
                    <a:pt x="1026" y="1375"/>
                    <a:pt x="990" y="1375"/>
                  </a:cubicBezTo>
                  <a:cubicBezTo>
                    <a:pt x="955" y="1375"/>
                    <a:pt x="924" y="1350"/>
                    <a:pt x="924" y="1310"/>
                  </a:cubicBezTo>
                  <a:lnTo>
                    <a:pt x="924" y="1174"/>
                  </a:lnTo>
                  <a:cubicBezTo>
                    <a:pt x="924" y="1138"/>
                    <a:pt x="955" y="1108"/>
                    <a:pt x="990" y="1108"/>
                  </a:cubicBezTo>
                  <a:close/>
                  <a:moveTo>
                    <a:pt x="482" y="1062"/>
                  </a:moveTo>
                  <a:cubicBezTo>
                    <a:pt x="515" y="1062"/>
                    <a:pt x="541" y="1091"/>
                    <a:pt x="541" y="1123"/>
                  </a:cubicBezTo>
                  <a:cubicBezTo>
                    <a:pt x="546" y="1205"/>
                    <a:pt x="551" y="1275"/>
                    <a:pt x="566" y="1350"/>
                  </a:cubicBezTo>
                  <a:cubicBezTo>
                    <a:pt x="572" y="1380"/>
                    <a:pt x="546" y="1417"/>
                    <a:pt x="511" y="1422"/>
                  </a:cubicBezTo>
                  <a:lnTo>
                    <a:pt x="500" y="1422"/>
                  </a:lnTo>
                  <a:cubicBezTo>
                    <a:pt x="470" y="1422"/>
                    <a:pt x="444" y="1401"/>
                    <a:pt x="439" y="1371"/>
                  </a:cubicBezTo>
                  <a:cubicBezTo>
                    <a:pt x="425" y="1289"/>
                    <a:pt x="420" y="1214"/>
                    <a:pt x="414" y="1128"/>
                  </a:cubicBezTo>
                  <a:cubicBezTo>
                    <a:pt x="414" y="1093"/>
                    <a:pt x="439" y="1067"/>
                    <a:pt x="475" y="1063"/>
                  </a:cubicBezTo>
                  <a:cubicBezTo>
                    <a:pt x="477" y="1062"/>
                    <a:pt x="480" y="1062"/>
                    <a:pt x="482" y="1062"/>
                  </a:cubicBezTo>
                  <a:close/>
                  <a:moveTo>
                    <a:pt x="759" y="0"/>
                  </a:moveTo>
                  <a:cubicBezTo>
                    <a:pt x="725" y="0"/>
                    <a:pt x="691" y="4"/>
                    <a:pt x="656" y="11"/>
                  </a:cubicBezTo>
                  <a:cubicBezTo>
                    <a:pt x="395" y="72"/>
                    <a:pt x="152" y="361"/>
                    <a:pt x="80" y="709"/>
                  </a:cubicBezTo>
                  <a:cubicBezTo>
                    <a:pt x="0" y="1093"/>
                    <a:pt x="91" y="1780"/>
                    <a:pt x="268" y="2296"/>
                  </a:cubicBezTo>
                  <a:cubicBezTo>
                    <a:pt x="329" y="2381"/>
                    <a:pt x="384" y="2462"/>
                    <a:pt x="435" y="2538"/>
                  </a:cubicBezTo>
                  <a:lnTo>
                    <a:pt x="465" y="2588"/>
                  </a:lnTo>
                  <a:cubicBezTo>
                    <a:pt x="470" y="2599"/>
                    <a:pt x="475" y="2609"/>
                    <a:pt x="481" y="2623"/>
                  </a:cubicBezTo>
                  <a:cubicBezTo>
                    <a:pt x="500" y="2618"/>
                    <a:pt x="521" y="2613"/>
                    <a:pt x="546" y="2609"/>
                  </a:cubicBezTo>
                  <a:cubicBezTo>
                    <a:pt x="541" y="2599"/>
                    <a:pt x="530" y="2588"/>
                    <a:pt x="530" y="2573"/>
                  </a:cubicBezTo>
                  <a:cubicBezTo>
                    <a:pt x="526" y="2497"/>
                    <a:pt x="516" y="2417"/>
                    <a:pt x="511" y="2336"/>
                  </a:cubicBezTo>
                  <a:cubicBezTo>
                    <a:pt x="490" y="2098"/>
                    <a:pt x="470" y="1851"/>
                    <a:pt x="439" y="1623"/>
                  </a:cubicBezTo>
                  <a:cubicBezTo>
                    <a:pt x="435" y="1588"/>
                    <a:pt x="460" y="1557"/>
                    <a:pt x="495" y="1553"/>
                  </a:cubicBezTo>
                  <a:cubicBezTo>
                    <a:pt x="498" y="1552"/>
                    <a:pt x="501" y="1552"/>
                    <a:pt x="504" y="1552"/>
                  </a:cubicBezTo>
                  <a:cubicBezTo>
                    <a:pt x="535" y="1552"/>
                    <a:pt x="561" y="1576"/>
                    <a:pt x="566" y="1608"/>
                  </a:cubicBezTo>
                  <a:cubicBezTo>
                    <a:pt x="596" y="1841"/>
                    <a:pt x="616" y="2084"/>
                    <a:pt x="637" y="2326"/>
                  </a:cubicBezTo>
                  <a:cubicBezTo>
                    <a:pt x="642" y="2406"/>
                    <a:pt x="652" y="2487"/>
                    <a:pt x="656" y="2563"/>
                  </a:cubicBezTo>
                  <a:lnTo>
                    <a:pt x="656" y="2583"/>
                  </a:lnTo>
                  <a:cubicBezTo>
                    <a:pt x="709" y="2568"/>
                    <a:pt x="764" y="2561"/>
                    <a:pt x="818" y="2561"/>
                  </a:cubicBezTo>
                  <a:cubicBezTo>
                    <a:pt x="858" y="2561"/>
                    <a:pt x="897" y="2565"/>
                    <a:pt x="935" y="2573"/>
                  </a:cubicBezTo>
                  <a:cubicBezTo>
                    <a:pt x="929" y="2558"/>
                    <a:pt x="924" y="2548"/>
                    <a:pt x="929" y="2532"/>
                  </a:cubicBezTo>
                  <a:cubicBezTo>
                    <a:pt x="980" y="2275"/>
                    <a:pt x="1001" y="2002"/>
                    <a:pt x="996" y="1639"/>
                  </a:cubicBezTo>
                  <a:cubicBezTo>
                    <a:pt x="996" y="1603"/>
                    <a:pt x="1026" y="1573"/>
                    <a:pt x="1061" y="1573"/>
                  </a:cubicBezTo>
                  <a:cubicBezTo>
                    <a:pt x="1097" y="1573"/>
                    <a:pt x="1122" y="1603"/>
                    <a:pt x="1122" y="1639"/>
                  </a:cubicBezTo>
                  <a:cubicBezTo>
                    <a:pt x="1127" y="2007"/>
                    <a:pt x="1106" y="2296"/>
                    <a:pt x="1051" y="2558"/>
                  </a:cubicBezTo>
                  <a:cubicBezTo>
                    <a:pt x="1051" y="2573"/>
                    <a:pt x="1041" y="2588"/>
                    <a:pt x="1026" y="2599"/>
                  </a:cubicBezTo>
                  <a:cubicBezTo>
                    <a:pt x="1061" y="2609"/>
                    <a:pt x="1092" y="2623"/>
                    <a:pt x="1122" y="2639"/>
                  </a:cubicBezTo>
                  <a:cubicBezTo>
                    <a:pt x="1400" y="1947"/>
                    <a:pt x="1642" y="810"/>
                    <a:pt x="1223" y="270"/>
                  </a:cubicBezTo>
                  <a:cubicBezTo>
                    <a:pt x="1084" y="93"/>
                    <a:pt x="927" y="0"/>
                    <a:pt x="759"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504;p32">
              <a:extLst>
                <a:ext uri="{FF2B5EF4-FFF2-40B4-BE49-F238E27FC236}">
                  <a16:creationId xmlns:a16="http://schemas.microsoft.com/office/drawing/2014/main" id="{732E26CF-88D2-3779-D5E7-F9AA74C00A02}"/>
                </a:ext>
              </a:extLst>
            </p:cNvPr>
            <p:cNvSpPr/>
            <p:nvPr/>
          </p:nvSpPr>
          <p:spPr>
            <a:xfrm>
              <a:off x="6973675" y="1020375"/>
              <a:ext cx="57750" cy="57925"/>
            </a:xfrm>
            <a:custGeom>
              <a:avLst/>
              <a:gdLst/>
              <a:ahLst/>
              <a:cxnLst/>
              <a:rect l="l" t="t" r="r" b="b"/>
              <a:pathLst>
                <a:path w="2310" h="2317" extrusionOk="0">
                  <a:moveTo>
                    <a:pt x="1209" y="631"/>
                  </a:moveTo>
                  <a:cubicBezTo>
                    <a:pt x="1235" y="631"/>
                    <a:pt x="1257" y="643"/>
                    <a:pt x="1269" y="665"/>
                  </a:cubicBezTo>
                  <a:cubicBezTo>
                    <a:pt x="1284" y="695"/>
                    <a:pt x="1274" y="735"/>
                    <a:pt x="1239" y="750"/>
                  </a:cubicBezTo>
                  <a:cubicBezTo>
                    <a:pt x="1183" y="775"/>
                    <a:pt x="1113" y="822"/>
                    <a:pt x="1066" y="857"/>
                  </a:cubicBezTo>
                  <a:cubicBezTo>
                    <a:pt x="1057" y="866"/>
                    <a:pt x="1041" y="871"/>
                    <a:pt x="1026" y="871"/>
                  </a:cubicBezTo>
                  <a:cubicBezTo>
                    <a:pt x="1011" y="871"/>
                    <a:pt x="991" y="862"/>
                    <a:pt x="976" y="847"/>
                  </a:cubicBezTo>
                  <a:cubicBezTo>
                    <a:pt x="956" y="822"/>
                    <a:pt x="961" y="780"/>
                    <a:pt x="986" y="761"/>
                  </a:cubicBezTo>
                  <a:cubicBezTo>
                    <a:pt x="1036" y="720"/>
                    <a:pt x="1117" y="670"/>
                    <a:pt x="1183" y="635"/>
                  </a:cubicBezTo>
                  <a:cubicBezTo>
                    <a:pt x="1192" y="632"/>
                    <a:pt x="1201" y="631"/>
                    <a:pt x="1209" y="631"/>
                  </a:cubicBezTo>
                  <a:close/>
                  <a:moveTo>
                    <a:pt x="1521" y="1231"/>
                  </a:moveTo>
                  <a:cubicBezTo>
                    <a:pt x="1538" y="1231"/>
                    <a:pt x="1555" y="1232"/>
                    <a:pt x="1572" y="1235"/>
                  </a:cubicBezTo>
                  <a:cubicBezTo>
                    <a:pt x="1607" y="1241"/>
                    <a:pt x="1628" y="1271"/>
                    <a:pt x="1623" y="1307"/>
                  </a:cubicBezTo>
                  <a:cubicBezTo>
                    <a:pt x="1617" y="1339"/>
                    <a:pt x="1592" y="1363"/>
                    <a:pt x="1560" y="1363"/>
                  </a:cubicBezTo>
                  <a:cubicBezTo>
                    <a:pt x="1557" y="1363"/>
                    <a:pt x="1554" y="1363"/>
                    <a:pt x="1552" y="1362"/>
                  </a:cubicBezTo>
                  <a:cubicBezTo>
                    <a:pt x="1541" y="1360"/>
                    <a:pt x="1529" y="1359"/>
                    <a:pt x="1518" y="1359"/>
                  </a:cubicBezTo>
                  <a:cubicBezTo>
                    <a:pt x="1479" y="1359"/>
                    <a:pt x="1440" y="1373"/>
                    <a:pt x="1421" y="1393"/>
                  </a:cubicBezTo>
                  <a:cubicBezTo>
                    <a:pt x="1405" y="1402"/>
                    <a:pt x="1390" y="1407"/>
                    <a:pt x="1374" y="1407"/>
                  </a:cubicBezTo>
                  <a:cubicBezTo>
                    <a:pt x="1360" y="1407"/>
                    <a:pt x="1344" y="1402"/>
                    <a:pt x="1330" y="1387"/>
                  </a:cubicBezTo>
                  <a:cubicBezTo>
                    <a:pt x="1304" y="1362"/>
                    <a:pt x="1309" y="1321"/>
                    <a:pt x="1334" y="1296"/>
                  </a:cubicBezTo>
                  <a:cubicBezTo>
                    <a:pt x="1380" y="1255"/>
                    <a:pt x="1448" y="1231"/>
                    <a:pt x="1521" y="1231"/>
                  </a:cubicBezTo>
                  <a:close/>
                  <a:moveTo>
                    <a:pt x="1461" y="1"/>
                  </a:moveTo>
                  <a:cubicBezTo>
                    <a:pt x="1378" y="1"/>
                    <a:pt x="1294" y="12"/>
                    <a:pt x="1213" y="33"/>
                  </a:cubicBezTo>
                  <a:cubicBezTo>
                    <a:pt x="628" y="190"/>
                    <a:pt x="173" y="1003"/>
                    <a:pt x="1" y="1696"/>
                  </a:cubicBezTo>
                  <a:lnTo>
                    <a:pt x="1" y="1701"/>
                  </a:lnTo>
                  <a:cubicBezTo>
                    <a:pt x="41" y="1741"/>
                    <a:pt x="77" y="1787"/>
                    <a:pt x="107" y="1832"/>
                  </a:cubicBezTo>
                  <a:lnTo>
                    <a:pt x="112" y="1827"/>
                  </a:lnTo>
                  <a:cubicBezTo>
                    <a:pt x="259" y="1519"/>
                    <a:pt x="415" y="1230"/>
                    <a:pt x="688" y="1039"/>
                  </a:cubicBezTo>
                  <a:cubicBezTo>
                    <a:pt x="700" y="1030"/>
                    <a:pt x="714" y="1026"/>
                    <a:pt x="726" y="1026"/>
                  </a:cubicBezTo>
                  <a:cubicBezTo>
                    <a:pt x="745" y="1026"/>
                    <a:pt x="762" y="1035"/>
                    <a:pt x="774" y="1053"/>
                  </a:cubicBezTo>
                  <a:cubicBezTo>
                    <a:pt x="794" y="1079"/>
                    <a:pt x="789" y="1120"/>
                    <a:pt x="759" y="1139"/>
                  </a:cubicBezTo>
                  <a:cubicBezTo>
                    <a:pt x="516" y="1316"/>
                    <a:pt x="364" y="1589"/>
                    <a:pt x="223" y="1883"/>
                  </a:cubicBezTo>
                  <a:cubicBezTo>
                    <a:pt x="213" y="1908"/>
                    <a:pt x="187" y="1918"/>
                    <a:pt x="168" y="1918"/>
                  </a:cubicBezTo>
                  <a:lnTo>
                    <a:pt x="162" y="1918"/>
                  </a:lnTo>
                  <a:cubicBezTo>
                    <a:pt x="168" y="1927"/>
                    <a:pt x="173" y="1938"/>
                    <a:pt x="173" y="1948"/>
                  </a:cubicBezTo>
                  <a:cubicBezTo>
                    <a:pt x="425" y="1715"/>
                    <a:pt x="824" y="1508"/>
                    <a:pt x="1047" y="1402"/>
                  </a:cubicBezTo>
                  <a:cubicBezTo>
                    <a:pt x="1055" y="1398"/>
                    <a:pt x="1064" y="1396"/>
                    <a:pt x="1073" y="1396"/>
                  </a:cubicBezTo>
                  <a:cubicBezTo>
                    <a:pt x="1097" y="1396"/>
                    <a:pt x="1121" y="1411"/>
                    <a:pt x="1132" y="1433"/>
                  </a:cubicBezTo>
                  <a:cubicBezTo>
                    <a:pt x="1148" y="1463"/>
                    <a:pt x="1132" y="1503"/>
                    <a:pt x="1102" y="1519"/>
                  </a:cubicBezTo>
                  <a:cubicBezTo>
                    <a:pt x="920" y="1605"/>
                    <a:pt x="476" y="1827"/>
                    <a:pt x="233" y="2064"/>
                  </a:cubicBezTo>
                  <a:lnTo>
                    <a:pt x="233" y="2069"/>
                  </a:lnTo>
                  <a:cubicBezTo>
                    <a:pt x="264" y="2144"/>
                    <a:pt x="283" y="2231"/>
                    <a:pt x="299" y="2317"/>
                  </a:cubicBezTo>
                  <a:lnTo>
                    <a:pt x="441" y="2261"/>
                  </a:lnTo>
                  <a:cubicBezTo>
                    <a:pt x="602" y="2195"/>
                    <a:pt x="789" y="2125"/>
                    <a:pt x="986" y="2054"/>
                  </a:cubicBezTo>
                  <a:cubicBezTo>
                    <a:pt x="1633" y="1781"/>
                    <a:pt x="2295" y="1387"/>
                    <a:pt x="2305" y="775"/>
                  </a:cubicBezTo>
                  <a:cubicBezTo>
                    <a:pt x="2309" y="544"/>
                    <a:pt x="2214" y="337"/>
                    <a:pt x="2027" y="190"/>
                  </a:cubicBezTo>
                  <a:cubicBezTo>
                    <a:pt x="1872" y="67"/>
                    <a:pt x="1668" y="1"/>
                    <a:pt x="1461"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505;p32">
              <a:extLst>
                <a:ext uri="{FF2B5EF4-FFF2-40B4-BE49-F238E27FC236}">
                  <a16:creationId xmlns:a16="http://schemas.microsoft.com/office/drawing/2014/main" id="{DA82F707-79DC-7807-D1D7-9C83BE38A9E3}"/>
                </a:ext>
              </a:extLst>
            </p:cNvPr>
            <p:cNvSpPr/>
            <p:nvPr/>
          </p:nvSpPr>
          <p:spPr>
            <a:xfrm>
              <a:off x="6976950" y="1069650"/>
              <a:ext cx="74450" cy="39425"/>
            </a:xfrm>
            <a:custGeom>
              <a:avLst/>
              <a:gdLst/>
              <a:ahLst/>
              <a:cxnLst/>
              <a:rect l="l" t="t" r="r" b="b"/>
              <a:pathLst>
                <a:path w="2978" h="1577" extrusionOk="0">
                  <a:moveTo>
                    <a:pt x="1921" y="427"/>
                  </a:moveTo>
                  <a:cubicBezTo>
                    <a:pt x="1956" y="427"/>
                    <a:pt x="1982" y="457"/>
                    <a:pt x="1982" y="492"/>
                  </a:cubicBezTo>
                  <a:cubicBezTo>
                    <a:pt x="1982" y="528"/>
                    <a:pt x="1956" y="553"/>
                    <a:pt x="1921" y="553"/>
                  </a:cubicBezTo>
                  <a:lnTo>
                    <a:pt x="1709" y="553"/>
                  </a:lnTo>
                  <a:cubicBezTo>
                    <a:pt x="1674" y="553"/>
                    <a:pt x="1648" y="528"/>
                    <a:pt x="1648" y="492"/>
                  </a:cubicBezTo>
                  <a:cubicBezTo>
                    <a:pt x="1648" y="457"/>
                    <a:pt x="1674" y="427"/>
                    <a:pt x="1709" y="427"/>
                  </a:cubicBezTo>
                  <a:close/>
                  <a:moveTo>
                    <a:pt x="1475" y="940"/>
                  </a:moveTo>
                  <a:cubicBezTo>
                    <a:pt x="1480" y="940"/>
                    <a:pt x="1486" y="940"/>
                    <a:pt x="1492" y="942"/>
                  </a:cubicBezTo>
                  <a:cubicBezTo>
                    <a:pt x="1547" y="957"/>
                    <a:pt x="1607" y="973"/>
                    <a:pt x="1663" y="992"/>
                  </a:cubicBezTo>
                  <a:cubicBezTo>
                    <a:pt x="1693" y="1003"/>
                    <a:pt x="1714" y="1038"/>
                    <a:pt x="1698" y="1068"/>
                  </a:cubicBezTo>
                  <a:cubicBezTo>
                    <a:pt x="1693" y="1099"/>
                    <a:pt x="1668" y="1113"/>
                    <a:pt x="1644" y="1113"/>
                  </a:cubicBezTo>
                  <a:cubicBezTo>
                    <a:pt x="1633" y="1113"/>
                    <a:pt x="1628" y="1113"/>
                    <a:pt x="1618" y="1108"/>
                  </a:cubicBezTo>
                  <a:cubicBezTo>
                    <a:pt x="1572" y="1094"/>
                    <a:pt x="1516" y="1078"/>
                    <a:pt x="1462" y="1063"/>
                  </a:cubicBezTo>
                  <a:cubicBezTo>
                    <a:pt x="1431" y="1059"/>
                    <a:pt x="1406" y="1022"/>
                    <a:pt x="1416" y="987"/>
                  </a:cubicBezTo>
                  <a:cubicBezTo>
                    <a:pt x="1424" y="962"/>
                    <a:pt x="1446" y="940"/>
                    <a:pt x="1475" y="940"/>
                  </a:cubicBezTo>
                  <a:close/>
                  <a:moveTo>
                    <a:pt x="2091" y="1"/>
                  </a:moveTo>
                  <a:cubicBezTo>
                    <a:pt x="1728" y="1"/>
                    <a:pt x="1303" y="122"/>
                    <a:pt x="916" y="260"/>
                  </a:cubicBezTo>
                  <a:cubicBezTo>
                    <a:pt x="714" y="346"/>
                    <a:pt x="522" y="416"/>
                    <a:pt x="350" y="483"/>
                  </a:cubicBezTo>
                  <a:cubicBezTo>
                    <a:pt x="289" y="502"/>
                    <a:pt x="238" y="523"/>
                    <a:pt x="182" y="543"/>
                  </a:cubicBezTo>
                  <a:lnTo>
                    <a:pt x="182" y="598"/>
                  </a:lnTo>
                  <a:cubicBezTo>
                    <a:pt x="497" y="507"/>
                    <a:pt x="886" y="452"/>
                    <a:pt x="1243" y="452"/>
                  </a:cubicBezTo>
                  <a:cubicBezTo>
                    <a:pt x="1247" y="452"/>
                    <a:pt x="1250" y="452"/>
                    <a:pt x="1253" y="452"/>
                  </a:cubicBezTo>
                  <a:cubicBezTo>
                    <a:pt x="1285" y="452"/>
                    <a:pt x="1310" y="480"/>
                    <a:pt x="1310" y="513"/>
                  </a:cubicBezTo>
                  <a:cubicBezTo>
                    <a:pt x="1310" y="548"/>
                    <a:pt x="1280" y="578"/>
                    <a:pt x="1243" y="578"/>
                  </a:cubicBezTo>
                  <a:cubicBezTo>
                    <a:pt x="886" y="583"/>
                    <a:pt x="476" y="639"/>
                    <a:pt x="168" y="735"/>
                  </a:cubicBezTo>
                  <a:cubicBezTo>
                    <a:pt x="158" y="786"/>
                    <a:pt x="142" y="840"/>
                    <a:pt x="122" y="891"/>
                  </a:cubicBezTo>
                  <a:cubicBezTo>
                    <a:pt x="147" y="891"/>
                    <a:pt x="172" y="891"/>
                    <a:pt x="197" y="891"/>
                  </a:cubicBezTo>
                  <a:cubicBezTo>
                    <a:pt x="421" y="891"/>
                    <a:pt x="647" y="909"/>
                    <a:pt x="865" y="926"/>
                  </a:cubicBezTo>
                  <a:cubicBezTo>
                    <a:pt x="931" y="931"/>
                    <a:pt x="996" y="937"/>
                    <a:pt x="1062" y="942"/>
                  </a:cubicBezTo>
                  <a:cubicBezTo>
                    <a:pt x="1098" y="942"/>
                    <a:pt x="1122" y="973"/>
                    <a:pt x="1122" y="1008"/>
                  </a:cubicBezTo>
                  <a:cubicBezTo>
                    <a:pt x="1122" y="1043"/>
                    <a:pt x="1092" y="1068"/>
                    <a:pt x="1062" y="1068"/>
                  </a:cubicBezTo>
                  <a:lnTo>
                    <a:pt x="1052" y="1068"/>
                  </a:lnTo>
                  <a:cubicBezTo>
                    <a:pt x="991" y="1063"/>
                    <a:pt x="921" y="1059"/>
                    <a:pt x="855" y="1053"/>
                  </a:cubicBezTo>
                  <a:cubicBezTo>
                    <a:pt x="637" y="1035"/>
                    <a:pt x="406" y="1017"/>
                    <a:pt x="182" y="1017"/>
                  </a:cubicBezTo>
                  <a:cubicBezTo>
                    <a:pt x="157" y="1017"/>
                    <a:pt x="132" y="1017"/>
                    <a:pt x="107" y="1017"/>
                  </a:cubicBezTo>
                  <a:cubicBezTo>
                    <a:pt x="92" y="1017"/>
                    <a:pt x="77" y="1013"/>
                    <a:pt x="67" y="1008"/>
                  </a:cubicBezTo>
                  <a:cubicBezTo>
                    <a:pt x="61" y="1022"/>
                    <a:pt x="47" y="1043"/>
                    <a:pt x="37" y="1063"/>
                  </a:cubicBezTo>
                  <a:cubicBezTo>
                    <a:pt x="26" y="1078"/>
                    <a:pt x="12" y="1099"/>
                    <a:pt x="1" y="1113"/>
                  </a:cubicBezTo>
                  <a:cubicBezTo>
                    <a:pt x="31" y="1139"/>
                    <a:pt x="61" y="1164"/>
                    <a:pt x="92" y="1185"/>
                  </a:cubicBezTo>
                  <a:cubicBezTo>
                    <a:pt x="571" y="1394"/>
                    <a:pt x="1208" y="1576"/>
                    <a:pt x="1760" y="1576"/>
                  </a:cubicBezTo>
                  <a:cubicBezTo>
                    <a:pt x="2168" y="1576"/>
                    <a:pt x="2531" y="1477"/>
                    <a:pt x="2749" y="1215"/>
                  </a:cubicBezTo>
                  <a:cubicBezTo>
                    <a:pt x="2917" y="1017"/>
                    <a:pt x="2977" y="760"/>
                    <a:pt x="2906" y="523"/>
                  </a:cubicBezTo>
                  <a:cubicBezTo>
                    <a:pt x="2845" y="295"/>
                    <a:pt x="2679" y="124"/>
                    <a:pt x="2451" y="52"/>
                  </a:cubicBezTo>
                  <a:cubicBezTo>
                    <a:pt x="2342" y="16"/>
                    <a:pt x="2221" y="1"/>
                    <a:pt x="2091"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506;p32">
              <a:extLst>
                <a:ext uri="{FF2B5EF4-FFF2-40B4-BE49-F238E27FC236}">
                  <a16:creationId xmlns:a16="http://schemas.microsoft.com/office/drawing/2014/main" id="{6EDA2E1C-3AB1-3A30-C14C-C9FBBC755625}"/>
                </a:ext>
              </a:extLst>
            </p:cNvPr>
            <p:cNvSpPr/>
            <p:nvPr/>
          </p:nvSpPr>
          <p:spPr>
            <a:xfrm>
              <a:off x="6955500" y="1101650"/>
              <a:ext cx="45600" cy="64550"/>
            </a:xfrm>
            <a:custGeom>
              <a:avLst/>
              <a:gdLst/>
              <a:ahLst/>
              <a:cxnLst/>
              <a:rect l="l" t="t" r="r" b="b"/>
              <a:pathLst>
                <a:path w="1824" h="2582" extrusionOk="0">
                  <a:moveTo>
                    <a:pt x="1173" y="964"/>
                  </a:moveTo>
                  <a:cubicBezTo>
                    <a:pt x="1197" y="964"/>
                    <a:pt x="1222" y="979"/>
                    <a:pt x="1233" y="1001"/>
                  </a:cubicBezTo>
                  <a:cubicBezTo>
                    <a:pt x="1259" y="1066"/>
                    <a:pt x="1289" y="1148"/>
                    <a:pt x="1304" y="1218"/>
                  </a:cubicBezTo>
                  <a:cubicBezTo>
                    <a:pt x="1313" y="1253"/>
                    <a:pt x="1294" y="1288"/>
                    <a:pt x="1259" y="1299"/>
                  </a:cubicBezTo>
                  <a:lnTo>
                    <a:pt x="1243" y="1299"/>
                  </a:lnTo>
                  <a:cubicBezTo>
                    <a:pt x="1213" y="1299"/>
                    <a:pt x="1187" y="1279"/>
                    <a:pt x="1182" y="1248"/>
                  </a:cubicBezTo>
                  <a:cubicBezTo>
                    <a:pt x="1168" y="1183"/>
                    <a:pt x="1142" y="1112"/>
                    <a:pt x="1117" y="1052"/>
                  </a:cubicBezTo>
                  <a:cubicBezTo>
                    <a:pt x="1101" y="1022"/>
                    <a:pt x="1117" y="980"/>
                    <a:pt x="1147" y="971"/>
                  </a:cubicBezTo>
                  <a:cubicBezTo>
                    <a:pt x="1155" y="966"/>
                    <a:pt x="1164" y="964"/>
                    <a:pt x="1173" y="964"/>
                  </a:cubicBezTo>
                  <a:close/>
                  <a:moveTo>
                    <a:pt x="452" y="195"/>
                  </a:moveTo>
                  <a:cubicBezTo>
                    <a:pt x="482" y="195"/>
                    <a:pt x="507" y="214"/>
                    <a:pt x="511" y="243"/>
                  </a:cubicBezTo>
                  <a:cubicBezTo>
                    <a:pt x="597" y="567"/>
                    <a:pt x="667" y="920"/>
                    <a:pt x="723" y="1274"/>
                  </a:cubicBezTo>
                  <a:cubicBezTo>
                    <a:pt x="728" y="1309"/>
                    <a:pt x="702" y="1339"/>
                    <a:pt x="672" y="1344"/>
                  </a:cubicBezTo>
                  <a:lnTo>
                    <a:pt x="662" y="1344"/>
                  </a:lnTo>
                  <a:cubicBezTo>
                    <a:pt x="632" y="1344"/>
                    <a:pt x="602" y="1325"/>
                    <a:pt x="597" y="1294"/>
                  </a:cubicBezTo>
                  <a:cubicBezTo>
                    <a:pt x="546" y="945"/>
                    <a:pt x="475" y="591"/>
                    <a:pt x="389" y="273"/>
                  </a:cubicBezTo>
                  <a:cubicBezTo>
                    <a:pt x="380" y="243"/>
                    <a:pt x="399" y="208"/>
                    <a:pt x="434" y="197"/>
                  </a:cubicBezTo>
                  <a:cubicBezTo>
                    <a:pt x="440" y="195"/>
                    <a:pt x="446" y="195"/>
                    <a:pt x="452" y="195"/>
                  </a:cubicBezTo>
                  <a:close/>
                  <a:moveTo>
                    <a:pt x="707" y="1590"/>
                  </a:moveTo>
                  <a:cubicBezTo>
                    <a:pt x="729" y="1590"/>
                    <a:pt x="750" y="1601"/>
                    <a:pt x="763" y="1622"/>
                  </a:cubicBezTo>
                  <a:cubicBezTo>
                    <a:pt x="779" y="1658"/>
                    <a:pt x="798" y="1688"/>
                    <a:pt x="814" y="1724"/>
                  </a:cubicBezTo>
                  <a:cubicBezTo>
                    <a:pt x="823" y="1754"/>
                    <a:pt x="809" y="1794"/>
                    <a:pt x="779" y="1810"/>
                  </a:cubicBezTo>
                  <a:cubicBezTo>
                    <a:pt x="774" y="1810"/>
                    <a:pt x="763" y="1815"/>
                    <a:pt x="753" y="1815"/>
                  </a:cubicBezTo>
                  <a:cubicBezTo>
                    <a:pt x="728" y="1815"/>
                    <a:pt x="707" y="1799"/>
                    <a:pt x="697" y="1773"/>
                  </a:cubicBezTo>
                  <a:cubicBezTo>
                    <a:pt x="683" y="1743"/>
                    <a:pt x="667" y="1713"/>
                    <a:pt x="652" y="1688"/>
                  </a:cubicBezTo>
                  <a:cubicBezTo>
                    <a:pt x="637" y="1652"/>
                    <a:pt x="646" y="1617"/>
                    <a:pt x="677" y="1597"/>
                  </a:cubicBezTo>
                  <a:cubicBezTo>
                    <a:pt x="686" y="1592"/>
                    <a:pt x="697" y="1590"/>
                    <a:pt x="707" y="1590"/>
                  </a:cubicBezTo>
                  <a:close/>
                  <a:moveTo>
                    <a:pt x="713" y="1"/>
                  </a:moveTo>
                  <a:lnTo>
                    <a:pt x="713" y="5"/>
                  </a:lnTo>
                  <a:cubicBezTo>
                    <a:pt x="692" y="26"/>
                    <a:pt x="667" y="45"/>
                    <a:pt x="646" y="61"/>
                  </a:cubicBezTo>
                  <a:cubicBezTo>
                    <a:pt x="814" y="218"/>
                    <a:pt x="970" y="455"/>
                    <a:pt x="1047" y="677"/>
                  </a:cubicBezTo>
                  <a:cubicBezTo>
                    <a:pt x="1056" y="712"/>
                    <a:pt x="1040" y="749"/>
                    <a:pt x="1005" y="763"/>
                  </a:cubicBezTo>
                  <a:lnTo>
                    <a:pt x="986" y="763"/>
                  </a:lnTo>
                  <a:cubicBezTo>
                    <a:pt x="960" y="763"/>
                    <a:pt x="935" y="749"/>
                    <a:pt x="925" y="723"/>
                  </a:cubicBezTo>
                  <a:cubicBezTo>
                    <a:pt x="854" y="511"/>
                    <a:pt x="707" y="288"/>
                    <a:pt x="546" y="142"/>
                  </a:cubicBezTo>
                  <a:cubicBezTo>
                    <a:pt x="546" y="136"/>
                    <a:pt x="541" y="136"/>
                    <a:pt x="541" y="131"/>
                  </a:cubicBezTo>
                  <a:cubicBezTo>
                    <a:pt x="434" y="187"/>
                    <a:pt x="324" y="218"/>
                    <a:pt x="212" y="218"/>
                  </a:cubicBezTo>
                  <a:cubicBezTo>
                    <a:pt x="182" y="218"/>
                    <a:pt x="152" y="218"/>
                    <a:pt x="117" y="213"/>
                  </a:cubicBezTo>
                  <a:cubicBezTo>
                    <a:pt x="101" y="288"/>
                    <a:pt x="86" y="364"/>
                    <a:pt x="77" y="446"/>
                  </a:cubicBezTo>
                  <a:cubicBezTo>
                    <a:pt x="0" y="1269"/>
                    <a:pt x="81" y="2440"/>
                    <a:pt x="793" y="2561"/>
                  </a:cubicBezTo>
                  <a:cubicBezTo>
                    <a:pt x="870" y="2575"/>
                    <a:pt x="943" y="2582"/>
                    <a:pt x="1013" y="2582"/>
                  </a:cubicBezTo>
                  <a:cubicBezTo>
                    <a:pt x="1230" y="2582"/>
                    <a:pt x="1413" y="2517"/>
                    <a:pt x="1551" y="2395"/>
                  </a:cubicBezTo>
                  <a:cubicBezTo>
                    <a:pt x="1733" y="2228"/>
                    <a:pt x="1824" y="1961"/>
                    <a:pt x="1798" y="1642"/>
                  </a:cubicBezTo>
                  <a:cubicBezTo>
                    <a:pt x="1763" y="1112"/>
                    <a:pt x="1404" y="530"/>
                    <a:pt x="849" y="66"/>
                  </a:cubicBezTo>
                  <a:cubicBezTo>
                    <a:pt x="809" y="51"/>
                    <a:pt x="768" y="36"/>
                    <a:pt x="737" y="21"/>
                  </a:cubicBezTo>
                  <a:cubicBezTo>
                    <a:pt x="728" y="15"/>
                    <a:pt x="723" y="10"/>
                    <a:pt x="713"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507;p32">
              <a:extLst>
                <a:ext uri="{FF2B5EF4-FFF2-40B4-BE49-F238E27FC236}">
                  <a16:creationId xmlns:a16="http://schemas.microsoft.com/office/drawing/2014/main" id="{9A460F36-37D0-6E2C-2575-C9FE39E48F91}"/>
                </a:ext>
              </a:extLst>
            </p:cNvPr>
            <p:cNvSpPr/>
            <p:nvPr/>
          </p:nvSpPr>
          <p:spPr>
            <a:xfrm>
              <a:off x="6947675" y="1075650"/>
              <a:ext cx="3800" cy="3175"/>
            </a:xfrm>
            <a:custGeom>
              <a:avLst/>
              <a:gdLst/>
              <a:ahLst/>
              <a:cxnLst/>
              <a:rect l="l" t="t" r="r" b="b"/>
              <a:pathLst>
                <a:path w="152" h="127" extrusionOk="0">
                  <a:moveTo>
                    <a:pt x="66" y="0"/>
                  </a:moveTo>
                  <a:cubicBezTo>
                    <a:pt x="31" y="0"/>
                    <a:pt x="0" y="30"/>
                    <a:pt x="0" y="66"/>
                  </a:cubicBezTo>
                  <a:cubicBezTo>
                    <a:pt x="0" y="101"/>
                    <a:pt x="31" y="126"/>
                    <a:pt x="66" y="126"/>
                  </a:cubicBezTo>
                  <a:lnTo>
                    <a:pt x="91" y="126"/>
                  </a:lnTo>
                  <a:cubicBezTo>
                    <a:pt x="122" y="126"/>
                    <a:pt x="152" y="101"/>
                    <a:pt x="152" y="66"/>
                  </a:cubicBezTo>
                  <a:cubicBezTo>
                    <a:pt x="152" y="30"/>
                    <a:pt x="122" y="0"/>
                    <a:pt x="91"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508;p32">
              <a:extLst>
                <a:ext uri="{FF2B5EF4-FFF2-40B4-BE49-F238E27FC236}">
                  <a16:creationId xmlns:a16="http://schemas.microsoft.com/office/drawing/2014/main" id="{15AE8B81-F3DB-6DE4-7ADA-59CC3ED42FC1}"/>
                </a:ext>
              </a:extLst>
            </p:cNvPr>
            <p:cNvSpPr/>
            <p:nvPr/>
          </p:nvSpPr>
          <p:spPr>
            <a:xfrm>
              <a:off x="6958150" y="1070450"/>
              <a:ext cx="4425" cy="3175"/>
            </a:xfrm>
            <a:custGeom>
              <a:avLst/>
              <a:gdLst/>
              <a:ahLst/>
              <a:cxnLst/>
              <a:rect l="l" t="t" r="r" b="b"/>
              <a:pathLst>
                <a:path w="177" h="127" extrusionOk="0">
                  <a:moveTo>
                    <a:pt x="66" y="1"/>
                  </a:moveTo>
                  <a:cubicBezTo>
                    <a:pt x="31" y="1"/>
                    <a:pt x="1" y="31"/>
                    <a:pt x="1" y="61"/>
                  </a:cubicBezTo>
                  <a:cubicBezTo>
                    <a:pt x="1" y="97"/>
                    <a:pt x="31" y="127"/>
                    <a:pt x="66" y="127"/>
                  </a:cubicBezTo>
                  <a:lnTo>
                    <a:pt x="111" y="127"/>
                  </a:lnTo>
                  <a:cubicBezTo>
                    <a:pt x="146" y="127"/>
                    <a:pt x="177" y="97"/>
                    <a:pt x="177" y="61"/>
                  </a:cubicBezTo>
                  <a:cubicBezTo>
                    <a:pt x="177" y="31"/>
                    <a:pt x="146" y="1"/>
                    <a:pt x="111"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509;p32">
              <a:extLst>
                <a:ext uri="{FF2B5EF4-FFF2-40B4-BE49-F238E27FC236}">
                  <a16:creationId xmlns:a16="http://schemas.microsoft.com/office/drawing/2014/main" id="{32A3C14C-4EBF-962E-57E8-19462DB12FE3}"/>
                </a:ext>
              </a:extLst>
            </p:cNvPr>
            <p:cNvSpPr/>
            <p:nvPr/>
          </p:nvSpPr>
          <p:spPr>
            <a:xfrm>
              <a:off x="6952850" y="1085025"/>
              <a:ext cx="5175" cy="6050"/>
            </a:xfrm>
            <a:custGeom>
              <a:avLst/>
              <a:gdLst/>
              <a:ahLst/>
              <a:cxnLst/>
              <a:rect l="l" t="t" r="r" b="b"/>
              <a:pathLst>
                <a:path w="207" h="242" extrusionOk="0">
                  <a:moveTo>
                    <a:pt x="70" y="0"/>
                  </a:moveTo>
                  <a:cubicBezTo>
                    <a:pt x="54" y="0"/>
                    <a:pt x="38" y="7"/>
                    <a:pt x="25" y="19"/>
                  </a:cubicBezTo>
                  <a:cubicBezTo>
                    <a:pt x="1" y="39"/>
                    <a:pt x="1" y="80"/>
                    <a:pt x="20" y="104"/>
                  </a:cubicBezTo>
                  <a:cubicBezTo>
                    <a:pt x="46" y="130"/>
                    <a:pt x="66" y="165"/>
                    <a:pt x="81" y="201"/>
                  </a:cubicBezTo>
                  <a:cubicBezTo>
                    <a:pt x="86" y="225"/>
                    <a:pt x="111" y="241"/>
                    <a:pt x="136" y="241"/>
                  </a:cubicBezTo>
                  <a:cubicBezTo>
                    <a:pt x="146" y="241"/>
                    <a:pt x="152" y="241"/>
                    <a:pt x="162" y="236"/>
                  </a:cubicBezTo>
                  <a:cubicBezTo>
                    <a:pt x="192" y="225"/>
                    <a:pt x="207" y="190"/>
                    <a:pt x="197" y="155"/>
                  </a:cubicBezTo>
                  <a:cubicBezTo>
                    <a:pt x="176" y="104"/>
                    <a:pt x="146" y="54"/>
                    <a:pt x="111" y="19"/>
                  </a:cubicBezTo>
                  <a:cubicBezTo>
                    <a:pt x="101" y="7"/>
                    <a:pt x="86" y="0"/>
                    <a:pt x="70"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510;p32">
              <a:extLst>
                <a:ext uri="{FF2B5EF4-FFF2-40B4-BE49-F238E27FC236}">
                  <a16:creationId xmlns:a16="http://schemas.microsoft.com/office/drawing/2014/main" id="{CA0E4E3E-459D-AFD8-B591-DF04ABAC422F}"/>
                </a:ext>
              </a:extLst>
            </p:cNvPr>
            <p:cNvSpPr/>
            <p:nvPr/>
          </p:nvSpPr>
          <p:spPr>
            <a:xfrm>
              <a:off x="6963950" y="1080300"/>
              <a:ext cx="4700" cy="4300"/>
            </a:xfrm>
            <a:custGeom>
              <a:avLst/>
              <a:gdLst/>
              <a:ahLst/>
              <a:cxnLst/>
              <a:rect l="l" t="t" r="r" b="b"/>
              <a:pathLst>
                <a:path w="188" h="172" extrusionOk="0">
                  <a:moveTo>
                    <a:pt x="89" y="0"/>
                  </a:moveTo>
                  <a:cubicBezTo>
                    <a:pt x="78" y="0"/>
                    <a:pt x="65" y="2"/>
                    <a:pt x="51" y="6"/>
                  </a:cubicBezTo>
                  <a:cubicBezTo>
                    <a:pt x="21" y="11"/>
                    <a:pt x="0" y="46"/>
                    <a:pt x="5" y="76"/>
                  </a:cubicBezTo>
                  <a:cubicBezTo>
                    <a:pt x="11" y="102"/>
                    <a:pt x="31" y="117"/>
                    <a:pt x="51" y="127"/>
                  </a:cubicBezTo>
                  <a:cubicBezTo>
                    <a:pt x="56" y="148"/>
                    <a:pt x="77" y="167"/>
                    <a:pt x="102" y="172"/>
                  </a:cubicBezTo>
                  <a:lnTo>
                    <a:pt x="112" y="172"/>
                  </a:lnTo>
                  <a:cubicBezTo>
                    <a:pt x="142" y="172"/>
                    <a:pt x="168" y="152"/>
                    <a:pt x="173" y="127"/>
                  </a:cubicBezTo>
                  <a:cubicBezTo>
                    <a:pt x="187" y="71"/>
                    <a:pt x="168" y="41"/>
                    <a:pt x="152" y="26"/>
                  </a:cubicBezTo>
                  <a:cubicBezTo>
                    <a:pt x="141" y="15"/>
                    <a:pt x="121" y="0"/>
                    <a:pt x="89"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511;p32">
              <a:extLst>
                <a:ext uri="{FF2B5EF4-FFF2-40B4-BE49-F238E27FC236}">
                  <a16:creationId xmlns:a16="http://schemas.microsoft.com/office/drawing/2014/main" id="{842F1A11-00E2-39DD-9714-4F2005D8B1A8}"/>
                </a:ext>
              </a:extLst>
            </p:cNvPr>
            <p:cNvSpPr/>
            <p:nvPr/>
          </p:nvSpPr>
          <p:spPr>
            <a:xfrm>
              <a:off x="6963300" y="1091000"/>
              <a:ext cx="4100" cy="3600"/>
            </a:xfrm>
            <a:custGeom>
              <a:avLst/>
              <a:gdLst/>
              <a:ahLst/>
              <a:cxnLst/>
              <a:rect l="l" t="t" r="r" b="b"/>
              <a:pathLst>
                <a:path w="164" h="144" extrusionOk="0">
                  <a:moveTo>
                    <a:pt x="74" y="0"/>
                  </a:moveTo>
                  <a:cubicBezTo>
                    <a:pt x="68" y="0"/>
                    <a:pt x="62" y="1"/>
                    <a:pt x="57" y="2"/>
                  </a:cubicBezTo>
                  <a:cubicBezTo>
                    <a:pt x="42" y="7"/>
                    <a:pt x="12" y="23"/>
                    <a:pt x="7" y="77"/>
                  </a:cubicBezTo>
                  <a:cubicBezTo>
                    <a:pt x="1" y="108"/>
                    <a:pt x="31" y="138"/>
                    <a:pt x="62" y="144"/>
                  </a:cubicBezTo>
                  <a:cubicBezTo>
                    <a:pt x="68" y="144"/>
                    <a:pt x="73" y="144"/>
                    <a:pt x="77" y="138"/>
                  </a:cubicBezTo>
                  <a:cubicBezTo>
                    <a:pt x="82" y="144"/>
                    <a:pt x="87" y="144"/>
                    <a:pt x="92" y="144"/>
                  </a:cubicBezTo>
                  <a:cubicBezTo>
                    <a:pt x="103" y="144"/>
                    <a:pt x="117" y="138"/>
                    <a:pt x="128" y="133"/>
                  </a:cubicBezTo>
                  <a:cubicBezTo>
                    <a:pt x="159" y="114"/>
                    <a:pt x="163" y="72"/>
                    <a:pt x="143" y="42"/>
                  </a:cubicBezTo>
                  <a:cubicBezTo>
                    <a:pt x="120" y="8"/>
                    <a:pt x="94" y="0"/>
                    <a:pt x="74"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512;p32">
              <a:extLst>
                <a:ext uri="{FF2B5EF4-FFF2-40B4-BE49-F238E27FC236}">
                  <a16:creationId xmlns:a16="http://schemas.microsoft.com/office/drawing/2014/main" id="{16C183C9-481A-E946-5781-3C654EDE9970}"/>
                </a:ext>
              </a:extLst>
            </p:cNvPr>
            <p:cNvSpPr/>
            <p:nvPr/>
          </p:nvSpPr>
          <p:spPr>
            <a:xfrm>
              <a:off x="6997575" y="1036125"/>
              <a:ext cx="8200" cy="6050"/>
            </a:xfrm>
            <a:custGeom>
              <a:avLst/>
              <a:gdLst/>
              <a:ahLst/>
              <a:cxnLst/>
              <a:rect l="l" t="t" r="r" b="b"/>
              <a:pathLst>
                <a:path w="328" h="242" extrusionOk="0">
                  <a:moveTo>
                    <a:pt x="253" y="1"/>
                  </a:moveTo>
                  <a:cubicBezTo>
                    <a:pt x="245" y="1"/>
                    <a:pt x="236" y="2"/>
                    <a:pt x="227" y="5"/>
                  </a:cubicBezTo>
                  <a:cubicBezTo>
                    <a:pt x="161" y="40"/>
                    <a:pt x="80" y="90"/>
                    <a:pt x="30" y="131"/>
                  </a:cubicBezTo>
                  <a:cubicBezTo>
                    <a:pt x="5" y="150"/>
                    <a:pt x="0" y="192"/>
                    <a:pt x="20" y="217"/>
                  </a:cubicBezTo>
                  <a:cubicBezTo>
                    <a:pt x="35" y="232"/>
                    <a:pt x="55" y="241"/>
                    <a:pt x="70" y="241"/>
                  </a:cubicBezTo>
                  <a:cubicBezTo>
                    <a:pt x="85" y="241"/>
                    <a:pt x="101" y="236"/>
                    <a:pt x="110" y="227"/>
                  </a:cubicBezTo>
                  <a:cubicBezTo>
                    <a:pt x="157" y="192"/>
                    <a:pt x="227" y="145"/>
                    <a:pt x="283" y="120"/>
                  </a:cubicBezTo>
                  <a:cubicBezTo>
                    <a:pt x="318" y="105"/>
                    <a:pt x="328" y="65"/>
                    <a:pt x="313" y="35"/>
                  </a:cubicBezTo>
                  <a:cubicBezTo>
                    <a:pt x="301" y="13"/>
                    <a:pt x="279" y="1"/>
                    <a:pt x="253"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513;p32">
              <a:extLst>
                <a:ext uri="{FF2B5EF4-FFF2-40B4-BE49-F238E27FC236}">
                  <a16:creationId xmlns:a16="http://schemas.microsoft.com/office/drawing/2014/main" id="{0CEC0286-7760-1D2F-71B2-1608FF435714}"/>
                </a:ext>
              </a:extLst>
            </p:cNvPr>
            <p:cNvSpPr/>
            <p:nvPr/>
          </p:nvSpPr>
          <p:spPr>
            <a:xfrm>
              <a:off x="7006275" y="1051125"/>
              <a:ext cx="8100" cy="4450"/>
            </a:xfrm>
            <a:custGeom>
              <a:avLst/>
              <a:gdLst/>
              <a:ahLst/>
              <a:cxnLst/>
              <a:rect l="l" t="t" r="r" b="b"/>
              <a:pathLst>
                <a:path w="324" h="178" extrusionOk="0">
                  <a:moveTo>
                    <a:pt x="217" y="1"/>
                  </a:moveTo>
                  <a:cubicBezTo>
                    <a:pt x="144" y="1"/>
                    <a:pt x="76" y="25"/>
                    <a:pt x="30" y="66"/>
                  </a:cubicBezTo>
                  <a:cubicBezTo>
                    <a:pt x="5" y="91"/>
                    <a:pt x="0" y="132"/>
                    <a:pt x="26" y="157"/>
                  </a:cubicBezTo>
                  <a:cubicBezTo>
                    <a:pt x="40" y="172"/>
                    <a:pt x="56" y="177"/>
                    <a:pt x="70" y="177"/>
                  </a:cubicBezTo>
                  <a:cubicBezTo>
                    <a:pt x="86" y="177"/>
                    <a:pt x="101" y="172"/>
                    <a:pt x="117" y="163"/>
                  </a:cubicBezTo>
                  <a:cubicBezTo>
                    <a:pt x="136" y="143"/>
                    <a:pt x="175" y="129"/>
                    <a:pt x="214" y="129"/>
                  </a:cubicBezTo>
                  <a:cubicBezTo>
                    <a:pt x="225" y="129"/>
                    <a:pt x="237" y="130"/>
                    <a:pt x="248" y="132"/>
                  </a:cubicBezTo>
                  <a:cubicBezTo>
                    <a:pt x="250" y="133"/>
                    <a:pt x="253" y="133"/>
                    <a:pt x="256" y="133"/>
                  </a:cubicBezTo>
                  <a:cubicBezTo>
                    <a:pt x="288" y="133"/>
                    <a:pt x="313" y="109"/>
                    <a:pt x="319" y="77"/>
                  </a:cubicBezTo>
                  <a:cubicBezTo>
                    <a:pt x="324" y="41"/>
                    <a:pt x="303" y="11"/>
                    <a:pt x="268" y="5"/>
                  </a:cubicBezTo>
                  <a:cubicBezTo>
                    <a:pt x="251" y="2"/>
                    <a:pt x="234" y="1"/>
                    <a:pt x="217"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514;p32">
              <a:extLst>
                <a:ext uri="{FF2B5EF4-FFF2-40B4-BE49-F238E27FC236}">
                  <a16:creationId xmlns:a16="http://schemas.microsoft.com/office/drawing/2014/main" id="{B6AD7031-E652-91F3-BE63-5E565B94ABC0}"/>
                </a:ext>
              </a:extLst>
            </p:cNvPr>
            <p:cNvSpPr/>
            <p:nvPr/>
          </p:nvSpPr>
          <p:spPr>
            <a:xfrm>
              <a:off x="7018150" y="1080300"/>
              <a:ext cx="8350" cy="3175"/>
            </a:xfrm>
            <a:custGeom>
              <a:avLst/>
              <a:gdLst/>
              <a:ahLst/>
              <a:cxnLst/>
              <a:rect l="l" t="t" r="r" b="b"/>
              <a:pathLst>
                <a:path w="334" h="127" extrusionOk="0">
                  <a:moveTo>
                    <a:pt x="61" y="1"/>
                  </a:moveTo>
                  <a:cubicBezTo>
                    <a:pt x="26" y="1"/>
                    <a:pt x="0" y="31"/>
                    <a:pt x="0" y="66"/>
                  </a:cubicBezTo>
                  <a:cubicBezTo>
                    <a:pt x="0" y="102"/>
                    <a:pt x="26" y="127"/>
                    <a:pt x="61" y="127"/>
                  </a:cubicBezTo>
                  <a:lnTo>
                    <a:pt x="273" y="127"/>
                  </a:lnTo>
                  <a:cubicBezTo>
                    <a:pt x="308" y="127"/>
                    <a:pt x="334" y="102"/>
                    <a:pt x="334" y="66"/>
                  </a:cubicBezTo>
                  <a:cubicBezTo>
                    <a:pt x="334" y="31"/>
                    <a:pt x="308" y="1"/>
                    <a:pt x="273"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515;p32">
              <a:extLst>
                <a:ext uri="{FF2B5EF4-FFF2-40B4-BE49-F238E27FC236}">
                  <a16:creationId xmlns:a16="http://schemas.microsoft.com/office/drawing/2014/main" id="{22179EE7-F68F-7CBA-7DBA-EB8D16D499D7}"/>
                </a:ext>
              </a:extLst>
            </p:cNvPr>
            <p:cNvSpPr/>
            <p:nvPr/>
          </p:nvSpPr>
          <p:spPr>
            <a:xfrm>
              <a:off x="7012075" y="1093125"/>
              <a:ext cx="7725" cy="4375"/>
            </a:xfrm>
            <a:custGeom>
              <a:avLst/>
              <a:gdLst/>
              <a:ahLst/>
              <a:cxnLst/>
              <a:rect l="l" t="t" r="r" b="b"/>
              <a:pathLst>
                <a:path w="309" h="175" extrusionOk="0">
                  <a:moveTo>
                    <a:pt x="70" y="1"/>
                  </a:moveTo>
                  <a:cubicBezTo>
                    <a:pt x="41" y="1"/>
                    <a:pt x="19" y="23"/>
                    <a:pt x="11" y="48"/>
                  </a:cubicBezTo>
                  <a:cubicBezTo>
                    <a:pt x="1" y="83"/>
                    <a:pt x="26" y="120"/>
                    <a:pt x="57" y="124"/>
                  </a:cubicBezTo>
                  <a:cubicBezTo>
                    <a:pt x="111" y="139"/>
                    <a:pt x="167" y="155"/>
                    <a:pt x="213" y="169"/>
                  </a:cubicBezTo>
                  <a:cubicBezTo>
                    <a:pt x="223" y="174"/>
                    <a:pt x="228" y="174"/>
                    <a:pt x="239" y="174"/>
                  </a:cubicBezTo>
                  <a:cubicBezTo>
                    <a:pt x="263" y="174"/>
                    <a:pt x="288" y="160"/>
                    <a:pt x="293" y="129"/>
                  </a:cubicBezTo>
                  <a:cubicBezTo>
                    <a:pt x="309" y="99"/>
                    <a:pt x="288" y="64"/>
                    <a:pt x="258" y="53"/>
                  </a:cubicBezTo>
                  <a:cubicBezTo>
                    <a:pt x="202" y="34"/>
                    <a:pt x="142" y="18"/>
                    <a:pt x="87" y="3"/>
                  </a:cubicBezTo>
                  <a:cubicBezTo>
                    <a:pt x="81" y="1"/>
                    <a:pt x="75" y="1"/>
                    <a:pt x="70"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516;p32">
              <a:extLst>
                <a:ext uri="{FF2B5EF4-FFF2-40B4-BE49-F238E27FC236}">
                  <a16:creationId xmlns:a16="http://schemas.microsoft.com/office/drawing/2014/main" id="{BFDE9126-E0BB-C37A-1EA6-7414FCCE9D77}"/>
                </a:ext>
              </a:extLst>
            </p:cNvPr>
            <p:cNvSpPr/>
            <p:nvPr/>
          </p:nvSpPr>
          <p:spPr>
            <a:xfrm>
              <a:off x="6983025" y="1125750"/>
              <a:ext cx="5325" cy="8400"/>
            </a:xfrm>
            <a:custGeom>
              <a:avLst/>
              <a:gdLst/>
              <a:ahLst/>
              <a:cxnLst/>
              <a:rect l="l" t="t" r="r" b="b"/>
              <a:pathLst>
                <a:path w="213" h="336" extrusionOk="0">
                  <a:moveTo>
                    <a:pt x="72" y="0"/>
                  </a:moveTo>
                  <a:cubicBezTo>
                    <a:pt x="63" y="0"/>
                    <a:pt x="54" y="2"/>
                    <a:pt x="46" y="7"/>
                  </a:cubicBezTo>
                  <a:cubicBezTo>
                    <a:pt x="16" y="16"/>
                    <a:pt x="0" y="58"/>
                    <a:pt x="16" y="88"/>
                  </a:cubicBezTo>
                  <a:cubicBezTo>
                    <a:pt x="41" y="148"/>
                    <a:pt x="67" y="219"/>
                    <a:pt x="81" y="284"/>
                  </a:cubicBezTo>
                  <a:cubicBezTo>
                    <a:pt x="86" y="315"/>
                    <a:pt x="112" y="335"/>
                    <a:pt x="142" y="335"/>
                  </a:cubicBezTo>
                  <a:lnTo>
                    <a:pt x="158" y="335"/>
                  </a:lnTo>
                  <a:cubicBezTo>
                    <a:pt x="193" y="324"/>
                    <a:pt x="212" y="289"/>
                    <a:pt x="203" y="254"/>
                  </a:cubicBezTo>
                  <a:cubicBezTo>
                    <a:pt x="188" y="184"/>
                    <a:pt x="158" y="102"/>
                    <a:pt x="132" y="37"/>
                  </a:cubicBezTo>
                  <a:cubicBezTo>
                    <a:pt x="121" y="15"/>
                    <a:pt x="96" y="0"/>
                    <a:pt x="72"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517;p32">
              <a:extLst>
                <a:ext uri="{FF2B5EF4-FFF2-40B4-BE49-F238E27FC236}">
                  <a16:creationId xmlns:a16="http://schemas.microsoft.com/office/drawing/2014/main" id="{3CA9E7AF-EB00-A3C2-7C46-B264D867BF02}"/>
                </a:ext>
              </a:extLst>
            </p:cNvPr>
            <p:cNvSpPr/>
            <p:nvPr/>
          </p:nvSpPr>
          <p:spPr>
            <a:xfrm>
              <a:off x="6964975" y="1106500"/>
              <a:ext cx="8725" cy="28775"/>
            </a:xfrm>
            <a:custGeom>
              <a:avLst/>
              <a:gdLst/>
              <a:ahLst/>
              <a:cxnLst/>
              <a:rect l="l" t="t" r="r" b="b"/>
              <a:pathLst>
                <a:path w="349" h="1151" extrusionOk="0">
                  <a:moveTo>
                    <a:pt x="73" y="1"/>
                  </a:moveTo>
                  <a:cubicBezTo>
                    <a:pt x="67" y="1"/>
                    <a:pt x="61" y="1"/>
                    <a:pt x="55" y="3"/>
                  </a:cubicBezTo>
                  <a:cubicBezTo>
                    <a:pt x="20" y="14"/>
                    <a:pt x="1" y="49"/>
                    <a:pt x="10" y="79"/>
                  </a:cubicBezTo>
                  <a:cubicBezTo>
                    <a:pt x="96" y="397"/>
                    <a:pt x="167" y="751"/>
                    <a:pt x="218" y="1100"/>
                  </a:cubicBezTo>
                  <a:cubicBezTo>
                    <a:pt x="223" y="1131"/>
                    <a:pt x="253" y="1150"/>
                    <a:pt x="283" y="1150"/>
                  </a:cubicBezTo>
                  <a:lnTo>
                    <a:pt x="293" y="1150"/>
                  </a:lnTo>
                  <a:cubicBezTo>
                    <a:pt x="323" y="1145"/>
                    <a:pt x="349" y="1115"/>
                    <a:pt x="344" y="1080"/>
                  </a:cubicBezTo>
                  <a:cubicBezTo>
                    <a:pt x="288" y="726"/>
                    <a:pt x="218" y="373"/>
                    <a:pt x="132" y="49"/>
                  </a:cubicBezTo>
                  <a:cubicBezTo>
                    <a:pt x="128" y="20"/>
                    <a:pt x="103" y="1"/>
                    <a:pt x="73"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518;p32">
              <a:extLst>
                <a:ext uri="{FF2B5EF4-FFF2-40B4-BE49-F238E27FC236}">
                  <a16:creationId xmlns:a16="http://schemas.microsoft.com/office/drawing/2014/main" id="{7F478F6F-D9B6-EE82-9708-01B0A2303C1C}"/>
                </a:ext>
              </a:extLst>
            </p:cNvPr>
            <p:cNvSpPr/>
            <p:nvPr/>
          </p:nvSpPr>
          <p:spPr>
            <a:xfrm>
              <a:off x="6971400" y="1141375"/>
              <a:ext cx="4700" cy="5650"/>
            </a:xfrm>
            <a:custGeom>
              <a:avLst/>
              <a:gdLst/>
              <a:ahLst/>
              <a:cxnLst/>
              <a:rect l="l" t="t" r="r" b="b"/>
              <a:pathLst>
                <a:path w="188" h="226" extrusionOk="0">
                  <a:moveTo>
                    <a:pt x="71" y="1"/>
                  </a:moveTo>
                  <a:cubicBezTo>
                    <a:pt x="61" y="1"/>
                    <a:pt x="50" y="3"/>
                    <a:pt x="41" y="8"/>
                  </a:cubicBezTo>
                  <a:cubicBezTo>
                    <a:pt x="10" y="28"/>
                    <a:pt x="1" y="63"/>
                    <a:pt x="16" y="99"/>
                  </a:cubicBezTo>
                  <a:cubicBezTo>
                    <a:pt x="31" y="124"/>
                    <a:pt x="47" y="154"/>
                    <a:pt x="61" y="184"/>
                  </a:cubicBezTo>
                  <a:cubicBezTo>
                    <a:pt x="71" y="210"/>
                    <a:pt x="92" y="226"/>
                    <a:pt x="117" y="226"/>
                  </a:cubicBezTo>
                  <a:cubicBezTo>
                    <a:pt x="127" y="226"/>
                    <a:pt x="138" y="221"/>
                    <a:pt x="143" y="221"/>
                  </a:cubicBezTo>
                  <a:cubicBezTo>
                    <a:pt x="173" y="205"/>
                    <a:pt x="187" y="165"/>
                    <a:pt x="178" y="135"/>
                  </a:cubicBezTo>
                  <a:cubicBezTo>
                    <a:pt x="162" y="99"/>
                    <a:pt x="143" y="69"/>
                    <a:pt x="127" y="33"/>
                  </a:cubicBezTo>
                  <a:cubicBezTo>
                    <a:pt x="114" y="12"/>
                    <a:pt x="93" y="1"/>
                    <a:pt x="71"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519;p32">
              <a:extLst>
                <a:ext uri="{FF2B5EF4-FFF2-40B4-BE49-F238E27FC236}">
                  <a16:creationId xmlns:a16="http://schemas.microsoft.com/office/drawing/2014/main" id="{2353AC4E-0F59-86F4-BC17-0B8A12C08A1E}"/>
                </a:ext>
              </a:extLst>
            </p:cNvPr>
            <p:cNvSpPr/>
            <p:nvPr/>
          </p:nvSpPr>
          <p:spPr>
            <a:xfrm>
              <a:off x="6933000" y="1132675"/>
              <a:ext cx="5850" cy="5500"/>
            </a:xfrm>
            <a:custGeom>
              <a:avLst/>
              <a:gdLst/>
              <a:ahLst/>
              <a:cxnLst/>
              <a:rect l="l" t="t" r="r" b="b"/>
              <a:pathLst>
                <a:path w="234" h="220" extrusionOk="0">
                  <a:moveTo>
                    <a:pt x="162" y="1"/>
                  </a:moveTo>
                  <a:cubicBezTo>
                    <a:pt x="150" y="1"/>
                    <a:pt x="137" y="4"/>
                    <a:pt x="128" y="12"/>
                  </a:cubicBezTo>
                  <a:cubicBezTo>
                    <a:pt x="87" y="42"/>
                    <a:pt x="51" y="78"/>
                    <a:pt x="21" y="119"/>
                  </a:cubicBezTo>
                  <a:cubicBezTo>
                    <a:pt x="0" y="149"/>
                    <a:pt x="6" y="189"/>
                    <a:pt x="37" y="210"/>
                  </a:cubicBezTo>
                  <a:cubicBezTo>
                    <a:pt x="46" y="215"/>
                    <a:pt x="56" y="219"/>
                    <a:pt x="72" y="219"/>
                  </a:cubicBezTo>
                  <a:cubicBezTo>
                    <a:pt x="91" y="219"/>
                    <a:pt x="112" y="210"/>
                    <a:pt x="122" y="194"/>
                  </a:cubicBezTo>
                  <a:cubicBezTo>
                    <a:pt x="142" y="164"/>
                    <a:pt x="168" y="138"/>
                    <a:pt x="198" y="119"/>
                  </a:cubicBezTo>
                  <a:cubicBezTo>
                    <a:pt x="228" y="98"/>
                    <a:pt x="233" y="58"/>
                    <a:pt x="213" y="28"/>
                  </a:cubicBezTo>
                  <a:cubicBezTo>
                    <a:pt x="201" y="10"/>
                    <a:pt x="181" y="1"/>
                    <a:pt x="162"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520;p32">
              <a:extLst>
                <a:ext uri="{FF2B5EF4-FFF2-40B4-BE49-F238E27FC236}">
                  <a16:creationId xmlns:a16="http://schemas.microsoft.com/office/drawing/2014/main" id="{25324243-FC3A-EC0A-FE57-5CE0823D6E03}"/>
                </a:ext>
              </a:extLst>
            </p:cNvPr>
            <p:cNvSpPr/>
            <p:nvPr/>
          </p:nvSpPr>
          <p:spPr>
            <a:xfrm>
              <a:off x="6922550" y="1125125"/>
              <a:ext cx="5800" cy="8375"/>
            </a:xfrm>
            <a:custGeom>
              <a:avLst/>
              <a:gdLst/>
              <a:ahLst/>
              <a:cxnLst/>
              <a:rect l="l" t="t" r="r" b="b"/>
              <a:pathLst>
                <a:path w="232" h="335" extrusionOk="0">
                  <a:moveTo>
                    <a:pt x="165" y="1"/>
                  </a:moveTo>
                  <a:cubicBezTo>
                    <a:pt x="145" y="1"/>
                    <a:pt x="124" y="11"/>
                    <a:pt x="110" y="27"/>
                  </a:cubicBezTo>
                  <a:cubicBezTo>
                    <a:pt x="66" y="97"/>
                    <a:pt x="30" y="173"/>
                    <a:pt x="10" y="258"/>
                  </a:cubicBezTo>
                  <a:cubicBezTo>
                    <a:pt x="0" y="295"/>
                    <a:pt x="19" y="325"/>
                    <a:pt x="55" y="335"/>
                  </a:cubicBezTo>
                  <a:lnTo>
                    <a:pt x="70" y="335"/>
                  </a:lnTo>
                  <a:cubicBezTo>
                    <a:pt x="96" y="335"/>
                    <a:pt x="126" y="319"/>
                    <a:pt x="131" y="289"/>
                  </a:cubicBezTo>
                  <a:cubicBezTo>
                    <a:pt x="146" y="218"/>
                    <a:pt x="176" y="158"/>
                    <a:pt x="212" y="102"/>
                  </a:cubicBezTo>
                  <a:cubicBezTo>
                    <a:pt x="232" y="72"/>
                    <a:pt x="227" y="32"/>
                    <a:pt x="197" y="11"/>
                  </a:cubicBezTo>
                  <a:cubicBezTo>
                    <a:pt x="187" y="4"/>
                    <a:pt x="176" y="1"/>
                    <a:pt x="165"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521;p32">
              <a:extLst>
                <a:ext uri="{FF2B5EF4-FFF2-40B4-BE49-F238E27FC236}">
                  <a16:creationId xmlns:a16="http://schemas.microsoft.com/office/drawing/2014/main" id="{4E4D64D6-A33F-3DDC-0F3C-309FD0E05734}"/>
                </a:ext>
              </a:extLst>
            </p:cNvPr>
            <p:cNvSpPr/>
            <p:nvPr/>
          </p:nvSpPr>
          <p:spPr>
            <a:xfrm>
              <a:off x="6900925" y="1090800"/>
              <a:ext cx="9350" cy="4925"/>
            </a:xfrm>
            <a:custGeom>
              <a:avLst/>
              <a:gdLst/>
              <a:ahLst/>
              <a:cxnLst/>
              <a:rect l="l" t="t" r="r" b="b"/>
              <a:pathLst>
                <a:path w="374" h="197" extrusionOk="0">
                  <a:moveTo>
                    <a:pt x="299" y="0"/>
                  </a:moveTo>
                  <a:cubicBezTo>
                    <a:pt x="208" y="10"/>
                    <a:pt x="122" y="36"/>
                    <a:pt x="41" y="80"/>
                  </a:cubicBezTo>
                  <a:cubicBezTo>
                    <a:pt x="10" y="96"/>
                    <a:pt x="1" y="131"/>
                    <a:pt x="16" y="162"/>
                  </a:cubicBezTo>
                  <a:cubicBezTo>
                    <a:pt x="31" y="187"/>
                    <a:pt x="51" y="197"/>
                    <a:pt x="71" y="197"/>
                  </a:cubicBezTo>
                  <a:cubicBezTo>
                    <a:pt x="87" y="197"/>
                    <a:pt x="91" y="197"/>
                    <a:pt x="101" y="192"/>
                  </a:cubicBezTo>
                  <a:cubicBezTo>
                    <a:pt x="168" y="157"/>
                    <a:pt x="238" y="136"/>
                    <a:pt x="313" y="127"/>
                  </a:cubicBezTo>
                  <a:cubicBezTo>
                    <a:pt x="350" y="122"/>
                    <a:pt x="374" y="91"/>
                    <a:pt x="369" y="55"/>
                  </a:cubicBezTo>
                  <a:cubicBezTo>
                    <a:pt x="364" y="25"/>
                    <a:pt x="334" y="0"/>
                    <a:pt x="299"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522;p32">
              <a:extLst>
                <a:ext uri="{FF2B5EF4-FFF2-40B4-BE49-F238E27FC236}">
                  <a16:creationId xmlns:a16="http://schemas.microsoft.com/office/drawing/2014/main" id="{3A12588B-8F8C-9E6C-F3FA-CCE61BDF1407}"/>
                </a:ext>
              </a:extLst>
            </p:cNvPr>
            <p:cNvSpPr/>
            <p:nvPr/>
          </p:nvSpPr>
          <p:spPr>
            <a:xfrm>
              <a:off x="6899400" y="1078025"/>
              <a:ext cx="7850" cy="3200"/>
            </a:xfrm>
            <a:custGeom>
              <a:avLst/>
              <a:gdLst/>
              <a:ahLst/>
              <a:cxnLst/>
              <a:rect l="l" t="t" r="r" b="b"/>
              <a:pathLst>
                <a:path w="314" h="128" extrusionOk="0">
                  <a:moveTo>
                    <a:pt x="62" y="1"/>
                  </a:moveTo>
                  <a:cubicBezTo>
                    <a:pt x="31" y="1"/>
                    <a:pt x="1" y="26"/>
                    <a:pt x="1" y="62"/>
                  </a:cubicBezTo>
                  <a:cubicBezTo>
                    <a:pt x="1" y="97"/>
                    <a:pt x="31" y="127"/>
                    <a:pt x="62" y="127"/>
                  </a:cubicBezTo>
                  <a:lnTo>
                    <a:pt x="248" y="127"/>
                  </a:lnTo>
                  <a:cubicBezTo>
                    <a:pt x="283" y="127"/>
                    <a:pt x="314" y="97"/>
                    <a:pt x="314" y="62"/>
                  </a:cubicBezTo>
                  <a:cubicBezTo>
                    <a:pt x="314" y="26"/>
                    <a:pt x="283" y="1"/>
                    <a:pt x="248"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523;p32">
              <a:extLst>
                <a:ext uri="{FF2B5EF4-FFF2-40B4-BE49-F238E27FC236}">
                  <a16:creationId xmlns:a16="http://schemas.microsoft.com/office/drawing/2014/main" id="{EB854408-BA89-CD3D-548D-CFD4BEFF54F9}"/>
                </a:ext>
              </a:extLst>
            </p:cNvPr>
            <p:cNvSpPr/>
            <p:nvPr/>
          </p:nvSpPr>
          <p:spPr>
            <a:xfrm>
              <a:off x="6910425" y="1042550"/>
              <a:ext cx="5675" cy="6075"/>
            </a:xfrm>
            <a:custGeom>
              <a:avLst/>
              <a:gdLst/>
              <a:ahLst/>
              <a:cxnLst/>
              <a:rect l="l" t="t" r="r" b="b"/>
              <a:pathLst>
                <a:path w="227" h="243" extrusionOk="0">
                  <a:moveTo>
                    <a:pt x="66" y="0"/>
                  </a:moveTo>
                  <a:cubicBezTo>
                    <a:pt x="30" y="0"/>
                    <a:pt x="5" y="26"/>
                    <a:pt x="5" y="61"/>
                  </a:cubicBezTo>
                  <a:cubicBezTo>
                    <a:pt x="0" y="161"/>
                    <a:pt x="61" y="233"/>
                    <a:pt x="152" y="243"/>
                  </a:cubicBezTo>
                  <a:lnTo>
                    <a:pt x="156" y="243"/>
                  </a:lnTo>
                  <a:cubicBezTo>
                    <a:pt x="192" y="243"/>
                    <a:pt x="217" y="217"/>
                    <a:pt x="222" y="187"/>
                  </a:cubicBezTo>
                  <a:cubicBezTo>
                    <a:pt x="227" y="152"/>
                    <a:pt x="201" y="121"/>
                    <a:pt x="166" y="116"/>
                  </a:cubicBezTo>
                  <a:cubicBezTo>
                    <a:pt x="152" y="116"/>
                    <a:pt x="126" y="112"/>
                    <a:pt x="131" y="61"/>
                  </a:cubicBezTo>
                  <a:cubicBezTo>
                    <a:pt x="131" y="30"/>
                    <a:pt x="101" y="0"/>
                    <a:pt x="66"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524;p32">
              <a:extLst>
                <a:ext uri="{FF2B5EF4-FFF2-40B4-BE49-F238E27FC236}">
                  <a16:creationId xmlns:a16="http://schemas.microsoft.com/office/drawing/2014/main" id="{DD026C7A-6009-6102-68C5-38DA30E80DBD}"/>
                </a:ext>
              </a:extLst>
            </p:cNvPr>
            <p:cNvSpPr/>
            <p:nvPr/>
          </p:nvSpPr>
          <p:spPr>
            <a:xfrm>
              <a:off x="6924300" y="1044225"/>
              <a:ext cx="21000" cy="17175"/>
            </a:xfrm>
            <a:custGeom>
              <a:avLst/>
              <a:gdLst/>
              <a:ahLst/>
              <a:cxnLst/>
              <a:rect l="l" t="t" r="r" b="b"/>
              <a:pathLst>
                <a:path w="840" h="687" extrusionOk="0">
                  <a:moveTo>
                    <a:pt x="71" y="0"/>
                  </a:moveTo>
                  <a:cubicBezTo>
                    <a:pt x="55" y="0"/>
                    <a:pt x="39" y="6"/>
                    <a:pt x="26" y="19"/>
                  </a:cubicBezTo>
                  <a:cubicBezTo>
                    <a:pt x="0" y="45"/>
                    <a:pt x="0" y="85"/>
                    <a:pt x="26" y="110"/>
                  </a:cubicBezTo>
                  <a:cubicBezTo>
                    <a:pt x="217" y="297"/>
                    <a:pt x="450" y="514"/>
                    <a:pt x="738" y="675"/>
                  </a:cubicBezTo>
                  <a:cubicBezTo>
                    <a:pt x="749" y="686"/>
                    <a:pt x="758" y="686"/>
                    <a:pt x="768" y="686"/>
                  </a:cubicBezTo>
                  <a:cubicBezTo>
                    <a:pt x="789" y="686"/>
                    <a:pt x="809" y="675"/>
                    <a:pt x="824" y="656"/>
                  </a:cubicBezTo>
                  <a:cubicBezTo>
                    <a:pt x="840" y="625"/>
                    <a:pt x="829" y="584"/>
                    <a:pt x="798" y="570"/>
                  </a:cubicBezTo>
                  <a:cubicBezTo>
                    <a:pt x="525" y="413"/>
                    <a:pt x="299" y="201"/>
                    <a:pt x="112" y="19"/>
                  </a:cubicBezTo>
                  <a:cubicBezTo>
                    <a:pt x="102" y="6"/>
                    <a:pt x="87" y="0"/>
                    <a:pt x="71"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525;p32">
              <a:extLst>
                <a:ext uri="{FF2B5EF4-FFF2-40B4-BE49-F238E27FC236}">
                  <a16:creationId xmlns:a16="http://schemas.microsoft.com/office/drawing/2014/main" id="{F011C270-B0B1-58DE-A1E3-C46A1A628821}"/>
                </a:ext>
              </a:extLst>
            </p:cNvPr>
            <p:cNvSpPr/>
            <p:nvPr/>
          </p:nvSpPr>
          <p:spPr>
            <a:xfrm>
              <a:off x="6917850" y="1036125"/>
              <a:ext cx="6475" cy="5450"/>
            </a:xfrm>
            <a:custGeom>
              <a:avLst/>
              <a:gdLst/>
              <a:ahLst/>
              <a:cxnLst/>
              <a:rect l="l" t="t" r="r" b="b"/>
              <a:pathLst>
                <a:path w="259" h="218" extrusionOk="0">
                  <a:moveTo>
                    <a:pt x="71" y="0"/>
                  </a:moveTo>
                  <a:cubicBezTo>
                    <a:pt x="55" y="0"/>
                    <a:pt x="38" y="7"/>
                    <a:pt x="26" y="19"/>
                  </a:cubicBezTo>
                  <a:cubicBezTo>
                    <a:pt x="0" y="45"/>
                    <a:pt x="0" y="85"/>
                    <a:pt x="26" y="110"/>
                  </a:cubicBezTo>
                  <a:cubicBezTo>
                    <a:pt x="67" y="145"/>
                    <a:pt x="107" y="181"/>
                    <a:pt x="152" y="206"/>
                  </a:cubicBezTo>
                  <a:cubicBezTo>
                    <a:pt x="163" y="217"/>
                    <a:pt x="177" y="217"/>
                    <a:pt x="188" y="217"/>
                  </a:cubicBezTo>
                  <a:cubicBezTo>
                    <a:pt x="207" y="217"/>
                    <a:pt x="228" y="206"/>
                    <a:pt x="238" y="192"/>
                  </a:cubicBezTo>
                  <a:cubicBezTo>
                    <a:pt x="258" y="161"/>
                    <a:pt x="254" y="120"/>
                    <a:pt x="223" y="105"/>
                  </a:cubicBezTo>
                  <a:cubicBezTo>
                    <a:pt x="182" y="75"/>
                    <a:pt x="147" y="50"/>
                    <a:pt x="117" y="19"/>
                  </a:cubicBezTo>
                  <a:cubicBezTo>
                    <a:pt x="104" y="7"/>
                    <a:pt x="87" y="0"/>
                    <a:pt x="71"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526;p32">
              <a:extLst>
                <a:ext uri="{FF2B5EF4-FFF2-40B4-BE49-F238E27FC236}">
                  <a16:creationId xmlns:a16="http://schemas.microsoft.com/office/drawing/2014/main" id="{1636C1DE-F819-1ADB-875A-E9D821A25E25}"/>
                </a:ext>
              </a:extLst>
            </p:cNvPr>
            <p:cNvSpPr/>
            <p:nvPr/>
          </p:nvSpPr>
          <p:spPr>
            <a:xfrm>
              <a:off x="6951175" y="1019800"/>
              <a:ext cx="3975" cy="9000"/>
            </a:xfrm>
            <a:custGeom>
              <a:avLst/>
              <a:gdLst/>
              <a:ahLst/>
              <a:cxnLst/>
              <a:rect l="l" t="t" r="r" b="b"/>
              <a:pathLst>
                <a:path w="159" h="360" extrusionOk="0">
                  <a:moveTo>
                    <a:pt x="69" y="0"/>
                  </a:moveTo>
                  <a:cubicBezTo>
                    <a:pt x="67" y="0"/>
                    <a:pt x="64" y="0"/>
                    <a:pt x="62" y="1"/>
                  </a:cubicBezTo>
                  <a:cubicBezTo>
                    <a:pt x="26" y="5"/>
                    <a:pt x="1" y="31"/>
                    <a:pt x="1" y="66"/>
                  </a:cubicBezTo>
                  <a:cubicBezTo>
                    <a:pt x="7" y="152"/>
                    <a:pt x="12" y="227"/>
                    <a:pt x="26" y="309"/>
                  </a:cubicBezTo>
                  <a:cubicBezTo>
                    <a:pt x="31" y="339"/>
                    <a:pt x="57" y="360"/>
                    <a:pt x="87" y="360"/>
                  </a:cubicBezTo>
                  <a:lnTo>
                    <a:pt x="98" y="360"/>
                  </a:lnTo>
                  <a:cubicBezTo>
                    <a:pt x="133" y="355"/>
                    <a:pt x="159" y="318"/>
                    <a:pt x="153" y="288"/>
                  </a:cubicBezTo>
                  <a:cubicBezTo>
                    <a:pt x="138" y="213"/>
                    <a:pt x="133" y="143"/>
                    <a:pt x="128" y="61"/>
                  </a:cubicBezTo>
                  <a:cubicBezTo>
                    <a:pt x="128" y="29"/>
                    <a:pt x="102" y="0"/>
                    <a:pt x="69"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527;p32">
              <a:extLst>
                <a:ext uri="{FF2B5EF4-FFF2-40B4-BE49-F238E27FC236}">
                  <a16:creationId xmlns:a16="http://schemas.microsoft.com/office/drawing/2014/main" id="{1625DBA3-78B8-D2DF-9F17-D779D8957827}"/>
                </a:ext>
              </a:extLst>
            </p:cNvPr>
            <p:cNvSpPr/>
            <p:nvPr/>
          </p:nvSpPr>
          <p:spPr>
            <a:xfrm>
              <a:off x="6963950" y="1020925"/>
              <a:ext cx="3175" cy="6725"/>
            </a:xfrm>
            <a:custGeom>
              <a:avLst/>
              <a:gdLst/>
              <a:ahLst/>
              <a:cxnLst/>
              <a:rect l="l" t="t" r="r" b="b"/>
              <a:pathLst>
                <a:path w="127" h="269" extrusionOk="0">
                  <a:moveTo>
                    <a:pt x="66" y="1"/>
                  </a:moveTo>
                  <a:cubicBezTo>
                    <a:pt x="31" y="1"/>
                    <a:pt x="0" y="31"/>
                    <a:pt x="0" y="67"/>
                  </a:cubicBezTo>
                  <a:lnTo>
                    <a:pt x="0" y="203"/>
                  </a:lnTo>
                  <a:cubicBezTo>
                    <a:pt x="0" y="243"/>
                    <a:pt x="31" y="268"/>
                    <a:pt x="66" y="268"/>
                  </a:cubicBezTo>
                  <a:cubicBezTo>
                    <a:pt x="102" y="268"/>
                    <a:pt x="127" y="243"/>
                    <a:pt x="127" y="203"/>
                  </a:cubicBezTo>
                  <a:lnTo>
                    <a:pt x="127" y="67"/>
                  </a:lnTo>
                  <a:cubicBezTo>
                    <a:pt x="127" y="31"/>
                    <a:pt x="102" y="1"/>
                    <a:pt x="66"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 name="Google Shape;1528;p32">
            <a:extLst>
              <a:ext uri="{FF2B5EF4-FFF2-40B4-BE49-F238E27FC236}">
                <a16:creationId xmlns:a16="http://schemas.microsoft.com/office/drawing/2014/main" id="{760C00A0-2440-0C78-A5D8-F52F4820BD6F}"/>
              </a:ext>
            </a:extLst>
          </p:cNvPr>
          <p:cNvGrpSpPr/>
          <p:nvPr/>
        </p:nvGrpSpPr>
        <p:grpSpPr>
          <a:xfrm>
            <a:off x="8175834" y="616663"/>
            <a:ext cx="235872" cy="229423"/>
            <a:chOff x="5461450" y="1541475"/>
            <a:chExt cx="447150" cy="434925"/>
          </a:xfrm>
        </p:grpSpPr>
        <p:sp>
          <p:nvSpPr>
            <p:cNvPr id="50" name="Google Shape;1529;p32">
              <a:extLst>
                <a:ext uri="{FF2B5EF4-FFF2-40B4-BE49-F238E27FC236}">
                  <a16:creationId xmlns:a16="http://schemas.microsoft.com/office/drawing/2014/main" id="{9B145AFB-388E-2C94-AA17-2859AF6E284E}"/>
                </a:ext>
              </a:extLst>
            </p:cNvPr>
            <p:cNvSpPr/>
            <p:nvPr/>
          </p:nvSpPr>
          <p:spPr>
            <a:xfrm>
              <a:off x="5461450" y="1541475"/>
              <a:ext cx="447150" cy="434925"/>
            </a:xfrm>
            <a:custGeom>
              <a:avLst/>
              <a:gdLst/>
              <a:ahLst/>
              <a:cxnLst/>
              <a:rect l="l" t="t" r="r" b="b"/>
              <a:pathLst>
                <a:path w="17886" h="17397" extrusionOk="0">
                  <a:moveTo>
                    <a:pt x="8691" y="453"/>
                  </a:moveTo>
                  <a:cubicBezTo>
                    <a:pt x="9086" y="453"/>
                    <a:pt x="9461" y="674"/>
                    <a:pt x="9792" y="1097"/>
                  </a:cubicBezTo>
                  <a:cubicBezTo>
                    <a:pt x="10783" y="2380"/>
                    <a:pt x="10211" y="5099"/>
                    <a:pt x="9545" y="6740"/>
                  </a:cubicBezTo>
                  <a:cubicBezTo>
                    <a:pt x="9474" y="6705"/>
                    <a:pt x="9398" y="6665"/>
                    <a:pt x="9323" y="6645"/>
                  </a:cubicBezTo>
                  <a:cubicBezTo>
                    <a:pt x="9353" y="6624"/>
                    <a:pt x="9374" y="6594"/>
                    <a:pt x="9378" y="6554"/>
                  </a:cubicBezTo>
                  <a:cubicBezTo>
                    <a:pt x="9509" y="5922"/>
                    <a:pt x="9560" y="5245"/>
                    <a:pt x="9549" y="4356"/>
                  </a:cubicBezTo>
                  <a:cubicBezTo>
                    <a:pt x="9545" y="4275"/>
                    <a:pt x="9479" y="4210"/>
                    <a:pt x="9398" y="4210"/>
                  </a:cubicBezTo>
                  <a:cubicBezTo>
                    <a:pt x="9318" y="4210"/>
                    <a:pt x="9246" y="4280"/>
                    <a:pt x="9252" y="4361"/>
                  </a:cubicBezTo>
                  <a:cubicBezTo>
                    <a:pt x="9262" y="5225"/>
                    <a:pt x="9211" y="5882"/>
                    <a:pt x="9085" y="6493"/>
                  </a:cubicBezTo>
                  <a:cubicBezTo>
                    <a:pt x="9080" y="6528"/>
                    <a:pt x="9085" y="6554"/>
                    <a:pt x="9101" y="6584"/>
                  </a:cubicBezTo>
                  <a:lnTo>
                    <a:pt x="9095" y="6584"/>
                  </a:lnTo>
                  <a:cubicBezTo>
                    <a:pt x="9009" y="6566"/>
                    <a:pt x="8922" y="6558"/>
                    <a:pt x="8836" y="6558"/>
                  </a:cubicBezTo>
                  <a:cubicBezTo>
                    <a:pt x="8702" y="6558"/>
                    <a:pt x="8568" y="6578"/>
                    <a:pt x="8434" y="6614"/>
                  </a:cubicBezTo>
                  <a:cubicBezTo>
                    <a:pt x="8439" y="6600"/>
                    <a:pt x="8439" y="6584"/>
                    <a:pt x="8439" y="6563"/>
                  </a:cubicBezTo>
                  <a:cubicBezTo>
                    <a:pt x="8423" y="6377"/>
                    <a:pt x="8408" y="6185"/>
                    <a:pt x="8393" y="5993"/>
                  </a:cubicBezTo>
                  <a:cubicBezTo>
                    <a:pt x="8343" y="5422"/>
                    <a:pt x="8292" y="4835"/>
                    <a:pt x="8216" y="4285"/>
                  </a:cubicBezTo>
                  <a:cubicBezTo>
                    <a:pt x="8207" y="4211"/>
                    <a:pt x="8141" y="4153"/>
                    <a:pt x="8067" y="4153"/>
                  </a:cubicBezTo>
                  <a:cubicBezTo>
                    <a:pt x="8061" y="4153"/>
                    <a:pt x="8055" y="4153"/>
                    <a:pt x="8050" y="4154"/>
                  </a:cubicBezTo>
                  <a:cubicBezTo>
                    <a:pt x="7963" y="4164"/>
                    <a:pt x="7908" y="4240"/>
                    <a:pt x="7919" y="4320"/>
                  </a:cubicBezTo>
                  <a:cubicBezTo>
                    <a:pt x="7994" y="4872"/>
                    <a:pt x="8045" y="5453"/>
                    <a:pt x="8090" y="6018"/>
                  </a:cubicBezTo>
                  <a:cubicBezTo>
                    <a:pt x="8105" y="6215"/>
                    <a:pt x="8125" y="6402"/>
                    <a:pt x="8140" y="6594"/>
                  </a:cubicBezTo>
                  <a:cubicBezTo>
                    <a:pt x="8140" y="6624"/>
                    <a:pt x="8155" y="6645"/>
                    <a:pt x="8171" y="6665"/>
                  </a:cubicBezTo>
                  <a:cubicBezTo>
                    <a:pt x="8115" y="6680"/>
                    <a:pt x="8059" y="6691"/>
                    <a:pt x="8014" y="6705"/>
                  </a:cubicBezTo>
                  <a:cubicBezTo>
                    <a:pt x="8003" y="6675"/>
                    <a:pt x="7999" y="6645"/>
                    <a:pt x="7979" y="6619"/>
                  </a:cubicBezTo>
                  <a:lnTo>
                    <a:pt x="7903" y="6509"/>
                  </a:lnTo>
                  <a:cubicBezTo>
                    <a:pt x="7782" y="6327"/>
                    <a:pt x="7655" y="6129"/>
                    <a:pt x="7514" y="5922"/>
                  </a:cubicBezTo>
                  <a:cubicBezTo>
                    <a:pt x="7089" y="4695"/>
                    <a:pt x="6872" y="3063"/>
                    <a:pt x="7064" y="2144"/>
                  </a:cubicBezTo>
                  <a:cubicBezTo>
                    <a:pt x="7236" y="1314"/>
                    <a:pt x="7807" y="628"/>
                    <a:pt x="8444" y="481"/>
                  </a:cubicBezTo>
                  <a:cubicBezTo>
                    <a:pt x="8527" y="462"/>
                    <a:pt x="8609" y="453"/>
                    <a:pt x="8691" y="453"/>
                  </a:cubicBezTo>
                  <a:close/>
                  <a:moveTo>
                    <a:pt x="3194" y="2921"/>
                  </a:moveTo>
                  <a:cubicBezTo>
                    <a:pt x="4750" y="2921"/>
                    <a:pt x="6145" y="4714"/>
                    <a:pt x="7110" y="6129"/>
                  </a:cubicBezTo>
                  <a:cubicBezTo>
                    <a:pt x="7210" y="6412"/>
                    <a:pt x="7322" y="6675"/>
                    <a:pt x="7438" y="6908"/>
                  </a:cubicBezTo>
                  <a:cubicBezTo>
                    <a:pt x="7236" y="7003"/>
                    <a:pt x="7075" y="7115"/>
                    <a:pt x="6942" y="7230"/>
                  </a:cubicBezTo>
                  <a:cubicBezTo>
                    <a:pt x="6837" y="7165"/>
                    <a:pt x="6725" y="7104"/>
                    <a:pt x="6620" y="7048"/>
                  </a:cubicBezTo>
                  <a:cubicBezTo>
                    <a:pt x="6039" y="6731"/>
                    <a:pt x="5487" y="6428"/>
                    <a:pt x="5079" y="5927"/>
                  </a:cubicBezTo>
                  <a:cubicBezTo>
                    <a:pt x="5048" y="5891"/>
                    <a:pt x="5005" y="5873"/>
                    <a:pt x="4962" y="5873"/>
                  </a:cubicBezTo>
                  <a:cubicBezTo>
                    <a:pt x="4928" y="5873"/>
                    <a:pt x="4894" y="5885"/>
                    <a:pt x="4867" y="5907"/>
                  </a:cubicBezTo>
                  <a:cubicBezTo>
                    <a:pt x="4801" y="5963"/>
                    <a:pt x="4790" y="6059"/>
                    <a:pt x="4846" y="6120"/>
                  </a:cubicBezTo>
                  <a:cubicBezTo>
                    <a:pt x="5296" y="6665"/>
                    <a:pt x="5867" y="6978"/>
                    <a:pt x="6473" y="7311"/>
                  </a:cubicBezTo>
                  <a:cubicBezTo>
                    <a:pt x="6457" y="7307"/>
                    <a:pt x="6443" y="7302"/>
                    <a:pt x="6427" y="7297"/>
                  </a:cubicBezTo>
                  <a:cubicBezTo>
                    <a:pt x="4841" y="7115"/>
                    <a:pt x="3598" y="6569"/>
                    <a:pt x="2719" y="5684"/>
                  </a:cubicBezTo>
                  <a:cubicBezTo>
                    <a:pt x="2043" y="4998"/>
                    <a:pt x="1704" y="4063"/>
                    <a:pt x="1936" y="3508"/>
                  </a:cubicBezTo>
                  <a:cubicBezTo>
                    <a:pt x="2133" y="3028"/>
                    <a:pt x="2724" y="2921"/>
                    <a:pt x="3184" y="2921"/>
                  </a:cubicBezTo>
                  <a:close/>
                  <a:moveTo>
                    <a:pt x="13474" y="3045"/>
                  </a:moveTo>
                  <a:cubicBezTo>
                    <a:pt x="13969" y="3045"/>
                    <a:pt x="14462" y="3203"/>
                    <a:pt x="14840" y="3497"/>
                  </a:cubicBezTo>
                  <a:cubicBezTo>
                    <a:pt x="15279" y="3846"/>
                    <a:pt x="15512" y="4336"/>
                    <a:pt x="15502" y="4891"/>
                  </a:cubicBezTo>
                  <a:cubicBezTo>
                    <a:pt x="15472" y="6351"/>
                    <a:pt x="13895" y="7281"/>
                    <a:pt x="12354" y="7934"/>
                  </a:cubicBezTo>
                  <a:cubicBezTo>
                    <a:pt x="11884" y="8100"/>
                    <a:pt x="11440" y="8277"/>
                    <a:pt x="11046" y="8433"/>
                  </a:cubicBezTo>
                  <a:lnTo>
                    <a:pt x="10717" y="8559"/>
                  </a:lnTo>
                  <a:cubicBezTo>
                    <a:pt x="10682" y="8358"/>
                    <a:pt x="10626" y="8155"/>
                    <a:pt x="10556" y="7969"/>
                  </a:cubicBezTo>
                  <a:cubicBezTo>
                    <a:pt x="10556" y="7964"/>
                    <a:pt x="10561" y="7964"/>
                    <a:pt x="10561" y="7964"/>
                  </a:cubicBezTo>
                  <a:cubicBezTo>
                    <a:pt x="11132" y="7398"/>
                    <a:pt x="12198" y="6862"/>
                    <a:pt x="12627" y="6660"/>
                  </a:cubicBezTo>
                  <a:cubicBezTo>
                    <a:pt x="12702" y="6624"/>
                    <a:pt x="12732" y="6533"/>
                    <a:pt x="12697" y="6458"/>
                  </a:cubicBezTo>
                  <a:cubicBezTo>
                    <a:pt x="12672" y="6406"/>
                    <a:pt x="12616" y="6373"/>
                    <a:pt x="12559" y="6373"/>
                  </a:cubicBezTo>
                  <a:cubicBezTo>
                    <a:pt x="12538" y="6373"/>
                    <a:pt x="12516" y="6378"/>
                    <a:pt x="12496" y="6388"/>
                  </a:cubicBezTo>
                  <a:cubicBezTo>
                    <a:pt x="11965" y="6640"/>
                    <a:pt x="11015" y="7134"/>
                    <a:pt x="10419" y="7680"/>
                  </a:cubicBezTo>
                  <a:cubicBezTo>
                    <a:pt x="10409" y="7661"/>
                    <a:pt x="10398" y="7635"/>
                    <a:pt x="10384" y="7615"/>
                  </a:cubicBezTo>
                  <a:lnTo>
                    <a:pt x="10398" y="7615"/>
                  </a:lnTo>
                  <a:cubicBezTo>
                    <a:pt x="10454" y="7615"/>
                    <a:pt x="10510" y="7584"/>
                    <a:pt x="10535" y="7529"/>
                  </a:cubicBezTo>
                  <a:cubicBezTo>
                    <a:pt x="10874" y="6831"/>
                    <a:pt x="11228" y="6175"/>
                    <a:pt x="11818" y="5761"/>
                  </a:cubicBezTo>
                  <a:cubicBezTo>
                    <a:pt x="11884" y="5710"/>
                    <a:pt x="11899" y="5619"/>
                    <a:pt x="11853" y="5548"/>
                  </a:cubicBezTo>
                  <a:cubicBezTo>
                    <a:pt x="11823" y="5508"/>
                    <a:pt x="11776" y="5485"/>
                    <a:pt x="11728" y="5485"/>
                  </a:cubicBezTo>
                  <a:cubicBezTo>
                    <a:pt x="11699" y="5485"/>
                    <a:pt x="11669" y="5494"/>
                    <a:pt x="11641" y="5513"/>
                  </a:cubicBezTo>
                  <a:cubicBezTo>
                    <a:pt x="10995" y="5968"/>
                    <a:pt x="10621" y="6665"/>
                    <a:pt x="10262" y="7398"/>
                  </a:cubicBezTo>
                  <a:lnTo>
                    <a:pt x="10262" y="7412"/>
                  </a:lnTo>
                  <a:cubicBezTo>
                    <a:pt x="10181" y="7291"/>
                    <a:pt x="10095" y="7190"/>
                    <a:pt x="10004" y="7090"/>
                  </a:cubicBezTo>
                  <a:cubicBezTo>
                    <a:pt x="10004" y="7090"/>
                    <a:pt x="10010" y="7085"/>
                    <a:pt x="10010" y="7079"/>
                  </a:cubicBezTo>
                  <a:cubicBezTo>
                    <a:pt x="10419" y="5432"/>
                    <a:pt x="11496" y="3492"/>
                    <a:pt x="12900" y="3118"/>
                  </a:cubicBezTo>
                  <a:cubicBezTo>
                    <a:pt x="13087" y="3069"/>
                    <a:pt x="13281" y="3045"/>
                    <a:pt x="13474" y="3045"/>
                  </a:cubicBezTo>
                  <a:close/>
                  <a:moveTo>
                    <a:pt x="8833" y="6857"/>
                  </a:moveTo>
                  <a:cubicBezTo>
                    <a:pt x="9080" y="6857"/>
                    <a:pt x="9288" y="6938"/>
                    <a:pt x="9454" y="7034"/>
                  </a:cubicBezTo>
                  <a:cubicBezTo>
                    <a:pt x="9458" y="7115"/>
                    <a:pt x="9505" y="7195"/>
                    <a:pt x="9586" y="7230"/>
                  </a:cubicBezTo>
                  <a:cubicBezTo>
                    <a:pt x="9615" y="7240"/>
                    <a:pt x="9644" y="7244"/>
                    <a:pt x="9673" y="7244"/>
                  </a:cubicBezTo>
                  <a:cubicBezTo>
                    <a:pt x="9689" y="7244"/>
                    <a:pt x="9706" y="7243"/>
                    <a:pt x="9722" y="7241"/>
                  </a:cubicBezTo>
                  <a:lnTo>
                    <a:pt x="9726" y="7241"/>
                  </a:lnTo>
                  <a:cubicBezTo>
                    <a:pt x="10085" y="7579"/>
                    <a:pt x="10353" y="8115"/>
                    <a:pt x="10424" y="8676"/>
                  </a:cubicBezTo>
                  <a:cubicBezTo>
                    <a:pt x="10449" y="8832"/>
                    <a:pt x="10454" y="8984"/>
                    <a:pt x="10449" y="9135"/>
                  </a:cubicBezTo>
                  <a:cubicBezTo>
                    <a:pt x="10429" y="9473"/>
                    <a:pt x="10338" y="9807"/>
                    <a:pt x="10151" y="10100"/>
                  </a:cubicBezTo>
                  <a:cubicBezTo>
                    <a:pt x="9763" y="10699"/>
                    <a:pt x="9285" y="11006"/>
                    <a:pt x="8763" y="11006"/>
                  </a:cubicBezTo>
                  <a:cubicBezTo>
                    <a:pt x="8598" y="11006"/>
                    <a:pt x="8429" y="10976"/>
                    <a:pt x="8257" y="10914"/>
                  </a:cubicBezTo>
                  <a:cubicBezTo>
                    <a:pt x="7751" y="10722"/>
                    <a:pt x="7301" y="10292"/>
                    <a:pt x="7014" y="9783"/>
                  </a:cubicBezTo>
                  <a:cubicBezTo>
                    <a:pt x="7009" y="9737"/>
                    <a:pt x="6998" y="9697"/>
                    <a:pt x="6973" y="9655"/>
                  </a:cubicBezTo>
                  <a:cubicBezTo>
                    <a:pt x="6958" y="9646"/>
                    <a:pt x="6942" y="9636"/>
                    <a:pt x="6933" y="9625"/>
                  </a:cubicBezTo>
                  <a:cubicBezTo>
                    <a:pt x="6928" y="9620"/>
                    <a:pt x="6928" y="9615"/>
                    <a:pt x="6928" y="9615"/>
                  </a:cubicBezTo>
                  <a:cubicBezTo>
                    <a:pt x="6721" y="9201"/>
                    <a:pt x="6625" y="8746"/>
                    <a:pt x="6681" y="8332"/>
                  </a:cubicBezTo>
                  <a:cubicBezTo>
                    <a:pt x="6746" y="7867"/>
                    <a:pt x="7003" y="7503"/>
                    <a:pt x="7423" y="7256"/>
                  </a:cubicBezTo>
                  <a:lnTo>
                    <a:pt x="7423" y="7256"/>
                  </a:lnTo>
                  <a:cubicBezTo>
                    <a:pt x="7413" y="7297"/>
                    <a:pt x="7418" y="7342"/>
                    <a:pt x="7438" y="7377"/>
                  </a:cubicBezTo>
                  <a:cubicBezTo>
                    <a:pt x="7468" y="7424"/>
                    <a:pt x="7517" y="7451"/>
                    <a:pt x="7569" y="7451"/>
                  </a:cubicBezTo>
                  <a:cubicBezTo>
                    <a:pt x="7596" y="7451"/>
                    <a:pt x="7624" y="7443"/>
                    <a:pt x="7651" y="7428"/>
                  </a:cubicBezTo>
                  <a:lnTo>
                    <a:pt x="7782" y="7342"/>
                  </a:lnTo>
                  <a:cubicBezTo>
                    <a:pt x="7797" y="7327"/>
                    <a:pt x="7817" y="7311"/>
                    <a:pt x="7832" y="7297"/>
                  </a:cubicBezTo>
                  <a:cubicBezTo>
                    <a:pt x="7858" y="7291"/>
                    <a:pt x="7888" y="7286"/>
                    <a:pt x="7908" y="7271"/>
                  </a:cubicBezTo>
                  <a:cubicBezTo>
                    <a:pt x="7954" y="7241"/>
                    <a:pt x="7979" y="7206"/>
                    <a:pt x="7994" y="7165"/>
                  </a:cubicBezTo>
                  <a:cubicBezTo>
                    <a:pt x="7994" y="7160"/>
                    <a:pt x="7999" y="7160"/>
                    <a:pt x="7999" y="7160"/>
                  </a:cubicBezTo>
                  <a:cubicBezTo>
                    <a:pt x="8145" y="7054"/>
                    <a:pt x="8287" y="6978"/>
                    <a:pt x="8423" y="6927"/>
                  </a:cubicBezTo>
                  <a:cubicBezTo>
                    <a:pt x="8525" y="6913"/>
                    <a:pt x="8630" y="6903"/>
                    <a:pt x="8742" y="6897"/>
                  </a:cubicBezTo>
                  <a:cubicBezTo>
                    <a:pt x="8782" y="6892"/>
                    <a:pt x="8807" y="6877"/>
                    <a:pt x="8833" y="6857"/>
                  </a:cubicBezTo>
                  <a:close/>
                  <a:moveTo>
                    <a:pt x="6548" y="7351"/>
                  </a:moveTo>
                  <a:lnTo>
                    <a:pt x="6548" y="7351"/>
                  </a:lnTo>
                  <a:cubicBezTo>
                    <a:pt x="6609" y="7388"/>
                    <a:pt x="6670" y="7423"/>
                    <a:pt x="6730" y="7458"/>
                  </a:cubicBezTo>
                  <a:cubicBezTo>
                    <a:pt x="6585" y="7650"/>
                    <a:pt x="6494" y="7852"/>
                    <a:pt x="6443" y="8034"/>
                  </a:cubicBezTo>
                  <a:lnTo>
                    <a:pt x="6443" y="8039"/>
                  </a:lnTo>
                  <a:cubicBezTo>
                    <a:pt x="6350" y="8030"/>
                    <a:pt x="6259" y="8026"/>
                    <a:pt x="6169" y="8026"/>
                  </a:cubicBezTo>
                  <a:cubicBezTo>
                    <a:pt x="5811" y="8026"/>
                    <a:pt x="5477" y="8089"/>
                    <a:pt x="5149" y="8151"/>
                  </a:cubicBezTo>
                  <a:cubicBezTo>
                    <a:pt x="4922" y="8195"/>
                    <a:pt x="4685" y="8242"/>
                    <a:pt x="4447" y="8261"/>
                  </a:cubicBezTo>
                  <a:cubicBezTo>
                    <a:pt x="4366" y="8267"/>
                    <a:pt x="4305" y="8342"/>
                    <a:pt x="4311" y="8423"/>
                  </a:cubicBezTo>
                  <a:cubicBezTo>
                    <a:pt x="4321" y="8499"/>
                    <a:pt x="4386" y="8559"/>
                    <a:pt x="4463" y="8559"/>
                  </a:cubicBezTo>
                  <a:lnTo>
                    <a:pt x="4477" y="8559"/>
                  </a:lnTo>
                  <a:cubicBezTo>
                    <a:pt x="4725" y="8534"/>
                    <a:pt x="4967" y="8489"/>
                    <a:pt x="5205" y="8449"/>
                  </a:cubicBezTo>
                  <a:cubicBezTo>
                    <a:pt x="5527" y="8386"/>
                    <a:pt x="5840" y="8328"/>
                    <a:pt x="6161" y="8328"/>
                  </a:cubicBezTo>
                  <a:cubicBezTo>
                    <a:pt x="6233" y="8328"/>
                    <a:pt x="6305" y="8331"/>
                    <a:pt x="6377" y="8337"/>
                  </a:cubicBezTo>
                  <a:cubicBezTo>
                    <a:pt x="6362" y="8473"/>
                    <a:pt x="6357" y="8620"/>
                    <a:pt x="6377" y="8762"/>
                  </a:cubicBezTo>
                  <a:cubicBezTo>
                    <a:pt x="6365" y="8759"/>
                    <a:pt x="6353" y="8758"/>
                    <a:pt x="6342" y="8758"/>
                  </a:cubicBezTo>
                  <a:cubicBezTo>
                    <a:pt x="6332" y="8758"/>
                    <a:pt x="6322" y="8759"/>
                    <a:pt x="6312" y="8762"/>
                  </a:cubicBezTo>
                  <a:cubicBezTo>
                    <a:pt x="5669" y="8923"/>
                    <a:pt x="5044" y="9216"/>
                    <a:pt x="4452" y="9494"/>
                  </a:cubicBezTo>
                  <a:cubicBezTo>
                    <a:pt x="4377" y="9529"/>
                    <a:pt x="4346" y="9620"/>
                    <a:pt x="4382" y="9697"/>
                  </a:cubicBezTo>
                  <a:cubicBezTo>
                    <a:pt x="4407" y="9752"/>
                    <a:pt x="4463" y="9783"/>
                    <a:pt x="4517" y="9783"/>
                  </a:cubicBezTo>
                  <a:cubicBezTo>
                    <a:pt x="4538" y="9783"/>
                    <a:pt x="4559" y="9777"/>
                    <a:pt x="4578" y="9762"/>
                  </a:cubicBezTo>
                  <a:cubicBezTo>
                    <a:pt x="5154" y="9489"/>
                    <a:pt x="5771" y="9212"/>
                    <a:pt x="6382" y="9055"/>
                  </a:cubicBezTo>
                  <a:cubicBezTo>
                    <a:pt x="6397" y="9049"/>
                    <a:pt x="6408" y="9044"/>
                    <a:pt x="6417" y="9039"/>
                  </a:cubicBezTo>
                  <a:cubicBezTo>
                    <a:pt x="6443" y="9170"/>
                    <a:pt x="6478" y="9298"/>
                    <a:pt x="6524" y="9429"/>
                  </a:cubicBezTo>
                  <a:cubicBezTo>
                    <a:pt x="6508" y="9438"/>
                    <a:pt x="6488" y="9449"/>
                    <a:pt x="6473" y="9464"/>
                  </a:cubicBezTo>
                  <a:cubicBezTo>
                    <a:pt x="5459" y="10400"/>
                    <a:pt x="3915" y="11268"/>
                    <a:pt x="2579" y="11268"/>
                  </a:cubicBezTo>
                  <a:cubicBezTo>
                    <a:pt x="2438" y="11268"/>
                    <a:pt x="2299" y="11258"/>
                    <a:pt x="2164" y="11238"/>
                  </a:cubicBezTo>
                  <a:cubicBezTo>
                    <a:pt x="1558" y="11152"/>
                    <a:pt x="991" y="10716"/>
                    <a:pt x="714" y="10140"/>
                  </a:cubicBezTo>
                  <a:cubicBezTo>
                    <a:pt x="471" y="9631"/>
                    <a:pt x="492" y="9095"/>
                    <a:pt x="769" y="8625"/>
                  </a:cubicBezTo>
                  <a:cubicBezTo>
                    <a:pt x="1243" y="7817"/>
                    <a:pt x="2457" y="7644"/>
                    <a:pt x="3683" y="7644"/>
                  </a:cubicBezTo>
                  <a:cubicBezTo>
                    <a:pt x="4196" y="7644"/>
                    <a:pt x="4711" y="7674"/>
                    <a:pt x="5175" y="7701"/>
                  </a:cubicBezTo>
                  <a:cubicBezTo>
                    <a:pt x="5569" y="7726"/>
                    <a:pt x="5932" y="7746"/>
                    <a:pt x="6236" y="7746"/>
                  </a:cubicBezTo>
                  <a:cubicBezTo>
                    <a:pt x="6261" y="7746"/>
                    <a:pt x="6276" y="7741"/>
                    <a:pt x="6301" y="7731"/>
                  </a:cubicBezTo>
                  <a:cubicBezTo>
                    <a:pt x="6326" y="7741"/>
                    <a:pt x="6352" y="7741"/>
                    <a:pt x="6377" y="7746"/>
                  </a:cubicBezTo>
                  <a:lnTo>
                    <a:pt x="6403" y="7746"/>
                  </a:lnTo>
                  <a:cubicBezTo>
                    <a:pt x="6518" y="7746"/>
                    <a:pt x="6615" y="7666"/>
                    <a:pt x="6630" y="7544"/>
                  </a:cubicBezTo>
                  <a:cubicBezTo>
                    <a:pt x="6634" y="7473"/>
                    <a:pt x="6604" y="7402"/>
                    <a:pt x="6548" y="7351"/>
                  </a:cubicBezTo>
                  <a:close/>
                  <a:moveTo>
                    <a:pt x="15315" y="7739"/>
                  </a:moveTo>
                  <a:cubicBezTo>
                    <a:pt x="15617" y="7739"/>
                    <a:pt x="15900" y="7775"/>
                    <a:pt x="16153" y="7857"/>
                  </a:cubicBezTo>
                  <a:cubicBezTo>
                    <a:pt x="16694" y="8039"/>
                    <a:pt x="17098" y="8443"/>
                    <a:pt x="17244" y="8979"/>
                  </a:cubicBezTo>
                  <a:cubicBezTo>
                    <a:pt x="17412" y="9545"/>
                    <a:pt x="17270" y="10166"/>
                    <a:pt x="16871" y="10636"/>
                  </a:cubicBezTo>
                  <a:cubicBezTo>
                    <a:pt x="16346" y="11260"/>
                    <a:pt x="15480" y="11497"/>
                    <a:pt x="14505" y="11497"/>
                  </a:cubicBezTo>
                  <a:cubicBezTo>
                    <a:pt x="13189" y="11497"/>
                    <a:pt x="11674" y="11064"/>
                    <a:pt x="10530" y="10565"/>
                  </a:cubicBezTo>
                  <a:cubicBezTo>
                    <a:pt x="10454" y="10510"/>
                    <a:pt x="10389" y="10450"/>
                    <a:pt x="10313" y="10399"/>
                  </a:cubicBezTo>
                  <a:cubicBezTo>
                    <a:pt x="10344" y="10353"/>
                    <a:pt x="10374" y="10313"/>
                    <a:pt x="10404" y="10268"/>
                  </a:cubicBezTo>
                  <a:cubicBezTo>
                    <a:pt x="10429" y="10226"/>
                    <a:pt x="10454" y="10182"/>
                    <a:pt x="10479" y="10136"/>
                  </a:cubicBezTo>
                  <a:cubicBezTo>
                    <a:pt x="10500" y="10156"/>
                    <a:pt x="10530" y="10166"/>
                    <a:pt x="10566" y="10166"/>
                  </a:cubicBezTo>
                  <a:lnTo>
                    <a:pt x="10570" y="10166"/>
                  </a:lnTo>
                  <a:cubicBezTo>
                    <a:pt x="10648" y="10164"/>
                    <a:pt x="10725" y="10163"/>
                    <a:pt x="10803" y="10163"/>
                  </a:cubicBezTo>
                  <a:cubicBezTo>
                    <a:pt x="11320" y="10163"/>
                    <a:pt x="11845" y="10202"/>
                    <a:pt x="12354" y="10242"/>
                  </a:cubicBezTo>
                  <a:cubicBezTo>
                    <a:pt x="12515" y="10257"/>
                    <a:pt x="12672" y="10268"/>
                    <a:pt x="12829" y="10277"/>
                  </a:cubicBezTo>
                  <a:lnTo>
                    <a:pt x="12839" y="10277"/>
                  </a:lnTo>
                  <a:cubicBezTo>
                    <a:pt x="12920" y="10277"/>
                    <a:pt x="12986" y="10217"/>
                    <a:pt x="12991" y="10140"/>
                  </a:cubicBezTo>
                  <a:cubicBezTo>
                    <a:pt x="12995" y="10055"/>
                    <a:pt x="12935" y="9984"/>
                    <a:pt x="12849" y="9979"/>
                  </a:cubicBezTo>
                  <a:cubicBezTo>
                    <a:pt x="12692" y="9969"/>
                    <a:pt x="12536" y="9954"/>
                    <a:pt x="12380" y="9944"/>
                  </a:cubicBezTo>
                  <a:cubicBezTo>
                    <a:pt x="11887" y="9905"/>
                    <a:pt x="11384" y="9863"/>
                    <a:pt x="10876" y="9863"/>
                  </a:cubicBezTo>
                  <a:cubicBezTo>
                    <a:pt x="10784" y="9863"/>
                    <a:pt x="10692" y="9865"/>
                    <a:pt x="10601" y="9868"/>
                  </a:cubicBezTo>
                  <a:cubicBezTo>
                    <a:pt x="10647" y="9741"/>
                    <a:pt x="10687" y="9615"/>
                    <a:pt x="10707" y="9484"/>
                  </a:cubicBezTo>
                  <a:cubicBezTo>
                    <a:pt x="11445" y="9261"/>
                    <a:pt x="12420" y="9125"/>
                    <a:pt x="13284" y="9116"/>
                  </a:cubicBezTo>
                  <a:cubicBezTo>
                    <a:pt x="13369" y="9116"/>
                    <a:pt x="13436" y="9044"/>
                    <a:pt x="13436" y="8964"/>
                  </a:cubicBezTo>
                  <a:cubicBezTo>
                    <a:pt x="13436" y="8882"/>
                    <a:pt x="13370" y="8812"/>
                    <a:pt x="13294" y="8812"/>
                  </a:cubicBezTo>
                  <a:cubicBezTo>
                    <a:pt x="13290" y="8812"/>
                    <a:pt x="13287" y="8812"/>
                    <a:pt x="13284" y="8813"/>
                  </a:cubicBezTo>
                  <a:cubicBezTo>
                    <a:pt x="12429" y="8822"/>
                    <a:pt x="11496" y="8948"/>
                    <a:pt x="10747" y="9161"/>
                  </a:cubicBezTo>
                  <a:cubicBezTo>
                    <a:pt x="10752" y="9116"/>
                    <a:pt x="10752" y="9075"/>
                    <a:pt x="10752" y="9035"/>
                  </a:cubicBezTo>
                  <a:cubicBezTo>
                    <a:pt x="10878" y="8988"/>
                    <a:pt x="11004" y="8939"/>
                    <a:pt x="11142" y="8888"/>
                  </a:cubicBezTo>
                  <a:cubicBezTo>
                    <a:pt x="11561" y="8736"/>
                    <a:pt x="12021" y="8564"/>
                    <a:pt x="12490" y="8363"/>
                  </a:cubicBezTo>
                  <a:cubicBezTo>
                    <a:pt x="13423" y="8033"/>
                    <a:pt x="14448" y="7739"/>
                    <a:pt x="15315" y="7739"/>
                  </a:cubicBezTo>
                  <a:close/>
                  <a:moveTo>
                    <a:pt x="6837" y="10055"/>
                  </a:moveTo>
                  <a:cubicBezTo>
                    <a:pt x="6867" y="10105"/>
                    <a:pt x="6902" y="10166"/>
                    <a:pt x="6942" y="10217"/>
                  </a:cubicBezTo>
                  <a:cubicBezTo>
                    <a:pt x="6928" y="10226"/>
                    <a:pt x="6912" y="10242"/>
                    <a:pt x="6898" y="10257"/>
                  </a:cubicBezTo>
                  <a:lnTo>
                    <a:pt x="6786" y="10389"/>
                  </a:lnTo>
                  <a:cubicBezTo>
                    <a:pt x="6382" y="10884"/>
                    <a:pt x="5923" y="11450"/>
                    <a:pt x="5811" y="12101"/>
                  </a:cubicBezTo>
                  <a:cubicBezTo>
                    <a:pt x="5797" y="12187"/>
                    <a:pt x="5851" y="12257"/>
                    <a:pt x="5937" y="12273"/>
                  </a:cubicBezTo>
                  <a:cubicBezTo>
                    <a:pt x="5942" y="12278"/>
                    <a:pt x="5953" y="12278"/>
                    <a:pt x="5958" y="12278"/>
                  </a:cubicBezTo>
                  <a:cubicBezTo>
                    <a:pt x="6033" y="12278"/>
                    <a:pt x="6094" y="12227"/>
                    <a:pt x="6109" y="12152"/>
                  </a:cubicBezTo>
                  <a:cubicBezTo>
                    <a:pt x="6205" y="11576"/>
                    <a:pt x="6639" y="11045"/>
                    <a:pt x="7024" y="10581"/>
                  </a:cubicBezTo>
                  <a:lnTo>
                    <a:pt x="7130" y="10450"/>
                  </a:lnTo>
                  <a:cubicBezTo>
                    <a:pt x="7292" y="10641"/>
                    <a:pt x="7478" y="10813"/>
                    <a:pt x="7686" y="10944"/>
                  </a:cubicBezTo>
                  <a:cubicBezTo>
                    <a:pt x="7529" y="11232"/>
                    <a:pt x="7397" y="11546"/>
                    <a:pt x="7271" y="11859"/>
                  </a:cubicBezTo>
                  <a:cubicBezTo>
                    <a:pt x="7150" y="12147"/>
                    <a:pt x="7029" y="12455"/>
                    <a:pt x="6882" y="12723"/>
                  </a:cubicBezTo>
                  <a:cubicBezTo>
                    <a:pt x="6842" y="12793"/>
                    <a:pt x="6867" y="12884"/>
                    <a:pt x="6942" y="12924"/>
                  </a:cubicBezTo>
                  <a:cubicBezTo>
                    <a:pt x="6963" y="12940"/>
                    <a:pt x="6989" y="12945"/>
                    <a:pt x="7014" y="12945"/>
                  </a:cubicBezTo>
                  <a:cubicBezTo>
                    <a:pt x="7070" y="12945"/>
                    <a:pt x="7119" y="12915"/>
                    <a:pt x="7145" y="12864"/>
                  </a:cubicBezTo>
                  <a:cubicBezTo>
                    <a:pt x="7297" y="12581"/>
                    <a:pt x="7423" y="12268"/>
                    <a:pt x="7549" y="11970"/>
                  </a:cubicBezTo>
                  <a:cubicBezTo>
                    <a:pt x="7676" y="11656"/>
                    <a:pt x="7797" y="11364"/>
                    <a:pt x="7949" y="11096"/>
                  </a:cubicBezTo>
                  <a:cubicBezTo>
                    <a:pt x="7989" y="11121"/>
                    <a:pt x="8034" y="11141"/>
                    <a:pt x="8080" y="11156"/>
                  </a:cubicBezTo>
                  <a:lnTo>
                    <a:pt x="8080" y="11161"/>
                  </a:lnTo>
                  <a:cubicBezTo>
                    <a:pt x="8075" y="11177"/>
                    <a:pt x="8070" y="11192"/>
                    <a:pt x="8064" y="11207"/>
                  </a:cubicBezTo>
                  <a:cubicBezTo>
                    <a:pt x="8054" y="11298"/>
                    <a:pt x="8029" y="11490"/>
                    <a:pt x="8003" y="11753"/>
                  </a:cubicBezTo>
                  <a:cubicBezTo>
                    <a:pt x="7959" y="12061"/>
                    <a:pt x="7923" y="12364"/>
                    <a:pt x="7888" y="12667"/>
                  </a:cubicBezTo>
                  <a:cubicBezTo>
                    <a:pt x="7721" y="14213"/>
                    <a:pt x="7579" y="15547"/>
                    <a:pt x="5832" y="16128"/>
                  </a:cubicBezTo>
                  <a:cubicBezTo>
                    <a:pt x="5588" y="16210"/>
                    <a:pt x="5357" y="16250"/>
                    <a:pt x="5144" y="16250"/>
                  </a:cubicBezTo>
                  <a:cubicBezTo>
                    <a:pt x="4831" y="16250"/>
                    <a:pt x="4558" y="16163"/>
                    <a:pt x="4351" y="15991"/>
                  </a:cubicBezTo>
                  <a:cubicBezTo>
                    <a:pt x="3972" y="15678"/>
                    <a:pt x="3815" y="15128"/>
                    <a:pt x="3906" y="14435"/>
                  </a:cubicBezTo>
                  <a:cubicBezTo>
                    <a:pt x="4088" y="13031"/>
                    <a:pt x="5548" y="11096"/>
                    <a:pt x="6837" y="10055"/>
                  </a:cubicBezTo>
                  <a:close/>
                  <a:moveTo>
                    <a:pt x="9969" y="10793"/>
                  </a:moveTo>
                  <a:cubicBezTo>
                    <a:pt x="9985" y="10807"/>
                    <a:pt x="10004" y="10823"/>
                    <a:pt x="10025" y="10833"/>
                  </a:cubicBezTo>
                  <a:cubicBezTo>
                    <a:pt x="10106" y="10874"/>
                    <a:pt x="10197" y="10914"/>
                    <a:pt x="10288" y="10949"/>
                  </a:cubicBezTo>
                  <a:cubicBezTo>
                    <a:pt x="11622" y="12050"/>
                    <a:pt x="12470" y="13435"/>
                    <a:pt x="12561" y="14698"/>
                  </a:cubicBezTo>
                  <a:cubicBezTo>
                    <a:pt x="12617" y="15466"/>
                    <a:pt x="12405" y="16102"/>
                    <a:pt x="11965" y="16501"/>
                  </a:cubicBezTo>
                  <a:cubicBezTo>
                    <a:pt x="11640" y="16796"/>
                    <a:pt x="11201" y="16947"/>
                    <a:pt x="10682" y="16947"/>
                  </a:cubicBezTo>
                  <a:cubicBezTo>
                    <a:pt x="10516" y="16947"/>
                    <a:pt x="10343" y="16931"/>
                    <a:pt x="10162" y="16900"/>
                  </a:cubicBezTo>
                  <a:cubicBezTo>
                    <a:pt x="8464" y="16603"/>
                    <a:pt x="8267" y="13814"/>
                    <a:pt x="8444" y="11849"/>
                  </a:cubicBezTo>
                  <a:cubicBezTo>
                    <a:pt x="8474" y="11662"/>
                    <a:pt x="8509" y="11474"/>
                    <a:pt x="8549" y="11292"/>
                  </a:cubicBezTo>
                  <a:cubicBezTo>
                    <a:pt x="8625" y="11303"/>
                    <a:pt x="8696" y="11308"/>
                    <a:pt x="8772" y="11308"/>
                  </a:cubicBezTo>
                  <a:cubicBezTo>
                    <a:pt x="9040" y="11308"/>
                    <a:pt x="9307" y="11238"/>
                    <a:pt x="9555" y="11101"/>
                  </a:cubicBezTo>
                  <a:cubicBezTo>
                    <a:pt x="9560" y="11110"/>
                    <a:pt x="9565" y="11121"/>
                    <a:pt x="9575" y="11126"/>
                  </a:cubicBezTo>
                  <a:cubicBezTo>
                    <a:pt x="9959" y="11469"/>
                    <a:pt x="10302" y="12000"/>
                    <a:pt x="10479" y="12511"/>
                  </a:cubicBezTo>
                  <a:cubicBezTo>
                    <a:pt x="10500" y="12572"/>
                    <a:pt x="10561" y="12612"/>
                    <a:pt x="10621" y="12612"/>
                  </a:cubicBezTo>
                  <a:cubicBezTo>
                    <a:pt x="10636" y="12612"/>
                    <a:pt x="10652" y="12607"/>
                    <a:pt x="10671" y="12602"/>
                  </a:cubicBezTo>
                  <a:cubicBezTo>
                    <a:pt x="10747" y="12576"/>
                    <a:pt x="10792" y="12490"/>
                    <a:pt x="10762" y="12409"/>
                  </a:cubicBezTo>
                  <a:cubicBezTo>
                    <a:pt x="10575" y="11874"/>
                    <a:pt x="10211" y="11313"/>
                    <a:pt x="9808" y="10935"/>
                  </a:cubicBezTo>
                  <a:cubicBezTo>
                    <a:pt x="9863" y="10893"/>
                    <a:pt x="9913" y="10844"/>
                    <a:pt x="9969" y="10798"/>
                  </a:cubicBezTo>
                  <a:lnTo>
                    <a:pt x="9969" y="10793"/>
                  </a:lnTo>
                  <a:close/>
                  <a:moveTo>
                    <a:pt x="8694" y="1"/>
                  </a:moveTo>
                  <a:cubicBezTo>
                    <a:pt x="8578" y="1"/>
                    <a:pt x="8461" y="14"/>
                    <a:pt x="8343" y="41"/>
                  </a:cubicBezTo>
                  <a:cubicBezTo>
                    <a:pt x="7529" y="228"/>
                    <a:pt x="6837" y="1037"/>
                    <a:pt x="6620" y="2053"/>
                  </a:cubicBezTo>
                  <a:cubicBezTo>
                    <a:pt x="6473" y="2764"/>
                    <a:pt x="6548" y="3846"/>
                    <a:pt x="6767" y="4882"/>
                  </a:cubicBezTo>
                  <a:cubicBezTo>
                    <a:pt x="5811" y="3653"/>
                    <a:pt x="4589" y="2466"/>
                    <a:pt x="3194" y="2466"/>
                  </a:cubicBezTo>
                  <a:lnTo>
                    <a:pt x="3179" y="2466"/>
                  </a:lnTo>
                  <a:cubicBezTo>
                    <a:pt x="2103" y="2477"/>
                    <a:pt x="1684" y="2941"/>
                    <a:pt x="1522" y="3331"/>
                  </a:cubicBezTo>
                  <a:cubicBezTo>
                    <a:pt x="1178" y="4154"/>
                    <a:pt x="1704" y="5296"/>
                    <a:pt x="2401" y="6003"/>
                  </a:cubicBezTo>
                  <a:cubicBezTo>
                    <a:pt x="2896" y="6509"/>
                    <a:pt x="3507" y="6908"/>
                    <a:pt x="4214" y="7200"/>
                  </a:cubicBezTo>
                  <a:cubicBezTo>
                    <a:pt x="4040" y="7194"/>
                    <a:pt x="3863" y="7191"/>
                    <a:pt x="3686" y="7191"/>
                  </a:cubicBezTo>
                  <a:cubicBezTo>
                    <a:pt x="2333" y="7191"/>
                    <a:pt x="966" y="7397"/>
                    <a:pt x="380" y="8393"/>
                  </a:cubicBezTo>
                  <a:cubicBezTo>
                    <a:pt x="26" y="8999"/>
                    <a:pt x="1" y="9692"/>
                    <a:pt x="304" y="10338"/>
                  </a:cubicBezTo>
                  <a:cubicBezTo>
                    <a:pt x="648" y="11045"/>
                    <a:pt x="1350" y="11576"/>
                    <a:pt x="2092" y="11686"/>
                  </a:cubicBezTo>
                  <a:cubicBezTo>
                    <a:pt x="2260" y="11707"/>
                    <a:pt x="2421" y="11723"/>
                    <a:pt x="2588" y="11723"/>
                  </a:cubicBezTo>
                  <a:cubicBezTo>
                    <a:pt x="3542" y="11723"/>
                    <a:pt x="4538" y="11338"/>
                    <a:pt x="5392" y="10828"/>
                  </a:cubicBezTo>
                  <a:lnTo>
                    <a:pt x="5392" y="10828"/>
                  </a:lnTo>
                  <a:cubicBezTo>
                    <a:pt x="4477" y="11859"/>
                    <a:pt x="3614" y="13197"/>
                    <a:pt x="3456" y="14375"/>
                  </a:cubicBezTo>
                  <a:cubicBezTo>
                    <a:pt x="3346" y="15228"/>
                    <a:pt x="3563" y="15921"/>
                    <a:pt x="4063" y="16335"/>
                  </a:cubicBezTo>
                  <a:cubicBezTo>
                    <a:pt x="4356" y="16578"/>
                    <a:pt x="4725" y="16704"/>
                    <a:pt x="5144" y="16704"/>
                  </a:cubicBezTo>
                  <a:cubicBezTo>
                    <a:pt x="5403" y="16704"/>
                    <a:pt x="5685" y="16653"/>
                    <a:pt x="5972" y="16557"/>
                  </a:cubicBezTo>
                  <a:cubicBezTo>
                    <a:pt x="7226" y="16138"/>
                    <a:pt x="7772" y="15365"/>
                    <a:pt x="8045" y="14461"/>
                  </a:cubicBezTo>
                  <a:cubicBezTo>
                    <a:pt x="8236" y="15809"/>
                    <a:pt x="8767" y="17113"/>
                    <a:pt x="10085" y="17345"/>
                  </a:cubicBezTo>
                  <a:cubicBezTo>
                    <a:pt x="10293" y="17381"/>
                    <a:pt x="10495" y="17396"/>
                    <a:pt x="10692" y="17396"/>
                  </a:cubicBezTo>
                  <a:cubicBezTo>
                    <a:pt x="11319" y="17396"/>
                    <a:pt x="11859" y="17210"/>
                    <a:pt x="12268" y="16835"/>
                  </a:cubicBezTo>
                  <a:cubicBezTo>
                    <a:pt x="12814" y="16345"/>
                    <a:pt x="13077" y="15573"/>
                    <a:pt x="13011" y="14668"/>
                  </a:cubicBezTo>
                  <a:cubicBezTo>
                    <a:pt x="12930" y="13572"/>
                    <a:pt x="12349" y="12399"/>
                    <a:pt x="11399" y="11378"/>
                  </a:cubicBezTo>
                  <a:lnTo>
                    <a:pt x="11399" y="11378"/>
                  </a:lnTo>
                  <a:cubicBezTo>
                    <a:pt x="12354" y="11697"/>
                    <a:pt x="13471" y="11949"/>
                    <a:pt x="14511" y="11949"/>
                  </a:cubicBezTo>
                  <a:cubicBezTo>
                    <a:pt x="15593" y="11949"/>
                    <a:pt x="16582" y="11677"/>
                    <a:pt x="17214" y="10929"/>
                  </a:cubicBezTo>
                  <a:cubicBezTo>
                    <a:pt x="17710" y="10343"/>
                    <a:pt x="17886" y="9564"/>
                    <a:pt x="17680" y="8857"/>
                  </a:cubicBezTo>
                  <a:cubicBezTo>
                    <a:pt x="17487" y="8170"/>
                    <a:pt x="16982" y="7655"/>
                    <a:pt x="16290" y="7433"/>
                  </a:cubicBezTo>
                  <a:cubicBezTo>
                    <a:pt x="15993" y="7333"/>
                    <a:pt x="15662" y="7291"/>
                    <a:pt x="15313" y="7291"/>
                  </a:cubicBezTo>
                  <a:cubicBezTo>
                    <a:pt x="15010" y="7291"/>
                    <a:pt x="14692" y="7323"/>
                    <a:pt x="14369" y="7377"/>
                  </a:cubicBezTo>
                  <a:cubicBezTo>
                    <a:pt x="15264" y="6761"/>
                    <a:pt x="15931" y="5963"/>
                    <a:pt x="15952" y="4902"/>
                  </a:cubicBezTo>
                  <a:cubicBezTo>
                    <a:pt x="15966" y="4205"/>
                    <a:pt x="15673" y="3578"/>
                    <a:pt x="15117" y="3144"/>
                  </a:cubicBezTo>
                  <a:cubicBezTo>
                    <a:pt x="14661" y="2785"/>
                    <a:pt x="14072" y="2592"/>
                    <a:pt x="13477" y="2592"/>
                  </a:cubicBezTo>
                  <a:cubicBezTo>
                    <a:pt x="13242" y="2592"/>
                    <a:pt x="13007" y="2622"/>
                    <a:pt x="12778" y="2683"/>
                  </a:cubicBezTo>
                  <a:cubicBezTo>
                    <a:pt x="11895" y="2916"/>
                    <a:pt x="11186" y="3623"/>
                    <a:pt x="10661" y="4437"/>
                  </a:cubicBezTo>
                  <a:cubicBezTo>
                    <a:pt x="10661" y="4441"/>
                    <a:pt x="10656" y="4441"/>
                    <a:pt x="10656" y="4441"/>
                  </a:cubicBezTo>
                  <a:cubicBezTo>
                    <a:pt x="10874" y="3123"/>
                    <a:pt x="10843" y="1719"/>
                    <a:pt x="10151" y="824"/>
                  </a:cubicBezTo>
                  <a:cubicBezTo>
                    <a:pt x="9731" y="284"/>
                    <a:pt x="9227" y="1"/>
                    <a:pt x="8694"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530;p32">
              <a:extLst>
                <a:ext uri="{FF2B5EF4-FFF2-40B4-BE49-F238E27FC236}">
                  <a16:creationId xmlns:a16="http://schemas.microsoft.com/office/drawing/2014/main" id="{04BAF490-5FF8-18AE-24BC-1EBF8A1BF07B}"/>
                </a:ext>
              </a:extLst>
            </p:cNvPr>
            <p:cNvSpPr/>
            <p:nvPr/>
          </p:nvSpPr>
          <p:spPr>
            <a:xfrm>
              <a:off x="5627050" y="1712875"/>
              <a:ext cx="95750" cy="103775"/>
            </a:xfrm>
            <a:custGeom>
              <a:avLst/>
              <a:gdLst/>
              <a:ahLst/>
              <a:cxnLst/>
              <a:rect l="l" t="t" r="r" b="b"/>
              <a:pathLst>
                <a:path w="3830" h="4151" extrusionOk="0">
                  <a:moveTo>
                    <a:pt x="2163" y="961"/>
                  </a:moveTo>
                  <a:cubicBezTo>
                    <a:pt x="2249" y="961"/>
                    <a:pt x="2314" y="1027"/>
                    <a:pt x="2314" y="1108"/>
                  </a:cubicBezTo>
                  <a:cubicBezTo>
                    <a:pt x="2314" y="1193"/>
                    <a:pt x="2249" y="1259"/>
                    <a:pt x="2163" y="1259"/>
                  </a:cubicBezTo>
                  <a:lnTo>
                    <a:pt x="2052" y="1259"/>
                  </a:lnTo>
                  <a:cubicBezTo>
                    <a:pt x="1971" y="1259"/>
                    <a:pt x="1906" y="1193"/>
                    <a:pt x="1906" y="1108"/>
                  </a:cubicBezTo>
                  <a:cubicBezTo>
                    <a:pt x="1906" y="1027"/>
                    <a:pt x="1971" y="961"/>
                    <a:pt x="2052" y="961"/>
                  </a:cubicBezTo>
                  <a:close/>
                  <a:moveTo>
                    <a:pt x="1113" y="1456"/>
                  </a:moveTo>
                  <a:cubicBezTo>
                    <a:pt x="1193" y="1456"/>
                    <a:pt x="1264" y="1526"/>
                    <a:pt x="1264" y="1607"/>
                  </a:cubicBezTo>
                  <a:cubicBezTo>
                    <a:pt x="1264" y="1693"/>
                    <a:pt x="1193" y="1759"/>
                    <a:pt x="1113" y="1759"/>
                  </a:cubicBezTo>
                  <a:lnTo>
                    <a:pt x="1057" y="1759"/>
                  </a:lnTo>
                  <a:cubicBezTo>
                    <a:pt x="971" y="1759"/>
                    <a:pt x="905" y="1693"/>
                    <a:pt x="905" y="1607"/>
                  </a:cubicBezTo>
                  <a:cubicBezTo>
                    <a:pt x="905" y="1526"/>
                    <a:pt x="971" y="1456"/>
                    <a:pt x="1057" y="1456"/>
                  </a:cubicBezTo>
                  <a:close/>
                  <a:moveTo>
                    <a:pt x="2650" y="1898"/>
                  </a:moveTo>
                  <a:cubicBezTo>
                    <a:pt x="2730" y="1898"/>
                    <a:pt x="2782" y="1929"/>
                    <a:pt x="2810" y="1961"/>
                  </a:cubicBezTo>
                  <a:cubicBezTo>
                    <a:pt x="2850" y="2001"/>
                    <a:pt x="2890" y="2072"/>
                    <a:pt x="2865" y="2193"/>
                  </a:cubicBezTo>
                  <a:cubicBezTo>
                    <a:pt x="2850" y="2265"/>
                    <a:pt x="2790" y="2314"/>
                    <a:pt x="2719" y="2314"/>
                  </a:cubicBezTo>
                  <a:cubicBezTo>
                    <a:pt x="2708" y="2314"/>
                    <a:pt x="2699" y="2314"/>
                    <a:pt x="2689" y="2309"/>
                  </a:cubicBezTo>
                  <a:cubicBezTo>
                    <a:pt x="2628" y="2300"/>
                    <a:pt x="2582" y="2249"/>
                    <a:pt x="2573" y="2193"/>
                  </a:cubicBezTo>
                  <a:cubicBezTo>
                    <a:pt x="2522" y="2179"/>
                    <a:pt x="2477" y="2139"/>
                    <a:pt x="2466" y="2083"/>
                  </a:cubicBezTo>
                  <a:cubicBezTo>
                    <a:pt x="2451" y="2001"/>
                    <a:pt x="2496" y="1920"/>
                    <a:pt x="2577" y="1906"/>
                  </a:cubicBezTo>
                  <a:cubicBezTo>
                    <a:pt x="2604" y="1900"/>
                    <a:pt x="2628" y="1898"/>
                    <a:pt x="2650" y="1898"/>
                  </a:cubicBezTo>
                  <a:close/>
                  <a:moveTo>
                    <a:pt x="1557" y="2345"/>
                  </a:moveTo>
                  <a:cubicBezTo>
                    <a:pt x="1596" y="2345"/>
                    <a:pt x="1635" y="2360"/>
                    <a:pt x="1663" y="2391"/>
                  </a:cubicBezTo>
                  <a:cubicBezTo>
                    <a:pt x="1738" y="2472"/>
                    <a:pt x="1815" y="2598"/>
                    <a:pt x="1864" y="2724"/>
                  </a:cubicBezTo>
                  <a:cubicBezTo>
                    <a:pt x="1890" y="2799"/>
                    <a:pt x="1850" y="2885"/>
                    <a:pt x="1774" y="2916"/>
                  </a:cubicBezTo>
                  <a:cubicBezTo>
                    <a:pt x="1754" y="2921"/>
                    <a:pt x="1738" y="2927"/>
                    <a:pt x="1724" y="2927"/>
                  </a:cubicBezTo>
                  <a:cubicBezTo>
                    <a:pt x="1658" y="2927"/>
                    <a:pt x="1603" y="2885"/>
                    <a:pt x="1582" y="2825"/>
                  </a:cubicBezTo>
                  <a:cubicBezTo>
                    <a:pt x="1547" y="2745"/>
                    <a:pt x="1496" y="2654"/>
                    <a:pt x="1446" y="2603"/>
                  </a:cubicBezTo>
                  <a:cubicBezTo>
                    <a:pt x="1390" y="2542"/>
                    <a:pt x="1390" y="2446"/>
                    <a:pt x="1451" y="2391"/>
                  </a:cubicBezTo>
                  <a:cubicBezTo>
                    <a:pt x="1479" y="2360"/>
                    <a:pt x="1518" y="2345"/>
                    <a:pt x="1557" y="2345"/>
                  </a:cubicBezTo>
                  <a:close/>
                  <a:moveTo>
                    <a:pt x="2571" y="2920"/>
                  </a:moveTo>
                  <a:cubicBezTo>
                    <a:pt x="2618" y="2920"/>
                    <a:pt x="2677" y="2943"/>
                    <a:pt x="2729" y="3022"/>
                  </a:cubicBezTo>
                  <a:cubicBezTo>
                    <a:pt x="2780" y="3088"/>
                    <a:pt x="2764" y="3184"/>
                    <a:pt x="2694" y="3230"/>
                  </a:cubicBezTo>
                  <a:cubicBezTo>
                    <a:pt x="2668" y="3249"/>
                    <a:pt x="2638" y="3260"/>
                    <a:pt x="2608" y="3260"/>
                  </a:cubicBezTo>
                  <a:cubicBezTo>
                    <a:pt x="2598" y="3260"/>
                    <a:pt x="2587" y="3254"/>
                    <a:pt x="2573" y="3249"/>
                  </a:cubicBezTo>
                  <a:cubicBezTo>
                    <a:pt x="2562" y="3254"/>
                    <a:pt x="2552" y="3254"/>
                    <a:pt x="2542" y="3254"/>
                  </a:cubicBezTo>
                  <a:cubicBezTo>
                    <a:pt x="2461" y="3249"/>
                    <a:pt x="2396" y="3179"/>
                    <a:pt x="2400" y="3098"/>
                  </a:cubicBezTo>
                  <a:cubicBezTo>
                    <a:pt x="2410" y="2972"/>
                    <a:pt x="2491" y="2936"/>
                    <a:pt x="2527" y="2927"/>
                  </a:cubicBezTo>
                  <a:cubicBezTo>
                    <a:pt x="2539" y="2923"/>
                    <a:pt x="2554" y="2920"/>
                    <a:pt x="2571" y="2920"/>
                  </a:cubicBezTo>
                  <a:close/>
                  <a:moveTo>
                    <a:pt x="2209" y="1"/>
                  </a:moveTo>
                  <a:cubicBezTo>
                    <a:pt x="2183" y="21"/>
                    <a:pt x="2158" y="36"/>
                    <a:pt x="2118" y="41"/>
                  </a:cubicBezTo>
                  <a:cubicBezTo>
                    <a:pt x="2006" y="47"/>
                    <a:pt x="1901" y="57"/>
                    <a:pt x="1799" y="71"/>
                  </a:cubicBezTo>
                  <a:cubicBezTo>
                    <a:pt x="1663" y="122"/>
                    <a:pt x="1521" y="198"/>
                    <a:pt x="1375" y="304"/>
                  </a:cubicBezTo>
                  <a:cubicBezTo>
                    <a:pt x="1375" y="304"/>
                    <a:pt x="1370" y="304"/>
                    <a:pt x="1370" y="309"/>
                  </a:cubicBezTo>
                  <a:cubicBezTo>
                    <a:pt x="1355" y="350"/>
                    <a:pt x="1330" y="385"/>
                    <a:pt x="1284" y="415"/>
                  </a:cubicBezTo>
                  <a:cubicBezTo>
                    <a:pt x="1264" y="430"/>
                    <a:pt x="1234" y="435"/>
                    <a:pt x="1208" y="441"/>
                  </a:cubicBezTo>
                  <a:cubicBezTo>
                    <a:pt x="1193" y="455"/>
                    <a:pt x="1173" y="471"/>
                    <a:pt x="1158" y="486"/>
                  </a:cubicBezTo>
                  <a:lnTo>
                    <a:pt x="1027" y="572"/>
                  </a:lnTo>
                  <a:cubicBezTo>
                    <a:pt x="1000" y="587"/>
                    <a:pt x="972" y="595"/>
                    <a:pt x="945" y="595"/>
                  </a:cubicBezTo>
                  <a:cubicBezTo>
                    <a:pt x="893" y="595"/>
                    <a:pt x="844" y="568"/>
                    <a:pt x="814" y="521"/>
                  </a:cubicBezTo>
                  <a:cubicBezTo>
                    <a:pt x="794" y="486"/>
                    <a:pt x="789" y="441"/>
                    <a:pt x="799" y="400"/>
                  </a:cubicBezTo>
                  <a:lnTo>
                    <a:pt x="799" y="400"/>
                  </a:lnTo>
                  <a:cubicBezTo>
                    <a:pt x="379" y="647"/>
                    <a:pt x="122" y="1011"/>
                    <a:pt x="57" y="1476"/>
                  </a:cubicBezTo>
                  <a:cubicBezTo>
                    <a:pt x="1" y="1890"/>
                    <a:pt x="97" y="2345"/>
                    <a:pt x="304" y="2759"/>
                  </a:cubicBezTo>
                  <a:cubicBezTo>
                    <a:pt x="304" y="2759"/>
                    <a:pt x="304" y="2764"/>
                    <a:pt x="309" y="2769"/>
                  </a:cubicBezTo>
                  <a:cubicBezTo>
                    <a:pt x="318" y="2780"/>
                    <a:pt x="334" y="2790"/>
                    <a:pt x="349" y="2799"/>
                  </a:cubicBezTo>
                  <a:cubicBezTo>
                    <a:pt x="374" y="2841"/>
                    <a:pt x="385" y="2881"/>
                    <a:pt x="390" y="2927"/>
                  </a:cubicBezTo>
                  <a:cubicBezTo>
                    <a:pt x="677" y="3436"/>
                    <a:pt x="1127" y="3866"/>
                    <a:pt x="1633" y="4058"/>
                  </a:cubicBezTo>
                  <a:cubicBezTo>
                    <a:pt x="1805" y="4120"/>
                    <a:pt x="1974" y="4150"/>
                    <a:pt x="2139" y="4150"/>
                  </a:cubicBezTo>
                  <a:cubicBezTo>
                    <a:pt x="2661" y="4150"/>
                    <a:pt x="3139" y="3843"/>
                    <a:pt x="3527" y="3244"/>
                  </a:cubicBezTo>
                  <a:cubicBezTo>
                    <a:pt x="3714" y="2951"/>
                    <a:pt x="3805" y="2617"/>
                    <a:pt x="3825" y="2279"/>
                  </a:cubicBezTo>
                  <a:cubicBezTo>
                    <a:pt x="3830" y="2128"/>
                    <a:pt x="3825" y="1976"/>
                    <a:pt x="3800" y="1820"/>
                  </a:cubicBezTo>
                  <a:cubicBezTo>
                    <a:pt x="3729" y="1259"/>
                    <a:pt x="3461" y="723"/>
                    <a:pt x="3102" y="385"/>
                  </a:cubicBezTo>
                  <a:lnTo>
                    <a:pt x="3098" y="385"/>
                  </a:lnTo>
                  <a:cubicBezTo>
                    <a:pt x="3082" y="387"/>
                    <a:pt x="3065" y="388"/>
                    <a:pt x="3049" y="388"/>
                  </a:cubicBezTo>
                  <a:cubicBezTo>
                    <a:pt x="3020" y="388"/>
                    <a:pt x="2991" y="384"/>
                    <a:pt x="2962" y="374"/>
                  </a:cubicBezTo>
                  <a:cubicBezTo>
                    <a:pt x="2881" y="339"/>
                    <a:pt x="2834" y="259"/>
                    <a:pt x="2830" y="178"/>
                  </a:cubicBezTo>
                  <a:cubicBezTo>
                    <a:pt x="2664" y="82"/>
                    <a:pt x="2456" y="1"/>
                    <a:pt x="2209"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531;p32">
              <a:extLst>
                <a:ext uri="{FF2B5EF4-FFF2-40B4-BE49-F238E27FC236}">
                  <a16:creationId xmlns:a16="http://schemas.microsoft.com/office/drawing/2014/main" id="{4DDC6B2C-8ADC-D8C7-E2B7-88359B0D1882}"/>
                </a:ext>
              </a:extLst>
            </p:cNvPr>
            <p:cNvSpPr/>
            <p:nvPr/>
          </p:nvSpPr>
          <p:spPr>
            <a:xfrm>
              <a:off x="5556825" y="1792850"/>
              <a:ext cx="106625" cy="154900"/>
            </a:xfrm>
            <a:custGeom>
              <a:avLst/>
              <a:gdLst/>
              <a:ahLst/>
              <a:cxnLst/>
              <a:rect l="l" t="t" r="r" b="b"/>
              <a:pathLst>
                <a:path w="4265" h="6196" extrusionOk="0">
                  <a:moveTo>
                    <a:pt x="1699" y="2975"/>
                  </a:moveTo>
                  <a:cubicBezTo>
                    <a:pt x="1729" y="2975"/>
                    <a:pt x="1759" y="2984"/>
                    <a:pt x="1784" y="3002"/>
                  </a:cubicBezTo>
                  <a:cubicBezTo>
                    <a:pt x="1854" y="3051"/>
                    <a:pt x="1870" y="3142"/>
                    <a:pt x="1824" y="3214"/>
                  </a:cubicBezTo>
                  <a:cubicBezTo>
                    <a:pt x="1733" y="3345"/>
                    <a:pt x="1668" y="3496"/>
                    <a:pt x="1623" y="3662"/>
                  </a:cubicBezTo>
                  <a:cubicBezTo>
                    <a:pt x="1607" y="3729"/>
                    <a:pt x="1546" y="3779"/>
                    <a:pt x="1481" y="3779"/>
                  </a:cubicBezTo>
                  <a:cubicBezTo>
                    <a:pt x="1466" y="3779"/>
                    <a:pt x="1455" y="3774"/>
                    <a:pt x="1441" y="3769"/>
                  </a:cubicBezTo>
                  <a:cubicBezTo>
                    <a:pt x="1360" y="3753"/>
                    <a:pt x="1315" y="3673"/>
                    <a:pt x="1334" y="3587"/>
                  </a:cubicBezTo>
                  <a:cubicBezTo>
                    <a:pt x="1380" y="3390"/>
                    <a:pt x="1466" y="3203"/>
                    <a:pt x="1577" y="3037"/>
                  </a:cubicBezTo>
                  <a:cubicBezTo>
                    <a:pt x="1605" y="2997"/>
                    <a:pt x="1652" y="2975"/>
                    <a:pt x="1699" y="2975"/>
                  </a:cubicBezTo>
                  <a:close/>
                  <a:moveTo>
                    <a:pt x="2698" y="3697"/>
                  </a:moveTo>
                  <a:cubicBezTo>
                    <a:pt x="2745" y="3697"/>
                    <a:pt x="2792" y="3719"/>
                    <a:pt x="2819" y="3759"/>
                  </a:cubicBezTo>
                  <a:cubicBezTo>
                    <a:pt x="2870" y="3830"/>
                    <a:pt x="2855" y="3921"/>
                    <a:pt x="2784" y="3966"/>
                  </a:cubicBezTo>
                  <a:cubicBezTo>
                    <a:pt x="2714" y="4021"/>
                    <a:pt x="2653" y="4082"/>
                    <a:pt x="2598" y="4153"/>
                  </a:cubicBezTo>
                  <a:cubicBezTo>
                    <a:pt x="2572" y="4198"/>
                    <a:pt x="2521" y="4219"/>
                    <a:pt x="2476" y="4219"/>
                  </a:cubicBezTo>
                  <a:cubicBezTo>
                    <a:pt x="2451" y="4219"/>
                    <a:pt x="2416" y="4208"/>
                    <a:pt x="2390" y="4194"/>
                  </a:cubicBezTo>
                  <a:cubicBezTo>
                    <a:pt x="2320" y="4143"/>
                    <a:pt x="2309" y="4052"/>
                    <a:pt x="2355" y="3981"/>
                  </a:cubicBezTo>
                  <a:cubicBezTo>
                    <a:pt x="2425" y="3881"/>
                    <a:pt x="2511" y="3799"/>
                    <a:pt x="2612" y="3723"/>
                  </a:cubicBezTo>
                  <a:cubicBezTo>
                    <a:pt x="2638" y="3706"/>
                    <a:pt x="2668" y="3697"/>
                    <a:pt x="2698" y="3697"/>
                  </a:cubicBezTo>
                  <a:close/>
                  <a:moveTo>
                    <a:pt x="3022" y="0"/>
                  </a:moveTo>
                  <a:cubicBezTo>
                    <a:pt x="1733" y="1041"/>
                    <a:pt x="273" y="2976"/>
                    <a:pt x="91" y="4380"/>
                  </a:cubicBezTo>
                  <a:cubicBezTo>
                    <a:pt x="0" y="5073"/>
                    <a:pt x="157" y="5623"/>
                    <a:pt x="536" y="5936"/>
                  </a:cubicBezTo>
                  <a:cubicBezTo>
                    <a:pt x="743" y="6108"/>
                    <a:pt x="1016" y="6195"/>
                    <a:pt x="1329" y="6195"/>
                  </a:cubicBezTo>
                  <a:cubicBezTo>
                    <a:pt x="1542" y="6195"/>
                    <a:pt x="1773" y="6155"/>
                    <a:pt x="2017" y="6073"/>
                  </a:cubicBezTo>
                  <a:cubicBezTo>
                    <a:pt x="3764" y="5492"/>
                    <a:pt x="3906" y="4158"/>
                    <a:pt x="4073" y="2612"/>
                  </a:cubicBezTo>
                  <a:cubicBezTo>
                    <a:pt x="4108" y="2309"/>
                    <a:pt x="4144" y="2006"/>
                    <a:pt x="4188" y="1698"/>
                  </a:cubicBezTo>
                  <a:cubicBezTo>
                    <a:pt x="4214" y="1435"/>
                    <a:pt x="4239" y="1243"/>
                    <a:pt x="4249" y="1152"/>
                  </a:cubicBezTo>
                  <a:cubicBezTo>
                    <a:pt x="4255" y="1137"/>
                    <a:pt x="4260" y="1122"/>
                    <a:pt x="4265" y="1106"/>
                  </a:cubicBezTo>
                  <a:lnTo>
                    <a:pt x="4265" y="1101"/>
                  </a:lnTo>
                  <a:cubicBezTo>
                    <a:pt x="4219" y="1086"/>
                    <a:pt x="4174" y="1066"/>
                    <a:pt x="4134" y="1041"/>
                  </a:cubicBezTo>
                  <a:cubicBezTo>
                    <a:pt x="3982" y="1309"/>
                    <a:pt x="3861" y="1601"/>
                    <a:pt x="3734" y="1915"/>
                  </a:cubicBezTo>
                  <a:cubicBezTo>
                    <a:pt x="3608" y="2213"/>
                    <a:pt x="3482" y="2526"/>
                    <a:pt x="3330" y="2809"/>
                  </a:cubicBezTo>
                  <a:cubicBezTo>
                    <a:pt x="3304" y="2860"/>
                    <a:pt x="3255" y="2890"/>
                    <a:pt x="3199" y="2890"/>
                  </a:cubicBezTo>
                  <a:cubicBezTo>
                    <a:pt x="3174" y="2890"/>
                    <a:pt x="3148" y="2885"/>
                    <a:pt x="3127" y="2869"/>
                  </a:cubicBezTo>
                  <a:cubicBezTo>
                    <a:pt x="3052" y="2829"/>
                    <a:pt x="3027" y="2738"/>
                    <a:pt x="3067" y="2668"/>
                  </a:cubicBezTo>
                  <a:cubicBezTo>
                    <a:pt x="3214" y="2400"/>
                    <a:pt x="3335" y="2092"/>
                    <a:pt x="3456" y="1804"/>
                  </a:cubicBezTo>
                  <a:cubicBezTo>
                    <a:pt x="3582" y="1491"/>
                    <a:pt x="3714" y="1177"/>
                    <a:pt x="3871" y="889"/>
                  </a:cubicBezTo>
                  <a:cubicBezTo>
                    <a:pt x="3663" y="758"/>
                    <a:pt x="3477" y="586"/>
                    <a:pt x="3315" y="395"/>
                  </a:cubicBezTo>
                  <a:lnTo>
                    <a:pt x="3209" y="526"/>
                  </a:lnTo>
                  <a:cubicBezTo>
                    <a:pt x="2824" y="990"/>
                    <a:pt x="2390" y="1521"/>
                    <a:pt x="2294" y="2097"/>
                  </a:cubicBezTo>
                  <a:cubicBezTo>
                    <a:pt x="2279" y="2172"/>
                    <a:pt x="2218" y="2223"/>
                    <a:pt x="2143" y="2223"/>
                  </a:cubicBezTo>
                  <a:cubicBezTo>
                    <a:pt x="2138" y="2223"/>
                    <a:pt x="2127" y="2223"/>
                    <a:pt x="2122" y="2218"/>
                  </a:cubicBezTo>
                  <a:cubicBezTo>
                    <a:pt x="2036" y="2202"/>
                    <a:pt x="1982" y="2132"/>
                    <a:pt x="1996" y="2046"/>
                  </a:cubicBezTo>
                  <a:cubicBezTo>
                    <a:pt x="2108" y="1395"/>
                    <a:pt x="2567" y="829"/>
                    <a:pt x="2971" y="334"/>
                  </a:cubicBezTo>
                  <a:lnTo>
                    <a:pt x="3083" y="202"/>
                  </a:lnTo>
                  <a:cubicBezTo>
                    <a:pt x="3097" y="187"/>
                    <a:pt x="3113" y="171"/>
                    <a:pt x="3127" y="162"/>
                  </a:cubicBezTo>
                  <a:cubicBezTo>
                    <a:pt x="3087" y="111"/>
                    <a:pt x="3052" y="50"/>
                    <a:pt x="3022" y="0"/>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532;p32">
              <a:extLst>
                <a:ext uri="{FF2B5EF4-FFF2-40B4-BE49-F238E27FC236}">
                  <a16:creationId xmlns:a16="http://schemas.microsoft.com/office/drawing/2014/main" id="{9E0F5D29-019D-D338-3166-19402CF24B1E}"/>
                </a:ext>
              </a:extLst>
            </p:cNvPr>
            <p:cNvSpPr/>
            <p:nvPr/>
          </p:nvSpPr>
          <p:spPr>
            <a:xfrm>
              <a:off x="5473225" y="1725250"/>
              <a:ext cx="156500" cy="97925"/>
            </a:xfrm>
            <a:custGeom>
              <a:avLst/>
              <a:gdLst/>
              <a:ahLst/>
              <a:cxnLst/>
              <a:rect l="l" t="t" r="r" b="b"/>
              <a:pathLst>
                <a:path w="6260" h="3917" extrusionOk="0">
                  <a:moveTo>
                    <a:pt x="3046" y="1183"/>
                  </a:moveTo>
                  <a:cubicBezTo>
                    <a:pt x="3127" y="1183"/>
                    <a:pt x="3198" y="1254"/>
                    <a:pt x="3198" y="1334"/>
                  </a:cubicBezTo>
                  <a:cubicBezTo>
                    <a:pt x="3198" y="1416"/>
                    <a:pt x="3127" y="1486"/>
                    <a:pt x="3046" y="1486"/>
                  </a:cubicBezTo>
                  <a:lnTo>
                    <a:pt x="2602" y="1486"/>
                  </a:lnTo>
                  <a:cubicBezTo>
                    <a:pt x="2521" y="1486"/>
                    <a:pt x="2451" y="1416"/>
                    <a:pt x="2451" y="1334"/>
                  </a:cubicBezTo>
                  <a:cubicBezTo>
                    <a:pt x="2451" y="1254"/>
                    <a:pt x="2521" y="1183"/>
                    <a:pt x="2602" y="1183"/>
                  </a:cubicBezTo>
                  <a:close/>
                  <a:moveTo>
                    <a:pt x="3319" y="2406"/>
                  </a:moveTo>
                  <a:cubicBezTo>
                    <a:pt x="3396" y="2406"/>
                    <a:pt x="3466" y="2459"/>
                    <a:pt x="3476" y="2542"/>
                  </a:cubicBezTo>
                  <a:cubicBezTo>
                    <a:pt x="3481" y="2623"/>
                    <a:pt x="3426" y="2698"/>
                    <a:pt x="3339" y="2704"/>
                  </a:cubicBezTo>
                  <a:cubicBezTo>
                    <a:pt x="3158" y="2724"/>
                    <a:pt x="2991" y="2775"/>
                    <a:pt x="2840" y="2856"/>
                  </a:cubicBezTo>
                  <a:cubicBezTo>
                    <a:pt x="2819" y="2866"/>
                    <a:pt x="2794" y="2875"/>
                    <a:pt x="2768" y="2875"/>
                  </a:cubicBezTo>
                  <a:cubicBezTo>
                    <a:pt x="2719" y="2875"/>
                    <a:pt x="2668" y="2845"/>
                    <a:pt x="2637" y="2795"/>
                  </a:cubicBezTo>
                  <a:cubicBezTo>
                    <a:pt x="2597" y="2719"/>
                    <a:pt x="2628" y="2628"/>
                    <a:pt x="2698" y="2593"/>
                  </a:cubicBezTo>
                  <a:cubicBezTo>
                    <a:pt x="2885" y="2492"/>
                    <a:pt x="3092" y="2432"/>
                    <a:pt x="3309" y="2406"/>
                  </a:cubicBezTo>
                  <a:cubicBezTo>
                    <a:pt x="3312" y="2406"/>
                    <a:pt x="3316" y="2406"/>
                    <a:pt x="3319" y="2406"/>
                  </a:cubicBezTo>
                  <a:close/>
                  <a:moveTo>
                    <a:pt x="6077" y="0"/>
                  </a:moveTo>
                  <a:lnTo>
                    <a:pt x="6077" y="0"/>
                  </a:lnTo>
                  <a:cubicBezTo>
                    <a:pt x="6133" y="51"/>
                    <a:pt x="6163" y="122"/>
                    <a:pt x="6159" y="193"/>
                  </a:cubicBezTo>
                  <a:cubicBezTo>
                    <a:pt x="6144" y="315"/>
                    <a:pt x="6047" y="395"/>
                    <a:pt x="5932" y="395"/>
                  </a:cubicBezTo>
                  <a:lnTo>
                    <a:pt x="5906" y="395"/>
                  </a:lnTo>
                  <a:cubicBezTo>
                    <a:pt x="5881" y="390"/>
                    <a:pt x="5855" y="390"/>
                    <a:pt x="5830" y="380"/>
                  </a:cubicBezTo>
                  <a:cubicBezTo>
                    <a:pt x="5805" y="390"/>
                    <a:pt x="5790" y="395"/>
                    <a:pt x="5765" y="395"/>
                  </a:cubicBezTo>
                  <a:cubicBezTo>
                    <a:pt x="5461" y="395"/>
                    <a:pt x="5098" y="375"/>
                    <a:pt x="4704" y="350"/>
                  </a:cubicBezTo>
                  <a:cubicBezTo>
                    <a:pt x="4240" y="323"/>
                    <a:pt x="3725" y="293"/>
                    <a:pt x="3212" y="293"/>
                  </a:cubicBezTo>
                  <a:cubicBezTo>
                    <a:pt x="1986" y="293"/>
                    <a:pt x="772" y="466"/>
                    <a:pt x="298" y="1274"/>
                  </a:cubicBezTo>
                  <a:cubicBezTo>
                    <a:pt x="21" y="1744"/>
                    <a:pt x="0" y="2280"/>
                    <a:pt x="243" y="2789"/>
                  </a:cubicBezTo>
                  <a:cubicBezTo>
                    <a:pt x="520" y="3365"/>
                    <a:pt x="1087" y="3801"/>
                    <a:pt x="1693" y="3887"/>
                  </a:cubicBezTo>
                  <a:cubicBezTo>
                    <a:pt x="1828" y="3907"/>
                    <a:pt x="1967" y="3917"/>
                    <a:pt x="2108" y="3917"/>
                  </a:cubicBezTo>
                  <a:cubicBezTo>
                    <a:pt x="3444" y="3917"/>
                    <a:pt x="4988" y="3049"/>
                    <a:pt x="6002" y="2113"/>
                  </a:cubicBezTo>
                  <a:cubicBezTo>
                    <a:pt x="6017" y="2098"/>
                    <a:pt x="6037" y="2087"/>
                    <a:pt x="6053" y="2078"/>
                  </a:cubicBezTo>
                  <a:cubicBezTo>
                    <a:pt x="6007" y="1947"/>
                    <a:pt x="5972" y="1819"/>
                    <a:pt x="5946" y="1688"/>
                  </a:cubicBezTo>
                  <a:cubicBezTo>
                    <a:pt x="5937" y="1693"/>
                    <a:pt x="5926" y="1698"/>
                    <a:pt x="5911" y="1704"/>
                  </a:cubicBezTo>
                  <a:cubicBezTo>
                    <a:pt x="5300" y="1861"/>
                    <a:pt x="4683" y="2138"/>
                    <a:pt x="4107" y="2411"/>
                  </a:cubicBezTo>
                  <a:cubicBezTo>
                    <a:pt x="4088" y="2426"/>
                    <a:pt x="4067" y="2432"/>
                    <a:pt x="4046" y="2432"/>
                  </a:cubicBezTo>
                  <a:cubicBezTo>
                    <a:pt x="3992" y="2432"/>
                    <a:pt x="3936" y="2401"/>
                    <a:pt x="3911" y="2346"/>
                  </a:cubicBezTo>
                  <a:cubicBezTo>
                    <a:pt x="3875" y="2269"/>
                    <a:pt x="3906" y="2178"/>
                    <a:pt x="3981" y="2143"/>
                  </a:cubicBezTo>
                  <a:cubicBezTo>
                    <a:pt x="4573" y="1865"/>
                    <a:pt x="5198" y="1572"/>
                    <a:pt x="5841" y="1411"/>
                  </a:cubicBezTo>
                  <a:cubicBezTo>
                    <a:pt x="5851" y="1408"/>
                    <a:pt x="5861" y="1407"/>
                    <a:pt x="5871" y="1407"/>
                  </a:cubicBezTo>
                  <a:cubicBezTo>
                    <a:pt x="5882" y="1407"/>
                    <a:pt x="5894" y="1408"/>
                    <a:pt x="5906" y="1411"/>
                  </a:cubicBezTo>
                  <a:cubicBezTo>
                    <a:pt x="5886" y="1269"/>
                    <a:pt x="5891" y="1122"/>
                    <a:pt x="5906" y="986"/>
                  </a:cubicBezTo>
                  <a:cubicBezTo>
                    <a:pt x="5834" y="980"/>
                    <a:pt x="5762" y="977"/>
                    <a:pt x="5690" y="977"/>
                  </a:cubicBezTo>
                  <a:cubicBezTo>
                    <a:pt x="5369" y="977"/>
                    <a:pt x="5056" y="1035"/>
                    <a:pt x="4734" y="1098"/>
                  </a:cubicBezTo>
                  <a:cubicBezTo>
                    <a:pt x="4496" y="1138"/>
                    <a:pt x="4254" y="1183"/>
                    <a:pt x="4006" y="1208"/>
                  </a:cubicBezTo>
                  <a:lnTo>
                    <a:pt x="3992" y="1208"/>
                  </a:lnTo>
                  <a:cubicBezTo>
                    <a:pt x="3915" y="1208"/>
                    <a:pt x="3850" y="1148"/>
                    <a:pt x="3840" y="1072"/>
                  </a:cubicBezTo>
                  <a:cubicBezTo>
                    <a:pt x="3834" y="991"/>
                    <a:pt x="3895" y="916"/>
                    <a:pt x="3976" y="910"/>
                  </a:cubicBezTo>
                  <a:cubicBezTo>
                    <a:pt x="4214" y="891"/>
                    <a:pt x="4451" y="844"/>
                    <a:pt x="4678" y="800"/>
                  </a:cubicBezTo>
                  <a:cubicBezTo>
                    <a:pt x="5006" y="738"/>
                    <a:pt x="5340" y="675"/>
                    <a:pt x="5698" y="675"/>
                  </a:cubicBezTo>
                  <a:cubicBezTo>
                    <a:pt x="5788" y="675"/>
                    <a:pt x="5879" y="679"/>
                    <a:pt x="5972" y="688"/>
                  </a:cubicBezTo>
                  <a:lnTo>
                    <a:pt x="5972" y="683"/>
                  </a:lnTo>
                  <a:cubicBezTo>
                    <a:pt x="6023" y="501"/>
                    <a:pt x="6114" y="299"/>
                    <a:pt x="6259" y="107"/>
                  </a:cubicBezTo>
                  <a:cubicBezTo>
                    <a:pt x="6199" y="72"/>
                    <a:pt x="6138" y="37"/>
                    <a:pt x="6077" y="0"/>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533;p32">
              <a:extLst>
                <a:ext uri="{FF2B5EF4-FFF2-40B4-BE49-F238E27FC236}">
                  <a16:creationId xmlns:a16="http://schemas.microsoft.com/office/drawing/2014/main" id="{39D45D34-A180-63C3-2F0C-9CBD239552DD}"/>
                </a:ext>
              </a:extLst>
            </p:cNvPr>
            <p:cNvSpPr/>
            <p:nvPr/>
          </p:nvSpPr>
          <p:spPr>
            <a:xfrm>
              <a:off x="5504050" y="1614475"/>
              <a:ext cx="143375" cy="109800"/>
            </a:xfrm>
            <a:custGeom>
              <a:avLst/>
              <a:gdLst/>
              <a:ahLst/>
              <a:cxnLst/>
              <a:rect l="l" t="t" r="r" b="b"/>
              <a:pathLst>
                <a:path w="5735" h="4392" extrusionOk="0">
                  <a:moveTo>
                    <a:pt x="3145" y="1620"/>
                  </a:moveTo>
                  <a:cubicBezTo>
                    <a:pt x="3182" y="1620"/>
                    <a:pt x="3220" y="1634"/>
                    <a:pt x="3249" y="1663"/>
                  </a:cubicBezTo>
                  <a:cubicBezTo>
                    <a:pt x="3329" y="1740"/>
                    <a:pt x="3415" y="1805"/>
                    <a:pt x="3506" y="1871"/>
                  </a:cubicBezTo>
                  <a:cubicBezTo>
                    <a:pt x="3577" y="1915"/>
                    <a:pt x="3592" y="2006"/>
                    <a:pt x="3547" y="2078"/>
                  </a:cubicBezTo>
                  <a:cubicBezTo>
                    <a:pt x="3521" y="2118"/>
                    <a:pt x="3471" y="2143"/>
                    <a:pt x="3426" y="2143"/>
                  </a:cubicBezTo>
                  <a:cubicBezTo>
                    <a:pt x="3395" y="2143"/>
                    <a:pt x="3365" y="2139"/>
                    <a:pt x="3340" y="2118"/>
                  </a:cubicBezTo>
                  <a:cubicBezTo>
                    <a:pt x="3233" y="2048"/>
                    <a:pt x="3132" y="1966"/>
                    <a:pt x="3041" y="1880"/>
                  </a:cubicBezTo>
                  <a:cubicBezTo>
                    <a:pt x="2981" y="1820"/>
                    <a:pt x="2981" y="1729"/>
                    <a:pt x="3036" y="1668"/>
                  </a:cubicBezTo>
                  <a:cubicBezTo>
                    <a:pt x="3065" y="1637"/>
                    <a:pt x="3105" y="1620"/>
                    <a:pt x="3145" y="1620"/>
                  </a:cubicBezTo>
                  <a:close/>
                  <a:moveTo>
                    <a:pt x="2430" y="2229"/>
                  </a:moveTo>
                  <a:cubicBezTo>
                    <a:pt x="2510" y="2234"/>
                    <a:pt x="2577" y="2305"/>
                    <a:pt x="2577" y="2386"/>
                  </a:cubicBezTo>
                  <a:cubicBezTo>
                    <a:pt x="2571" y="2502"/>
                    <a:pt x="2627" y="2507"/>
                    <a:pt x="2662" y="2512"/>
                  </a:cubicBezTo>
                  <a:cubicBezTo>
                    <a:pt x="2743" y="2517"/>
                    <a:pt x="2804" y="2593"/>
                    <a:pt x="2794" y="2673"/>
                  </a:cubicBezTo>
                  <a:cubicBezTo>
                    <a:pt x="2789" y="2755"/>
                    <a:pt x="2722" y="2810"/>
                    <a:pt x="2647" y="2810"/>
                  </a:cubicBezTo>
                  <a:lnTo>
                    <a:pt x="2631" y="2810"/>
                  </a:lnTo>
                  <a:cubicBezTo>
                    <a:pt x="2410" y="2785"/>
                    <a:pt x="2268" y="2619"/>
                    <a:pt x="2274" y="2376"/>
                  </a:cubicBezTo>
                  <a:cubicBezTo>
                    <a:pt x="2274" y="2295"/>
                    <a:pt x="2344" y="2229"/>
                    <a:pt x="2425" y="2229"/>
                  </a:cubicBezTo>
                  <a:close/>
                  <a:moveTo>
                    <a:pt x="3758" y="2400"/>
                  </a:moveTo>
                  <a:cubicBezTo>
                    <a:pt x="3796" y="2400"/>
                    <a:pt x="3832" y="2414"/>
                    <a:pt x="3860" y="2442"/>
                  </a:cubicBezTo>
                  <a:cubicBezTo>
                    <a:pt x="4299" y="2876"/>
                    <a:pt x="4840" y="3377"/>
                    <a:pt x="5497" y="3750"/>
                  </a:cubicBezTo>
                  <a:cubicBezTo>
                    <a:pt x="5567" y="3790"/>
                    <a:pt x="5593" y="3881"/>
                    <a:pt x="5548" y="3957"/>
                  </a:cubicBezTo>
                  <a:cubicBezTo>
                    <a:pt x="5522" y="4002"/>
                    <a:pt x="5471" y="4033"/>
                    <a:pt x="5420" y="4033"/>
                  </a:cubicBezTo>
                  <a:cubicBezTo>
                    <a:pt x="5396" y="4033"/>
                    <a:pt x="5371" y="4023"/>
                    <a:pt x="5345" y="4007"/>
                  </a:cubicBezTo>
                  <a:cubicBezTo>
                    <a:pt x="4662" y="3619"/>
                    <a:pt x="4102" y="3109"/>
                    <a:pt x="3652" y="2654"/>
                  </a:cubicBezTo>
                  <a:cubicBezTo>
                    <a:pt x="3592" y="2598"/>
                    <a:pt x="3592" y="2502"/>
                    <a:pt x="3652" y="2447"/>
                  </a:cubicBezTo>
                  <a:cubicBezTo>
                    <a:pt x="3681" y="2416"/>
                    <a:pt x="3720" y="2400"/>
                    <a:pt x="3758" y="2400"/>
                  </a:cubicBezTo>
                  <a:close/>
                  <a:moveTo>
                    <a:pt x="1480" y="1"/>
                  </a:moveTo>
                  <a:cubicBezTo>
                    <a:pt x="1020" y="1"/>
                    <a:pt x="429" y="108"/>
                    <a:pt x="232" y="588"/>
                  </a:cubicBezTo>
                  <a:cubicBezTo>
                    <a:pt x="0" y="1143"/>
                    <a:pt x="339" y="2078"/>
                    <a:pt x="1015" y="2764"/>
                  </a:cubicBezTo>
                  <a:cubicBezTo>
                    <a:pt x="1894" y="3649"/>
                    <a:pt x="3137" y="4195"/>
                    <a:pt x="4723" y="4377"/>
                  </a:cubicBezTo>
                  <a:cubicBezTo>
                    <a:pt x="4739" y="4382"/>
                    <a:pt x="4753" y="4387"/>
                    <a:pt x="4769" y="4391"/>
                  </a:cubicBezTo>
                  <a:cubicBezTo>
                    <a:pt x="4163" y="4058"/>
                    <a:pt x="3592" y="3745"/>
                    <a:pt x="3142" y="3200"/>
                  </a:cubicBezTo>
                  <a:cubicBezTo>
                    <a:pt x="3086" y="3139"/>
                    <a:pt x="3097" y="3043"/>
                    <a:pt x="3163" y="2987"/>
                  </a:cubicBezTo>
                  <a:cubicBezTo>
                    <a:pt x="3190" y="2965"/>
                    <a:pt x="3224" y="2953"/>
                    <a:pt x="3258" y="2953"/>
                  </a:cubicBezTo>
                  <a:cubicBezTo>
                    <a:pt x="3301" y="2953"/>
                    <a:pt x="3344" y="2971"/>
                    <a:pt x="3375" y="3007"/>
                  </a:cubicBezTo>
                  <a:cubicBezTo>
                    <a:pt x="3783" y="3508"/>
                    <a:pt x="4335" y="3811"/>
                    <a:pt x="4916" y="4128"/>
                  </a:cubicBezTo>
                  <a:cubicBezTo>
                    <a:pt x="5021" y="4184"/>
                    <a:pt x="5133" y="4245"/>
                    <a:pt x="5238" y="4310"/>
                  </a:cubicBezTo>
                  <a:cubicBezTo>
                    <a:pt x="5371" y="4195"/>
                    <a:pt x="5532" y="4083"/>
                    <a:pt x="5734" y="3988"/>
                  </a:cubicBezTo>
                  <a:cubicBezTo>
                    <a:pt x="5618" y="3755"/>
                    <a:pt x="5506" y="3492"/>
                    <a:pt x="5406" y="3209"/>
                  </a:cubicBezTo>
                  <a:cubicBezTo>
                    <a:pt x="4441" y="1794"/>
                    <a:pt x="3046" y="1"/>
                    <a:pt x="1490" y="1"/>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534;p32">
              <a:extLst>
                <a:ext uri="{FF2B5EF4-FFF2-40B4-BE49-F238E27FC236}">
                  <a16:creationId xmlns:a16="http://schemas.microsoft.com/office/drawing/2014/main" id="{DE3664FC-2B4F-B845-93F0-6F5FE1C0DE8E}"/>
                </a:ext>
              </a:extLst>
            </p:cNvPr>
            <p:cNvSpPr/>
            <p:nvPr/>
          </p:nvSpPr>
          <p:spPr>
            <a:xfrm>
              <a:off x="5633250" y="1552775"/>
              <a:ext cx="97775" cy="157225"/>
            </a:xfrm>
            <a:custGeom>
              <a:avLst/>
              <a:gdLst/>
              <a:ahLst/>
              <a:cxnLst/>
              <a:rect l="l" t="t" r="r" b="b"/>
              <a:pathLst>
                <a:path w="3911" h="6289" extrusionOk="0">
                  <a:moveTo>
                    <a:pt x="2360" y="2646"/>
                  </a:moveTo>
                  <a:cubicBezTo>
                    <a:pt x="2446" y="2646"/>
                    <a:pt x="2511" y="2716"/>
                    <a:pt x="2511" y="2797"/>
                  </a:cubicBezTo>
                  <a:lnTo>
                    <a:pt x="2511" y="3131"/>
                  </a:lnTo>
                  <a:cubicBezTo>
                    <a:pt x="2511" y="3217"/>
                    <a:pt x="2446" y="3282"/>
                    <a:pt x="2360" y="3282"/>
                  </a:cubicBezTo>
                  <a:cubicBezTo>
                    <a:pt x="2279" y="3282"/>
                    <a:pt x="2208" y="3217"/>
                    <a:pt x="2208" y="3131"/>
                  </a:cubicBezTo>
                  <a:lnTo>
                    <a:pt x="2208" y="2797"/>
                  </a:lnTo>
                  <a:cubicBezTo>
                    <a:pt x="2208" y="2716"/>
                    <a:pt x="2279" y="2646"/>
                    <a:pt x="2360" y="2646"/>
                  </a:cubicBezTo>
                  <a:close/>
                  <a:moveTo>
                    <a:pt x="1147" y="2533"/>
                  </a:moveTo>
                  <a:cubicBezTo>
                    <a:pt x="1222" y="2533"/>
                    <a:pt x="1289" y="2600"/>
                    <a:pt x="1289" y="2681"/>
                  </a:cubicBezTo>
                  <a:cubicBezTo>
                    <a:pt x="1299" y="2868"/>
                    <a:pt x="1313" y="3035"/>
                    <a:pt x="1344" y="3217"/>
                  </a:cubicBezTo>
                  <a:cubicBezTo>
                    <a:pt x="1359" y="3298"/>
                    <a:pt x="1304" y="3378"/>
                    <a:pt x="1222" y="3389"/>
                  </a:cubicBezTo>
                  <a:cubicBezTo>
                    <a:pt x="1213" y="3394"/>
                    <a:pt x="1203" y="3394"/>
                    <a:pt x="1192" y="3394"/>
                  </a:cubicBezTo>
                  <a:cubicBezTo>
                    <a:pt x="1122" y="3394"/>
                    <a:pt x="1061" y="3343"/>
                    <a:pt x="1047" y="3268"/>
                  </a:cubicBezTo>
                  <a:cubicBezTo>
                    <a:pt x="1016" y="3075"/>
                    <a:pt x="996" y="2893"/>
                    <a:pt x="991" y="2692"/>
                  </a:cubicBezTo>
                  <a:cubicBezTo>
                    <a:pt x="986" y="2611"/>
                    <a:pt x="1051" y="2540"/>
                    <a:pt x="1131" y="2534"/>
                  </a:cubicBezTo>
                  <a:cubicBezTo>
                    <a:pt x="1136" y="2534"/>
                    <a:pt x="1142" y="2533"/>
                    <a:pt x="1147" y="2533"/>
                  </a:cubicBezTo>
                  <a:close/>
                  <a:moveTo>
                    <a:pt x="1819" y="1"/>
                  </a:moveTo>
                  <a:cubicBezTo>
                    <a:pt x="1737" y="1"/>
                    <a:pt x="1655" y="10"/>
                    <a:pt x="1572" y="29"/>
                  </a:cubicBezTo>
                  <a:cubicBezTo>
                    <a:pt x="935" y="176"/>
                    <a:pt x="364" y="862"/>
                    <a:pt x="192" y="1692"/>
                  </a:cubicBezTo>
                  <a:cubicBezTo>
                    <a:pt x="0" y="2611"/>
                    <a:pt x="217" y="4243"/>
                    <a:pt x="642" y="5470"/>
                  </a:cubicBezTo>
                  <a:cubicBezTo>
                    <a:pt x="783" y="5677"/>
                    <a:pt x="910" y="5875"/>
                    <a:pt x="1031" y="6057"/>
                  </a:cubicBezTo>
                  <a:lnTo>
                    <a:pt x="1107" y="6167"/>
                  </a:lnTo>
                  <a:cubicBezTo>
                    <a:pt x="1127" y="6193"/>
                    <a:pt x="1131" y="6223"/>
                    <a:pt x="1142" y="6253"/>
                  </a:cubicBezTo>
                  <a:cubicBezTo>
                    <a:pt x="1187" y="6239"/>
                    <a:pt x="1243" y="6228"/>
                    <a:pt x="1299" y="6213"/>
                  </a:cubicBezTo>
                  <a:cubicBezTo>
                    <a:pt x="1283" y="6193"/>
                    <a:pt x="1268" y="6172"/>
                    <a:pt x="1268" y="6142"/>
                  </a:cubicBezTo>
                  <a:cubicBezTo>
                    <a:pt x="1253" y="5950"/>
                    <a:pt x="1233" y="5763"/>
                    <a:pt x="1218" y="5566"/>
                  </a:cubicBezTo>
                  <a:cubicBezTo>
                    <a:pt x="1173" y="5001"/>
                    <a:pt x="1122" y="4420"/>
                    <a:pt x="1047" y="3868"/>
                  </a:cubicBezTo>
                  <a:cubicBezTo>
                    <a:pt x="1036" y="3788"/>
                    <a:pt x="1091" y="3712"/>
                    <a:pt x="1178" y="3702"/>
                  </a:cubicBezTo>
                  <a:cubicBezTo>
                    <a:pt x="1183" y="3701"/>
                    <a:pt x="1189" y="3701"/>
                    <a:pt x="1195" y="3701"/>
                  </a:cubicBezTo>
                  <a:cubicBezTo>
                    <a:pt x="1269" y="3701"/>
                    <a:pt x="1335" y="3759"/>
                    <a:pt x="1344" y="3833"/>
                  </a:cubicBezTo>
                  <a:cubicBezTo>
                    <a:pt x="1420" y="4383"/>
                    <a:pt x="1471" y="4970"/>
                    <a:pt x="1521" y="5541"/>
                  </a:cubicBezTo>
                  <a:cubicBezTo>
                    <a:pt x="1536" y="5733"/>
                    <a:pt x="1551" y="5925"/>
                    <a:pt x="1567" y="6111"/>
                  </a:cubicBezTo>
                  <a:cubicBezTo>
                    <a:pt x="1567" y="6132"/>
                    <a:pt x="1567" y="6148"/>
                    <a:pt x="1562" y="6162"/>
                  </a:cubicBezTo>
                  <a:cubicBezTo>
                    <a:pt x="1696" y="6126"/>
                    <a:pt x="1830" y="6106"/>
                    <a:pt x="1964" y="6106"/>
                  </a:cubicBezTo>
                  <a:cubicBezTo>
                    <a:pt x="2050" y="6106"/>
                    <a:pt x="2137" y="6114"/>
                    <a:pt x="2223" y="6132"/>
                  </a:cubicBezTo>
                  <a:lnTo>
                    <a:pt x="2229" y="6132"/>
                  </a:lnTo>
                  <a:cubicBezTo>
                    <a:pt x="2213" y="6102"/>
                    <a:pt x="2208" y="6076"/>
                    <a:pt x="2213" y="6041"/>
                  </a:cubicBezTo>
                  <a:cubicBezTo>
                    <a:pt x="2339" y="5430"/>
                    <a:pt x="2390" y="4773"/>
                    <a:pt x="2380" y="3909"/>
                  </a:cubicBezTo>
                  <a:cubicBezTo>
                    <a:pt x="2374" y="3828"/>
                    <a:pt x="2446" y="3758"/>
                    <a:pt x="2526" y="3758"/>
                  </a:cubicBezTo>
                  <a:cubicBezTo>
                    <a:pt x="2607" y="3758"/>
                    <a:pt x="2673" y="3823"/>
                    <a:pt x="2677" y="3904"/>
                  </a:cubicBezTo>
                  <a:cubicBezTo>
                    <a:pt x="2688" y="4793"/>
                    <a:pt x="2637" y="5470"/>
                    <a:pt x="2506" y="6102"/>
                  </a:cubicBezTo>
                  <a:cubicBezTo>
                    <a:pt x="2502" y="6142"/>
                    <a:pt x="2481" y="6172"/>
                    <a:pt x="2451" y="6193"/>
                  </a:cubicBezTo>
                  <a:cubicBezTo>
                    <a:pt x="2526" y="6213"/>
                    <a:pt x="2602" y="6253"/>
                    <a:pt x="2673" y="6288"/>
                  </a:cubicBezTo>
                  <a:cubicBezTo>
                    <a:pt x="3339" y="4647"/>
                    <a:pt x="3911" y="1928"/>
                    <a:pt x="2920" y="645"/>
                  </a:cubicBezTo>
                  <a:cubicBezTo>
                    <a:pt x="2589" y="222"/>
                    <a:pt x="2214" y="1"/>
                    <a:pt x="1819" y="1"/>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535;p32">
              <a:extLst>
                <a:ext uri="{FF2B5EF4-FFF2-40B4-BE49-F238E27FC236}">
                  <a16:creationId xmlns:a16="http://schemas.microsoft.com/office/drawing/2014/main" id="{779FC625-D6F0-FB73-4695-0ED8E045E455}"/>
                </a:ext>
              </a:extLst>
            </p:cNvPr>
            <p:cNvSpPr/>
            <p:nvPr/>
          </p:nvSpPr>
          <p:spPr>
            <a:xfrm>
              <a:off x="5711550" y="1617575"/>
              <a:ext cx="137700" cy="137900"/>
            </a:xfrm>
            <a:custGeom>
              <a:avLst/>
              <a:gdLst/>
              <a:ahLst/>
              <a:cxnLst/>
              <a:rect l="l" t="t" r="r" b="b"/>
              <a:pathLst>
                <a:path w="5508" h="5516" extrusionOk="0">
                  <a:moveTo>
                    <a:pt x="2891" y="1499"/>
                  </a:moveTo>
                  <a:cubicBezTo>
                    <a:pt x="2947" y="1499"/>
                    <a:pt x="3001" y="1530"/>
                    <a:pt x="3027" y="1585"/>
                  </a:cubicBezTo>
                  <a:cubicBezTo>
                    <a:pt x="3062" y="1656"/>
                    <a:pt x="3032" y="1747"/>
                    <a:pt x="2956" y="1787"/>
                  </a:cubicBezTo>
                  <a:cubicBezTo>
                    <a:pt x="2819" y="1852"/>
                    <a:pt x="2648" y="1959"/>
                    <a:pt x="2542" y="2045"/>
                  </a:cubicBezTo>
                  <a:cubicBezTo>
                    <a:pt x="2516" y="2064"/>
                    <a:pt x="2481" y="2075"/>
                    <a:pt x="2446" y="2075"/>
                  </a:cubicBezTo>
                  <a:cubicBezTo>
                    <a:pt x="2401" y="2075"/>
                    <a:pt x="2360" y="2055"/>
                    <a:pt x="2329" y="2019"/>
                  </a:cubicBezTo>
                  <a:cubicBezTo>
                    <a:pt x="2274" y="1954"/>
                    <a:pt x="2289" y="1858"/>
                    <a:pt x="2355" y="1807"/>
                  </a:cubicBezTo>
                  <a:cubicBezTo>
                    <a:pt x="2476" y="1711"/>
                    <a:pt x="2663" y="1590"/>
                    <a:pt x="2825" y="1514"/>
                  </a:cubicBezTo>
                  <a:cubicBezTo>
                    <a:pt x="2846" y="1504"/>
                    <a:pt x="2869" y="1499"/>
                    <a:pt x="2891" y="1499"/>
                  </a:cubicBezTo>
                  <a:close/>
                  <a:moveTo>
                    <a:pt x="3619" y="2933"/>
                  </a:moveTo>
                  <a:cubicBezTo>
                    <a:pt x="3661" y="2933"/>
                    <a:pt x="3703" y="2936"/>
                    <a:pt x="3744" y="2943"/>
                  </a:cubicBezTo>
                  <a:cubicBezTo>
                    <a:pt x="3826" y="2954"/>
                    <a:pt x="3880" y="3029"/>
                    <a:pt x="3871" y="3111"/>
                  </a:cubicBezTo>
                  <a:cubicBezTo>
                    <a:pt x="3862" y="3187"/>
                    <a:pt x="3797" y="3239"/>
                    <a:pt x="3726" y="3239"/>
                  </a:cubicBezTo>
                  <a:cubicBezTo>
                    <a:pt x="3717" y="3239"/>
                    <a:pt x="3708" y="3239"/>
                    <a:pt x="3698" y="3237"/>
                  </a:cubicBezTo>
                  <a:cubicBezTo>
                    <a:pt x="3678" y="3234"/>
                    <a:pt x="3658" y="3233"/>
                    <a:pt x="3638" y="3233"/>
                  </a:cubicBezTo>
                  <a:cubicBezTo>
                    <a:pt x="3537" y="3233"/>
                    <a:pt x="3439" y="3263"/>
                    <a:pt x="3381" y="3313"/>
                  </a:cubicBezTo>
                  <a:cubicBezTo>
                    <a:pt x="3350" y="3344"/>
                    <a:pt x="3315" y="3353"/>
                    <a:pt x="3280" y="3353"/>
                  </a:cubicBezTo>
                  <a:cubicBezTo>
                    <a:pt x="3239" y="3353"/>
                    <a:pt x="3199" y="3333"/>
                    <a:pt x="3169" y="3302"/>
                  </a:cubicBezTo>
                  <a:cubicBezTo>
                    <a:pt x="3113" y="3242"/>
                    <a:pt x="3118" y="3146"/>
                    <a:pt x="3178" y="3090"/>
                  </a:cubicBezTo>
                  <a:cubicBezTo>
                    <a:pt x="3292" y="2989"/>
                    <a:pt x="3451" y="2933"/>
                    <a:pt x="3619" y="2933"/>
                  </a:cubicBezTo>
                  <a:close/>
                  <a:moveTo>
                    <a:pt x="3470" y="1"/>
                  </a:moveTo>
                  <a:cubicBezTo>
                    <a:pt x="3277" y="1"/>
                    <a:pt x="3083" y="25"/>
                    <a:pt x="2896" y="74"/>
                  </a:cubicBezTo>
                  <a:cubicBezTo>
                    <a:pt x="1492" y="448"/>
                    <a:pt x="415" y="2388"/>
                    <a:pt x="6" y="4035"/>
                  </a:cubicBezTo>
                  <a:cubicBezTo>
                    <a:pt x="6" y="4041"/>
                    <a:pt x="0" y="4046"/>
                    <a:pt x="0" y="4046"/>
                  </a:cubicBezTo>
                  <a:cubicBezTo>
                    <a:pt x="91" y="4146"/>
                    <a:pt x="177" y="4247"/>
                    <a:pt x="258" y="4368"/>
                  </a:cubicBezTo>
                  <a:lnTo>
                    <a:pt x="258" y="4354"/>
                  </a:lnTo>
                  <a:cubicBezTo>
                    <a:pt x="617" y="3621"/>
                    <a:pt x="991" y="2924"/>
                    <a:pt x="1637" y="2469"/>
                  </a:cubicBezTo>
                  <a:cubicBezTo>
                    <a:pt x="1665" y="2450"/>
                    <a:pt x="1695" y="2441"/>
                    <a:pt x="1724" y="2441"/>
                  </a:cubicBezTo>
                  <a:cubicBezTo>
                    <a:pt x="1772" y="2441"/>
                    <a:pt x="1819" y="2464"/>
                    <a:pt x="1849" y="2504"/>
                  </a:cubicBezTo>
                  <a:cubicBezTo>
                    <a:pt x="1895" y="2575"/>
                    <a:pt x="1880" y="2666"/>
                    <a:pt x="1814" y="2717"/>
                  </a:cubicBezTo>
                  <a:cubicBezTo>
                    <a:pt x="1224" y="3131"/>
                    <a:pt x="870" y="3787"/>
                    <a:pt x="531" y="4485"/>
                  </a:cubicBezTo>
                  <a:cubicBezTo>
                    <a:pt x="506" y="4540"/>
                    <a:pt x="450" y="4571"/>
                    <a:pt x="394" y="4571"/>
                  </a:cubicBezTo>
                  <a:lnTo>
                    <a:pt x="380" y="4571"/>
                  </a:lnTo>
                  <a:cubicBezTo>
                    <a:pt x="394" y="4591"/>
                    <a:pt x="405" y="4617"/>
                    <a:pt x="415" y="4636"/>
                  </a:cubicBezTo>
                  <a:cubicBezTo>
                    <a:pt x="1011" y="4090"/>
                    <a:pt x="1961" y="3596"/>
                    <a:pt x="2492" y="3344"/>
                  </a:cubicBezTo>
                  <a:cubicBezTo>
                    <a:pt x="2512" y="3334"/>
                    <a:pt x="2534" y="3329"/>
                    <a:pt x="2555" y="3329"/>
                  </a:cubicBezTo>
                  <a:cubicBezTo>
                    <a:pt x="2612" y="3329"/>
                    <a:pt x="2668" y="3362"/>
                    <a:pt x="2693" y="3414"/>
                  </a:cubicBezTo>
                  <a:cubicBezTo>
                    <a:pt x="2728" y="3489"/>
                    <a:pt x="2698" y="3580"/>
                    <a:pt x="2623" y="3616"/>
                  </a:cubicBezTo>
                  <a:cubicBezTo>
                    <a:pt x="2194" y="3818"/>
                    <a:pt x="1128" y="4354"/>
                    <a:pt x="557" y="4920"/>
                  </a:cubicBezTo>
                  <a:cubicBezTo>
                    <a:pt x="557" y="4920"/>
                    <a:pt x="552" y="4920"/>
                    <a:pt x="552" y="4925"/>
                  </a:cubicBezTo>
                  <a:cubicBezTo>
                    <a:pt x="622" y="5111"/>
                    <a:pt x="678" y="5314"/>
                    <a:pt x="713" y="5515"/>
                  </a:cubicBezTo>
                  <a:lnTo>
                    <a:pt x="1042" y="5389"/>
                  </a:lnTo>
                  <a:cubicBezTo>
                    <a:pt x="1436" y="5233"/>
                    <a:pt x="1880" y="5056"/>
                    <a:pt x="2350" y="4890"/>
                  </a:cubicBezTo>
                  <a:cubicBezTo>
                    <a:pt x="3891" y="4237"/>
                    <a:pt x="5468" y="3307"/>
                    <a:pt x="5498" y="1847"/>
                  </a:cubicBezTo>
                  <a:cubicBezTo>
                    <a:pt x="5508" y="1292"/>
                    <a:pt x="5275" y="802"/>
                    <a:pt x="4836" y="453"/>
                  </a:cubicBezTo>
                  <a:cubicBezTo>
                    <a:pt x="4458" y="159"/>
                    <a:pt x="3965" y="1"/>
                    <a:pt x="3470" y="1"/>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536;p32">
              <a:extLst>
                <a:ext uri="{FF2B5EF4-FFF2-40B4-BE49-F238E27FC236}">
                  <a16:creationId xmlns:a16="http://schemas.microsoft.com/office/drawing/2014/main" id="{C7233297-73CD-A65C-819F-1AF955091033}"/>
                </a:ext>
              </a:extLst>
            </p:cNvPr>
            <p:cNvSpPr/>
            <p:nvPr/>
          </p:nvSpPr>
          <p:spPr>
            <a:xfrm>
              <a:off x="5719275" y="1734950"/>
              <a:ext cx="177475" cy="93950"/>
            </a:xfrm>
            <a:custGeom>
              <a:avLst/>
              <a:gdLst/>
              <a:ahLst/>
              <a:cxnLst/>
              <a:rect l="l" t="t" r="r" b="b"/>
              <a:pathLst>
                <a:path w="7099" h="3758" extrusionOk="0">
                  <a:moveTo>
                    <a:pt x="4583" y="1023"/>
                  </a:moveTo>
                  <a:cubicBezTo>
                    <a:pt x="4663" y="1023"/>
                    <a:pt x="4729" y="1088"/>
                    <a:pt x="4729" y="1169"/>
                  </a:cubicBezTo>
                  <a:cubicBezTo>
                    <a:pt x="4729" y="1249"/>
                    <a:pt x="4663" y="1321"/>
                    <a:pt x="4583" y="1321"/>
                  </a:cubicBezTo>
                  <a:lnTo>
                    <a:pt x="4082" y="1321"/>
                  </a:lnTo>
                  <a:cubicBezTo>
                    <a:pt x="3996" y="1321"/>
                    <a:pt x="3930" y="1249"/>
                    <a:pt x="3930" y="1169"/>
                  </a:cubicBezTo>
                  <a:cubicBezTo>
                    <a:pt x="3930" y="1088"/>
                    <a:pt x="3996" y="1023"/>
                    <a:pt x="4082" y="1023"/>
                  </a:cubicBezTo>
                  <a:close/>
                  <a:moveTo>
                    <a:pt x="3533" y="2238"/>
                  </a:moveTo>
                  <a:cubicBezTo>
                    <a:pt x="3543" y="2238"/>
                    <a:pt x="3552" y="2238"/>
                    <a:pt x="3562" y="2240"/>
                  </a:cubicBezTo>
                  <a:cubicBezTo>
                    <a:pt x="3693" y="2275"/>
                    <a:pt x="3834" y="2316"/>
                    <a:pt x="3961" y="2361"/>
                  </a:cubicBezTo>
                  <a:cubicBezTo>
                    <a:pt x="4042" y="2387"/>
                    <a:pt x="4082" y="2473"/>
                    <a:pt x="4056" y="2548"/>
                  </a:cubicBezTo>
                  <a:cubicBezTo>
                    <a:pt x="4037" y="2614"/>
                    <a:pt x="3976" y="2650"/>
                    <a:pt x="3916" y="2650"/>
                  </a:cubicBezTo>
                  <a:cubicBezTo>
                    <a:pt x="3895" y="2650"/>
                    <a:pt x="3880" y="2650"/>
                    <a:pt x="3865" y="2644"/>
                  </a:cubicBezTo>
                  <a:cubicBezTo>
                    <a:pt x="3743" y="2604"/>
                    <a:pt x="3617" y="2569"/>
                    <a:pt x="3491" y="2538"/>
                  </a:cubicBezTo>
                  <a:cubicBezTo>
                    <a:pt x="3410" y="2518"/>
                    <a:pt x="3359" y="2438"/>
                    <a:pt x="3380" y="2357"/>
                  </a:cubicBezTo>
                  <a:cubicBezTo>
                    <a:pt x="3394" y="2285"/>
                    <a:pt x="3461" y="2238"/>
                    <a:pt x="3533" y="2238"/>
                  </a:cubicBezTo>
                  <a:close/>
                  <a:moveTo>
                    <a:pt x="5002" y="0"/>
                  </a:moveTo>
                  <a:cubicBezTo>
                    <a:pt x="4135" y="0"/>
                    <a:pt x="3110" y="294"/>
                    <a:pt x="2177" y="624"/>
                  </a:cubicBezTo>
                  <a:cubicBezTo>
                    <a:pt x="1708" y="825"/>
                    <a:pt x="1248" y="997"/>
                    <a:pt x="829" y="1149"/>
                  </a:cubicBezTo>
                  <a:cubicBezTo>
                    <a:pt x="691" y="1200"/>
                    <a:pt x="565" y="1249"/>
                    <a:pt x="439" y="1296"/>
                  </a:cubicBezTo>
                  <a:cubicBezTo>
                    <a:pt x="439" y="1336"/>
                    <a:pt x="439" y="1377"/>
                    <a:pt x="434" y="1422"/>
                  </a:cubicBezTo>
                  <a:cubicBezTo>
                    <a:pt x="1183" y="1209"/>
                    <a:pt x="2116" y="1083"/>
                    <a:pt x="2971" y="1074"/>
                  </a:cubicBezTo>
                  <a:cubicBezTo>
                    <a:pt x="2974" y="1073"/>
                    <a:pt x="2977" y="1073"/>
                    <a:pt x="2981" y="1073"/>
                  </a:cubicBezTo>
                  <a:cubicBezTo>
                    <a:pt x="3057" y="1073"/>
                    <a:pt x="3123" y="1143"/>
                    <a:pt x="3123" y="1225"/>
                  </a:cubicBezTo>
                  <a:cubicBezTo>
                    <a:pt x="3123" y="1305"/>
                    <a:pt x="3056" y="1377"/>
                    <a:pt x="2971" y="1377"/>
                  </a:cubicBezTo>
                  <a:cubicBezTo>
                    <a:pt x="2107" y="1386"/>
                    <a:pt x="1132" y="1522"/>
                    <a:pt x="394" y="1745"/>
                  </a:cubicBezTo>
                  <a:cubicBezTo>
                    <a:pt x="374" y="1876"/>
                    <a:pt x="334" y="2002"/>
                    <a:pt x="288" y="2129"/>
                  </a:cubicBezTo>
                  <a:cubicBezTo>
                    <a:pt x="379" y="2126"/>
                    <a:pt x="471" y="2124"/>
                    <a:pt x="563" y="2124"/>
                  </a:cubicBezTo>
                  <a:cubicBezTo>
                    <a:pt x="1071" y="2124"/>
                    <a:pt x="1574" y="2166"/>
                    <a:pt x="2067" y="2205"/>
                  </a:cubicBezTo>
                  <a:cubicBezTo>
                    <a:pt x="2223" y="2215"/>
                    <a:pt x="2379" y="2230"/>
                    <a:pt x="2536" y="2240"/>
                  </a:cubicBezTo>
                  <a:cubicBezTo>
                    <a:pt x="2622" y="2245"/>
                    <a:pt x="2682" y="2316"/>
                    <a:pt x="2678" y="2401"/>
                  </a:cubicBezTo>
                  <a:cubicBezTo>
                    <a:pt x="2673" y="2478"/>
                    <a:pt x="2607" y="2538"/>
                    <a:pt x="2526" y="2538"/>
                  </a:cubicBezTo>
                  <a:lnTo>
                    <a:pt x="2516" y="2538"/>
                  </a:lnTo>
                  <a:cubicBezTo>
                    <a:pt x="2359" y="2529"/>
                    <a:pt x="2202" y="2518"/>
                    <a:pt x="2041" y="2503"/>
                  </a:cubicBezTo>
                  <a:cubicBezTo>
                    <a:pt x="1532" y="2463"/>
                    <a:pt x="1007" y="2424"/>
                    <a:pt x="490" y="2424"/>
                  </a:cubicBezTo>
                  <a:cubicBezTo>
                    <a:pt x="412" y="2424"/>
                    <a:pt x="335" y="2425"/>
                    <a:pt x="257" y="2427"/>
                  </a:cubicBezTo>
                  <a:lnTo>
                    <a:pt x="253" y="2427"/>
                  </a:lnTo>
                  <a:cubicBezTo>
                    <a:pt x="217" y="2427"/>
                    <a:pt x="187" y="2417"/>
                    <a:pt x="166" y="2397"/>
                  </a:cubicBezTo>
                  <a:cubicBezTo>
                    <a:pt x="141" y="2443"/>
                    <a:pt x="116" y="2487"/>
                    <a:pt x="91" y="2529"/>
                  </a:cubicBezTo>
                  <a:cubicBezTo>
                    <a:pt x="61" y="2574"/>
                    <a:pt x="31" y="2614"/>
                    <a:pt x="0" y="2660"/>
                  </a:cubicBezTo>
                  <a:cubicBezTo>
                    <a:pt x="76" y="2711"/>
                    <a:pt x="141" y="2771"/>
                    <a:pt x="217" y="2826"/>
                  </a:cubicBezTo>
                  <a:cubicBezTo>
                    <a:pt x="1361" y="3325"/>
                    <a:pt x="2876" y="3758"/>
                    <a:pt x="4192" y="3758"/>
                  </a:cubicBezTo>
                  <a:cubicBezTo>
                    <a:pt x="5167" y="3758"/>
                    <a:pt x="6033" y="3521"/>
                    <a:pt x="6558" y="2897"/>
                  </a:cubicBezTo>
                  <a:cubicBezTo>
                    <a:pt x="6957" y="2427"/>
                    <a:pt x="7099" y="1806"/>
                    <a:pt x="6931" y="1240"/>
                  </a:cubicBezTo>
                  <a:cubicBezTo>
                    <a:pt x="6785" y="704"/>
                    <a:pt x="6381" y="300"/>
                    <a:pt x="5840" y="118"/>
                  </a:cubicBezTo>
                  <a:cubicBezTo>
                    <a:pt x="5587" y="36"/>
                    <a:pt x="5304" y="0"/>
                    <a:pt x="5002" y="0"/>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537;p32">
              <a:extLst>
                <a:ext uri="{FF2B5EF4-FFF2-40B4-BE49-F238E27FC236}">
                  <a16:creationId xmlns:a16="http://schemas.microsoft.com/office/drawing/2014/main" id="{093EB7F1-FFDA-FDC9-95C5-2B166CC87927}"/>
                </a:ext>
              </a:extLst>
            </p:cNvPr>
            <p:cNvSpPr/>
            <p:nvPr/>
          </p:nvSpPr>
          <p:spPr>
            <a:xfrm>
              <a:off x="5668100" y="1811275"/>
              <a:ext cx="108800" cy="153875"/>
            </a:xfrm>
            <a:custGeom>
              <a:avLst/>
              <a:gdLst/>
              <a:ahLst/>
              <a:cxnLst/>
              <a:rect l="l" t="t" r="r" b="b"/>
              <a:pathLst>
                <a:path w="4352" h="6155" extrusionOk="0">
                  <a:moveTo>
                    <a:pt x="2796" y="2294"/>
                  </a:moveTo>
                  <a:cubicBezTo>
                    <a:pt x="2855" y="2294"/>
                    <a:pt x="2913" y="2328"/>
                    <a:pt x="2936" y="2386"/>
                  </a:cubicBezTo>
                  <a:cubicBezTo>
                    <a:pt x="3006" y="2547"/>
                    <a:pt x="3067" y="2734"/>
                    <a:pt x="3113" y="2906"/>
                  </a:cubicBezTo>
                  <a:cubicBezTo>
                    <a:pt x="3128" y="2986"/>
                    <a:pt x="3083" y="3067"/>
                    <a:pt x="3002" y="3093"/>
                  </a:cubicBezTo>
                  <a:lnTo>
                    <a:pt x="2966" y="3093"/>
                  </a:lnTo>
                  <a:cubicBezTo>
                    <a:pt x="2896" y="3093"/>
                    <a:pt x="2835" y="3047"/>
                    <a:pt x="2820" y="2976"/>
                  </a:cubicBezTo>
                  <a:cubicBezTo>
                    <a:pt x="2780" y="2820"/>
                    <a:pt x="2724" y="2653"/>
                    <a:pt x="2658" y="2501"/>
                  </a:cubicBezTo>
                  <a:cubicBezTo>
                    <a:pt x="2628" y="2426"/>
                    <a:pt x="2663" y="2340"/>
                    <a:pt x="2738" y="2305"/>
                  </a:cubicBezTo>
                  <a:cubicBezTo>
                    <a:pt x="2757" y="2297"/>
                    <a:pt x="2776" y="2294"/>
                    <a:pt x="2796" y="2294"/>
                  </a:cubicBezTo>
                  <a:close/>
                  <a:moveTo>
                    <a:pt x="1083" y="464"/>
                  </a:moveTo>
                  <a:cubicBezTo>
                    <a:pt x="1148" y="464"/>
                    <a:pt x="1207" y="509"/>
                    <a:pt x="1223" y="572"/>
                  </a:cubicBezTo>
                  <a:cubicBezTo>
                    <a:pt x="1420" y="1344"/>
                    <a:pt x="1597" y="2193"/>
                    <a:pt x="1728" y="3032"/>
                  </a:cubicBezTo>
                  <a:cubicBezTo>
                    <a:pt x="1738" y="3113"/>
                    <a:pt x="1684" y="3189"/>
                    <a:pt x="1602" y="3204"/>
                  </a:cubicBezTo>
                  <a:lnTo>
                    <a:pt x="1577" y="3204"/>
                  </a:lnTo>
                  <a:cubicBezTo>
                    <a:pt x="1507" y="3204"/>
                    <a:pt x="1441" y="3153"/>
                    <a:pt x="1430" y="3077"/>
                  </a:cubicBezTo>
                  <a:cubicBezTo>
                    <a:pt x="1304" y="2249"/>
                    <a:pt x="1132" y="1410"/>
                    <a:pt x="931" y="652"/>
                  </a:cubicBezTo>
                  <a:cubicBezTo>
                    <a:pt x="910" y="572"/>
                    <a:pt x="961" y="491"/>
                    <a:pt x="1041" y="470"/>
                  </a:cubicBezTo>
                  <a:cubicBezTo>
                    <a:pt x="1055" y="466"/>
                    <a:pt x="1069" y="464"/>
                    <a:pt x="1083" y="464"/>
                  </a:cubicBezTo>
                  <a:close/>
                  <a:moveTo>
                    <a:pt x="1687" y="3792"/>
                  </a:moveTo>
                  <a:cubicBezTo>
                    <a:pt x="1740" y="3792"/>
                    <a:pt x="1792" y="3822"/>
                    <a:pt x="1819" y="3871"/>
                  </a:cubicBezTo>
                  <a:cubicBezTo>
                    <a:pt x="1865" y="3946"/>
                    <a:pt x="1901" y="4023"/>
                    <a:pt x="1936" y="4103"/>
                  </a:cubicBezTo>
                  <a:cubicBezTo>
                    <a:pt x="1971" y="4179"/>
                    <a:pt x="1936" y="4270"/>
                    <a:pt x="1859" y="4305"/>
                  </a:cubicBezTo>
                  <a:cubicBezTo>
                    <a:pt x="1840" y="4310"/>
                    <a:pt x="1819" y="4315"/>
                    <a:pt x="1799" y="4315"/>
                  </a:cubicBezTo>
                  <a:cubicBezTo>
                    <a:pt x="1744" y="4315"/>
                    <a:pt x="1684" y="4285"/>
                    <a:pt x="1663" y="4224"/>
                  </a:cubicBezTo>
                  <a:cubicBezTo>
                    <a:pt x="1633" y="4154"/>
                    <a:pt x="1597" y="4088"/>
                    <a:pt x="1556" y="4017"/>
                  </a:cubicBezTo>
                  <a:cubicBezTo>
                    <a:pt x="1516" y="3942"/>
                    <a:pt x="1542" y="3851"/>
                    <a:pt x="1617" y="3811"/>
                  </a:cubicBezTo>
                  <a:cubicBezTo>
                    <a:pt x="1639" y="3798"/>
                    <a:pt x="1663" y="3792"/>
                    <a:pt x="1687" y="3792"/>
                  </a:cubicBezTo>
                  <a:close/>
                  <a:moveTo>
                    <a:pt x="1703" y="1"/>
                  </a:moveTo>
                  <a:lnTo>
                    <a:pt x="1703" y="6"/>
                  </a:lnTo>
                  <a:cubicBezTo>
                    <a:pt x="1647" y="52"/>
                    <a:pt x="1597" y="101"/>
                    <a:pt x="1542" y="143"/>
                  </a:cubicBezTo>
                  <a:cubicBezTo>
                    <a:pt x="1945" y="521"/>
                    <a:pt x="2309" y="1082"/>
                    <a:pt x="2496" y="1617"/>
                  </a:cubicBezTo>
                  <a:cubicBezTo>
                    <a:pt x="2526" y="1698"/>
                    <a:pt x="2481" y="1784"/>
                    <a:pt x="2405" y="1810"/>
                  </a:cubicBezTo>
                  <a:cubicBezTo>
                    <a:pt x="2386" y="1815"/>
                    <a:pt x="2370" y="1820"/>
                    <a:pt x="2355" y="1820"/>
                  </a:cubicBezTo>
                  <a:cubicBezTo>
                    <a:pt x="2295" y="1820"/>
                    <a:pt x="2234" y="1780"/>
                    <a:pt x="2213" y="1719"/>
                  </a:cubicBezTo>
                  <a:cubicBezTo>
                    <a:pt x="2036" y="1208"/>
                    <a:pt x="1693" y="677"/>
                    <a:pt x="1309" y="334"/>
                  </a:cubicBezTo>
                  <a:cubicBezTo>
                    <a:pt x="1299" y="329"/>
                    <a:pt x="1294" y="318"/>
                    <a:pt x="1289" y="309"/>
                  </a:cubicBezTo>
                  <a:cubicBezTo>
                    <a:pt x="1041" y="446"/>
                    <a:pt x="774" y="516"/>
                    <a:pt x="506" y="516"/>
                  </a:cubicBezTo>
                  <a:cubicBezTo>
                    <a:pt x="430" y="516"/>
                    <a:pt x="359" y="511"/>
                    <a:pt x="283" y="500"/>
                  </a:cubicBezTo>
                  <a:cubicBezTo>
                    <a:pt x="243" y="682"/>
                    <a:pt x="208" y="870"/>
                    <a:pt x="178" y="1057"/>
                  </a:cubicBezTo>
                  <a:cubicBezTo>
                    <a:pt x="1" y="3022"/>
                    <a:pt x="198" y="5811"/>
                    <a:pt x="1896" y="6108"/>
                  </a:cubicBezTo>
                  <a:cubicBezTo>
                    <a:pt x="2077" y="6139"/>
                    <a:pt x="2250" y="6155"/>
                    <a:pt x="2416" y="6155"/>
                  </a:cubicBezTo>
                  <a:cubicBezTo>
                    <a:pt x="2935" y="6155"/>
                    <a:pt x="3374" y="6004"/>
                    <a:pt x="3699" y="5709"/>
                  </a:cubicBezTo>
                  <a:cubicBezTo>
                    <a:pt x="4139" y="5310"/>
                    <a:pt x="4351" y="4674"/>
                    <a:pt x="4295" y="3906"/>
                  </a:cubicBezTo>
                  <a:cubicBezTo>
                    <a:pt x="4204" y="2643"/>
                    <a:pt x="3356" y="1258"/>
                    <a:pt x="2022" y="157"/>
                  </a:cubicBezTo>
                  <a:cubicBezTo>
                    <a:pt x="1931" y="122"/>
                    <a:pt x="1840" y="82"/>
                    <a:pt x="1759" y="41"/>
                  </a:cubicBezTo>
                  <a:cubicBezTo>
                    <a:pt x="1738" y="31"/>
                    <a:pt x="1719" y="15"/>
                    <a:pt x="1703" y="1"/>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538;p32">
              <a:extLst>
                <a:ext uri="{FF2B5EF4-FFF2-40B4-BE49-F238E27FC236}">
                  <a16:creationId xmlns:a16="http://schemas.microsoft.com/office/drawing/2014/main" id="{81BABB51-8BBE-3709-6DAA-6C488116FDEB}"/>
                </a:ext>
              </a:extLst>
            </p:cNvPr>
            <p:cNvSpPr/>
            <p:nvPr/>
          </p:nvSpPr>
          <p:spPr>
            <a:xfrm>
              <a:off x="5649675" y="1749250"/>
              <a:ext cx="9000" cy="7600"/>
            </a:xfrm>
            <a:custGeom>
              <a:avLst/>
              <a:gdLst/>
              <a:ahLst/>
              <a:cxnLst/>
              <a:rect l="l" t="t" r="r" b="b"/>
              <a:pathLst>
                <a:path w="360" h="304" extrusionOk="0">
                  <a:moveTo>
                    <a:pt x="152" y="1"/>
                  </a:moveTo>
                  <a:cubicBezTo>
                    <a:pt x="66" y="1"/>
                    <a:pt x="0" y="71"/>
                    <a:pt x="0" y="152"/>
                  </a:cubicBezTo>
                  <a:cubicBezTo>
                    <a:pt x="0" y="238"/>
                    <a:pt x="66" y="304"/>
                    <a:pt x="152" y="304"/>
                  </a:cubicBezTo>
                  <a:lnTo>
                    <a:pt x="208" y="304"/>
                  </a:lnTo>
                  <a:cubicBezTo>
                    <a:pt x="288" y="304"/>
                    <a:pt x="359" y="238"/>
                    <a:pt x="359" y="152"/>
                  </a:cubicBezTo>
                  <a:cubicBezTo>
                    <a:pt x="359" y="71"/>
                    <a:pt x="288" y="1"/>
                    <a:pt x="208"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539;p32">
              <a:extLst>
                <a:ext uri="{FF2B5EF4-FFF2-40B4-BE49-F238E27FC236}">
                  <a16:creationId xmlns:a16="http://schemas.microsoft.com/office/drawing/2014/main" id="{2A391EBE-E06F-2410-F2A7-E4A545109FB4}"/>
                </a:ext>
              </a:extLst>
            </p:cNvPr>
            <p:cNvSpPr/>
            <p:nvPr/>
          </p:nvSpPr>
          <p:spPr>
            <a:xfrm>
              <a:off x="5674675" y="1736900"/>
              <a:ext cx="10250" cy="7475"/>
            </a:xfrm>
            <a:custGeom>
              <a:avLst/>
              <a:gdLst/>
              <a:ahLst/>
              <a:cxnLst/>
              <a:rect l="l" t="t" r="r" b="b"/>
              <a:pathLst>
                <a:path w="410" h="299" extrusionOk="0">
                  <a:moveTo>
                    <a:pt x="147" y="0"/>
                  </a:moveTo>
                  <a:cubicBezTo>
                    <a:pt x="66" y="0"/>
                    <a:pt x="1" y="66"/>
                    <a:pt x="1" y="147"/>
                  </a:cubicBezTo>
                  <a:cubicBezTo>
                    <a:pt x="1" y="232"/>
                    <a:pt x="66" y="298"/>
                    <a:pt x="147" y="298"/>
                  </a:cubicBezTo>
                  <a:lnTo>
                    <a:pt x="258" y="298"/>
                  </a:lnTo>
                  <a:cubicBezTo>
                    <a:pt x="344" y="298"/>
                    <a:pt x="409" y="232"/>
                    <a:pt x="409" y="147"/>
                  </a:cubicBezTo>
                  <a:cubicBezTo>
                    <a:pt x="409" y="66"/>
                    <a:pt x="344" y="0"/>
                    <a:pt x="258"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540;p32">
              <a:extLst>
                <a:ext uri="{FF2B5EF4-FFF2-40B4-BE49-F238E27FC236}">
                  <a16:creationId xmlns:a16="http://schemas.microsoft.com/office/drawing/2014/main" id="{C489B317-5529-999F-6EA0-DF4B289B1B26}"/>
                </a:ext>
              </a:extLst>
            </p:cNvPr>
            <p:cNvSpPr/>
            <p:nvPr/>
          </p:nvSpPr>
          <p:spPr>
            <a:xfrm>
              <a:off x="5661800" y="1771500"/>
              <a:ext cx="12500" cy="14550"/>
            </a:xfrm>
            <a:custGeom>
              <a:avLst/>
              <a:gdLst/>
              <a:ahLst/>
              <a:cxnLst/>
              <a:rect l="l" t="t" r="r" b="b"/>
              <a:pathLst>
                <a:path w="500" h="582" extrusionOk="0">
                  <a:moveTo>
                    <a:pt x="167" y="0"/>
                  </a:moveTo>
                  <a:cubicBezTo>
                    <a:pt x="128" y="0"/>
                    <a:pt x="89" y="15"/>
                    <a:pt x="61" y="46"/>
                  </a:cubicBezTo>
                  <a:cubicBezTo>
                    <a:pt x="0" y="101"/>
                    <a:pt x="0" y="197"/>
                    <a:pt x="56" y="258"/>
                  </a:cubicBezTo>
                  <a:cubicBezTo>
                    <a:pt x="106" y="309"/>
                    <a:pt x="157" y="400"/>
                    <a:pt x="192" y="480"/>
                  </a:cubicBezTo>
                  <a:cubicBezTo>
                    <a:pt x="213" y="540"/>
                    <a:pt x="268" y="582"/>
                    <a:pt x="334" y="582"/>
                  </a:cubicBezTo>
                  <a:cubicBezTo>
                    <a:pt x="348" y="582"/>
                    <a:pt x="364" y="576"/>
                    <a:pt x="384" y="571"/>
                  </a:cubicBezTo>
                  <a:cubicBezTo>
                    <a:pt x="460" y="540"/>
                    <a:pt x="500" y="454"/>
                    <a:pt x="474" y="379"/>
                  </a:cubicBezTo>
                  <a:cubicBezTo>
                    <a:pt x="425" y="253"/>
                    <a:pt x="348" y="127"/>
                    <a:pt x="273" y="46"/>
                  </a:cubicBezTo>
                  <a:cubicBezTo>
                    <a:pt x="245" y="15"/>
                    <a:pt x="206" y="0"/>
                    <a:pt x="167"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541;p32">
              <a:extLst>
                <a:ext uri="{FF2B5EF4-FFF2-40B4-BE49-F238E27FC236}">
                  <a16:creationId xmlns:a16="http://schemas.microsoft.com/office/drawing/2014/main" id="{596AAD62-8B7E-E585-3908-B9B24EE87690}"/>
                </a:ext>
              </a:extLst>
            </p:cNvPr>
            <p:cNvSpPr/>
            <p:nvPr/>
          </p:nvSpPr>
          <p:spPr>
            <a:xfrm>
              <a:off x="5688325" y="1760300"/>
              <a:ext cx="11000" cy="10450"/>
            </a:xfrm>
            <a:custGeom>
              <a:avLst/>
              <a:gdLst/>
              <a:ahLst/>
              <a:cxnLst/>
              <a:rect l="l" t="t" r="r" b="b"/>
              <a:pathLst>
                <a:path w="440" h="418" extrusionOk="0">
                  <a:moveTo>
                    <a:pt x="199" y="1"/>
                  </a:moveTo>
                  <a:cubicBezTo>
                    <a:pt x="177" y="1"/>
                    <a:pt x="153" y="3"/>
                    <a:pt x="126" y="9"/>
                  </a:cubicBezTo>
                  <a:cubicBezTo>
                    <a:pt x="45" y="23"/>
                    <a:pt x="0" y="104"/>
                    <a:pt x="15" y="186"/>
                  </a:cubicBezTo>
                  <a:cubicBezTo>
                    <a:pt x="26" y="242"/>
                    <a:pt x="71" y="282"/>
                    <a:pt x="122" y="296"/>
                  </a:cubicBezTo>
                  <a:cubicBezTo>
                    <a:pt x="131" y="352"/>
                    <a:pt x="177" y="403"/>
                    <a:pt x="238" y="412"/>
                  </a:cubicBezTo>
                  <a:cubicBezTo>
                    <a:pt x="248" y="417"/>
                    <a:pt x="257" y="417"/>
                    <a:pt x="268" y="417"/>
                  </a:cubicBezTo>
                  <a:cubicBezTo>
                    <a:pt x="339" y="417"/>
                    <a:pt x="399" y="368"/>
                    <a:pt x="414" y="296"/>
                  </a:cubicBezTo>
                  <a:cubicBezTo>
                    <a:pt x="439" y="175"/>
                    <a:pt x="399" y="104"/>
                    <a:pt x="359" y="64"/>
                  </a:cubicBezTo>
                  <a:cubicBezTo>
                    <a:pt x="331" y="32"/>
                    <a:pt x="279" y="1"/>
                    <a:pt x="199"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542;p32">
              <a:extLst>
                <a:ext uri="{FF2B5EF4-FFF2-40B4-BE49-F238E27FC236}">
                  <a16:creationId xmlns:a16="http://schemas.microsoft.com/office/drawing/2014/main" id="{146923DC-3884-CF19-1F10-5AB1D5813652}"/>
                </a:ext>
              </a:extLst>
            </p:cNvPr>
            <p:cNvSpPr/>
            <p:nvPr/>
          </p:nvSpPr>
          <p:spPr>
            <a:xfrm>
              <a:off x="5686925" y="1785850"/>
              <a:ext cx="9625" cy="8550"/>
            </a:xfrm>
            <a:custGeom>
              <a:avLst/>
              <a:gdLst/>
              <a:ahLst/>
              <a:cxnLst/>
              <a:rect l="l" t="t" r="r" b="b"/>
              <a:pathLst>
                <a:path w="385" h="342" extrusionOk="0">
                  <a:moveTo>
                    <a:pt x="176" y="1"/>
                  </a:moveTo>
                  <a:cubicBezTo>
                    <a:pt x="159" y="1"/>
                    <a:pt x="144" y="4"/>
                    <a:pt x="132" y="8"/>
                  </a:cubicBezTo>
                  <a:cubicBezTo>
                    <a:pt x="96" y="17"/>
                    <a:pt x="15" y="53"/>
                    <a:pt x="5" y="179"/>
                  </a:cubicBezTo>
                  <a:cubicBezTo>
                    <a:pt x="1" y="260"/>
                    <a:pt x="66" y="330"/>
                    <a:pt x="147" y="335"/>
                  </a:cubicBezTo>
                  <a:cubicBezTo>
                    <a:pt x="157" y="335"/>
                    <a:pt x="167" y="335"/>
                    <a:pt x="178" y="330"/>
                  </a:cubicBezTo>
                  <a:cubicBezTo>
                    <a:pt x="192" y="335"/>
                    <a:pt x="203" y="341"/>
                    <a:pt x="213" y="341"/>
                  </a:cubicBezTo>
                  <a:cubicBezTo>
                    <a:pt x="243" y="341"/>
                    <a:pt x="273" y="330"/>
                    <a:pt x="299" y="311"/>
                  </a:cubicBezTo>
                  <a:cubicBezTo>
                    <a:pt x="369" y="265"/>
                    <a:pt x="385" y="169"/>
                    <a:pt x="334" y="103"/>
                  </a:cubicBezTo>
                  <a:cubicBezTo>
                    <a:pt x="282" y="24"/>
                    <a:pt x="223" y="1"/>
                    <a:pt x="176"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543;p32">
              <a:extLst>
                <a:ext uri="{FF2B5EF4-FFF2-40B4-BE49-F238E27FC236}">
                  <a16:creationId xmlns:a16="http://schemas.microsoft.com/office/drawing/2014/main" id="{B3D6B1BB-B10D-4907-1363-8220D29510B8}"/>
                </a:ext>
              </a:extLst>
            </p:cNvPr>
            <p:cNvSpPr/>
            <p:nvPr/>
          </p:nvSpPr>
          <p:spPr>
            <a:xfrm>
              <a:off x="5768375" y="1655050"/>
              <a:ext cx="19725" cy="14425"/>
            </a:xfrm>
            <a:custGeom>
              <a:avLst/>
              <a:gdLst/>
              <a:ahLst/>
              <a:cxnLst/>
              <a:rect l="l" t="t" r="r" b="b"/>
              <a:pathLst>
                <a:path w="789" h="577" extrusionOk="0">
                  <a:moveTo>
                    <a:pt x="618" y="0"/>
                  </a:moveTo>
                  <a:cubicBezTo>
                    <a:pt x="596" y="0"/>
                    <a:pt x="573" y="5"/>
                    <a:pt x="552" y="15"/>
                  </a:cubicBezTo>
                  <a:cubicBezTo>
                    <a:pt x="390" y="91"/>
                    <a:pt x="203" y="212"/>
                    <a:pt x="82" y="308"/>
                  </a:cubicBezTo>
                  <a:cubicBezTo>
                    <a:pt x="16" y="359"/>
                    <a:pt x="1" y="455"/>
                    <a:pt x="56" y="520"/>
                  </a:cubicBezTo>
                  <a:cubicBezTo>
                    <a:pt x="87" y="556"/>
                    <a:pt x="128" y="576"/>
                    <a:pt x="173" y="576"/>
                  </a:cubicBezTo>
                  <a:cubicBezTo>
                    <a:pt x="208" y="576"/>
                    <a:pt x="243" y="565"/>
                    <a:pt x="269" y="546"/>
                  </a:cubicBezTo>
                  <a:cubicBezTo>
                    <a:pt x="375" y="460"/>
                    <a:pt x="546" y="353"/>
                    <a:pt x="683" y="288"/>
                  </a:cubicBezTo>
                  <a:cubicBezTo>
                    <a:pt x="759" y="248"/>
                    <a:pt x="789" y="157"/>
                    <a:pt x="754" y="86"/>
                  </a:cubicBezTo>
                  <a:cubicBezTo>
                    <a:pt x="728" y="31"/>
                    <a:pt x="674" y="0"/>
                    <a:pt x="618"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544;p32">
              <a:extLst>
                <a:ext uri="{FF2B5EF4-FFF2-40B4-BE49-F238E27FC236}">
                  <a16:creationId xmlns:a16="http://schemas.microsoft.com/office/drawing/2014/main" id="{BFCE168E-3B4B-C377-0CB1-1AECC55C404B}"/>
                </a:ext>
              </a:extLst>
            </p:cNvPr>
            <p:cNvSpPr/>
            <p:nvPr/>
          </p:nvSpPr>
          <p:spPr>
            <a:xfrm>
              <a:off x="5789350" y="1690900"/>
              <a:ext cx="19225" cy="10525"/>
            </a:xfrm>
            <a:custGeom>
              <a:avLst/>
              <a:gdLst/>
              <a:ahLst/>
              <a:cxnLst/>
              <a:rect l="l" t="t" r="r" b="b"/>
              <a:pathLst>
                <a:path w="769" h="421" extrusionOk="0">
                  <a:moveTo>
                    <a:pt x="507" y="0"/>
                  </a:moveTo>
                  <a:cubicBezTo>
                    <a:pt x="339" y="0"/>
                    <a:pt x="180" y="56"/>
                    <a:pt x="66" y="157"/>
                  </a:cubicBezTo>
                  <a:cubicBezTo>
                    <a:pt x="6" y="213"/>
                    <a:pt x="1" y="309"/>
                    <a:pt x="57" y="369"/>
                  </a:cubicBezTo>
                  <a:cubicBezTo>
                    <a:pt x="87" y="400"/>
                    <a:pt x="127" y="420"/>
                    <a:pt x="168" y="420"/>
                  </a:cubicBezTo>
                  <a:cubicBezTo>
                    <a:pt x="203" y="420"/>
                    <a:pt x="238" y="411"/>
                    <a:pt x="269" y="380"/>
                  </a:cubicBezTo>
                  <a:cubicBezTo>
                    <a:pt x="327" y="330"/>
                    <a:pt x="425" y="300"/>
                    <a:pt x="526" y="300"/>
                  </a:cubicBezTo>
                  <a:cubicBezTo>
                    <a:pt x="546" y="300"/>
                    <a:pt x="566" y="301"/>
                    <a:pt x="586" y="304"/>
                  </a:cubicBezTo>
                  <a:cubicBezTo>
                    <a:pt x="596" y="306"/>
                    <a:pt x="605" y="306"/>
                    <a:pt x="614" y="306"/>
                  </a:cubicBezTo>
                  <a:cubicBezTo>
                    <a:pt x="685" y="306"/>
                    <a:pt x="750" y="254"/>
                    <a:pt x="759" y="178"/>
                  </a:cubicBezTo>
                  <a:cubicBezTo>
                    <a:pt x="768" y="96"/>
                    <a:pt x="714" y="21"/>
                    <a:pt x="632" y="10"/>
                  </a:cubicBezTo>
                  <a:cubicBezTo>
                    <a:pt x="591" y="3"/>
                    <a:pt x="549" y="0"/>
                    <a:pt x="507"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545;p32">
              <a:extLst>
                <a:ext uri="{FF2B5EF4-FFF2-40B4-BE49-F238E27FC236}">
                  <a16:creationId xmlns:a16="http://schemas.microsoft.com/office/drawing/2014/main" id="{BC21B69D-7D09-DC2D-02A2-608779538160}"/>
                </a:ext>
              </a:extLst>
            </p:cNvPr>
            <p:cNvSpPr/>
            <p:nvPr/>
          </p:nvSpPr>
          <p:spPr>
            <a:xfrm>
              <a:off x="5817525" y="1760500"/>
              <a:ext cx="20000" cy="7475"/>
            </a:xfrm>
            <a:custGeom>
              <a:avLst/>
              <a:gdLst/>
              <a:ahLst/>
              <a:cxnLst/>
              <a:rect l="l" t="t" r="r" b="b"/>
              <a:pathLst>
                <a:path w="800" h="299" extrusionOk="0">
                  <a:moveTo>
                    <a:pt x="152" y="1"/>
                  </a:moveTo>
                  <a:cubicBezTo>
                    <a:pt x="66" y="1"/>
                    <a:pt x="0" y="66"/>
                    <a:pt x="0" y="147"/>
                  </a:cubicBezTo>
                  <a:cubicBezTo>
                    <a:pt x="0" y="227"/>
                    <a:pt x="66" y="299"/>
                    <a:pt x="152" y="299"/>
                  </a:cubicBezTo>
                  <a:lnTo>
                    <a:pt x="653" y="299"/>
                  </a:lnTo>
                  <a:cubicBezTo>
                    <a:pt x="733" y="299"/>
                    <a:pt x="799" y="227"/>
                    <a:pt x="799" y="147"/>
                  </a:cubicBezTo>
                  <a:cubicBezTo>
                    <a:pt x="799" y="66"/>
                    <a:pt x="733" y="1"/>
                    <a:pt x="653"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546;p32">
              <a:extLst>
                <a:ext uri="{FF2B5EF4-FFF2-40B4-BE49-F238E27FC236}">
                  <a16:creationId xmlns:a16="http://schemas.microsoft.com/office/drawing/2014/main" id="{029A0718-1E24-F920-DD95-2967C9F7192E}"/>
                </a:ext>
              </a:extLst>
            </p:cNvPr>
            <p:cNvSpPr/>
            <p:nvPr/>
          </p:nvSpPr>
          <p:spPr>
            <a:xfrm>
              <a:off x="5803250" y="1790875"/>
              <a:ext cx="18075" cy="10325"/>
            </a:xfrm>
            <a:custGeom>
              <a:avLst/>
              <a:gdLst/>
              <a:ahLst/>
              <a:cxnLst/>
              <a:rect l="l" t="t" r="r" b="b"/>
              <a:pathLst>
                <a:path w="723" h="413" extrusionOk="0">
                  <a:moveTo>
                    <a:pt x="174" y="1"/>
                  </a:moveTo>
                  <a:cubicBezTo>
                    <a:pt x="102" y="1"/>
                    <a:pt x="35" y="48"/>
                    <a:pt x="21" y="120"/>
                  </a:cubicBezTo>
                  <a:cubicBezTo>
                    <a:pt x="0" y="201"/>
                    <a:pt x="51" y="281"/>
                    <a:pt x="132" y="301"/>
                  </a:cubicBezTo>
                  <a:cubicBezTo>
                    <a:pt x="258" y="332"/>
                    <a:pt x="384" y="367"/>
                    <a:pt x="506" y="407"/>
                  </a:cubicBezTo>
                  <a:cubicBezTo>
                    <a:pt x="521" y="413"/>
                    <a:pt x="536" y="413"/>
                    <a:pt x="557" y="413"/>
                  </a:cubicBezTo>
                  <a:cubicBezTo>
                    <a:pt x="617" y="413"/>
                    <a:pt x="678" y="377"/>
                    <a:pt x="697" y="311"/>
                  </a:cubicBezTo>
                  <a:cubicBezTo>
                    <a:pt x="723" y="236"/>
                    <a:pt x="683" y="150"/>
                    <a:pt x="602" y="124"/>
                  </a:cubicBezTo>
                  <a:cubicBezTo>
                    <a:pt x="475" y="79"/>
                    <a:pt x="334" y="38"/>
                    <a:pt x="203" y="3"/>
                  </a:cubicBezTo>
                  <a:cubicBezTo>
                    <a:pt x="193" y="1"/>
                    <a:pt x="184" y="1"/>
                    <a:pt x="174"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547;p32">
              <a:extLst>
                <a:ext uri="{FF2B5EF4-FFF2-40B4-BE49-F238E27FC236}">
                  <a16:creationId xmlns:a16="http://schemas.microsoft.com/office/drawing/2014/main" id="{119E2BB3-3FD5-E44E-EC4D-6910D806AC47}"/>
                </a:ext>
              </a:extLst>
            </p:cNvPr>
            <p:cNvSpPr/>
            <p:nvPr/>
          </p:nvSpPr>
          <p:spPr>
            <a:xfrm>
              <a:off x="5733800" y="1868600"/>
              <a:ext cx="12500" cy="20000"/>
            </a:xfrm>
            <a:custGeom>
              <a:avLst/>
              <a:gdLst/>
              <a:ahLst/>
              <a:cxnLst/>
              <a:rect l="l" t="t" r="r" b="b"/>
              <a:pathLst>
                <a:path w="500" h="800" extrusionOk="0">
                  <a:moveTo>
                    <a:pt x="168" y="1"/>
                  </a:moveTo>
                  <a:cubicBezTo>
                    <a:pt x="148" y="1"/>
                    <a:pt x="129" y="4"/>
                    <a:pt x="110" y="12"/>
                  </a:cubicBezTo>
                  <a:cubicBezTo>
                    <a:pt x="35" y="47"/>
                    <a:pt x="0" y="133"/>
                    <a:pt x="30" y="208"/>
                  </a:cubicBezTo>
                  <a:cubicBezTo>
                    <a:pt x="96" y="360"/>
                    <a:pt x="152" y="527"/>
                    <a:pt x="192" y="683"/>
                  </a:cubicBezTo>
                  <a:cubicBezTo>
                    <a:pt x="207" y="754"/>
                    <a:pt x="268" y="800"/>
                    <a:pt x="338" y="800"/>
                  </a:cubicBezTo>
                  <a:lnTo>
                    <a:pt x="374" y="800"/>
                  </a:lnTo>
                  <a:cubicBezTo>
                    <a:pt x="455" y="774"/>
                    <a:pt x="500" y="693"/>
                    <a:pt x="485" y="613"/>
                  </a:cubicBezTo>
                  <a:cubicBezTo>
                    <a:pt x="439" y="441"/>
                    <a:pt x="378" y="254"/>
                    <a:pt x="308" y="93"/>
                  </a:cubicBezTo>
                  <a:cubicBezTo>
                    <a:pt x="285" y="35"/>
                    <a:pt x="227" y="1"/>
                    <a:pt x="168"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548;p32">
              <a:extLst>
                <a:ext uri="{FF2B5EF4-FFF2-40B4-BE49-F238E27FC236}">
                  <a16:creationId xmlns:a16="http://schemas.microsoft.com/office/drawing/2014/main" id="{794B2ACF-F235-14C6-F217-654660909351}"/>
                </a:ext>
              </a:extLst>
            </p:cNvPr>
            <p:cNvSpPr/>
            <p:nvPr/>
          </p:nvSpPr>
          <p:spPr>
            <a:xfrm>
              <a:off x="5690825" y="1822850"/>
              <a:ext cx="20750" cy="68550"/>
            </a:xfrm>
            <a:custGeom>
              <a:avLst/>
              <a:gdLst/>
              <a:ahLst/>
              <a:cxnLst/>
              <a:rect l="l" t="t" r="r" b="b"/>
              <a:pathLst>
                <a:path w="830" h="2742" extrusionOk="0">
                  <a:moveTo>
                    <a:pt x="174" y="1"/>
                  </a:moveTo>
                  <a:cubicBezTo>
                    <a:pt x="160" y="1"/>
                    <a:pt x="146" y="3"/>
                    <a:pt x="132" y="7"/>
                  </a:cubicBezTo>
                  <a:cubicBezTo>
                    <a:pt x="52" y="28"/>
                    <a:pt x="1" y="109"/>
                    <a:pt x="22" y="189"/>
                  </a:cubicBezTo>
                  <a:cubicBezTo>
                    <a:pt x="223" y="947"/>
                    <a:pt x="395" y="1786"/>
                    <a:pt x="521" y="2614"/>
                  </a:cubicBezTo>
                  <a:cubicBezTo>
                    <a:pt x="532" y="2690"/>
                    <a:pt x="598" y="2741"/>
                    <a:pt x="668" y="2741"/>
                  </a:cubicBezTo>
                  <a:lnTo>
                    <a:pt x="693" y="2741"/>
                  </a:lnTo>
                  <a:cubicBezTo>
                    <a:pt x="775" y="2726"/>
                    <a:pt x="829" y="2650"/>
                    <a:pt x="819" y="2569"/>
                  </a:cubicBezTo>
                  <a:cubicBezTo>
                    <a:pt x="688" y="1730"/>
                    <a:pt x="511" y="881"/>
                    <a:pt x="314" y="109"/>
                  </a:cubicBezTo>
                  <a:cubicBezTo>
                    <a:pt x="298" y="46"/>
                    <a:pt x="239" y="1"/>
                    <a:pt x="174"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549;p32">
              <a:extLst>
                <a:ext uri="{FF2B5EF4-FFF2-40B4-BE49-F238E27FC236}">
                  <a16:creationId xmlns:a16="http://schemas.microsoft.com/office/drawing/2014/main" id="{9F9AEDC0-F45B-95AE-B451-5C866D1EE667}"/>
                </a:ext>
              </a:extLst>
            </p:cNvPr>
            <p:cNvSpPr/>
            <p:nvPr/>
          </p:nvSpPr>
          <p:spPr>
            <a:xfrm>
              <a:off x="5706000" y="1906050"/>
              <a:ext cx="11375" cy="13100"/>
            </a:xfrm>
            <a:custGeom>
              <a:avLst/>
              <a:gdLst/>
              <a:ahLst/>
              <a:cxnLst/>
              <a:rect l="l" t="t" r="r" b="b"/>
              <a:pathLst>
                <a:path w="455" h="524" extrusionOk="0">
                  <a:moveTo>
                    <a:pt x="171" y="1"/>
                  </a:moveTo>
                  <a:cubicBezTo>
                    <a:pt x="147" y="1"/>
                    <a:pt x="123" y="7"/>
                    <a:pt x="101" y="20"/>
                  </a:cubicBezTo>
                  <a:cubicBezTo>
                    <a:pt x="26" y="60"/>
                    <a:pt x="0" y="151"/>
                    <a:pt x="40" y="226"/>
                  </a:cubicBezTo>
                  <a:cubicBezTo>
                    <a:pt x="81" y="297"/>
                    <a:pt x="117" y="363"/>
                    <a:pt x="147" y="433"/>
                  </a:cubicBezTo>
                  <a:cubicBezTo>
                    <a:pt x="168" y="494"/>
                    <a:pt x="228" y="524"/>
                    <a:pt x="283" y="524"/>
                  </a:cubicBezTo>
                  <a:cubicBezTo>
                    <a:pt x="303" y="524"/>
                    <a:pt x="324" y="519"/>
                    <a:pt x="343" y="514"/>
                  </a:cubicBezTo>
                  <a:cubicBezTo>
                    <a:pt x="420" y="479"/>
                    <a:pt x="455" y="388"/>
                    <a:pt x="420" y="312"/>
                  </a:cubicBezTo>
                  <a:cubicBezTo>
                    <a:pt x="385" y="232"/>
                    <a:pt x="349" y="155"/>
                    <a:pt x="303" y="80"/>
                  </a:cubicBezTo>
                  <a:cubicBezTo>
                    <a:pt x="276" y="31"/>
                    <a:pt x="224" y="1"/>
                    <a:pt x="171"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550;p32">
              <a:extLst>
                <a:ext uri="{FF2B5EF4-FFF2-40B4-BE49-F238E27FC236}">
                  <a16:creationId xmlns:a16="http://schemas.microsoft.com/office/drawing/2014/main" id="{D421581B-27BA-C47A-59D2-4924F4EF0B3D}"/>
                </a:ext>
              </a:extLst>
            </p:cNvPr>
            <p:cNvSpPr/>
            <p:nvPr/>
          </p:nvSpPr>
          <p:spPr>
            <a:xfrm>
              <a:off x="5614525" y="1885275"/>
              <a:ext cx="14075" cy="13050"/>
            </a:xfrm>
            <a:custGeom>
              <a:avLst/>
              <a:gdLst/>
              <a:ahLst/>
              <a:cxnLst/>
              <a:rect l="l" t="t" r="r" b="b"/>
              <a:pathLst>
                <a:path w="563" h="522" extrusionOk="0">
                  <a:moveTo>
                    <a:pt x="390" y="0"/>
                  </a:moveTo>
                  <a:cubicBezTo>
                    <a:pt x="360" y="0"/>
                    <a:pt x="330" y="9"/>
                    <a:pt x="304" y="26"/>
                  </a:cubicBezTo>
                  <a:cubicBezTo>
                    <a:pt x="203" y="102"/>
                    <a:pt x="117" y="184"/>
                    <a:pt x="47" y="284"/>
                  </a:cubicBezTo>
                  <a:cubicBezTo>
                    <a:pt x="1" y="355"/>
                    <a:pt x="12" y="446"/>
                    <a:pt x="82" y="497"/>
                  </a:cubicBezTo>
                  <a:cubicBezTo>
                    <a:pt x="108" y="511"/>
                    <a:pt x="143" y="522"/>
                    <a:pt x="168" y="522"/>
                  </a:cubicBezTo>
                  <a:cubicBezTo>
                    <a:pt x="213" y="522"/>
                    <a:pt x="264" y="501"/>
                    <a:pt x="290" y="456"/>
                  </a:cubicBezTo>
                  <a:cubicBezTo>
                    <a:pt x="345" y="385"/>
                    <a:pt x="406" y="324"/>
                    <a:pt x="476" y="269"/>
                  </a:cubicBezTo>
                  <a:cubicBezTo>
                    <a:pt x="547" y="224"/>
                    <a:pt x="562" y="133"/>
                    <a:pt x="511" y="62"/>
                  </a:cubicBezTo>
                  <a:cubicBezTo>
                    <a:pt x="484" y="22"/>
                    <a:pt x="437" y="0"/>
                    <a:pt x="390"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551;p32">
              <a:extLst>
                <a:ext uri="{FF2B5EF4-FFF2-40B4-BE49-F238E27FC236}">
                  <a16:creationId xmlns:a16="http://schemas.microsoft.com/office/drawing/2014/main" id="{D62F658F-C072-9FEB-46AD-493D376FE326}"/>
                </a:ext>
              </a:extLst>
            </p:cNvPr>
            <p:cNvSpPr/>
            <p:nvPr/>
          </p:nvSpPr>
          <p:spPr>
            <a:xfrm>
              <a:off x="5589675" y="1867225"/>
              <a:ext cx="13925" cy="20100"/>
            </a:xfrm>
            <a:custGeom>
              <a:avLst/>
              <a:gdLst/>
              <a:ahLst/>
              <a:cxnLst/>
              <a:rect l="l" t="t" r="r" b="b"/>
              <a:pathLst>
                <a:path w="557" h="804" extrusionOk="0">
                  <a:moveTo>
                    <a:pt x="385" y="0"/>
                  </a:moveTo>
                  <a:cubicBezTo>
                    <a:pt x="338" y="0"/>
                    <a:pt x="291" y="22"/>
                    <a:pt x="263" y="62"/>
                  </a:cubicBezTo>
                  <a:cubicBezTo>
                    <a:pt x="152" y="228"/>
                    <a:pt x="66" y="415"/>
                    <a:pt x="20" y="612"/>
                  </a:cubicBezTo>
                  <a:cubicBezTo>
                    <a:pt x="1" y="698"/>
                    <a:pt x="46" y="778"/>
                    <a:pt x="127" y="794"/>
                  </a:cubicBezTo>
                  <a:cubicBezTo>
                    <a:pt x="141" y="799"/>
                    <a:pt x="152" y="804"/>
                    <a:pt x="167" y="804"/>
                  </a:cubicBezTo>
                  <a:cubicBezTo>
                    <a:pt x="232" y="804"/>
                    <a:pt x="293" y="754"/>
                    <a:pt x="309" y="687"/>
                  </a:cubicBezTo>
                  <a:cubicBezTo>
                    <a:pt x="354" y="521"/>
                    <a:pt x="419" y="370"/>
                    <a:pt x="510" y="239"/>
                  </a:cubicBezTo>
                  <a:cubicBezTo>
                    <a:pt x="556" y="167"/>
                    <a:pt x="540" y="76"/>
                    <a:pt x="470" y="27"/>
                  </a:cubicBezTo>
                  <a:cubicBezTo>
                    <a:pt x="445" y="9"/>
                    <a:pt x="415" y="0"/>
                    <a:pt x="385"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552;p32">
              <a:extLst>
                <a:ext uri="{FF2B5EF4-FFF2-40B4-BE49-F238E27FC236}">
                  <a16:creationId xmlns:a16="http://schemas.microsoft.com/office/drawing/2014/main" id="{2E54637E-9665-3A32-FFBA-56B1E4339789}"/>
                </a:ext>
              </a:extLst>
            </p:cNvPr>
            <p:cNvSpPr/>
            <p:nvPr/>
          </p:nvSpPr>
          <p:spPr>
            <a:xfrm>
              <a:off x="5538150" y="1785375"/>
              <a:ext cx="22125" cy="11775"/>
            </a:xfrm>
            <a:custGeom>
              <a:avLst/>
              <a:gdLst/>
              <a:ahLst/>
              <a:cxnLst/>
              <a:rect l="l" t="t" r="r" b="b"/>
              <a:pathLst>
                <a:path w="885" h="471" extrusionOk="0">
                  <a:moveTo>
                    <a:pt x="722" y="1"/>
                  </a:moveTo>
                  <a:cubicBezTo>
                    <a:pt x="719" y="1"/>
                    <a:pt x="715" y="1"/>
                    <a:pt x="712" y="1"/>
                  </a:cubicBezTo>
                  <a:cubicBezTo>
                    <a:pt x="495" y="27"/>
                    <a:pt x="288" y="87"/>
                    <a:pt x="101" y="188"/>
                  </a:cubicBezTo>
                  <a:cubicBezTo>
                    <a:pt x="31" y="223"/>
                    <a:pt x="0" y="314"/>
                    <a:pt x="40" y="390"/>
                  </a:cubicBezTo>
                  <a:cubicBezTo>
                    <a:pt x="71" y="440"/>
                    <a:pt x="122" y="470"/>
                    <a:pt x="171" y="470"/>
                  </a:cubicBezTo>
                  <a:cubicBezTo>
                    <a:pt x="197" y="470"/>
                    <a:pt x="222" y="461"/>
                    <a:pt x="243" y="451"/>
                  </a:cubicBezTo>
                  <a:cubicBezTo>
                    <a:pt x="394" y="370"/>
                    <a:pt x="561" y="319"/>
                    <a:pt x="742" y="299"/>
                  </a:cubicBezTo>
                  <a:cubicBezTo>
                    <a:pt x="829" y="293"/>
                    <a:pt x="884" y="218"/>
                    <a:pt x="879" y="137"/>
                  </a:cubicBezTo>
                  <a:cubicBezTo>
                    <a:pt x="869" y="54"/>
                    <a:pt x="799" y="1"/>
                    <a:pt x="722"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553;p32">
              <a:extLst>
                <a:ext uri="{FF2B5EF4-FFF2-40B4-BE49-F238E27FC236}">
                  <a16:creationId xmlns:a16="http://schemas.microsoft.com/office/drawing/2014/main" id="{17AF7C26-60F6-4F58-9071-537ACAC9D2AB}"/>
                </a:ext>
              </a:extLst>
            </p:cNvPr>
            <p:cNvSpPr/>
            <p:nvPr/>
          </p:nvSpPr>
          <p:spPr>
            <a:xfrm>
              <a:off x="5534475" y="1754800"/>
              <a:ext cx="18700" cy="7600"/>
            </a:xfrm>
            <a:custGeom>
              <a:avLst/>
              <a:gdLst/>
              <a:ahLst/>
              <a:cxnLst/>
              <a:rect l="l" t="t" r="r" b="b"/>
              <a:pathLst>
                <a:path w="748" h="304" extrusionOk="0">
                  <a:moveTo>
                    <a:pt x="152" y="1"/>
                  </a:moveTo>
                  <a:cubicBezTo>
                    <a:pt x="71" y="1"/>
                    <a:pt x="1" y="72"/>
                    <a:pt x="1" y="152"/>
                  </a:cubicBezTo>
                  <a:cubicBezTo>
                    <a:pt x="1" y="234"/>
                    <a:pt x="71" y="304"/>
                    <a:pt x="152" y="304"/>
                  </a:cubicBezTo>
                  <a:lnTo>
                    <a:pt x="596" y="304"/>
                  </a:lnTo>
                  <a:cubicBezTo>
                    <a:pt x="677" y="304"/>
                    <a:pt x="748" y="234"/>
                    <a:pt x="748" y="152"/>
                  </a:cubicBezTo>
                  <a:cubicBezTo>
                    <a:pt x="748" y="72"/>
                    <a:pt x="677" y="1"/>
                    <a:pt x="596"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554;p32">
              <a:extLst>
                <a:ext uri="{FF2B5EF4-FFF2-40B4-BE49-F238E27FC236}">
                  <a16:creationId xmlns:a16="http://schemas.microsoft.com/office/drawing/2014/main" id="{B2500B4A-AB21-9E5E-81CF-551E57823A23}"/>
                </a:ext>
              </a:extLst>
            </p:cNvPr>
            <p:cNvSpPr/>
            <p:nvPr/>
          </p:nvSpPr>
          <p:spPr>
            <a:xfrm>
              <a:off x="5560725" y="1670200"/>
              <a:ext cx="13425" cy="14550"/>
            </a:xfrm>
            <a:custGeom>
              <a:avLst/>
              <a:gdLst/>
              <a:ahLst/>
              <a:cxnLst/>
              <a:rect l="l" t="t" r="r" b="b"/>
              <a:pathLst>
                <a:path w="537" h="582" extrusionOk="0">
                  <a:moveTo>
                    <a:pt x="158" y="0"/>
                  </a:moveTo>
                  <a:cubicBezTo>
                    <a:pt x="77" y="0"/>
                    <a:pt x="7" y="66"/>
                    <a:pt x="7" y="147"/>
                  </a:cubicBezTo>
                  <a:cubicBezTo>
                    <a:pt x="1" y="390"/>
                    <a:pt x="143" y="556"/>
                    <a:pt x="364" y="581"/>
                  </a:cubicBezTo>
                  <a:lnTo>
                    <a:pt x="380" y="581"/>
                  </a:lnTo>
                  <a:cubicBezTo>
                    <a:pt x="455" y="581"/>
                    <a:pt x="522" y="526"/>
                    <a:pt x="527" y="444"/>
                  </a:cubicBezTo>
                  <a:cubicBezTo>
                    <a:pt x="537" y="364"/>
                    <a:pt x="476" y="288"/>
                    <a:pt x="395" y="283"/>
                  </a:cubicBezTo>
                  <a:cubicBezTo>
                    <a:pt x="360" y="278"/>
                    <a:pt x="304" y="273"/>
                    <a:pt x="310" y="157"/>
                  </a:cubicBezTo>
                  <a:cubicBezTo>
                    <a:pt x="310" y="76"/>
                    <a:pt x="243" y="5"/>
                    <a:pt x="163"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555;p32">
              <a:extLst>
                <a:ext uri="{FF2B5EF4-FFF2-40B4-BE49-F238E27FC236}">
                  <a16:creationId xmlns:a16="http://schemas.microsoft.com/office/drawing/2014/main" id="{407FEF6F-5F05-E0F9-2F34-FD47AD362176}"/>
                </a:ext>
              </a:extLst>
            </p:cNvPr>
            <p:cNvSpPr/>
            <p:nvPr/>
          </p:nvSpPr>
          <p:spPr>
            <a:xfrm>
              <a:off x="5593825" y="1674475"/>
              <a:ext cx="50050" cy="40825"/>
            </a:xfrm>
            <a:custGeom>
              <a:avLst/>
              <a:gdLst/>
              <a:ahLst/>
              <a:cxnLst/>
              <a:rect l="l" t="t" r="r" b="b"/>
              <a:pathLst>
                <a:path w="2002" h="1633" extrusionOk="0">
                  <a:moveTo>
                    <a:pt x="167" y="0"/>
                  </a:moveTo>
                  <a:cubicBezTo>
                    <a:pt x="129" y="0"/>
                    <a:pt x="90" y="16"/>
                    <a:pt x="61" y="47"/>
                  </a:cubicBezTo>
                  <a:cubicBezTo>
                    <a:pt x="1" y="102"/>
                    <a:pt x="1" y="198"/>
                    <a:pt x="61" y="254"/>
                  </a:cubicBezTo>
                  <a:cubicBezTo>
                    <a:pt x="511" y="709"/>
                    <a:pt x="1071" y="1219"/>
                    <a:pt x="1754" y="1607"/>
                  </a:cubicBezTo>
                  <a:cubicBezTo>
                    <a:pt x="1780" y="1623"/>
                    <a:pt x="1805" y="1633"/>
                    <a:pt x="1829" y="1633"/>
                  </a:cubicBezTo>
                  <a:cubicBezTo>
                    <a:pt x="1880" y="1633"/>
                    <a:pt x="1931" y="1602"/>
                    <a:pt x="1957" y="1557"/>
                  </a:cubicBezTo>
                  <a:cubicBezTo>
                    <a:pt x="2002" y="1481"/>
                    <a:pt x="1976" y="1390"/>
                    <a:pt x="1906" y="1350"/>
                  </a:cubicBezTo>
                  <a:cubicBezTo>
                    <a:pt x="1249" y="977"/>
                    <a:pt x="708" y="476"/>
                    <a:pt x="269" y="42"/>
                  </a:cubicBezTo>
                  <a:cubicBezTo>
                    <a:pt x="241" y="14"/>
                    <a:pt x="205" y="0"/>
                    <a:pt x="167"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556;p32">
              <a:extLst>
                <a:ext uri="{FF2B5EF4-FFF2-40B4-BE49-F238E27FC236}">
                  <a16:creationId xmlns:a16="http://schemas.microsoft.com/office/drawing/2014/main" id="{AC96CC3A-AE9C-BD54-740A-C3C04A0A2163}"/>
                </a:ext>
              </a:extLst>
            </p:cNvPr>
            <p:cNvSpPr/>
            <p:nvPr/>
          </p:nvSpPr>
          <p:spPr>
            <a:xfrm>
              <a:off x="5578550" y="1654975"/>
              <a:ext cx="15300" cy="13100"/>
            </a:xfrm>
            <a:custGeom>
              <a:avLst/>
              <a:gdLst/>
              <a:ahLst/>
              <a:cxnLst/>
              <a:rect l="l" t="t" r="r" b="b"/>
              <a:pathLst>
                <a:path w="612" h="524" extrusionOk="0">
                  <a:moveTo>
                    <a:pt x="165" y="0"/>
                  </a:moveTo>
                  <a:cubicBezTo>
                    <a:pt x="125" y="0"/>
                    <a:pt x="85" y="17"/>
                    <a:pt x="56" y="48"/>
                  </a:cubicBezTo>
                  <a:cubicBezTo>
                    <a:pt x="1" y="109"/>
                    <a:pt x="1" y="200"/>
                    <a:pt x="61" y="260"/>
                  </a:cubicBezTo>
                  <a:cubicBezTo>
                    <a:pt x="152" y="346"/>
                    <a:pt x="253" y="428"/>
                    <a:pt x="360" y="498"/>
                  </a:cubicBezTo>
                  <a:cubicBezTo>
                    <a:pt x="385" y="519"/>
                    <a:pt x="415" y="523"/>
                    <a:pt x="446" y="523"/>
                  </a:cubicBezTo>
                  <a:cubicBezTo>
                    <a:pt x="491" y="523"/>
                    <a:pt x="541" y="498"/>
                    <a:pt x="567" y="458"/>
                  </a:cubicBezTo>
                  <a:cubicBezTo>
                    <a:pt x="612" y="386"/>
                    <a:pt x="597" y="295"/>
                    <a:pt x="526" y="251"/>
                  </a:cubicBezTo>
                  <a:cubicBezTo>
                    <a:pt x="435" y="185"/>
                    <a:pt x="349" y="120"/>
                    <a:pt x="269" y="43"/>
                  </a:cubicBezTo>
                  <a:cubicBezTo>
                    <a:pt x="240" y="14"/>
                    <a:pt x="202" y="0"/>
                    <a:pt x="165"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557;p32">
              <a:extLst>
                <a:ext uri="{FF2B5EF4-FFF2-40B4-BE49-F238E27FC236}">
                  <a16:creationId xmlns:a16="http://schemas.microsoft.com/office/drawing/2014/main" id="{1B3609EC-FD24-D482-E6E8-96B65F56F603}"/>
                </a:ext>
              </a:extLst>
            </p:cNvPr>
            <p:cNvSpPr/>
            <p:nvPr/>
          </p:nvSpPr>
          <p:spPr>
            <a:xfrm>
              <a:off x="5657875" y="1616100"/>
              <a:ext cx="9375" cy="21525"/>
            </a:xfrm>
            <a:custGeom>
              <a:avLst/>
              <a:gdLst/>
              <a:ahLst/>
              <a:cxnLst/>
              <a:rect l="l" t="t" r="r" b="b"/>
              <a:pathLst>
                <a:path w="375" h="861" extrusionOk="0">
                  <a:moveTo>
                    <a:pt x="162" y="0"/>
                  </a:moveTo>
                  <a:cubicBezTo>
                    <a:pt x="157" y="0"/>
                    <a:pt x="151" y="1"/>
                    <a:pt x="146" y="1"/>
                  </a:cubicBezTo>
                  <a:cubicBezTo>
                    <a:pt x="66" y="7"/>
                    <a:pt x="1" y="78"/>
                    <a:pt x="6" y="159"/>
                  </a:cubicBezTo>
                  <a:cubicBezTo>
                    <a:pt x="11" y="360"/>
                    <a:pt x="31" y="542"/>
                    <a:pt x="62" y="735"/>
                  </a:cubicBezTo>
                  <a:cubicBezTo>
                    <a:pt x="76" y="810"/>
                    <a:pt x="137" y="861"/>
                    <a:pt x="207" y="861"/>
                  </a:cubicBezTo>
                  <a:cubicBezTo>
                    <a:pt x="218" y="861"/>
                    <a:pt x="228" y="861"/>
                    <a:pt x="237" y="856"/>
                  </a:cubicBezTo>
                  <a:cubicBezTo>
                    <a:pt x="319" y="845"/>
                    <a:pt x="374" y="765"/>
                    <a:pt x="359" y="684"/>
                  </a:cubicBezTo>
                  <a:cubicBezTo>
                    <a:pt x="328" y="502"/>
                    <a:pt x="314" y="335"/>
                    <a:pt x="304" y="148"/>
                  </a:cubicBezTo>
                  <a:cubicBezTo>
                    <a:pt x="304" y="67"/>
                    <a:pt x="237" y="0"/>
                    <a:pt x="162"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558;p32">
              <a:extLst>
                <a:ext uri="{FF2B5EF4-FFF2-40B4-BE49-F238E27FC236}">
                  <a16:creationId xmlns:a16="http://schemas.microsoft.com/office/drawing/2014/main" id="{A0E7699A-D208-FD54-A9CD-E5E44963406D}"/>
                </a:ext>
              </a:extLst>
            </p:cNvPr>
            <p:cNvSpPr/>
            <p:nvPr/>
          </p:nvSpPr>
          <p:spPr>
            <a:xfrm>
              <a:off x="5688450" y="1618900"/>
              <a:ext cx="7600" cy="15950"/>
            </a:xfrm>
            <a:custGeom>
              <a:avLst/>
              <a:gdLst/>
              <a:ahLst/>
              <a:cxnLst/>
              <a:rect l="l" t="t" r="r" b="b"/>
              <a:pathLst>
                <a:path w="304" h="638" extrusionOk="0">
                  <a:moveTo>
                    <a:pt x="152" y="1"/>
                  </a:moveTo>
                  <a:cubicBezTo>
                    <a:pt x="71" y="1"/>
                    <a:pt x="0" y="71"/>
                    <a:pt x="0" y="152"/>
                  </a:cubicBezTo>
                  <a:lnTo>
                    <a:pt x="0" y="486"/>
                  </a:lnTo>
                  <a:cubicBezTo>
                    <a:pt x="0" y="572"/>
                    <a:pt x="71" y="637"/>
                    <a:pt x="152" y="637"/>
                  </a:cubicBezTo>
                  <a:cubicBezTo>
                    <a:pt x="238" y="637"/>
                    <a:pt x="303" y="572"/>
                    <a:pt x="303" y="486"/>
                  </a:cubicBezTo>
                  <a:lnTo>
                    <a:pt x="303" y="152"/>
                  </a:lnTo>
                  <a:cubicBezTo>
                    <a:pt x="303" y="71"/>
                    <a:pt x="238" y="1"/>
                    <a:pt x="152"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24" name="TextBox 1423">
            <a:extLst>
              <a:ext uri="{FF2B5EF4-FFF2-40B4-BE49-F238E27FC236}">
                <a16:creationId xmlns:a16="http://schemas.microsoft.com/office/drawing/2014/main" id="{EB2153BB-F7B1-31B6-0060-6D42331D5FB1}"/>
              </a:ext>
            </a:extLst>
          </p:cNvPr>
          <p:cNvSpPr txBox="1"/>
          <p:nvPr/>
        </p:nvSpPr>
        <p:spPr>
          <a:xfrm>
            <a:off x="1190171" y="1502972"/>
            <a:ext cx="4368800" cy="2692597"/>
          </a:xfrm>
          <a:prstGeom prst="rect">
            <a:avLst/>
          </a:prstGeom>
          <a:noFill/>
        </p:spPr>
        <p:txBody>
          <a:bodyPr wrap="square" rtlCol="0">
            <a:spAutoFit/>
          </a:bodyPr>
          <a:lstStyle/>
          <a:p>
            <a:pPr marL="342900" indent="-342900">
              <a:lnSpc>
                <a:spcPct val="250000"/>
              </a:lnSpc>
              <a:buFont typeface="+mj-lt"/>
              <a:buAutoNum type="arabicPeriod"/>
            </a:pPr>
            <a:r>
              <a:rPr lang="en-US" dirty="0">
                <a:latin typeface="Belleza" panose="020B0604020202020204" charset="0"/>
              </a:rPr>
              <a:t>SMITHA REDDY S – 20191CCE0061</a:t>
            </a:r>
          </a:p>
          <a:p>
            <a:pPr marL="342900" indent="-342900">
              <a:lnSpc>
                <a:spcPct val="250000"/>
              </a:lnSpc>
              <a:buFont typeface="+mj-lt"/>
              <a:buAutoNum type="arabicPeriod"/>
            </a:pPr>
            <a:r>
              <a:rPr lang="en-US" dirty="0">
                <a:latin typeface="Belleza" panose="020B0604020202020204" charset="0"/>
              </a:rPr>
              <a:t>SOHAN NARAYAN MOGER – 20191CCE0063</a:t>
            </a:r>
          </a:p>
          <a:p>
            <a:pPr marL="342900" indent="-342900">
              <a:lnSpc>
                <a:spcPct val="250000"/>
              </a:lnSpc>
              <a:buFont typeface="+mj-lt"/>
              <a:buAutoNum type="arabicPeriod"/>
            </a:pPr>
            <a:r>
              <a:rPr lang="en-US" dirty="0">
                <a:latin typeface="Belleza" panose="020B0604020202020204" charset="0"/>
              </a:rPr>
              <a:t>SONTI RUTHVIK SREE RANGA – 20191CCE0064</a:t>
            </a:r>
          </a:p>
          <a:p>
            <a:pPr marL="342900" indent="-342900">
              <a:lnSpc>
                <a:spcPct val="250000"/>
              </a:lnSpc>
              <a:buFont typeface="+mj-lt"/>
              <a:buAutoNum type="arabicPeriod"/>
            </a:pPr>
            <a:r>
              <a:rPr lang="en-US" dirty="0">
                <a:latin typeface="Belleza" panose="020B0604020202020204" charset="0"/>
              </a:rPr>
              <a:t>T LIKHITHA – 20191CCE0074</a:t>
            </a:r>
          </a:p>
          <a:p>
            <a:pPr marL="342900" indent="-342900">
              <a:lnSpc>
                <a:spcPct val="250000"/>
              </a:lnSpc>
              <a:buFont typeface="+mj-lt"/>
              <a:buAutoNum type="arabicPeriod"/>
            </a:pPr>
            <a:r>
              <a:rPr lang="en-US" dirty="0">
                <a:latin typeface="Belleza" panose="020B0604020202020204" charset="0"/>
              </a:rPr>
              <a:t>VEERA VAMSHI M E – 20191CCE0080</a:t>
            </a:r>
            <a:endParaRPr lang="en-IN" dirty="0">
              <a:latin typeface="Belleza" panose="020B060402020202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BD32B-4A7C-5538-807E-43FB4D87D3EB}"/>
              </a:ext>
            </a:extLst>
          </p:cNvPr>
          <p:cNvSpPr>
            <a:spLocks noGrp="1"/>
          </p:cNvSpPr>
          <p:nvPr>
            <p:ph type="title"/>
          </p:nvPr>
        </p:nvSpPr>
        <p:spPr>
          <a:xfrm>
            <a:off x="577122" y="428556"/>
            <a:ext cx="7460562" cy="841800"/>
          </a:xfrm>
        </p:spPr>
        <p:txBody>
          <a:bodyPr/>
          <a:lstStyle/>
          <a:p>
            <a:pPr algn="l"/>
            <a:r>
              <a:rPr lang="en-US" sz="3200" dirty="0"/>
              <a:t>Violence against women:</a:t>
            </a:r>
            <a:endParaRPr lang="en-IN" sz="3200" dirty="0"/>
          </a:p>
        </p:txBody>
      </p:sp>
      <p:sp>
        <p:nvSpPr>
          <p:cNvPr id="3" name="Subtitle 2">
            <a:extLst>
              <a:ext uri="{FF2B5EF4-FFF2-40B4-BE49-F238E27FC236}">
                <a16:creationId xmlns:a16="http://schemas.microsoft.com/office/drawing/2014/main" id="{2014D05F-2072-BA9E-CC84-03DB85A75A2C}"/>
              </a:ext>
            </a:extLst>
          </p:cNvPr>
          <p:cNvSpPr>
            <a:spLocks noGrp="1"/>
          </p:cNvSpPr>
          <p:nvPr>
            <p:ph type="subTitle" idx="1"/>
          </p:nvPr>
        </p:nvSpPr>
        <p:spPr>
          <a:xfrm>
            <a:off x="704538" y="1642952"/>
            <a:ext cx="6460760" cy="2591769"/>
          </a:xfrm>
        </p:spPr>
        <p:txBody>
          <a:bodyPr/>
          <a:lstStyle/>
          <a:p>
            <a:pPr marL="425450" indent="-285750" algn="l">
              <a:buFont typeface="Arial" panose="020B0604020202020204" pitchFamily="34" charset="0"/>
              <a:buChar char="•"/>
            </a:pPr>
            <a:r>
              <a:rPr lang="en-US" sz="1400" i="0" dirty="0">
                <a:solidFill>
                  <a:schemeClr val="tx1"/>
                </a:solidFill>
                <a:effectLst/>
                <a:latin typeface="Belleza" panose="020B0604020202020204" charset="0"/>
              </a:rPr>
              <a:t>According to </a:t>
            </a:r>
            <a:r>
              <a:rPr lang="en-US" sz="1400" i="0" u="sng" dirty="0">
                <a:solidFill>
                  <a:schemeClr val="tx1"/>
                </a:solidFill>
                <a:effectLst/>
                <a:latin typeface="Belleza" panose="020B0604020202020204" charset="0"/>
                <a:hlinkClick r:id="rId2">
                  <a:extLst>
                    <a:ext uri="{A12FA001-AC4F-418D-AE19-62706E023703}">
                      <ahyp:hlinkClr xmlns:ahyp="http://schemas.microsoft.com/office/drawing/2018/hyperlinkcolor" val="tx"/>
                    </a:ext>
                  </a:extLst>
                </a:hlinkClick>
              </a:rPr>
              <a:t>scroll.in</a:t>
            </a:r>
            <a:r>
              <a:rPr lang="en-US" sz="1400" i="0" dirty="0">
                <a:solidFill>
                  <a:schemeClr val="tx1"/>
                </a:solidFill>
                <a:effectLst/>
                <a:latin typeface="Belleza" panose="020B0604020202020204" charset="0"/>
              </a:rPr>
              <a:t>, 26 crimes against women are reported every hour or one complaint every two minutes.</a:t>
            </a:r>
          </a:p>
          <a:p>
            <a:pPr marL="139700" indent="0" algn="l"/>
            <a:endParaRPr lang="en-US" sz="1400" i="0" dirty="0">
              <a:solidFill>
                <a:schemeClr val="tx1"/>
              </a:solidFill>
              <a:effectLst/>
              <a:latin typeface="Belleza" panose="020B0604020202020204" charset="0"/>
            </a:endParaRPr>
          </a:p>
          <a:p>
            <a:pPr marL="425450" indent="-285750" algn="l">
              <a:buFont typeface="Arial" panose="020B0604020202020204" pitchFamily="34" charset="0"/>
              <a:buChar char="•"/>
            </a:pPr>
            <a:r>
              <a:rPr lang="en-US" sz="1400" dirty="0">
                <a:solidFill>
                  <a:schemeClr val="tx1"/>
                </a:solidFill>
                <a:latin typeface="Belleza" panose="020B0604020202020204" charset="0"/>
              </a:rPr>
              <a:t>Studies from different countries show that the percentage of women 15 to 49 years old who've experienced physical and/or sexual violence in their lifetime ranges from 15% to 71%.</a:t>
            </a:r>
          </a:p>
          <a:p>
            <a:pPr marL="139700" indent="0" algn="l"/>
            <a:endParaRPr lang="en-US" sz="1400" dirty="0">
              <a:solidFill>
                <a:schemeClr val="tx1"/>
              </a:solidFill>
              <a:latin typeface="Belleza" panose="020B0604020202020204" charset="0"/>
            </a:endParaRPr>
          </a:p>
          <a:p>
            <a:pPr marL="425450" indent="-285750" algn="l">
              <a:buFont typeface="Arial" panose="020B0604020202020204" pitchFamily="34" charset="0"/>
              <a:buChar char="•"/>
            </a:pPr>
            <a:r>
              <a:rPr lang="en-US" sz="1400" i="0" dirty="0">
                <a:solidFill>
                  <a:schemeClr val="tx1"/>
                </a:solidFill>
                <a:effectLst/>
                <a:latin typeface="Belleza" panose="020B0604020202020204" charset="0"/>
              </a:rPr>
              <a:t>Globally 81,000 women and girls were killed in 2020, around 47,000 of them (58%) died at the hands of an intimate partner or a family member</a:t>
            </a:r>
            <a:r>
              <a:rPr lang="en-US" sz="1400" dirty="0">
                <a:solidFill>
                  <a:schemeClr val="tx1"/>
                </a:solidFill>
                <a:latin typeface="Belleza" panose="020B0604020202020204" charset="0"/>
              </a:rPr>
              <a:t>.</a:t>
            </a:r>
          </a:p>
          <a:p>
            <a:pPr marL="139700" indent="0" algn="l"/>
            <a:endParaRPr lang="en-US" sz="1400" dirty="0">
              <a:solidFill>
                <a:schemeClr val="tx1"/>
              </a:solidFill>
              <a:latin typeface="Belleza" panose="020B0604020202020204" charset="0"/>
            </a:endParaRPr>
          </a:p>
          <a:p>
            <a:pPr marL="425450" indent="-285750" algn="l">
              <a:buFont typeface="Arial" panose="020B0604020202020204" pitchFamily="34" charset="0"/>
              <a:buChar char="•"/>
            </a:pPr>
            <a:r>
              <a:rPr lang="en-US" sz="1400" i="0" dirty="0">
                <a:solidFill>
                  <a:schemeClr val="tx1"/>
                </a:solidFill>
                <a:effectLst/>
                <a:latin typeface="Belleza" panose="020B0604020202020204" charset="0"/>
              </a:rPr>
              <a:t>As per the data in 2021, a total of 4,28,278 cases of crime against women were registered in India alone. </a:t>
            </a:r>
            <a:endParaRPr lang="en-US" sz="1400" dirty="0">
              <a:solidFill>
                <a:schemeClr val="tx1"/>
              </a:solidFill>
              <a:latin typeface="Belleza" panose="020B0604020202020204" charset="0"/>
            </a:endParaRPr>
          </a:p>
          <a:p>
            <a:pPr algn="l"/>
            <a:endParaRPr lang="en-US" b="0" i="0" dirty="0">
              <a:solidFill>
                <a:srgbClr val="292929"/>
              </a:solidFill>
              <a:effectLst/>
              <a:latin typeface="Belleza" panose="020B0604020202020204" charset="0"/>
            </a:endParaRPr>
          </a:p>
          <a:p>
            <a:pPr algn="l"/>
            <a:endParaRPr lang="en-IN" dirty="0">
              <a:latin typeface="Belleza" panose="020B0604020202020204" charset="0"/>
            </a:endParaRPr>
          </a:p>
        </p:txBody>
      </p:sp>
      <p:cxnSp>
        <p:nvCxnSpPr>
          <p:cNvPr id="4" name="Google Shape;1436;p31">
            <a:extLst>
              <a:ext uri="{FF2B5EF4-FFF2-40B4-BE49-F238E27FC236}">
                <a16:creationId xmlns:a16="http://schemas.microsoft.com/office/drawing/2014/main" id="{A5DF2287-2C62-46DD-1DC9-9CABB50B2152}"/>
              </a:ext>
            </a:extLst>
          </p:cNvPr>
          <p:cNvCxnSpPr>
            <a:cxnSpLocks/>
          </p:cNvCxnSpPr>
          <p:nvPr/>
        </p:nvCxnSpPr>
        <p:spPr>
          <a:xfrm>
            <a:off x="577122" y="1182097"/>
            <a:ext cx="4159770" cy="0"/>
          </a:xfrm>
          <a:prstGeom prst="straightConnector1">
            <a:avLst/>
          </a:prstGeom>
          <a:noFill/>
          <a:ln w="9525"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3351254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1562"/>
        <p:cNvGrpSpPr/>
        <p:nvPr/>
      </p:nvGrpSpPr>
      <p:grpSpPr>
        <a:xfrm>
          <a:off x="0" y="0"/>
          <a:ext cx="0" cy="0"/>
          <a:chOff x="0" y="0"/>
          <a:chExt cx="0" cy="0"/>
        </a:xfrm>
      </p:grpSpPr>
      <p:sp>
        <p:nvSpPr>
          <p:cNvPr id="1563" name="Google Shape;1563;p33"/>
          <p:cNvSpPr txBox="1">
            <a:spLocks noGrp="1"/>
          </p:cNvSpPr>
          <p:nvPr>
            <p:ph type="title"/>
          </p:nvPr>
        </p:nvSpPr>
        <p:spPr>
          <a:xfrm>
            <a:off x="3409200" y="855775"/>
            <a:ext cx="4755900" cy="841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solidFill>
                  <a:schemeClr val="dk1"/>
                </a:solidFill>
              </a:rPr>
              <a:t>Objective: </a:t>
            </a:r>
            <a:endParaRPr dirty="0">
              <a:solidFill>
                <a:schemeClr val="dk1"/>
              </a:solidFill>
            </a:endParaRPr>
          </a:p>
        </p:txBody>
      </p:sp>
      <p:sp>
        <p:nvSpPr>
          <p:cNvPr id="1564" name="Google Shape;1564;p33"/>
          <p:cNvSpPr txBox="1">
            <a:spLocks noGrp="1"/>
          </p:cNvSpPr>
          <p:nvPr>
            <p:ph type="subTitle" idx="1"/>
          </p:nvPr>
        </p:nvSpPr>
        <p:spPr>
          <a:xfrm>
            <a:off x="3007930" y="1836775"/>
            <a:ext cx="5843761" cy="2939638"/>
          </a:xfrm>
          <a:prstGeom prst="rect">
            <a:avLst/>
          </a:prstGeom>
        </p:spPr>
        <p:txBody>
          <a:bodyPr spcFirstLastPara="1" wrap="square" lIns="91425" tIns="91425" rIns="91425" bIns="91425" anchor="ctr" anchorCtr="0">
            <a:noAutofit/>
          </a:bodyPr>
          <a:lstStyle/>
          <a:p>
            <a:pPr algn="l"/>
            <a:r>
              <a:rPr lang="en-US" dirty="0">
                <a:solidFill>
                  <a:srgbClr val="333333"/>
                </a:solidFill>
                <a:latin typeface="Belleza" panose="020B0604020202020204" charset="0"/>
              </a:rPr>
              <a:t>		Our main objective</a:t>
            </a:r>
            <a:r>
              <a:rPr lang="en-US" b="0" i="0" dirty="0">
                <a:solidFill>
                  <a:srgbClr val="333333"/>
                </a:solidFill>
                <a:effectLst/>
                <a:latin typeface="Belleza" panose="020B0604020202020204" charset="0"/>
              </a:rPr>
              <a:t> is to throw light on the crimes against women in India with the help of graphs and</a:t>
            </a:r>
            <a:r>
              <a:rPr lang="en-US" b="0" i="0" dirty="0">
                <a:solidFill>
                  <a:srgbClr val="292929"/>
                </a:solidFill>
                <a:effectLst/>
                <a:latin typeface="Belleza" panose="020B0604020202020204" charset="0"/>
              </a:rPr>
              <a:t> to analyze which crime is highly reported. To show how crimes against women were increasing from 2001 to 2014 and also to provide insights on which state is safe for women to visit/travel.</a:t>
            </a:r>
          </a:p>
          <a:p>
            <a:pPr algn="l"/>
            <a:endParaRPr lang="en-US" b="0" i="0" dirty="0">
              <a:solidFill>
                <a:srgbClr val="24292F"/>
              </a:solidFill>
              <a:effectLst/>
              <a:latin typeface="Belleza" panose="020B0604020202020204" charset="0"/>
            </a:endParaRPr>
          </a:p>
          <a:p>
            <a:pPr algn="l"/>
            <a:r>
              <a:rPr lang="en-US" b="0" i="0" u="sng" dirty="0">
                <a:solidFill>
                  <a:srgbClr val="24292F"/>
                </a:solidFill>
                <a:effectLst/>
                <a:latin typeface="Belleza" panose="020B0604020202020204" charset="0"/>
              </a:rPr>
              <a:t>Specific objective includes</a:t>
            </a:r>
            <a:r>
              <a:rPr lang="en-US" b="0" i="0" dirty="0">
                <a:solidFill>
                  <a:srgbClr val="24292F"/>
                </a:solidFill>
                <a:effectLst/>
                <a:latin typeface="Belleza" panose="020B0604020202020204" charset="0"/>
              </a:rPr>
              <a:t>,</a:t>
            </a:r>
          </a:p>
          <a:p>
            <a:pPr algn="l">
              <a:buFont typeface="Arial" panose="020B0604020202020204" pitchFamily="34" charset="0"/>
              <a:buChar char="•"/>
            </a:pPr>
            <a:r>
              <a:rPr lang="en-US" b="0" i="0" dirty="0">
                <a:solidFill>
                  <a:srgbClr val="24292F"/>
                </a:solidFill>
                <a:effectLst/>
                <a:latin typeface="Belleza" panose="020B0604020202020204" charset="0"/>
              </a:rPr>
              <a:t>Find the State/UT with the highest and lowest crime rate.</a:t>
            </a:r>
          </a:p>
          <a:p>
            <a:endParaRPr lang="en-US" sz="1100" b="0" i="0" dirty="0">
              <a:solidFill>
                <a:srgbClr val="24292F"/>
              </a:solidFill>
              <a:effectLst/>
              <a:latin typeface="Belleza" panose="020B0604020202020204" charset="0"/>
            </a:endParaRPr>
          </a:p>
          <a:p>
            <a:pPr marL="0" lvl="0" indent="0" algn="r" rtl="0">
              <a:spcBef>
                <a:spcPts val="0"/>
              </a:spcBef>
              <a:spcAft>
                <a:spcPts val="1600"/>
              </a:spcAft>
              <a:buNone/>
            </a:pPr>
            <a:endParaRPr sz="1100" dirty="0">
              <a:latin typeface="Belleza" panose="020B0604020202020204" charset="0"/>
            </a:endParaRPr>
          </a:p>
        </p:txBody>
      </p:sp>
      <p:cxnSp>
        <p:nvCxnSpPr>
          <p:cNvPr id="1565" name="Google Shape;1565;p33"/>
          <p:cNvCxnSpPr/>
          <p:nvPr/>
        </p:nvCxnSpPr>
        <p:spPr>
          <a:xfrm>
            <a:off x="3951750" y="1669650"/>
            <a:ext cx="4108200" cy="0"/>
          </a:xfrm>
          <a:prstGeom prst="straightConnector1">
            <a:avLst/>
          </a:prstGeom>
          <a:noFill/>
          <a:ln w="9525" cap="flat" cmpd="sng">
            <a:solidFill>
              <a:schemeClr val="dk2"/>
            </a:solidFill>
            <a:prstDash val="solid"/>
            <a:round/>
            <a:headEnd type="none" w="med" len="med"/>
            <a:tailEnd type="none" w="med" len="med"/>
          </a:ln>
        </p:spPr>
      </p:cxnSp>
      <p:grpSp>
        <p:nvGrpSpPr>
          <p:cNvPr id="1566" name="Google Shape;1566;p33"/>
          <p:cNvGrpSpPr/>
          <p:nvPr/>
        </p:nvGrpSpPr>
        <p:grpSpPr>
          <a:xfrm>
            <a:off x="899580" y="2197169"/>
            <a:ext cx="1492230" cy="1538292"/>
            <a:chOff x="1587350" y="1390625"/>
            <a:chExt cx="1535950" cy="1727975"/>
          </a:xfrm>
        </p:grpSpPr>
        <p:sp>
          <p:nvSpPr>
            <p:cNvPr id="1567" name="Google Shape;1567;p33"/>
            <p:cNvSpPr/>
            <p:nvPr/>
          </p:nvSpPr>
          <p:spPr>
            <a:xfrm>
              <a:off x="1587350" y="1971650"/>
              <a:ext cx="420900" cy="409425"/>
            </a:xfrm>
            <a:custGeom>
              <a:avLst/>
              <a:gdLst/>
              <a:ahLst/>
              <a:cxnLst/>
              <a:rect l="l" t="t" r="r" b="b"/>
              <a:pathLst>
                <a:path w="16836" h="16377" extrusionOk="0">
                  <a:moveTo>
                    <a:pt x="8180" y="426"/>
                  </a:moveTo>
                  <a:cubicBezTo>
                    <a:pt x="8554" y="426"/>
                    <a:pt x="8906" y="630"/>
                    <a:pt x="9216" y="1033"/>
                  </a:cubicBezTo>
                  <a:cubicBezTo>
                    <a:pt x="10151" y="2240"/>
                    <a:pt x="9610" y="4802"/>
                    <a:pt x="8989" y="6348"/>
                  </a:cubicBezTo>
                  <a:cubicBezTo>
                    <a:pt x="8919" y="6313"/>
                    <a:pt x="8848" y="6278"/>
                    <a:pt x="8777" y="6252"/>
                  </a:cubicBezTo>
                  <a:cubicBezTo>
                    <a:pt x="8803" y="6231"/>
                    <a:pt x="8822" y="6206"/>
                    <a:pt x="8828" y="6166"/>
                  </a:cubicBezTo>
                  <a:cubicBezTo>
                    <a:pt x="8954" y="5574"/>
                    <a:pt x="9004" y="4938"/>
                    <a:pt x="8994" y="4100"/>
                  </a:cubicBezTo>
                  <a:cubicBezTo>
                    <a:pt x="8989" y="4023"/>
                    <a:pt x="8929" y="3963"/>
                    <a:pt x="8848" y="3963"/>
                  </a:cubicBezTo>
                  <a:cubicBezTo>
                    <a:pt x="8772" y="3963"/>
                    <a:pt x="8707" y="4028"/>
                    <a:pt x="8707" y="4105"/>
                  </a:cubicBezTo>
                  <a:cubicBezTo>
                    <a:pt x="8721" y="4918"/>
                    <a:pt x="8670" y="5534"/>
                    <a:pt x="8555" y="6110"/>
                  </a:cubicBezTo>
                  <a:cubicBezTo>
                    <a:pt x="8544" y="6141"/>
                    <a:pt x="8555" y="6171"/>
                    <a:pt x="8565" y="6196"/>
                  </a:cubicBezTo>
                  <a:cubicBezTo>
                    <a:pt x="8482" y="6180"/>
                    <a:pt x="8398" y="6172"/>
                    <a:pt x="8314" y="6172"/>
                  </a:cubicBezTo>
                  <a:cubicBezTo>
                    <a:pt x="8189" y="6172"/>
                    <a:pt x="8064" y="6190"/>
                    <a:pt x="7943" y="6227"/>
                  </a:cubicBezTo>
                  <a:cubicBezTo>
                    <a:pt x="7949" y="6211"/>
                    <a:pt x="7949" y="6196"/>
                    <a:pt x="7949" y="6181"/>
                  </a:cubicBezTo>
                  <a:cubicBezTo>
                    <a:pt x="7928" y="6005"/>
                    <a:pt x="7913" y="5823"/>
                    <a:pt x="7903" y="5641"/>
                  </a:cubicBezTo>
                  <a:cubicBezTo>
                    <a:pt x="7858" y="5105"/>
                    <a:pt x="7807" y="4554"/>
                    <a:pt x="7737" y="4034"/>
                  </a:cubicBezTo>
                  <a:cubicBezTo>
                    <a:pt x="7727" y="3959"/>
                    <a:pt x="7666" y="3906"/>
                    <a:pt x="7596" y="3906"/>
                  </a:cubicBezTo>
                  <a:cubicBezTo>
                    <a:pt x="7591" y="3906"/>
                    <a:pt x="7585" y="3906"/>
                    <a:pt x="7579" y="3907"/>
                  </a:cubicBezTo>
                  <a:cubicBezTo>
                    <a:pt x="7499" y="3923"/>
                    <a:pt x="7443" y="3993"/>
                    <a:pt x="7458" y="4069"/>
                  </a:cubicBezTo>
                  <a:cubicBezTo>
                    <a:pt x="7529" y="4585"/>
                    <a:pt x="7574" y="5135"/>
                    <a:pt x="7620" y="5665"/>
                  </a:cubicBezTo>
                  <a:cubicBezTo>
                    <a:pt x="7630" y="5847"/>
                    <a:pt x="7651" y="6024"/>
                    <a:pt x="7665" y="6206"/>
                  </a:cubicBezTo>
                  <a:cubicBezTo>
                    <a:pt x="7665" y="6231"/>
                    <a:pt x="7681" y="6257"/>
                    <a:pt x="7696" y="6278"/>
                  </a:cubicBezTo>
                  <a:cubicBezTo>
                    <a:pt x="7646" y="6287"/>
                    <a:pt x="7590" y="6297"/>
                    <a:pt x="7544" y="6313"/>
                  </a:cubicBezTo>
                  <a:cubicBezTo>
                    <a:pt x="7539" y="6282"/>
                    <a:pt x="7529" y="6257"/>
                    <a:pt x="7514" y="6231"/>
                  </a:cubicBezTo>
                  <a:lnTo>
                    <a:pt x="7443" y="6126"/>
                  </a:lnTo>
                  <a:cubicBezTo>
                    <a:pt x="7327" y="5954"/>
                    <a:pt x="7206" y="5767"/>
                    <a:pt x="7075" y="5574"/>
                  </a:cubicBezTo>
                  <a:cubicBezTo>
                    <a:pt x="6676" y="4417"/>
                    <a:pt x="6469" y="2882"/>
                    <a:pt x="6650" y="2018"/>
                  </a:cubicBezTo>
                  <a:cubicBezTo>
                    <a:pt x="6817" y="1235"/>
                    <a:pt x="7352" y="593"/>
                    <a:pt x="7949" y="451"/>
                  </a:cubicBezTo>
                  <a:cubicBezTo>
                    <a:pt x="8027" y="434"/>
                    <a:pt x="8104" y="426"/>
                    <a:pt x="8180" y="426"/>
                  </a:cubicBezTo>
                  <a:close/>
                  <a:moveTo>
                    <a:pt x="3008" y="2750"/>
                  </a:moveTo>
                  <a:cubicBezTo>
                    <a:pt x="4473" y="2750"/>
                    <a:pt x="5786" y="4438"/>
                    <a:pt x="6695" y="5772"/>
                  </a:cubicBezTo>
                  <a:cubicBezTo>
                    <a:pt x="6786" y="6040"/>
                    <a:pt x="6893" y="6282"/>
                    <a:pt x="7003" y="6499"/>
                  </a:cubicBezTo>
                  <a:cubicBezTo>
                    <a:pt x="6817" y="6590"/>
                    <a:pt x="6660" y="6696"/>
                    <a:pt x="6539" y="6807"/>
                  </a:cubicBezTo>
                  <a:cubicBezTo>
                    <a:pt x="6438" y="6747"/>
                    <a:pt x="6336" y="6691"/>
                    <a:pt x="6231" y="6635"/>
                  </a:cubicBezTo>
                  <a:cubicBezTo>
                    <a:pt x="5685" y="6338"/>
                    <a:pt x="5170" y="6050"/>
                    <a:pt x="4781" y="5580"/>
                  </a:cubicBezTo>
                  <a:cubicBezTo>
                    <a:pt x="4752" y="5546"/>
                    <a:pt x="4710" y="5527"/>
                    <a:pt x="4668" y="5527"/>
                  </a:cubicBezTo>
                  <a:cubicBezTo>
                    <a:pt x="4636" y="5527"/>
                    <a:pt x="4604" y="5538"/>
                    <a:pt x="4578" y="5560"/>
                  </a:cubicBezTo>
                  <a:cubicBezTo>
                    <a:pt x="4524" y="5611"/>
                    <a:pt x="4513" y="5702"/>
                    <a:pt x="4564" y="5762"/>
                  </a:cubicBezTo>
                  <a:cubicBezTo>
                    <a:pt x="4983" y="6271"/>
                    <a:pt x="5524" y="6570"/>
                    <a:pt x="6094" y="6884"/>
                  </a:cubicBezTo>
                  <a:cubicBezTo>
                    <a:pt x="6079" y="6878"/>
                    <a:pt x="6070" y="6873"/>
                    <a:pt x="6054" y="6868"/>
                  </a:cubicBezTo>
                  <a:cubicBezTo>
                    <a:pt x="4559" y="6696"/>
                    <a:pt x="3386" y="6187"/>
                    <a:pt x="2563" y="5352"/>
                  </a:cubicBezTo>
                  <a:cubicBezTo>
                    <a:pt x="1926" y="4706"/>
                    <a:pt x="1607" y="3822"/>
                    <a:pt x="1826" y="3301"/>
                  </a:cubicBezTo>
                  <a:cubicBezTo>
                    <a:pt x="2012" y="2846"/>
                    <a:pt x="2568" y="2750"/>
                    <a:pt x="2997" y="2750"/>
                  </a:cubicBezTo>
                  <a:close/>
                  <a:moveTo>
                    <a:pt x="12694" y="2864"/>
                  </a:moveTo>
                  <a:cubicBezTo>
                    <a:pt x="13158" y="2864"/>
                    <a:pt x="13617" y="3013"/>
                    <a:pt x="13971" y="3291"/>
                  </a:cubicBezTo>
                  <a:cubicBezTo>
                    <a:pt x="14385" y="3620"/>
                    <a:pt x="14602" y="4084"/>
                    <a:pt x="14593" y="4604"/>
                  </a:cubicBezTo>
                  <a:cubicBezTo>
                    <a:pt x="14567" y="5979"/>
                    <a:pt x="13082" y="6853"/>
                    <a:pt x="11632" y="7465"/>
                  </a:cubicBezTo>
                  <a:cubicBezTo>
                    <a:pt x="11193" y="7626"/>
                    <a:pt x="10773" y="7787"/>
                    <a:pt x="10398" y="7934"/>
                  </a:cubicBezTo>
                  <a:lnTo>
                    <a:pt x="10090" y="8055"/>
                  </a:lnTo>
                  <a:cubicBezTo>
                    <a:pt x="10055" y="7864"/>
                    <a:pt x="10004" y="7677"/>
                    <a:pt x="9934" y="7500"/>
                  </a:cubicBezTo>
                  <a:cubicBezTo>
                    <a:pt x="9939" y="7500"/>
                    <a:pt x="9939" y="7500"/>
                    <a:pt x="9939" y="7495"/>
                  </a:cubicBezTo>
                  <a:cubicBezTo>
                    <a:pt x="10484" y="6964"/>
                    <a:pt x="11485" y="6459"/>
                    <a:pt x="11890" y="6267"/>
                  </a:cubicBezTo>
                  <a:cubicBezTo>
                    <a:pt x="11960" y="6231"/>
                    <a:pt x="11990" y="6150"/>
                    <a:pt x="11955" y="6080"/>
                  </a:cubicBezTo>
                  <a:cubicBezTo>
                    <a:pt x="11930" y="6030"/>
                    <a:pt x="11881" y="6000"/>
                    <a:pt x="11830" y="6000"/>
                  </a:cubicBezTo>
                  <a:cubicBezTo>
                    <a:pt x="11809" y="6000"/>
                    <a:pt x="11789" y="6004"/>
                    <a:pt x="11769" y="6014"/>
                  </a:cubicBezTo>
                  <a:cubicBezTo>
                    <a:pt x="11268" y="6247"/>
                    <a:pt x="10368" y="6716"/>
                    <a:pt x="9813" y="7232"/>
                  </a:cubicBezTo>
                  <a:cubicBezTo>
                    <a:pt x="9803" y="7211"/>
                    <a:pt x="9792" y="7187"/>
                    <a:pt x="9778" y="7166"/>
                  </a:cubicBezTo>
                  <a:lnTo>
                    <a:pt x="9792" y="7166"/>
                  </a:lnTo>
                  <a:cubicBezTo>
                    <a:pt x="9843" y="7166"/>
                    <a:pt x="9894" y="7141"/>
                    <a:pt x="9919" y="7090"/>
                  </a:cubicBezTo>
                  <a:cubicBezTo>
                    <a:pt x="10237" y="6434"/>
                    <a:pt x="10571" y="5812"/>
                    <a:pt x="11126" y="5418"/>
                  </a:cubicBezTo>
                  <a:cubicBezTo>
                    <a:pt x="11187" y="5373"/>
                    <a:pt x="11207" y="5287"/>
                    <a:pt x="11162" y="5221"/>
                  </a:cubicBezTo>
                  <a:cubicBezTo>
                    <a:pt x="11133" y="5183"/>
                    <a:pt x="11087" y="5161"/>
                    <a:pt x="11040" y="5161"/>
                  </a:cubicBezTo>
                  <a:cubicBezTo>
                    <a:pt x="11012" y="5161"/>
                    <a:pt x="10984" y="5169"/>
                    <a:pt x="10960" y="5186"/>
                  </a:cubicBezTo>
                  <a:cubicBezTo>
                    <a:pt x="10354" y="5620"/>
                    <a:pt x="9999" y="6271"/>
                    <a:pt x="9661" y="6964"/>
                  </a:cubicBezTo>
                  <a:lnTo>
                    <a:pt x="9661" y="6975"/>
                  </a:lnTo>
                  <a:cubicBezTo>
                    <a:pt x="9586" y="6863"/>
                    <a:pt x="9505" y="6767"/>
                    <a:pt x="9419" y="6676"/>
                  </a:cubicBezTo>
                  <a:cubicBezTo>
                    <a:pt x="9419" y="6672"/>
                    <a:pt x="9423" y="6666"/>
                    <a:pt x="9423" y="6661"/>
                  </a:cubicBezTo>
                  <a:cubicBezTo>
                    <a:pt x="9808" y="5115"/>
                    <a:pt x="10823" y="3286"/>
                    <a:pt x="12142" y="2937"/>
                  </a:cubicBezTo>
                  <a:cubicBezTo>
                    <a:pt x="12323" y="2888"/>
                    <a:pt x="12509" y="2864"/>
                    <a:pt x="12694" y="2864"/>
                  </a:cubicBezTo>
                  <a:close/>
                  <a:moveTo>
                    <a:pt x="8318" y="6453"/>
                  </a:moveTo>
                  <a:cubicBezTo>
                    <a:pt x="8544" y="6453"/>
                    <a:pt x="8747" y="6530"/>
                    <a:pt x="8903" y="6621"/>
                  </a:cubicBezTo>
                  <a:cubicBezTo>
                    <a:pt x="8903" y="6696"/>
                    <a:pt x="8949" y="6772"/>
                    <a:pt x="9025" y="6807"/>
                  </a:cubicBezTo>
                  <a:cubicBezTo>
                    <a:pt x="9050" y="6816"/>
                    <a:pt x="9073" y="6820"/>
                    <a:pt x="9096" y="6820"/>
                  </a:cubicBezTo>
                  <a:cubicBezTo>
                    <a:pt x="9114" y="6820"/>
                    <a:pt x="9132" y="6817"/>
                    <a:pt x="9151" y="6812"/>
                  </a:cubicBezTo>
                  <a:lnTo>
                    <a:pt x="9156" y="6817"/>
                  </a:lnTo>
                  <a:cubicBezTo>
                    <a:pt x="9495" y="7136"/>
                    <a:pt x="9747" y="7642"/>
                    <a:pt x="9818" y="8167"/>
                  </a:cubicBezTo>
                  <a:cubicBezTo>
                    <a:pt x="9838" y="8313"/>
                    <a:pt x="9843" y="8460"/>
                    <a:pt x="9838" y="8601"/>
                  </a:cubicBezTo>
                  <a:cubicBezTo>
                    <a:pt x="9818" y="8920"/>
                    <a:pt x="9731" y="9233"/>
                    <a:pt x="9556" y="9510"/>
                  </a:cubicBezTo>
                  <a:cubicBezTo>
                    <a:pt x="9196" y="10069"/>
                    <a:pt x="8746" y="10358"/>
                    <a:pt x="8258" y="10358"/>
                  </a:cubicBezTo>
                  <a:cubicBezTo>
                    <a:pt x="8101" y="10358"/>
                    <a:pt x="7940" y="10328"/>
                    <a:pt x="7777" y="10268"/>
                  </a:cubicBezTo>
                  <a:cubicBezTo>
                    <a:pt x="7297" y="10091"/>
                    <a:pt x="6877" y="9687"/>
                    <a:pt x="6604" y="9207"/>
                  </a:cubicBezTo>
                  <a:cubicBezTo>
                    <a:pt x="6599" y="9167"/>
                    <a:pt x="6590" y="9127"/>
                    <a:pt x="6564" y="9091"/>
                  </a:cubicBezTo>
                  <a:cubicBezTo>
                    <a:pt x="6555" y="9076"/>
                    <a:pt x="6539" y="9071"/>
                    <a:pt x="6529" y="9060"/>
                  </a:cubicBezTo>
                  <a:cubicBezTo>
                    <a:pt x="6524" y="9055"/>
                    <a:pt x="6518" y="9051"/>
                    <a:pt x="6518" y="9051"/>
                  </a:cubicBezTo>
                  <a:cubicBezTo>
                    <a:pt x="6327" y="8657"/>
                    <a:pt x="6236" y="8232"/>
                    <a:pt x="6291" y="7843"/>
                  </a:cubicBezTo>
                  <a:cubicBezTo>
                    <a:pt x="6352" y="7404"/>
                    <a:pt x="6595" y="7066"/>
                    <a:pt x="6994" y="6833"/>
                  </a:cubicBezTo>
                  <a:lnTo>
                    <a:pt x="6994" y="6833"/>
                  </a:lnTo>
                  <a:cubicBezTo>
                    <a:pt x="6979" y="6868"/>
                    <a:pt x="6984" y="6908"/>
                    <a:pt x="7003" y="6944"/>
                  </a:cubicBezTo>
                  <a:cubicBezTo>
                    <a:pt x="7030" y="6990"/>
                    <a:pt x="7078" y="7013"/>
                    <a:pt x="7127" y="7013"/>
                  </a:cubicBezTo>
                  <a:cubicBezTo>
                    <a:pt x="7152" y="7013"/>
                    <a:pt x="7178" y="7006"/>
                    <a:pt x="7201" y="6994"/>
                  </a:cubicBezTo>
                  <a:lnTo>
                    <a:pt x="7327" y="6908"/>
                  </a:lnTo>
                  <a:cubicBezTo>
                    <a:pt x="7343" y="6898"/>
                    <a:pt x="7362" y="6884"/>
                    <a:pt x="7373" y="6868"/>
                  </a:cubicBezTo>
                  <a:cubicBezTo>
                    <a:pt x="7397" y="6863"/>
                    <a:pt x="7423" y="6858"/>
                    <a:pt x="7448" y="6843"/>
                  </a:cubicBezTo>
                  <a:cubicBezTo>
                    <a:pt x="7488" y="6817"/>
                    <a:pt x="7509" y="6782"/>
                    <a:pt x="7529" y="6742"/>
                  </a:cubicBezTo>
                  <a:cubicBezTo>
                    <a:pt x="7670" y="6641"/>
                    <a:pt x="7802" y="6570"/>
                    <a:pt x="7928" y="6525"/>
                  </a:cubicBezTo>
                  <a:cubicBezTo>
                    <a:pt x="8024" y="6509"/>
                    <a:pt x="8125" y="6499"/>
                    <a:pt x="8232" y="6490"/>
                  </a:cubicBezTo>
                  <a:cubicBezTo>
                    <a:pt x="8267" y="6490"/>
                    <a:pt x="8297" y="6474"/>
                    <a:pt x="8318" y="6453"/>
                  </a:cubicBezTo>
                  <a:close/>
                  <a:moveTo>
                    <a:pt x="6165" y="6924"/>
                  </a:moveTo>
                  <a:lnTo>
                    <a:pt x="6165" y="6924"/>
                  </a:lnTo>
                  <a:cubicBezTo>
                    <a:pt x="6226" y="6954"/>
                    <a:pt x="6282" y="6984"/>
                    <a:pt x="6342" y="7020"/>
                  </a:cubicBezTo>
                  <a:cubicBezTo>
                    <a:pt x="6201" y="7201"/>
                    <a:pt x="6114" y="7388"/>
                    <a:pt x="6064" y="7560"/>
                  </a:cubicBezTo>
                  <a:lnTo>
                    <a:pt x="6064" y="7565"/>
                  </a:lnTo>
                  <a:cubicBezTo>
                    <a:pt x="5980" y="7558"/>
                    <a:pt x="5898" y="7554"/>
                    <a:pt x="5817" y="7554"/>
                  </a:cubicBezTo>
                  <a:cubicBezTo>
                    <a:pt x="5478" y="7554"/>
                    <a:pt x="5161" y="7614"/>
                    <a:pt x="4851" y="7672"/>
                  </a:cubicBezTo>
                  <a:cubicBezTo>
                    <a:pt x="4634" y="7712"/>
                    <a:pt x="4412" y="7757"/>
                    <a:pt x="4190" y="7773"/>
                  </a:cubicBezTo>
                  <a:cubicBezTo>
                    <a:pt x="4109" y="7782"/>
                    <a:pt x="4053" y="7854"/>
                    <a:pt x="4063" y="7929"/>
                  </a:cubicBezTo>
                  <a:cubicBezTo>
                    <a:pt x="4069" y="7999"/>
                    <a:pt x="4129" y="8055"/>
                    <a:pt x="4200" y="8055"/>
                  </a:cubicBezTo>
                  <a:lnTo>
                    <a:pt x="4214" y="8055"/>
                  </a:lnTo>
                  <a:cubicBezTo>
                    <a:pt x="4452" y="8036"/>
                    <a:pt x="4680" y="7990"/>
                    <a:pt x="4902" y="7950"/>
                  </a:cubicBezTo>
                  <a:cubicBezTo>
                    <a:pt x="5211" y="7890"/>
                    <a:pt x="5507" y="7835"/>
                    <a:pt x="5812" y="7835"/>
                  </a:cubicBezTo>
                  <a:cubicBezTo>
                    <a:pt x="5875" y="7835"/>
                    <a:pt x="5939" y="7838"/>
                    <a:pt x="6003" y="7843"/>
                  </a:cubicBezTo>
                  <a:cubicBezTo>
                    <a:pt x="5993" y="7975"/>
                    <a:pt x="5988" y="8111"/>
                    <a:pt x="6003" y="8248"/>
                  </a:cubicBezTo>
                  <a:cubicBezTo>
                    <a:pt x="5993" y="8245"/>
                    <a:pt x="5983" y="8243"/>
                    <a:pt x="5973" y="8243"/>
                  </a:cubicBezTo>
                  <a:cubicBezTo>
                    <a:pt x="5963" y="8243"/>
                    <a:pt x="5953" y="8245"/>
                    <a:pt x="5942" y="8248"/>
                  </a:cubicBezTo>
                  <a:cubicBezTo>
                    <a:pt x="5342" y="8399"/>
                    <a:pt x="4745" y="8672"/>
                    <a:pt x="4195" y="8934"/>
                  </a:cubicBezTo>
                  <a:cubicBezTo>
                    <a:pt x="4123" y="8969"/>
                    <a:pt x="4093" y="9055"/>
                    <a:pt x="4129" y="9127"/>
                  </a:cubicBezTo>
                  <a:cubicBezTo>
                    <a:pt x="4149" y="9177"/>
                    <a:pt x="4200" y="9207"/>
                    <a:pt x="4256" y="9207"/>
                  </a:cubicBezTo>
                  <a:cubicBezTo>
                    <a:pt x="4275" y="9207"/>
                    <a:pt x="4296" y="9202"/>
                    <a:pt x="4316" y="9193"/>
                  </a:cubicBezTo>
                  <a:cubicBezTo>
                    <a:pt x="4857" y="8934"/>
                    <a:pt x="5433" y="8672"/>
                    <a:pt x="6014" y="8521"/>
                  </a:cubicBezTo>
                  <a:cubicBezTo>
                    <a:pt x="6023" y="8521"/>
                    <a:pt x="6033" y="8515"/>
                    <a:pt x="6044" y="8510"/>
                  </a:cubicBezTo>
                  <a:cubicBezTo>
                    <a:pt x="6064" y="8631"/>
                    <a:pt x="6105" y="8752"/>
                    <a:pt x="6145" y="8874"/>
                  </a:cubicBezTo>
                  <a:lnTo>
                    <a:pt x="6145" y="8878"/>
                  </a:lnTo>
                  <a:cubicBezTo>
                    <a:pt x="6130" y="8885"/>
                    <a:pt x="6110" y="8894"/>
                    <a:pt x="6094" y="8909"/>
                  </a:cubicBezTo>
                  <a:cubicBezTo>
                    <a:pt x="5141" y="9790"/>
                    <a:pt x="3692" y="10605"/>
                    <a:pt x="2434" y="10605"/>
                  </a:cubicBezTo>
                  <a:cubicBezTo>
                    <a:pt x="2300" y="10605"/>
                    <a:pt x="2167" y="10596"/>
                    <a:pt x="2038" y="10576"/>
                  </a:cubicBezTo>
                  <a:cubicBezTo>
                    <a:pt x="1472" y="10496"/>
                    <a:pt x="936" y="10086"/>
                    <a:pt x="679" y="9545"/>
                  </a:cubicBezTo>
                  <a:cubicBezTo>
                    <a:pt x="446" y="9066"/>
                    <a:pt x="466" y="8561"/>
                    <a:pt x="728" y="8116"/>
                  </a:cubicBezTo>
                  <a:cubicBezTo>
                    <a:pt x="1172" y="7361"/>
                    <a:pt x="2305" y="7196"/>
                    <a:pt x="3454" y="7196"/>
                  </a:cubicBezTo>
                  <a:cubicBezTo>
                    <a:pt x="3943" y="7196"/>
                    <a:pt x="4434" y="7225"/>
                    <a:pt x="4876" y="7252"/>
                  </a:cubicBezTo>
                  <a:cubicBezTo>
                    <a:pt x="5245" y="7272"/>
                    <a:pt x="5585" y="7292"/>
                    <a:pt x="5872" y="7292"/>
                  </a:cubicBezTo>
                  <a:cubicBezTo>
                    <a:pt x="5897" y="7292"/>
                    <a:pt x="5912" y="7288"/>
                    <a:pt x="5933" y="7278"/>
                  </a:cubicBezTo>
                  <a:cubicBezTo>
                    <a:pt x="5958" y="7283"/>
                    <a:pt x="5979" y="7288"/>
                    <a:pt x="6003" y="7292"/>
                  </a:cubicBezTo>
                  <a:lnTo>
                    <a:pt x="6033" y="7292"/>
                  </a:lnTo>
                  <a:cubicBezTo>
                    <a:pt x="6135" y="7292"/>
                    <a:pt x="6226" y="7211"/>
                    <a:pt x="6241" y="7101"/>
                  </a:cubicBezTo>
                  <a:cubicBezTo>
                    <a:pt x="6251" y="7029"/>
                    <a:pt x="6215" y="6969"/>
                    <a:pt x="6165" y="6924"/>
                  </a:cubicBezTo>
                  <a:close/>
                  <a:moveTo>
                    <a:pt x="14413" y="7286"/>
                  </a:moveTo>
                  <a:cubicBezTo>
                    <a:pt x="14700" y="7286"/>
                    <a:pt x="14968" y="7320"/>
                    <a:pt x="15209" y="7399"/>
                  </a:cubicBezTo>
                  <a:cubicBezTo>
                    <a:pt x="15719" y="7565"/>
                    <a:pt x="16093" y="7950"/>
                    <a:pt x="16239" y="8449"/>
                  </a:cubicBezTo>
                  <a:cubicBezTo>
                    <a:pt x="16391" y="8985"/>
                    <a:pt x="16255" y="9566"/>
                    <a:pt x="15880" y="10011"/>
                  </a:cubicBezTo>
                  <a:cubicBezTo>
                    <a:pt x="15386" y="10600"/>
                    <a:pt x="14570" y="10824"/>
                    <a:pt x="13652" y="10824"/>
                  </a:cubicBezTo>
                  <a:cubicBezTo>
                    <a:pt x="12413" y="10824"/>
                    <a:pt x="10987" y="10416"/>
                    <a:pt x="9913" y="9946"/>
                  </a:cubicBezTo>
                  <a:cubicBezTo>
                    <a:pt x="9843" y="9890"/>
                    <a:pt x="9778" y="9839"/>
                    <a:pt x="9712" y="9788"/>
                  </a:cubicBezTo>
                  <a:cubicBezTo>
                    <a:pt x="9742" y="9748"/>
                    <a:pt x="9768" y="9708"/>
                    <a:pt x="9792" y="9662"/>
                  </a:cubicBezTo>
                  <a:cubicBezTo>
                    <a:pt x="9818" y="9627"/>
                    <a:pt x="9843" y="9582"/>
                    <a:pt x="9864" y="9541"/>
                  </a:cubicBezTo>
                  <a:cubicBezTo>
                    <a:pt x="9889" y="9561"/>
                    <a:pt x="9913" y="9571"/>
                    <a:pt x="9950" y="9571"/>
                  </a:cubicBezTo>
                  <a:lnTo>
                    <a:pt x="9955" y="9571"/>
                  </a:lnTo>
                  <a:cubicBezTo>
                    <a:pt x="10028" y="9569"/>
                    <a:pt x="10101" y="9568"/>
                    <a:pt x="10175" y="9568"/>
                  </a:cubicBezTo>
                  <a:cubicBezTo>
                    <a:pt x="10660" y="9568"/>
                    <a:pt x="11154" y="9607"/>
                    <a:pt x="11632" y="9642"/>
                  </a:cubicBezTo>
                  <a:cubicBezTo>
                    <a:pt x="11783" y="9652"/>
                    <a:pt x="11930" y="9662"/>
                    <a:pt x="12077" y="9678"/>
                  </a:cubicBezTo>
                  <a:lnTo>
                    <a:pt x="12086" y="9678"/>
                  </a:lnTo>
                  <a:cubicBezTo>
                    <a:pt x="12163" y="9678"/>
                    <a:pt x="12223" y="9622"/>
                    <a:pt x="12228" y="9545"/>
                  </a:cubicBezTo>
                  <a:cubicBezTo>
                    <a:pt x="12233" y="9465"/>
                    <a:pt x="12177" y="9400"/>
                    <a:pt x="12096" y="9394"/>
                  </a:cubicBezTo>
                  <a:cubicBezTo>
                    <a:pt x="11950" y="9384"/>
                    <a:pt x="11804" y="9370"/>
                    <a:pt x="11657" y="9359"/>
                  </a:cubicBezTo>
                  <a:cubicBezTo>
                    <a:pt x="11200" y="9321"/>
                    <a:pt x="10735" y="9283"/>
                    <a:pt x="10266" y="9283"/>
                  </a:cubicBezTo>
                  <a:cubicBezTo>
                    <a:pt x="10171" y="9283"/>
                    <a:pt x="10076" y="9285"/>
                    <a:pt x="9980" y="9288"/>
                  </a:cubicBezTo>
                  <a:cubicBezTo>
                    <a:pt x="10025" y="9172"/>
                    <a:pt x="10060" y="9051"/>
                    <a:pt x="10081" y="8929"/>
                  </a:cubicBezTo>
                  <a:cubicBezTo>
                    <a:pt x="10773" y="8717"/>
                    <a:pt x="11697" y="8586"/>
                    <a:pt x="12506" y="8581"/>
                  </a:cubicBezTo>
                  <a:cubicBezTo>
                    <a:pt x="12587" y="8581"/>
                    <a:pt x="12648" y="8515"/>
                    <a:pt x="12648" y="8440"/>
                  </a:cubicBezTo>
                  <a:cubicBezTo>
                    <a:pt x="12648" y="8361"/>
                    <a:pt x="12586" y="8297"/>
                    <a:pt x="12514" y="8297"/>
                  </a:cubicBezTo>
                  <a:cubicBezTo>
                    <a:pt x="12511" y="8297"/>
                    <a:pt x="12508" y="8297"/>
                    <a:pt x="12506" y="8298"/>
                  </a:cubicBezTo>
                  <a:cubicBezTo>
                    <a:pt x="11702" y="8302"/>
                    <a:pt x="10823" y="8424"/>
                    <a:pt x="10121" y="8621"/>
                  </a:cubicBezTo>
                  <a:cubicBezTo>
                    <a:pt x="10121" y="8581"/>
                    <a:pt x="10126" y="8540"/>
                    <a:pt x="10126" y="8505"/>
                  </a:cubicBezTo>
                  <a:cubicBezTo>
                    <a:pt x="10242" y="8460"/>
                    <a:pt x="10363" y="8414"/>
                    <a:pt x="10489" y="8369"/>
                  </a:cubicBezTo>
                  <a:cubicBezTo>
                    <a:pt x="10883" y="8222"/>
                    <a:pt x="11314" y="8060"/>
                    <a:pt x="11758" y="7873"/>
                  </a:cubicBezTo>
                  <a:cubicBezTo>
                    <a:pt x="12633" y="7563"/>
                    <a:pt x="13596" y="7286"/>
                    <a:pt x="14413" y="7286"/>
                  </a:cubicBezTo>
                  <a:close/>
                  <a:moveTo>
                    <a:pt x="6438" y="9465"/>
                  </a:moveTo>
                  <a:cubicBezTo>
                    <a:pt x="6464" y="9515"/>
                    <a:pt x="6504" y="9566"/>
                    <a:pt x="6539" y="9617"/>
                  </a:cubicBezTo>
                  <a:cubicBezTo>
                    <a:pt x="6518" y="9627"/>
                    <a:pt x="6509" y="9636"/>
                    <a:pt x="6494" y="9652"/>
                  </a:cubicBezTo>
                  <a:lnTo>
                    <a:pt x="6392" y="9778"/>
                  </a:lnTo>
                  <a:cubicBezTo>
                    <a:pt x="6009" y="10243"/>
                    <a:pt x="5578" y="10774"/>
                    <a:pt x="5473" y="11390"/>
                  </a:cubicBezTo>
                  <a:cubicBezTo>
                    <a:pt x="5457" y="11471"/>
                    <a:pt x="5508" y="11541"/>
                    <a:pt x="5589" y="11557"/>
                  </a:cubicBezTo>
                  <a:lnTo>
                    <a:pt x="5609" y="11557"/>
                  </a:lnTo>
                  <a:cubicBezTo>
                    <a:pt x="5680" y="11557"/>
                    <a:pt x="5741" y="11511"/>
                    <a:pt x="5751" y="11441"/>
                  </a:cubicBezTo>
                  <a:cubicBezTo>
                    <a:pt x="5842" y="10895"/>
                    <a:pt x="6251" y="10400"/>
                    <a:pt x="6609" y="9960"/>
                  </a:cubicBezTo>
                  <a:lnTo>
                    <a:pt x="6711" y="9834"/>
                  </a:lnTo>
                  <a:cubicBezTo>
                    <a:pt x="6867" y="10016"/>
                    <a:pt x="7044" y="10177"/>
                    <a:pt x="7236" y="10303"/>
                  </a:cubicBezTo>
                  <a:cubicBezTo>
                    <a:pt x="7089" y="10571"/>
                    <a:pt x="6963" y="10869"/>
                    <a:pt x="6842" y="11163"/>
                  </a:cubicBezTo>
                  <a:cubicBezTo>
                    <a:pt x="6730" y="11436"/>
                    <a:pt x="6620" y="11723"/>
                    <a:pt x="6478" y="11977"/>
                  </a:cubicBezTo>
                  <a:cubicBezTo>
                    <a:pt x="6443" y="12042"/>
                    <a:pt x="6469" y="12128"/>
                    <a:pt x="6534" y="12168"/>
                  </a:cubicBezTo>
                  <a:cubicBezTo>
                    <a:pt x="6559" y="12178"/>
                    <a:pt x="6579" y="12183"/>
                    <a:pt x="6604" y="12183"/>
                  </a:cubicBezTo>
                  <a:cubicBezTo>
                    <a:pt x="6655" y="12183"/>
                    <a:pt x="6700" y="12152"/>
                    <a:pt x="6726" y="12107"/>
                  </a:cubicBezTo>
                  <a:cubicBezTo>
                    <a:pt x="6872" y="11840"/>
                    <a:pt x="6994" y="11546"/>
                    <a:pt x="7110" y="11264"/>
                  </a:cubicBezTo>
                  <a:cubicBezTo>
                    <a:pt x="7226" y="10976"/>
                    <a:pt x="7343" y="10697"/>
                    <a:pt x="7483" y="10445"/>
                  </a:cubicBezTo>
                  <a:cubicBezTo>
                    <a:pt x="7519" y="10471"/>
                    <a:pt x="7565" y="10491"/>
                    <a:pt x="7605" y="10501"/>
                  </a:cubicBezTo>
                  <a:cubicBezTo>
                    <a:pt x="7605" y="10501"/>
                    <a:pt x="7610" y="10501"/>
                    <a:pt x="7610" y="10506"/>
                  </a:cubicBezTo>
                  <a:cubicBezTo>
                    <a:pt x="7605" y="10521"/>
                    <a:pt x="7600" y="10536"/>
                    <a:pt x="7595" y="10546"/>
                  </a:cubicBezTo>
                  <a:cubicBezTo>
                    <a:pt x="7585" y="10632"/>
                    <a:pt x="7560" y="10814"/>
                    <a:pt x="7539" y="11067"/>
                  </a:cubicBezTo>
                  <a:cubicBezTo>
                    <a:pt x="7494" y="11350"/>
                    <a:pt x="7458" y="11637"/>
                    <a:pt x="7428" y="11926"/>
                  </a:cubicBezTo>
                  <a:cubicBezTo>
                    <a:pt x="7271" y="13381"/>
                    <a:pt x="7135" y="14633"/>
                    <a:pt x="5488" y="15179"/>
                  </a:cubicBezTo>
                  <a:cubicBezTo>
                    <a:pt x="5259" y="15257"/>
                    <a:pt x="5042" y="15295"/>
                    <a:pt x="4842" y="15295"/>
                  </a:cubicBezTo>
                  <a:cubicBezTo>
                    <a:pt x="4549" y="15295"/>
                    <a:pt x="4294" y="15212"/>
                    <a:pt x="4099" y="15053"/>
                  </a:cubicBezTo>
                  <a:cubicBezTo>
                    <a:pt x="3740" y="14754"/>
                    <a:pt x="3594" y="14239"/>
                    <a:pt x="3680" y="13588"/>
                  </a:cubicBezTo>
                  <a:cubicBezTo>
                    <a:pt x="3851" y="12264"/>
                    <a:pt x="5226" y="10445"/>
                    <a:pt x="6438" y="9465"/>
                  </a:cubicBezTo>
                  <a:close/>
                  <a:moveTo>
                    <a:pt x="9388" y="10163"/>
                  </a:moveTo>
                  <a:cubicBezTo>
                    <a:pt x="9404" y="10172"/>
                    <a:pt x="9419" y="10188"/>
                    <a:pt x="9439" y="10198"/>
                  </a:cubicBezTo>
                  <a:cubicBezTo>
                    <a:pt x="9514" y="10233"/>
                    <a:pt x="9601" y="10268"/>
                    <a:pt x="9687" y="10309"/>
                  </a:cubicBezTo>
                  <a:cubicBezTo>
                    <a:pt x="10944" y="11345"/>
                    <a:pt x="11738" y="12648"/>
                    <a:pt x="11823" y="13835"/>
                  </a:cubicBezTo>
                  <a:cubicBezTo>
                    <a:pt x="11874" y="14558"/>
                    <a:pt x="11678" y="15159"/>
                    <a:pt x="11268" y="15533"/>
                  </a:cubicBezTo>
                  <a:cubicBezTo>
                    <a:pt x="10958" y="15808"/>
                    <a:pt x="10547" y="15950"/>
                    <a:pt x="10058" y="15950"/>
                  </a:cubicBezTo>
                  <a:cubicBezTo>
                    <a:pt x="9901" y="15950"/>
                    <a:pt x="9737" y="15936"/>
                    <a:pt x="9565" y="15906"/>
                  </a:cubicBezTo>
                  <a:cubicBezTo>
                    <a:pt x="7968" y="15629"/>
                    <a:pt x="7787" y="13001"/>
                    <a:pt x="7954" y="11158"/>
                  </a:cubicBezTo>
                  <a:cubicBezTo>
                    <a:pt x="7979" y="10976"/>
                    <a:pt x="8015" y="10799"/>
                    <a:pt x="8050" y="10632"/>
                  </a:cubicBezTo>
                  <a:cubicBezTo>
                    <a:pt x="8120" y="10637"/>
                    <a:pt x="8192" y="10643"/>
                    <a:pt x="8257" y="10643"/>
                  </a:cubicBezTo>
                  <a:cubicBezTo>
                    <a:pt x="8514" y="10643"/>
                    <a:pt x="8761" y="10582"/>
                    <a:pt x="8994" y="10450"/>
                  </a:cubicBezTo>
                  <a:cubicBezTo>
                    <a:pt x="9004" y="10455"/>
                    <a:pt x="9004" y="10466"/>
                    <a:pt x="9015" y="10475"/>
                  </a:cubicBezTo>
                  <a:cubicBezTo>
                    <a:pt x="9374" y="10799"/>
                    <a:pt x="9701" y="11299"/>
                    <a:pt x="9864" y="11774"/>
                  </a:cubicBezTo>
                  <a:cubicBezTo>
                    <a:pt x="9883" y="11830"/>
                    <a:pt x="9939" y="11870"/>
                    <a:pt x="9999" y="11870"/>
                  </a:cubicBezTo>
                  <a:cubicBezTo>
                    <a:pt x="10015" y="11870"/>
                    <a:pt x="10030" y="11865"/>
                    <a:pt x="10046" y="11865"/>
                  </a:cubicBezTo>
                  <a:cubicBezTo>
                    <a:pt x="10121" y="11840"/>
                    <a:pt x="10162" y="11753"/>
                    <a:pt x="10132" y="11683"/>
                  </a:cubicBezTo>
                  <a:cubicBezTo>
                    <a:pt x="9959" y="11173"/>
                    <a:pt x="9616" y="10648"/>
                    <a:pt x="9232" y="10294"/>
                  </a:cubicBezTo>
                  <a:cubicBezTo>
                    <a:pt x="9288" y="10253"/>
                    <a:pt x="9333" y="10207"/>
                    <a:pt x="9388" y="10163"/>
                  </a:cubicBezTo>
                  <a:close/>
                  <a:moveTo>
                    <a:pt x="8184" y="0"/>
                  </a:moveTo>
                  <a:cubicBezTo>
                    <a:pt x="8076" y="0"/>
                    <a:pt x="7967" y="13"/>
                    <a:pt x="7858" y="38"/>
                  </a:cubicBezTo>
                  <a:cubicBezTo>
                    <a:pt x="7089" y="215"/>
                    <a:pt x="6438" y="973"/>
                    <a:pt x="6236" y="1927"/>
                  </a:cubicBezTo>
                  <a:cubicBezTo>
                    <a:pt x="6094" y="2599"/>
                    <a:pt x="6165" y="3620"/>
                    <a:pt x="6373" y="4595"/>
                  </a:cubicBezTo>
                  <a:cubicBezTo>
                    <a:pt x="5473" y="3438"/>
                    <a:pt x="4321" y="2321"/>
                    <a:pt x="3008" y="2321"/>
                  </a:cubicBezTo>
                  <a:lnTo>
                    <a:pt x="2997" y="2321"/>
                  </a:lnTo>
                  <a:cubicBezTo>
                    <a:pt x="1982" y="2331"/>
                    <a:pt x="1588" y="2766"/>
                    <a:pt x="1432" y="3135"/>
                  </a:cubicBezTo>
                  <a:cubicBezTo>
                    <a:pt x="1108" y="3907"/>
                    <a:pt x="1607" y="4989"/>
                    <a:pt x="2265" y="5651"/>
                  </a:cubicBezTo>
                  <a:cubicBezTo>
                    <a:pt x="2729" y="6126"/>
                    <a:pt x="3300" y="6499"/>
                    <a:pt x="3967" y="6777"/>
                  </a:cubicBezTo>
                  <a:cubicBezTo>
                    <a:pt x="3805" y="6772"/>
                    <a:pt x="3641" y="6769"/>
                    <a:pt x="3476" y="6769"/>
                  </a:cubicBezTo>
                  <a:cubicBezTo>
                    <a:pt x="2202" y="6769"/>
                    <a:pt x="911" y="6959"/>
                    <a:pt x="360" y="7899"/>
                  </a:cubicBezTo>
                  <a:cubicBezTo>
                    <a:pt x="26" y="8470"/>
                    <a:pt x="1" y="9121"/>
                    <a:pt x="289" y="9727"/>
                  </a:cubicBezTo>
                  <a:cubicBezTo>
                    <a:pt x="613" y="10394"/>
                    <a:pt x="1269" y="10895"/>
                    <a:pt x="1971" y="11000"/>
                  </a:cubicBezTo>
                  <a:cubicBezTo>
                    <a:pt x="2129" y="11021"/>
                    <a:pt x="2285" y="11031"/>
                    <a:pt x="2437" y="11031"/>
                  </a:cubicBezTo>
                  <a:cubicBezTo>
                    <a:pt x="3341" y="11031"/>
                    <a:pt x="4275" y="10673"/>
                    <a:pt x="5079" y="10193"/>
                  </a:cubicBezTo>
                  <a:lnTo>
                    <a:pt x="5079" y="10193"/>
                  </a:lnTo>
                  <a:cubicBezTo>
                    <a:pt x="4220" y="11163"/>
                    <a:pt x="3402" y="12425"/>
                    <a:pt x="3255" y="13532"/>
                  </a:cubicBezTo>
                  <a:cubicBezTo>
                    <a:pt x="3153" y="14335"/>
                    <a:pt x="3351" y="14987"/>
                    <a:pt x="3826" y="15377"/>
                  </a:cubicBezTo>
                  <a:cubicBezTo>
                    <a:pt x="4104" y="15603"/>
                    <a:pt x="4452" y="15720"/>
                    <a:pt x="4841" y="15720"/>
                  </a:cubicBezTo>
                  <a:cubicBezTo>
                    <a:pt x="5089" y="15720"/>
                    <a:pt x="5352" y="15675"/>
                    <a:pt x="5625" y="15589"/>
                  </a:cubicBezTo>
                  <a:cubicBezTo>
                    <a:pt x="6802" y="15195"/>
                    <a:pt x="7317" y="14462"/>
                    <a:pt x="7574" y="13613"/>
                  </a:cubicBezTo>
                  <a:cubicBezTo>
                    <a:pt x="7756" y="14881"/>
                    <a:pt x="8257" y="16109"/>
                    <a:pt x="9495" y="16326"/>
                  </a:cubicBezTo>
                  <a:cubicBezTo>
                    <a:pt x="9691" y="16361"/>
                    <a:pt x="9883" y="16377"/>
                    <a:pt x="10065" y="16377"/>
                  </a:cubicBezTo>
                  <a:cubicBezTo>
                    <a:pt x="10657" y="16377"/>
                    <a:pt x="11167" y="16200"/>
                    <a:pt x="11550" y="15846"/>
                  </a:cubicBezTo>
                  <a:cubicBezTo>
                    <a:pt x="12061" y="15386"/>
                    <a:pt x="12308" y="14659"/>
                    <a:pt x="12248" y="13805"/>
                  </a:cubicBezTo>
                  <a:cubicBezTo>
                    <a:pt x="12172" y="12774"/>
                    <a:pt x="11627" y="11673"/>
                    <a:pt x="10732" y="10708"/>
                  </a:cubicBezTo>
                  <a:lnTo>
                    <a:pt x="10732" y="10708"/>
                  </a:lnTo>
                  <a:cubicBezTo>
                    <a:pt x="11632" y="11011"/>
                    <a:pt x="12683" y="11249"/>
                    <a:pt x="13663" y="11249"/>
                  </a:cubicBezTo>
                  <a:cubicBezTo>
                    <a:pt x="14679" y="11249"/>
                    <a:pt x="15612" y="10996"/>
                    <a:pt x="16209" y="10289"/>
                  </a:cubicBezTo>
                  <a:cubicBezTo>
                    <a:pt x="16673" y="9738"/>
                    <a:pt x="16836" y="9006"/>
                    <a:pt x="16643" y="8333"/>
                  </a:cubicBezTo>
                  <a:cubicBezTo>
                    <a:pt x="16461" y="7691"/>
                    <a:pt x="15987" y="7206"/>
                    <a:pt x="15340" y="6994"/>
                  </a:cubicBezTo>
                  <a:cubicBezTo>
                    <a:pt x="15056" y="6903"/>
                    <a:pt x="14744" y="6863"/>
                    <a:pt x="14415" y="6863"/>
                  </a:cubicBezTo>
                  <a:cubicBezTo>
                    <a:pt x="14130" y="6863"/>
                    <a:pt x="13831" y="6893"/>
                    <a:pt x="13527" y="6944"/>
                  </a:cubicBezTo>
                  <a:cubicBezTo>
                    <a:pt x="14369" y="6362"/>
                    <a:pt x="14996" y="5611"/>
                    <a:pt x="15017" y="4615"/>
                  </a:cubicBezTo>
                  <a:cubicBezTo>
                    <a:pt x="15032" y="3953"/>
                    <a:pt x="14754" y="3367"/>
                    <a:pt x="14234" y="2958"/>
                  </a:cubicBezTo>
                  <a:cubicBezTo>
                    <a:pt x="13805" y="2620"/>
                    <a:pt x="13248" y="2439"/>
                    <a:pt x="12685" y="2439"/>
                  </a:cubicBezTo>
                  <a:cubicBezTo>
                    <a:pt x="12466" y="2439"/>
                    <a:pt x="12245" y="2467"/>
                    <a:pt x="12030" y="2523"/>
                  </a:cubicBezTo>
                  <a:cubicBezTo>
                    <a:pt x="11198" y="2745"/>
                    <a:pt x="10536" y="3406"/>
                    <a:pt x="10036" y="4173"/>
                  </a:cubicBezTo>
                  <a:lnTo>
                    <a:pt x="10036" y="4173"/>
                  </a:lnTo>
                  <a:cubicBezTo>
                    <a:pt x="10237" y="2938"/>
                    <a:pt x="10206" y="1617"/>
                    <a:pt x="9556" y="775"/>
                  </a:cubicBezTo>
                  <a:cubicBezTo>
                    <a:pt x="9165" y="268"/>
                    <a:pt x="8685" y="0"/>
                    <a:pt x="8184"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33"/>
            <p:cNvSpPr/>
            <p:nvPr/>
          </p:nvSpPr>
          <p:spPr>
            <a:xfrm>
              <a:off x="1743225" y="2132975"/>
              <a:ext cx="90225" cy="97625"/>
            </a:xfrm>
            <a:custGeom>
              <a:avLst/>
              <a:gdLst/>
              <a:ahLst/>
              <a:cxnLst/>
              <a:rect l="l" t="t" r="r" b="b"/>
              <a:pathLst>
                <a:path w="3609" h="3905" extrusionOk="0">
                  <a:moveTo>
                    <a:pt x="2041" y="900"/>
                  </a:moveTo>
                  <a:cubicBezTo>
                    <a:pt x="2118" y="900"/>
                    <a:pt x="2183" y="966"/>
                    <a:pt x="2183" y="1047"/>
                  </a:cubicBezTo>
                  <a:cubicBezTo>
                    <a:pt x="2183" y="1122"/>
                    <a:pt x="2118" y="1189"/>
                    <a:pt x="2041" y="1189"/>
                  </a:cubicBezTo>
                  <a:lnTo>
                    <a:pt x="1936" y="1189"/>
                  </a:lnTo>
                  <a:cubicBezTo>
                    <a:pt x="1860" y="1189"/>
                    <a:pt x="1794" y="1122"/>
                    <a:pt x="1794" y="1047"/>
                  </a:cubicBezTo>
                  <a:cubicBezTo>
                    <a:pt x="1794" y="966"/>
                    <a:pt x="1860" y="900"/>
                    <a:pt x="1936" y="900"/>
                  </a:cubicBezTo>
                  <a:close/>
                  <a:moveTo>
                    <a:pt x="1047" y="1375"/>
                  </a:moveTo>
                  <a:cubicBezTo>
                    <a:pt x="1127" y="1375"/>
                    <a:pt x="1188" y="1436"/>
                    <a:pt x="1188" y="1516"/>
                  </a:cubicBezTo>
                  <a:cubicBezTo>
                    <a:pt x="1188" y="1592"/>
                    <a:pt x="1127" y="1658"/>
                    <a:pt x="1047" y="1658"/>
                  </a:cubicBezTo>
                  <a:lnTo>
                    <a:pt x="996" y="1658"/>
                  </a:lnTo>
                  <a:cubicBezTo>
                    <a:pt x="920" y="1658"/>
                    <a:pt x="854" y="1592"/>
                    <a:pt x="854" y="1516"/>
                  </a:cubicBezTo>
                  <a:cubicBezTo>
                    <a:pt x="854" y="1436"/>
                    <a:pt x="920" y="1375"/>
                    <a:pt x="996" y="1375"/>
                  </a:cubicBezTo>
                  <a:close/>
                  <a:moveTo>
                    <a:pt x="2496" y="1787"/>
                  </a:moveTo>
                  <a:cubicBezTo>
                    <a:pt x="2572" y="1787"/>
                    <a:pt x="2620" y="1817"/>
                    <a:pt x="2648" y="1845"/>
                  </a:cubicBezTo>
                  <a:cubicBezTo>
                    <a:pt x="2689" y="1880"/>
                    <a:pt x="2724" y="1951"/>
                    <a:pt x="2699" y="2068"/>
                  </a:cubicBezTo>
                  <a:cubicBezTo>
                    <a:pt x="2689" y="2133"/>
                    <a:pt x="2628" y="2178"/>
                    <a:pt x="2563" y="2178"/>
                  </a:cubicBezTo>
                  <a:cubicBezTo>
                    <a:pt x="2552" y="2178"/>
                    <a:pt x="2542" y="2178"/>
                    <a:pt x="2532" y="2173"/>
                  </a:cubicBezTo>
                  <a:cubicBezTo>
                    <a:pt x="2477" y="2164"/>
                    <a:pt x="2435" y="2117"/>
                    <a:pt x="2421" y="2068"/>
                  </a:cubicBezTo>
                  <a:cubicBezTo>
                    <a:pt x="2375" y="2052"/>
                    <a:pt x="2335" y="2012"/>
                    <a:pt x="2325" y="1961"/>
                  </a:cubicBezTo>
                  <a:cubicBezTo>
                    <a:pt x="2309" y="1886"/>
                    <a:pt x="2351" y="1809"/>
                    <a:pt x="2426" y="1795"/>
                  </a:cubicBezTo>
                  <a:cubicBezTo>
                    <a:pt x="2451" y="1789"/>
                    <a:pt x="2475" y="1787"/>
                    <a:pt x="2496" y="1787"/>
                  </a:cubicBezTo>
                  <a:close/>
                  <a:moveTo>
                    <a:pt x="1467" y="2208"/>
                  </a:moveTo>
                  <a:cubicBezTo>
                    <a:pt x="1503" y="2208"/>
                    <a:pt x="1539" y="2222"/>
                    <a:pt x="1567" y="2250"/>
                  </a:cubicBezTo>
                  <a:cubicBezTo>
                    <a:pt x="1642" y="2330"/>
                    <a:pt x="1714" y="2446"/>
                    <a:pt x="1759" y="2562"/>
                  </a:cubicBezTo>
                  <a:cubicBezTo>
                    <a:pt x="1784" y="2638"/>
                    <a:pt x="1744" y="2719"/>
                    <a:pt x="1673" y="2744"/>
                  </a:cubicBezTo>
                  <a:cubicBezTo>
                    <a:pt x="1653" y="2749"/>
                    <a:pt x="1638" y="2754"/>
                    <a:pt x="1623" y="2754"/>
                  </a:cubicBezTo>
                  <a:cubicBezTo>
                    <a:pt x="1562" y="2754"/>
                    <a:pt x="1512" y="2719"/>
                    <a:pt x="1491" y="2658"/>
                  </a:cubicBezTo>
                  <a:cubicBezTo>
                    <a:pt x="1461" y="2583"/>
                    <a:pt x="1411" y="2497"/>
                    <a:pt x="1365" y="2451"/>
                  </a:cubicBezTo>
                  <a:cubicBezTo>
                    <a:pt x="1309" y="2390"/>
                    <a:pt x="1309" y="2299"/>
                    <a:pt x="1370" y="2250"/>
                  </a:cubicBezTo>
                  <a:cubicBezTo>
                    <a:pt x="1395" y="2222"/>
                    <a:pt x="1431" y="2208"/>
                    <a:pt x="1467" y="2208"/>
                  </a:cubicBezTo>
                  <a:close/>
                  <a:moveTo>
                    <a:pt x="2421" y="2748"/>
                  </a:moveTo>
                  <a:cubicBezTo>
                    <a:pt x="2466" y="2748"/>
                    <a:pt x="2523" y="2770"/>
                    <a:pt x="2573" y="2845"/>
                  </a:cubicBezTo>
                  <a:cubicBezTo>
                    <a:pt x="2617" y="2906"/>
                    <a:pt x="2603" y="2997"/>
                    <a:pt x="2537" y="3043"/>
                  </a:cubicBezTo>
                  <a:cubicBezTo>
                    <a:pt x="2512" y="3057"/>
                    <a:pt x="2486" y="3068"/>
                    <a:pt x="2456" y="3068"/>
                  </a:cubicBezTo>
                  <a:cubicBezTo>
                    <a:pt x="2446" y="3068"/>
                    <a:pt x="2435" y="3062"/>
                    <a:pt x="2426" y="3062"/>
                  </a:cubicBezTo>
                  <a:lnTo>
                    <a:pt x="2395" y="3062"/>
                  </a:lnTo>
                  <a:cubicBezTo>
                    <a:pt x="2320" y="3057"/>
                    <a:pt x="2260" y="2992"/>
                    <a:pt x="2265" y="2917"/>
                  </a:cubicBezTo>
                  <a:cubicBezTo>
                    <a:pt x="2274" y="2800"/>
                    <a:pt x="2345" y="2765"/>
                    <a:pt x="2381" y="2754"/>
                  </a:cubicBezTo>
                  <a:cubicBezTo>
                    <a:pt x="2392" y="2750"/>
                    <a:pt x="2406" y="2748"/>
                    <a:pt x="2421" y="2748"/>
                  </a:cubicBezTo>
                  <a:close/>
                  <a:moveTo>
                    <a:pt x="2083" y="0"/>
                  </a:moveTo>
                  <a:cubicBezTo>
                    <a:pt x="2062" y="21"/>
                    <a:pt x="2032" y="37"/>
                    <a:pt x="1997" y="37"/>
                  </a:cubicBezTo>
                  <a:cubicBezTo>
                    <a:pt x="1890" y="46"/>
                    <a:pt x="1789" y="56"/>
                    <a:pt x="1693" y="72"/>
                  </a:cubicBezTo>
                  <a:cubicBezTo>
                    <a:pt x="1567" y="117"/>
                    <a:pt x="1435" y="188"/>
                    <a:pt x="1294" y="289"/>
                  </a:cubicBezTo>
                  <a:cubicBezTo>
                    <a:pt x="1274" y="329"/>
                    <a:pt x="1253" y="364"/>
                    <a:pt x="1213" y="390"/>
                  </a:cubicBezTo>
                  <a:cubicBezTo>
                    <a:pt x="1188" y="405"/>
                    <a:pt x="1162" y="410"/>
                    <a:pt x="1138" y="415"/>
                  </a:cubicBezTo>
                  <a:cubicBezTo>
                    <a:pt x="1127" y="431"/>
                    <a:pt x="1108" y="445"/>
                    <a:pt x="1092" y="455"/>
                  </a:cubicBezTo>
                  <a:lnTo>
                    <a:pt x="966" y="541"/>
                  </a:lnTo>
                  <a:cubicBezTo>
                    <a:pt x="943" y="553"/>
                    <a:pt x="917" y="560"/>
                    <a:pt x="892" y="560"/>
                  </a:cubicBezTo>
                  <a:cubicBezTo>
                    <a:pt x="843" y="560"/>
                    <a:pt x="795" y="537"/>
                    <a:pt x="768" y="491"/>
                  </a:cubicBezTo>
                  <a:cubicBezTo>
                    <a:pt x="749" y="455"/>
                    <a:pt x="744" y="415"/>
                    <a:pt x="759" y="380"/>
                  </a:cubicBezTo>
                  <a:lnTo>
                    <a:pt x="759" y="380"/>
                  </a:lnTo>
                  <a:cubicBezTo>
                    <a:pt x="360" y="613"/>
                    <a:pt x="117" y="951"/>
                    <a:pt x="56" y="1390"/>
                  </a:cubicBezTo>
                  <a:cubicBezTo>
                    <a:pt x="1" y="1779"/>
                    <a:pt x="92" y="2204"/>
                    <a:pt x="283" y="2598"/>
                  </a:cubicBezTo>
                  <a:cubicBezTo>
                    <a:pt x="283" y="2598"/>
                    <a:pt x="289" y="2602"/>
                    <a:pt x="294" y="2607"/>
                  </a:cubicBezTo>
                  <a:cubicBezTo>
                    <a:pt x="304" y="2618"/>
                    <a:pt x="320" y="2623"/>
                    <a:pt x="329" y="2638"/>
                  </a:cubicBezTo>
                  <a:cubicBezTo>
                    <a:pt x="355" y="2674"/>
                    <a:pt x="364" y="2714"/>
                    <a:pt x="369" y="2754"/>
                  </a:cubicBezTo>
                  <a:cubicBezTo>
                    <a:pt x="642" y="3234"/>
                    <a:pt x="1062" y="3638"/>
                    <a:pt x="1542" y="3815"/>
                  </a:cubicBezTo>
                  <a:cubicBezTo>
                    <a:pt x="1705" y="3875"/>
                    <a:pt x="1866" y="3905"/>
                    <a:pt x="2023" y="3905"/>
                  </a:cubicBezTo>
                  <a:cubicBezTo>
                    <a:pt x="2511" y="3905"/>
                    <a:pt x="2961" y="3616"/>
                    <a:pt x="3321" y="3057"/>
                  </a:cubicBezTo>
                  <a:cubicBezTo>
                    <a:pt x="3496" y="2780"/>
                    <a:pt x="3583" y="2467"/>
                    <a:pt x="3603" y="2148"/>
                  </a:cubicBezTo>
                  <a:cubicBezTo>
                    <a:pt x="3608" y="2007"/>
                    <a:pt x="3603" y="1860"/>
                    <a:pt x="3583" y="1714"/>
                  </a:cubicBezTo>
                  <a:cubicBezTo>
                    <a:pt x="3512" y="1189"/>
                    <a:pt x="3260" y="683"/>
                    <a:pt x="2921" y="364"/>
                  </a:cubicBezTo>
                  <a:lnTo>
                    <a:pt x="2916" y="359"/>
                  </a:lnTo>
                  <a:cubicBezTo>
                    <a:pt x="2897" y="364"/>
                    <a:pt x="2879" y="367"/>
                    <a:pt x="2861" y="367"/>
                  </a:cubicBezTo>
                  <a:cubicBezTo>
                    <a:pt x="2838" y="367"/>
                    <a:pt x="2815" y="363"/>
                    <a:pt x="2790" y="354"/>
                  </a:cubicBezTo>
                  <a:cubicBezTo>
                    <a:pt x="2714" y="319"/>
                    <a:pt x="2668" y="243"/>
                    <a:pt x="2668" y="168"/>
                  </a:cubicBezTo>
                  <a:cubicBezTo>
                    <a:pt x="2512" y="77"/>
                    <a:pt x="2309" y="0"/>
                    <a:pt x="2083"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33"/>
            <p:cNvSpPr/>
            <p:nvPr/>
          </p:nvSpPr>
          <p:spPr>
            <a:xfrm>
              <a:off x="1677175" y="2208275"/>
              <a:ext cx="100425" cy="145750"/>
            </a:xfrm>
            <a:custGeom>
              <a:avLst/>
              <a:gdLst/>
              <a:ahLst/>
              <a:cxnLst/>
              <a:rect l="l" t="t" r="r" b="b"/>
              <a:pathLst>
                <a:path w="4017" h="5830" extrusionOk="0">
                  <a:moveTo>
                    <a:pt x="1602" y="2799"/>
                  </a:moveTo>
                  <a:cubicBezTo>
                    <a:pt x="1630" y="2799"/>
                    <a:pt x="1658" y="2807"/>
                    <a:pt x="1682" y="2824"/>
                  </a:cubicBezTo>
                  <a:cubicBezTo>
                    <a:pt x="1749" y="2869"/>
                    <a:pt x="1764" y="2960"/>
                    <a:pt x="1713" y="3027"/>
                  </a:cubicBezTo>
                  <a:cubicBezTo>
                    <a:pt x="1633" y="3148"/>
                    <a:pt x="1567" y="3289"/>
                    <a:pt x="1526" y="3445"/>
                  </a:cubicBezTo>
                  <a:cubicBezTo>
                    <a:pt x="1516" y="3512"/>
                    <a:pt x="1456" y="3552"/>
                    <a:pt x="1390" y="3552"/>
                  </a:cubicBezTo>
                  <a:cubicBezTo>
                    <a:pt x="1379" y="3552"/>
                    <a:pt x="1370" y="3552"/>
                    <a:pt x="1360" y="3547"/>
                  </a:cubicBezTo>
                  <a:cubicBezTo>
                    <a:pt x="1283" y="3531"/>
                    <a:pt x="1239" y="3456"/>
                    <a:pt x="1253" y="3380"/>
                  </a:cubicBezTo>
                  <a:cubicBezTo>
                    <a:pt x="1299" y="3188"/>
                    <a:pt x="1379" y="3011"/>
                    <a:pt x="1481" y="2860"/>
                  </a:cubicBezTo>
                  <a:cubicBezTo>
                    <a:pt x="1509" y="2822"/>
                    <a:pt x="1555" y="2799"/>
                    <a:pt x="1602" y="2799"/>
                  </a:cubicBezTo>
                  <a:close/>
                  <a:moveTo>
                    <a:pt x="2542" y="3480"/>
                  </a:moveTo>
                  <a:cubicBezTo>
                    <a:pt x="2586" y="3480"/>
                    <a:pt x="2631" y="3499"/>
                    <a:pt x="2658" y="3536"/>
                  </a:cubicBezTo>
                  <a:cubicBezTo>
                    <a:pt x="2703" y="3603"/>
                    <a:pt x="2689" y="3688"/>
                    <a:pt x="2622" y="3734"/>
                  </a:cubicBezTo>
                  <a:cubicBezTo>
                    <a:pt x="2552" y="3785"/>
                    <a:pt x="2496" y="3845"/>
                    <a:pt x="2446" y="3911"/>
                  </a:cubicBezTo>
                  <a:cubicBezTo>
                    <a:pt x="2421" y="3951"/>
                    <a:pt x="2375" y="3971"/>
                    <a:pt x="2335" y="3971"/>
                  </a:cubicBezTo>
                  <a:cubicBezTo>
                    <a:pt x="2304" y="3971"/>
                    <a:pt x="2274" y="3961"/>
                    <a:pt x="2249" y="3946"/>
                  </a:cubicBezTo>
                  <a:cubicBezTo>
                    <a:pt x="2188" y="3900"/>
                    <a:pt x="2173" y="3815"/>
                    <a:pt x="2218" y="3748"/>
                  </a:cubicBezTo>
                  <a:cubicBezTo>
                    <a:pt x="2284" y="3653"/>
                    <a:pt x="2365" y="3573"/>
                    <a:pt x="2461" y="3506"/>
                  </a:cubicBezTo>
                  <a:cubicBezTo>
                    <a:pt x="2485" y="3488"/>
                    <a:pt x="2513" y="3480"/>
                    <a:pt x="2542" y="3480"/>
                  </a:cubicBezTo>
                  <a:close/>
                  <a:moveTo>
                    <a:pt x="2845" y="0"/>
                  </a:moveTo>
                  <a:cubicBezTo>
                    <a:pt x="1633" y="980"/>
                    <a:pt x="258" y="2799"/>
                    <a:pt x="87" y="4123"/>
                  </a:cubicBezTo>
                  <a:cubicBezTo>
                    <a:pt x="1" y="4774"/>
                    <a:pt x="147" y="5289"/>
                    <a:pt x="506" y="5588"/>
                  </a:cubicBezTo>
                  <a:cubicBezTo>
                    <a:pt x="701" y="5747"/>
                    <a:pt x="956" y="5830"/>
                    <a:pt x="1249" y="5830"/>
                  </a:cubicBezTo>
                  <a:cubicBezTo>
                    <a:pt x="1449" y="5830"/>
                    <a:pt x="1666" y="5792"/>
                    <a:pt x="1895" y="5714"/>
                  </a:cubicBezTo>
                  <a:cubicBezTo>
                    <a:pt x="3542" y="5168"/>
                    <a:pt x="3678" y="3916"/>
                    <a:pt x="3835" y="2461"/>
                  </a:cubicBezTo>
                  <a:cubicBezTo>
                    <a:pt x="3865" y="2172"/>
                    <a:pt x="3901" y="1885"/>
                    <a:pt x="3946" y="1602"/>
                  </a:cubicBezTo>
                  <a:cubicBezTo>
                    <a:pt x="3967" y="1349"/>
                    <a:pt x="3992" y="1167"/>
                    <a:pt x="4002" y="1081"/>
                  </a:cubicBezTo>
                  <a:cubicBezTo>
                    <a:pt x="4007" y="1071"/>
                    <a:pt x="4012" y="1056"/>
                    <a:pt x="4017" y="1041"/>
                  </a:cubicBezTo>
                  <a:cubicBezTo>
                    <a:pt x="4017" y="1036"/>
                    <a:pt x="4012" y="1036"/>
                    <a:pt x="4012" y="1036"/>
                  </a:cubicBezTo>
                  <a:cubicBezTo>
                    <a:pt x="3972" y="1026"/>
                    <a:pt x="3926" y="1006"/>
                    <a:pt x="3890" y="980"/>
                  </a:cubicBezTo>
                  <a:cubicBezTo>
                    <a:pt x="3750" y="1232"/>
                    <a:pt x="3633" y="1511"/>
                    <a:pt x="3517" y="1799"/>
                  </a:cubicBezTo>
                  <a:cubicBezTo>
                    <a:pt x="3401" y="2081"/>
                    <a:pt x="3279" y="2375"/>
                    <a:pt x="3133" y="2642"/>
                  </a:cubicBezTo>
                  <a:cubicBezTo>
                    <a:pt x="3107" y="2687"/>
                    <a:pt x="3062" y="2718"/>
                    <a:pt x="3011" y="2718"/>
                  </a:cubicBezTo>
                  <a:cubicBezTo>
                    <a:pt x="2986" y="2718"/>
                    <a:pt x="2966" y="2713"/>
                    <a:pt x="2941" y="2703"/>
                  </a:cubicBezTo>
                  <a:cubicBezTo>
                    <a:pt x="2876" y="2663"/>
                    <a:pt x="2850" y="2577"/>
                    <a:pt x="2885" y="2512"/>
                  </a:cubicBezTo>
                  <a:cubicBezTo>
                    <a:pt x="3027" y="2258"/>
                    <a:pt x="3137" y="1971"/>
                    <a:pt x="3249" y="1698"/>
                  </a:cubicBezTo>
                  <a:cubicBezTo>
                    <a:pt x="3370" y="1404"/>
                    <a:pt x="3496" y="1106"/>
                    <a:pt x="3643" y="838"/>
                  </a:cubicBezTo>
                  <a:cubicBezTo>
                    <a:pt x="3451" y="712"/>
                    <a:pt x="3274" y="551"/>
                    <a:pt x="3118" y="369"/>
                  </a:cubicBezTo>
                  <a:lnTo>
                    <a:pt x="3016" y="495"/>
                  </a:lnTo>
                  <a:cubicBezTo>
                    <a:pt x="2658" y="935"/>
                    <a:pt x="2249" y="1430"/>
                    <a:pt x="2158" y="1976"/>
                  </a:cubicBezTo>
                  <a:cubicBezTo>
                    <a:pt x="2148" y="2046"/>
                    <a:pt x="2087" y="2092"/>
                    <a:pt x="2016" y="2092"/>
                  </a:cubicBezTo>
                  <a:lnTo>
                    <a:pt x="1996" y="2092"/>
                  </a:lnTo>
                  <a:cubicBezTo>
                    <a:pt x="1915" y="2076"/>
                    <a:pt x="1864" y="2006"/>
                    <a:pt x="1880" y="1925"/>
                  </a:cubicBezTo>
                  <a:cubicBezTo>
                    <a:pt x="1985" y="1309"/>
                    <a:pt x="2416" y="778"/>
                    <a:pt x="2799" y="313"/>
                  </a:cubicBezTo>
                  <a:lnTo>
                    <a:pt x="2901" y="187"/>
                  </a:lnTo>
                  <a:cubicBezTo>
                    <a:pt x="2916" y="171"/>
                    <a:pt x="2925" y="162"/>
                    <a:pt x="2946" y="152"/>
                  </a:cubicBezTo>
                  <a:cubicBezTo>
                    <a:pt x="2911" y="101"/>
                    <a:pt x="2871" y="50"/>
                    <a:pt x="2845" y="0"/>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33"/>
            <p:cNvSpPr/>
            <p:nvPr/>
          </p:nvSpPr>
          <p:spPr>
            <a:xfrm>
              <a:off x="1598475" y="2144725"/>
              <a:ext cx="147450" cy="92050"/>
            </a:xfrm>
            <a:custGeom>
              <a:avLst/>
              <a:gdLst/>
              <a:ahLst/>
              <a:cxnLst/>
              <a:rect l="l" t="t" r="r" b="b"/>
              <a:pathLst>
                <a:path w="5898" h="3682" extrusionOk="0">
                  <a:moveTo>
                    <a:pt x="2871" y="1113"/>
                  </a:moveTo>
                  <a:cubicBezTo>
                    <a:pt x="2946" y="1113"/>
                    <a:pt x="3012" y="1173"/>
                    <a:pt x="3012" y="1253"/>
                  </a:cubicBezTo>
                  <a:cubicBezTo>
                    <a:pt x="3012" y="1330"/>
                    <a:pt x="2946" y="1395"/>
                    <a:pt x="2871" y="1395"/>
                  </a:cubicBezTo>
                  <a:lnTo>
                    <a:pt x="2451" y="1395"/>
                  </a:lnTo>
                  <a:cubicBezTo>
                    <a:pt x="2375" y="1395"/>
                    <a:pt x="2309" y="1330"/>
                    <a:pt x="2309" y="1253"/>
                  </a:cubicBezTo>
                  <a:cubicBezTo>
                    <a:pt x="2309" y="1173"/>
                    <a:pt x="2375" y="1113"/>
                    <a:pt x="2451" y="1113"/>
                  </a:cubicBezTo>
                  <a:close/>
                  <a:moveTo>
                    <a:pt x="3132" y="2263"/>
                  </a:moveTo>
                  <a:cubicBezTo>
                    <a:pt x="3201" y="2263"/>
                    <a:pt x="3265" y="2316"/>
                    <a:pt x="3270" y="2386"/>
                  </a:cubicBezTo>
                  <a:cubicBezTo>
                    <a:pt x="3280" y="2466"/>
                    <a:pt x="3224" y="2537"/>
                    <a:pt x="3144" y="2542"/>
                  </a:cubicBezTo>
                  <a:cubicBezTo>
                    <a:pt x="2972" y="2562"/>
                    <a:pt x="2815" y="2608"/>
                    <a:pt x="2673" y="2683"/>
                  </a:cubicBezTo>
                  <a:cubicBezTo>
                    <a:pt x="2654" y="2699"/>
                    <a:pt x="2633" y="2704"/>
                    <a:pt x="2608" y="2704"/>
                  </a:cubicBezTo>
                  <a:cubicBezTo>
                    <a:pt x="2557" y="2704"/>
                    <a:pt x="2507" y="2673"/>
                    <a:pt x="2482" y="2622"/>
                  </a:cubicBezTo>
                  <a:cubicBezTo>
                    <a:pt x="2446" y="2557"/>
                    <a:pt x="2472" y="2471"/>
                    <a:pt x="2542" y="2436"/>
                  </a:cubicBezTo>
                  <a:cubicBezTo>
                    <a:pt x="2714" y="2340"/>
                    <a:pt x="2906" y="2284"/>
                    <a:pt x="3113" y="2265"/>
                  </a:cubicBezTo>
                  <a:cubicBezTo>
                    <a:pt x="3120" y="2264"/>
                    <a:pt x="3126" y="2263"/>
                    <a:pt x="3132" y="2263"/>
                  </a:cubicBezTo>
                  <a:close/>
                  <a:moveTo>
                    <a:pt x="5720" y="1"/>
                  </a:moveTo>
                  <a:lnTo>
                    <a:pt x="5720" y="1"/>
                  </a:lnTo>
                  <a:cubicBezTo>
                    <a:pt x="5770" y="46"/>
                    <a:pt x="5806" y="106"/>
                    <a:pt x="5796" y="178"/>
                  </a:cubicBezTo>
                  <a:cubicBezTo>
                    <a:pt x="5781" y="288"/>
                    <a:pt x="5690" y="369"/>
                    <a:pt x="5588" y="369"/>
                  </a:cubicBezTo>
                  <a:lnTo>
                    <a:pt x="5558" y="369"/>
                  </a:lnTo>
                  <a:cubicBezTo>
                    <a:pt x="5534" y="365"/>
                    <a:pt x="5513" y="360"/>
                    <a:pt x="5488" y="355"/>
                  </a:cubicBezTo>
                  <a:cubicBezTo>
                    <a:pt x="5467" y="365"/>
                    <a:pt x="5452" y="369"/>
                    <a:pt x="5427" y="369"/>
                  </a:cubicBezTo>
                  <a:cubicBezTo>
                    <a:pt x="5140" y="369"/>
                    <a:pt x="4800" y="349"/>
                    <a:pt x="4431" y="329"/>
                  </a:cubicBezTo>
                  <a:cubicBezTo>
                    <a:pt x="3989" y="302"/>
                    <a:pt x="3498" y="273"/>
                    <a:pt x="3009" y="273"/>
                  </a:cubicBezTo>
                  <a:cubicBezTo>
                    <a:pt x="1860" y="273"/>
                    <a:pt x="727" y="438"/>
                    <a:pt x="283" y="1193"/>
                  </a:cubicBezTo>
                  <a:cubicBezTo>
                    <a:pt x="21" y="1638"/>
                    <a:pt x="1" y="2143"/>
                    <a:pt x="234" y="2622"/>
                  </a:cubicBezTo>
                  <a:cubicBezTo>
                    <a:pt x="491" y="3163"/>
                    <a:pt x="1027" y="3573"/>
                    <a:pt x="1593" y="3653"/>
                  </a:cubicBezTo>
                  <a:cubicBezTo>
                    <a:pt x="1722" y="3673"/>
                    <a:pt x="1855" y="3682"/>
                    <a:pt x="1989" y="3682"/>
                  </a:cubicBezTo>
                  <a:cubicBezTo>
                    <a:pt x="3247" y="3682"/>
                    <a:pt x="4696" y="2867"/>
                    <a:pt x="5649" y="1986"/>
                  </a:cubicBezTo>
                  <a:cubicBezTo>
                    <a:pt x="5665" y="1971"/>
                    <a:pt x="5685" y="1962"/>
                    <a:pt x="5700" y="1955"/>
                  </a:cubicBezTo>
                  <a:lnTo>
                    <a:pt x="5700" y="1951"/>
                  </a:lnTo>
                  <a:cubicBezTo>
                    <a:pt x="5660" y="1829"/>
                    <a:pt x="5619" y="1708"/>
                    <a:pt x="5599" y="1587"/>
                  </a:cubicBezTo>
                  <a:cubicBezTo>
                    <a:pt x="5588" y="1592"/>
                    <a:pt x="5578" y="1598"/>
                    <a:pt x="5569" y="1598"/>
                  </a:cubicBezTo>
                  <a:cubicBezTo>
                    <a:pt x="4988" y="1749"/>
                    <a:pt x="4412" y="2011"/>
                    <a:pt x="3871" y="2270"/>
                  </a:cubicBezTo>
                  <a:cubicBezTo>
                    <a:pt x="3851" y="2279"/>
                    <a:pt x="3830" y="2284"/>
                    <a:pt x="3811" y="2284"/>
                  </a:cubicBezTo>
                  <a:cubicBezTo>
                    <a:pt x="3755" y="2284"/>
                    <a:pt x="3704" y="2254"/>
                    <a:pt x="3684" y="2204"/>
                  </a:cubicBezTo>
                  <a:cubicBezTo>
                    <a:pt x="3648" y="2132"/>
                    <a:pt x="3678" y="2046"/>
                    <a:pt x="3750" y="2011"/>
                  </a:cubicBezTo>
                  <a:cubicBezTo>
                    <a:pt x="4300" y="1749"/>
                    <a:pt x="4897" y="1476"/>
                    <a:pt x="5497" y="1325"/>
                  </a:cubicBezTo>
                  <a:cubicBezTo>
                    <a:pt x="5508" y="1322"/>
                    <a:pt x="5518" y="1320"/>
                    <a:pt x="5528" y="1320"/>
                  </a:cubicBezTo>
                  <a:cubicBezTo>
                    <a:pt x="5538" y="1320"/>
                    <a:pt x="5548" y="1322"/>
                    <a:pt x="5558" y="1325"/>
                  </a:cubicBezTo>
                  <a:cubicBezTo>
                    <a:pt x="5543" y="1188"/>
                    <a:pt x="5548" y="1052"/>
                    <a:pt x="5558" y="920"/>
                  </a:cubicBezTo>
                  <a:cubicBezTo>
                    <a:pt x="5494" y="915"/>
                    <a:pt x="5430" y="912"/>
                    <a:pt x="5367" y="912"/>
                  </a:cubicBezTo>
                  <a:cubicBezTo>
                    <a:pt x="5062" y="912"/>
                    <a:pt x="4766" y="967"/>
                    <a:pt x="4457" y="1027"/>
                  </a:cubicBezTo>
                  <a:cubicBezTo>
                    <a:pt x="4235" y="1067"/>
                    <a:pt x="4007" y="1113"/>
                    <a:pt x="3769" y="1132"/>
                  </a:cubicBezTo>
                  <a:lnTo>
                    <a:pt x="3755" y="1132"/>
                  </a:lnTo>
                  <a:cubicBezTo>
                    <a:pt x="3684" y="1132"/>
                    <a:pt x="3624" y="1076"/>
                    <a:pt x="3618" y="1006"/>
                  </a:cubicBezTo>
                  <a:cubicBezTo>
                    <a:pt x="3608" y="931"/>
                    <a:pt x="3664" y="859"/>
                    <a:pt x="3745" y="850"/>
                  </a:cubicBezTo>
                  <a:cubicBezTo>
                    <a:pt x="3967" y="834"/>
                    <a:pt x="4189" y="789"/>
                    <a:pt x="4406" y="749"/>
                  </a:cubicBezTo>
                  <a:cubicBezTo>
                    <a:pt x="4716" y="691"/>
                    <a:pt x="5033" y="631"/>
                    <a:pt x="5372" y="631"/>
                  </a:cubicBezTo>
                  <a:cubicBezTo>
                    <a:pt x="5453" y="631"/>
                    <a:pt x="5535" y="635"/>
                    <a:pt x="5619" y="642"/>
                  </a:cubicBezTo>
                  <a:lnTo>
                    <a:pt x="5619" y="637"/>
                  </a:lnTo>
                  <a:cubicBezTo>
                    <a:pt x="5669" y="465"/>
                    <a:pt x="5756" y="278"/>
                    <a:pt x="5897" y="97"/>
                  </a:cubicBezTo>
                  <a:cubicBezTo>
                    <a:pt x="5837" y="61"/>
                    <a:pt x="5781" y="31"/>
                    <a:pt x="5720" y="1"/>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33"/>
            <p:cNvSpPr/>
            <p:nvPr/>
          </p:nvSpPr>
          <p:spPr>
            <a:xfrm>
              <a:off x="1627525" y="2040400"/>
              <a:ext cx="134925" cy="103350"/>
            </a:xfrm>
            <a:custGeom>
              <a:avLst/>
              <a:gdLst/>
              <a:ahLst/>
              <a:cxnLst/>
              <a:rect l="l" t="t" r="r" b="b"/>
              <a:pathLst>
                <a:path w="5397" h="4134" extrusionOk="0">
                  <a:moveTo>
                    <a:pt x="2958" y="1523"/>
                  </a:moveTo>
                  <a:cubicBezTo>
                    <a:pt x="2994" y="1523"/>
                    <a:pt x="3030" y="1537"/>
                    <a:pt x="3057" y="1567"/>
                  </a:cubicBezTo>
                  <a:cubicBezTo>
                    <a:pt x="3134" y="1637"/>
                    <a:pt x="3209" y="1698"/>
                    <a:pt x="3300" y="1758"/>
                  </a:cubicBezTo>
                  <a:cubicBezTo>
                    <a:pt x="3365" y="1800"/>
                    <a:pt x="3381" y="1891"/>
                    <a:pt x="3341" y="1956"/>
                  </a:cubicBezTo>
                  <a:cubicBezTo>
                    <a:pt x="3316" y="1991"/>
                    <a:pt x="3269" y="2017"/>
                    <a:pt x="3225" y="2017"/>
                  </a:cubicBezTo>
                  <a:cubicBezTo>
                    <a:pt x="3194" y="2017"/>
                    <a:pt x="3164" y="2012"/>
                    <a:pt x="3143" y="1991"/>
                  </a:cubicBezTo>
                  <a:cubicBezTo>
                    <a:pt x="3043" y="1926"/>
                    <a:pt x="2947" y="1849"/>
                    <a:pt x="2861" y="1769"/>
                  </a:cubicBezTo>
                  <a:cubicBezTo>
                    <a:pt x="2805" y="1714"/>
                    <a:pt x="2805" y="1623"/>
                    <a:pt x="2856" y="1567"/>
                  </a:cubicBezTo>
                  <a:cubicBezTo>
                    <a:pt x="2884" y="1538"/>
                    <a:pt x="2921" y="1523"/>
                    <a:pt x="2958" y="1523"/>
                  </a:cubicBezTo>
                  <a:close/>
                  <a:moveTo>
                    <a:pt x="2285" y="2097"/>
                  </a:moveTo>
                  <a:cubicBezTo>
                    <a:pt x="2360" y="2103"/>
                    <a:pt x="2425" y="2168"/>
                    <a:pt x="2425" y="2243"/>
                  </a:cubicBezTo>
                  <a:cubicBezTo>
                    <a:pt x="2421" y="2355"/>
                    <a:pt x="2472" y="2360"/>
                    <a:pt x="2507" y="2360"/>
                  </a:cubicBezTo>
                  <a:cubicBezTo>
                    <a:pt x="2583" y="2370"/>
                    <a:pt x="2638" y="2436"/>
                    <a:pt x="2628" y="2516"/>
                  </a:cubicBezTo>
                  <a:cubicBezTo>
                    <a:pt x="2623" y="2593"/>
                    <a:pt x="2563" y="2642"/>
                    <a:pt x="2492" y="2642"/>
                  </a:cubicBezTo>
                  <a:lnTo>
                    <a:pt x="2476" y="2642"/>
                  </a:lnTo>
                  <a:cubicBezTo>
                    <a:pt x="2264" y="2618"/>
                    <a:pt x="2133" y="2460"/>
                    <a:pt x="2138" y="2239"/>
                  </a:cubicBezTo>
                  <a:cubicBezTo>
                    <a:pt x="2138" y="2157"/>
                    <a:pt x="2204" y="2097"/>
                    <a:pt x="2285" y="2097"/>
                  </a:cubicBezTo>
                  <a:close/>
                  <a:moveTo>
                    <a:pt x="3535" y="2257"/>
                  </a:moveTo>
                  <a:cubicBezTo>
                    <a:pt x="3570" y="2257"/>
                    <a:pt x="3606" y="2269"/>
                    <a:pt x="3633" y="2294"/>
                  </a:cubicBezTo>
                  <a:cubicBezTo>
                    <a:pt x="4048" y="2709"/>
                    <a:pt x="4554" y="3173"/>
                    <a:pt x="5169" y="3528"/>
                  </a:cubicBezTo>
                  <a:cubicBezTo>
                    <a:pt x="5240" y="3568"/>
                    <a:pt x="5260" y="3654"/>
                    <a:pt x="5225" y="3719"/>
                  </a:cubicBezTo>
                  <a:cubicBezTo>
                    <a:pt x="5195" y="3764"/>
                    <a:pt x="5149" y="3789"/>
                    <a:pt x="5104" y="3789"/>
                  </a:cubicBezTo>
                  <a:cubicBezTo>
                    <a:pt x="5079" y="3789"/>
                    <a:pt x="5053" y="3785"/>
                    <a:pt x="5032" y="3775"/>
                  </a:cubicBezTo>
                  <a:cubicBezTo>
                    <a:pt x="4386" y="3406"/>
                    <a:pt x="3861" y="2921"/>
                    <a:pt x="3437" y="2497"/>
                  </a:cubicBezTo>
                  <a:cubicBezTo>
                    <a:pt x="3376" y="2441"/>
                    <a:pt x="3376" y="2355"/>
                    <a:pt x="3437" y="2299"/>
                  </a:cubicBezTo>
                  <a:cubicBezTo>
                    <a:pt x="3462" y="2271"/>
                    <a:pt x="3498" y="2257"/>
                    <a:pt x="3535" y="2257"/>
                  </a:cubicBezTo>
                  <a:close/>
                  <a:moveTo>
                    <a:pt x="1390" y="0"/>
                  </a:moveTo>
                  <a:cubicBezTo>
                    <a:pt x="961" y="0"/>
                    <a:pt x="405" y="96"/>
                    <a:pt x="219" y="551"/>
                  </a:cubicBezTo>
                  <a:cubicBezTo>
                    <a:pt x="0" y="1072"/>
                    <a:pt x="319" y="1956"/>
                    <a:pt x="956" y="2602"/>
                  </a:cubicBezTo>
                  <a:cubicBezTo>
                    <a:pt x="1779" y="3437"/>
                    <a:pt x="2952" y="3946"/>
                    <a:pt x="4447" y="4118"/>
                  </a:cubicBezTo>
                  <a:cubicBezTo>
                    <a:pt x="4463" y="4123"/>
                    <a:pt x="4472" y="4128"/>
                    <a:pt x="4487" y="4134"/>
                  </a:cubicBezTo>
                  <a:cubicBezTo>
                    <a:pt x="3917" y="3820"/>
                    <a:pt x="3376" y="3521"/>
                    <a:pt x="2957" y="3012"/>
                  </a:cubicBezTo>
                  <a:cubicBezTo>
                    <a:pt x="2906" y="2952"/>
                    <a:pt x="2917" y="2861"/>
                    <a:pt x="2971" y="2810"/>
                  </a:cubicBezTo>
                  <a:cubicBezTo>
                    <a:pt x="2997" y="2788"/>
                    <a:pt x="3029" y="2777"/>
                    <a:pt x="3061" y="2777"/>
                  </a:cubicBezTo>
                  <a:cubicBezTo>
                    <a:pt x="3103" y="2777"/>
                    <a:pt x="3145" y="2796"/>
                    <a:pt x="3174" y="2830"/>
                  </a:cubicBezTo>
                  <a:cubicBezTo>
                    <a:pt x="3563" y="3300"/>
                    <a:pt x="4078" y="3588"/>
                    <a:pt x="4624" y="3885"/>
                  </a:cubicBezTo>
                  <a:cubicBezTo>
                    <a:pt x="4729" y="3941"/>
                    <a:pt x="4831" y="3997"/>
                    <a:pt x="4932" y="4057"/>
                  </a:cubicBezTo>
                  <a:cubicBezTo>
                    <a:pt x="5053" y="3946"/>
                    <a:pt x="5210" y="3840"/>
                    <a:pt x="5396" y="3749"/>
                  </a:cubicBezTo>
                  <a:cubicBezTo>
                    <a:pt x="5286" y="3532"/>
                    <a:pt x="5179" y="3290"/>
                    <a:pt x="5088" y="3022"/>
                  </a:cubicBezTo>
                  <a:cubicBezTo>
                    <a:pt x="4179" y="1688"/>
                    <a:pt x="2866" y="0"/>
                    <a:pt x="1401" y="0"/>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33"/>
            <p:cNvSpPr/>
            <p:nvPr/>
          </p:nvSpPr>
          <p:spPr>
            <a:xfrm>
              <a:off x="1749050" y="1982275"/>
              <a:ext cx="92100" cy="148075"/>
            </a:xfrm>
            <a:custGeom>
              <a:avLst/>
              <a:gdLst/>
              <a:ahLst/>
              <a:cxnLst/>
              <a:rect l="l" t="t" r="r" b="b"/>
              <a:pathLst>
                <a:path w="3684" h="5923" extrusionOk="0">
                  <a:moveTo>
                    <a:pt x="2223" y="2493"/>
                  </a:moveTo>
                  <a:cubicBezTo>
                    <a:pt x="2304" y="2493"/>
                    <a:pt x="2365" y="2558"/>
                    <a:pt x="2365" y="2633"/>
                  </a:cubicBezTo>
                  <a:lnTo>
                    <a:pt x="2365" y="2947"/>
                  </a:lnTo>
                  <a:cubicBezTo>
                    <a:pt x="2365" y="3027"/>
                    <a:pt x="2304" y="3088"/>
                    <a:pt x="2223" y="3088"/>
                  </a:cubicBezTo>
                  <a:cubicBezTo>
                    <a:pt x="2148" y="3088"/>
                    <a:pt x="2081" y="3027"/>
                    <a:pt x="2081" y="2947"/>
                  </a:cubicBezTo>
                  <a:lnTo>
                    <a:pt x="2081" y="2633"/>
                  </a:lnTo>
                  <a:cubicBezTo>
                    <a:pt x="2081" y="2558"/>
                    <a:pt x="2148" y="2493"/>
                    <a:pt x="2223" y="2493"/>
                  </a:cubicBezTo>
                  <a:close/>
                  <a:moveTo>
                    <a:pt x="1084" y="2385"/>
                  </a:moveTo>
                  <a:cubicBezTo>
                    <a:pt x="1150" y="2385"/>
                    <a:pt x="1213" y="2451"/>
                    <a:pt x="1218" y="2523"/>
                  </a:cubicBezTo>
                  <a:cubicBezTo>
                    <a:pt x="1223" y="2700"/>
                    <a:pt x="1239" y="2861"/>
                    <a:pt x="1269" y="3027"/>
                  </a:cubicBezTo>
                  <a:cubicBezTo>
                    <a:pt x="1279" y="3104"/>
                    <a:pt x="1228" y="3179"/>
                    <a:pt x="1152" y="3190"/>
                  </a:cubicBezTo>
                  <a:cubicBezTo>
                    <a:pt x="1142" y="3195"/>
                    <a:pt x="1137" y="3195"/>
                    <a:pt x="1127" y="3195"/>
                  </a:cubicBezTo>
                  <a:cubicBezTo>
                    <a:pt x="1061" y="3195"/>
                    <a:pt x="1001" y="3144"/>
                    <a:pt x="990" y="3073"/>
                  </a:cubicBezTo>
                  <a:cubicBezTo>
                    <a:pt x="955" y="2896"/>
                    <a:pt x="940" y="2724"/>
                    <a:pt x="935" y="2533"/>
                  </a:cubicBezTo>
                  <a:cubicBezTo>
                    <a:pt x="929" y="2457"/>
                    <a:pt x="996" y="2391"/>
                    <a:pt x="1071" y="2386"/>
                  </a:cubicBezTo>
                  <a:cubicBezTo>
                    <a:pt x="1076" y="2385"/>
                    <a:pt x="1080" y="2385"/>
                    <a:pt x="1084" y="2385"/>
                  </a:cubicBezTo>
                  <a:close/>
                  <a:moveTo>
                    <a:pt x="1712" y="1"/>
                  </a:moveTo>
                  <a:cubicBezTo>
                    <a:pt x="1636" y="1"/>
                    <a:pt x="1559" y="9"/>
                    <a:pt x="1481" y="26"/>
                  </a:cubicBezTo>
                  <a:cubicBezTo>
                    <a:pt x="884" y="168"/>
                    <a:pt x="349" y="810"/>
                    <a:pt x="182" y="1593"/>
                  </a:cubicBezTo>
                  <a:cubicBezTo>
                    <a:pt x="1" y="2457"/>
                    <a:pt x="208" y="3992"/>
                    <a:pt x="607" y="5149"/>
                  </a:cubicBezTo>
                  <a:cubicBezTo>
                    <a:pt x="738" y="5342"/>
                    <a:pt x="859" y="5529"/>
                    <a:pt x="975" y="5701"/>
                  </a:cubicBezTo>
                  <a:lnTo>
                    <a:pt x="1046" y="5806"/>
                  </a:lnTo>
                  <a:cubicBezTo>
                    <a:pt x="1061" y="5832"/>
                    <a:pt x="1071" y="5857"/>
                    <a:pt x="1076" y="5888"/>
                  </a:cubicBezTo>
                  <a:cubicBezTo>
                    <a:pt x="1122" y="5872"/>
                    <a:pt x="1178" y="5862"/>
                    <a:pt x="1228" y="5853"/>
                  </a:cubicBezTo>
                  <a:cubicBezTo>
                    <a:pt x="1213" y="5832"/>
                    <a:pt x="1197" y="5806"/>
                    <a:pt x="1197" y="5781"/>
                  </a:cubicBezTo>
                  <a:cubicBezTo>
                    <a:pt x="1183" y="5599"/>
                    <a:pt x="1162" y="5422"/>
                    <a:pt x="1152" y="5240"/>
                  </a:cubicBezTo>
                  <a:cubicBezTo>
                    <a:pt x="1106" y="4710"/>
                    <a:pt x="1061" y="4160"/>
                    <a:pt x="990" y="3644"/>
                  </a:cubicBezTo>
                  <a:cubicBezTo>
                    <a:pt x="975" y="3568"/>
                    <a:pt x="1031" y="3498"/>
                    <a:pt x="1111" y="3482"/>
                  </a:cubicBezTo>
                  <a:cubicBezTo>
                    <a:pt x="1117" y="3481"/>
                    <a:pt x="1123" y="3481"/>
                    <a:pt x="1128" y="3481"/>
                  </a:cubicBezTo>
                  <a:cubicBezTo>
                    <a:pt x="1198" y="3481"/>
                    <a:pt x="1259" y="3534"/>
                    <a:pt x="1269" y="3609"/>
                  </a:cubicBezTo>
                  <a:cubicBezTo>
                    <a:pt x="1339" y="4129"/>
                    <a:pt x="1390" y="4680"/>
                    <a:pt x="1435" y="5216"/>
                  </a:cubicBezTo>
                  <a:cubicBezTo>
                    <a:pt x="1445" y="5398"/>
                    <a:pt x="1460" y="5580"/>
                    <a:pt x="1481" y="5756"/>
                  </a:cubicBezTo>
                  <a:cubicBezTo>
                    <a:pt x="1481" y="5771"/>
                    <a:pt x="1481" y="5786"/>
                    <a:pt x="1475" y="5802"/>
                  </a:cubicBezTo>
                  <a:cubicBezTo>
                    <a:pt x="1596" y="5765"/>
                    <a:pt x="1721" y="5747"/>
                    <a:pt x="1846" y="5747"/>
                  </a:cubicBezTo>
                  <a:cubicBezTo>
                    <a:pt x="1930" y="5747"/>
                    <a:pt x="2014" y="5755"/>
                    <a:pt x="2097" y="5771"/>
                  </a:cubicBezTo>
                  <a:cubicBezTo>
                    <a:pt x="2087" y="5746"/>
                    <a:pt x="2076" y="5716"/>
                    <a:pt x="2087" y="5685"/>
                  </a:cubicBezTo>
                  <a:cubicBezTo>
                    <a:pt x="2202" y="5109"/>
                    <a:pt x="2253" y="4493"/>
                    <a:pt x="2239" y="3680"/>
                  </a:cubicBezTo>
                  <a:cubicBezTo>
                    <a:pt x="2239" y="3603"/>
                    <a:pt x="2304" y="3538"/>
                    <a:pt x="2380" y="3538"/>
                  </a:cubicBezTo>
                  <a:cubicBezTo>
                    <a:pt x="2461" y="3538"/>
                    <a:pt x="2521" y="3598"/>
                    <a:pt x="2526" y="3675"/>
                  </a:cubicBezTo>
                  <a:cubicBezTo>
                    <a:pt x="2536" y="4513"/>
                    <a:pt x="2486" y="5149"/>
                    <a:pt x="2360" y="5741"/>
                  </a:cubicBezTo>
                  <a:cubicBezTo>
                    <a:pt x="2354" y="5781"/>
                    <a:pt x="2335" y="5806"/>
                    <a:pt x="2309" y="5827"/>
                  </a:cubicBezTo>
                  <a:cubicBezTo>
                    <a:pt x="2380" y="5853"/>
                    <a:pt x="2451" y="5888"/>
                    <a:pt x="2521" y="5923"/>
                  </a:cubicBezTo>
                  <a:cubicBezTo>
                    <a:pt x="3142" y="4377"/>
                    <a:pt x="3683" y="1815"/>
                    <a:pt x="2748" y="608"/>
                  </a:cubicBezTo>
                  <a:cubicBezTo>
                    <a:pt x="2438" y="205"/>
                    <a:pt x="2086" y="1"/>
                    <a:pt x="1712" y="1"/>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33"/>
            <p:cNvSpPr/>
            <p:nvPr/>
          </p:nvSpPr>
          <p:spPr>
            <a:xfrm>
              <a:off x="1822800" y="2043250"/>
              <a:ext cx="129625" cy="129800"/>
            </a:xfrm>
            <a:custGeom>
              <a:avLst/>
              <a:gdLst/>
              <a:ahLst/>
              <a:cxnLst/>
              <a:rect l="l" t="t" r="r" b="b"/>
              <a:pathLst>
                <a:path w="5185" h="5192" extrusionOk="0">
                  <a:moveTo>
                    <a:pt x="2721" y="1413"/>
                  </a:moveTo>
                  <a:cubicBezTo>
                    <a:pt x="2774" y="1413"/>
                    <a:pt x="2825" y="1443"/>
                    <a:pt x="2850" y="1493"/>
                  </a:cubicBezTo>
                  <a:cubicBezTo>
                    <a:pt x="2880" y="1558"/>
                    <a:pt x="2855" y="1644"/>
                    <a:pt x="2785" y="1680"/>
                  </a:cubicBezTo>
                  <a:cubicBezTo>
                    <a:pt x="2654" y="1740"/>
                    <a:pt x="2491" y="1847"/>
                    <a:pt x="2391" y="1922"/>
                  </a:cubicBezTo>
                  <a:cubicBezTo>
                    <a:pt x="2365" y="1943"/>
                    <a:pt x="2335" y="1958"/>
                    <a:pt x="2304" y="1958"/>
                  </a:cubicBezTo>
                  <a:cubicBezTo>
                    <a:pt x="2264" y="1958"/>
                    <a:pt x="2223" y="1938"/>
                    <a:pt x="2193" y="1903"/>
                  </a:cubicBezTo>
                  <a:cubicBezTo>
                    <a:pt x="2143" y="1842"/>
                    <a:pt x="2153" y="1751"/>
                    <a:pt x="2218" y="1705"/>
                  </a:cubicBezTo>
                  <a:cubicBezTo>
                    <a:pt x="2330" y="1609"/>
                    <a:pt x="2507" y="1498"/>
                    <a:pt x="2659" y="1427"/>
                  </a:cubicBezTo>
                  <a:cubicBezTo>
                    <a:pt x="2679" y="1417"/>
                    <a:pt x="2700" y="1413"/>
                    <a:pt x="2721" y="1413"/>
                  </a:cubicBezTo>
                  <a:close/>
                  <a:moveTo>
                    <a:pt x="3407" y="2760"/>
                  </a:moveTo>
                  <a:cubicBezTo>
                    <a:pt x="3447" y="2760"/>
                    <a:pt x="3487" y="2764"/>
                    <a:pt x="3527" y="2771"/>
                  </a:cubicBezTo>
                  <a:cubicBezTo>
                    <a:pt x="3603" y="2782"/>
                    <a:pt x="3659" y="2852"/>
                    <a:pt x="3643" y="2929"/>
                  </a:cubicBezTo>
                  <a:cubicBezTo>
                    <a:pt x="3634" y="3000"/>
                    <a:pt x="3577" y="3052"/>
                    <a:pt x="3508" y="3052"/>
                  </a:cubicBezTo>
                  <a:cubicBezTo>
                    <a:pt x="3499" y="3052"/>
                    <a:pt x="3491" y="3051"/>
                    <a:pt x="3482" y="3050"/>
                  </a:cubicBezTo>
                  <a:cubicBezTo>
                    <a:pt x="3459" y="3047"/>
                    <a:pt x="3437" y="3045"/>
                    <a:pt x="3415" y="3045"/>
                  </a:cubicBezTo>
                  <a:cubicBezTo>
                    <a:pt x="3322" y="3045"/>
                    <a:pt x="3236" y="3071"/>
                    <a:pt x="3184" y="3120"/>
                  </a:cubicBezTo>
                  <a:cubicBezTo>
                    <a:pt x="3153" y="3146"/>
                    <a:pt x="3123" y="3155"/>
                    <a:pt x="3088" y="3155"/>
                  </a:cubicBezTo>
                  <a:cubicBezTo>
                    <a:pt x="3053" y="3155"/>
                    <a:pt x="3011" y="3141"/>
                    <a:pt x="2981" y="3110"/>
                  </a:cubicBezTo>
                  <a:cubicBezTo>
                    <a:pt x="2931" y="3055"/>
                    <a:pt x="2936" y="2964"/>
                    <a:pt x="2992" y="2913"/>
                  </a:cubicBezTo>
                  <a:cubicBezTo>
                    <a:pt x="3097" y="2816"/>
                    <a:pt x="3248" y="2760"/>
                    <a:pt x="3407" y="2760"/>
                  </a:cubicBezTo>
                  <a:close/>
                  <a:moveTo>
                    <a:pt x="3276" y="0"/>
                  </a:moveTo>
                  <a:cubicBezTo>
                    <a:pt x="3091" y="0"/>
                    <a:pt x="2905" y="24"/>
                    <a:pt x="2724" y="73"/>
                  </a:cubicBezTo>
                  <a:cubicBezTo>
                    <a:pt x="1405" y="422"/>
                    <a:pt x="390" y="2251"/>
                    <a:pt x="5" y="3797"/>
                  </a:cubicBezTo>
                  <a:cubicBezTo>
                    <a:pt x="5" y="3802"/>
                    <a:pt x="1" y="3808"/>
                    <a:pt x="1" y="3812"/>
                  </a:cubicBezTo>
                  <a:cubicBezTo>
                    <a:pt x="87" y="3903"/>
                    <a:pt x="168" y="3999"/>
                    <a:pt x="243" y="4111"/>
                  </a:cubicBezTo>
                  <a:lnTo>
                    <a:pt x="243" y="4100"/>
                  </a:lnTo>
                  <a:cubicBezTo>
                    <a:pt x="581" y="3407"/>
                    <a:pt x="936" y="2756"/>
                    <a:pt x="1542" y="2322"/>
                  </a:cubicBezTo>
                  <a:cubicBezTo>
                    <a:pt x="1566" y="2305"/>
                    <a:pt x="1594" y="2297"/>
                    <a:pt x="1622" y="2297"/>
                  </a:cubicBezTo>
                  <a:cubicBezTo>
                    <a:pt x="1669" y="2297"/>
                    <a:pt x="1715" y="2319"/>
                    <a:pt x="1744" y="2357"/>
                  </a:cubicBezTo>
                  <a:cubicBezTo>
                    <a:pt x="1789" y="2423"/>
                    <a:pt x="1769" y="2509"/>
                    <a:pt x="1708" y="2554"/>
                  </a:cubicBezTo>
                  <a:cubicBezTo>
                    <a:pt x="1153" y="2948"/>
                    <a:pt x="819" y="3570"/>
                    <a:pt x="501" y="4226"/>
                  </a:cubicBezTo>
                  <a:cubicBezTo>
                    <a:pt x="476" y="4277"/>
                    <a:pt x="425" y="4302"/>
                    <a:pt x="374" y="4302"/>
                  </a:cubicBezTo>
                  <a:lnTo>
                    <a:pt x="360" y="4302"/>
                  </a:lnTo>
                  <a:cubicBezTo>
                    <a:pt x="374" y="4323"/>
                    <a:pt x="385" y="4347"/>
                    <a:pt x="395" y="4368"/>
                  </a:cubicBezTo>
                  <a:cubicBezTo>
                    <a:pt x="950" y="3852"/>
                    <a:pt x="1850" y="3383"/>
                    <a:pt x="2351" y="3150"/>
                  </a:cubicBezTo>
                  <a:cubicBezTo>
                    <a:pt x="2371" y="3140"/>
                    <a:pt x="2391" y="3136"/>
                    <a:pt x="2412" y="3136"/>
                  </a:cubicBezTo>
                  <a:cubicBezTo>
                    <a:pt x="2463" y="3136"/>
                    <a:pt x="2512" y="3166"/>
                    <a:pt x="2537" y="3216"/>
                  </a:cubicBezTo>
                  <a:cubicBezTo>
                    <a:pt x="2572" y="3286"/>
                    <a:pt x="2542" y="3367"/>
                    <a:pt x="2472" y="3403"/>
                  </a:cubicBezTo>
                  <a:cubicBezTo>
                    <a:pt x="2067" y="3595"/>
                    <a:pt x="1066" y="4100"/>
                    <a:pt x="521" y="4631"/>
                  </a:cubicBezTo>
                  <a:cubicBezTo>
                    <a:pt x="521" y="4636"/>
                    <a:pt x="521" y="4636"/>
                    <a:pt x="516" y="4636"/>
                  </a:cubicBezTo>
                  <a:cubicBezTo>
                    <a:pt x="586" y="4813"/>
                    <a:pt x="637" y="5000"/>
                    <a:pt x="672" y="5191"/>
                  </a:cubicBezTo>
                  <a:lnTo>
                    <a:pt x="980" y="5070"/>
                  </a:lnTo>
                  <a:cubicBezTo>
                    <a:pt x="1355" y="4923"/>
                    <a:pt x="1775" y="4762"/>
                    <a:pt x="2214" y="4601"/>
                  </a:cubicBezTo>
                  <a:cubicBezTo>
                    <a:pt x="3664" y="3989"/>
                    <a:pt x="5149" y="3115"/>
                    <a:pt x="5175" y="1740"/>
                  </a:cubicBezTo>
                  <a:cubicBezTo>
                    <a:pt x="5184" y="1220"/>
                    <a:pt x="4967" y="756"/>
                    <a:pt x="4553" y="427"/>
                  </a:cubicBezTo>
                  <a:cubicBezTo>
                    <a:pt x="4199" y="149"/>
                    <a:pt x="3740" y="0"/>
                    <a:pt x="3276" y="0"/>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33"/>
            <p:cNvSpPr/>
            <p:nvPr/>
          </p:nvSpPr>
          <p:spPr>
            <a:xfrm>
              <a:off x="1830150" y="2153800"/>
              <a:ext cx="166975" cy="88450"/>
            </a:xfrm>
            <a:custGeom>
              <a:avLst/>
              <a:gdLst/>
              <a:ahLst/>
              <a:cxnLst/>
              <a:rect l="l" t="t" r="r" b="b"/>
              <a:pathLst>
                <a:path w="6679" h="3538" extrusionOk="0">
                  <a:moveTo>
                    <a:pt x="4309" y="962"/>
                  </a:moveTo>
                  <a:cubicBezTo>
                    <a:pt x="4385" y="962"/>
                    <a:pt x="4451" y="1023"/>
                    <a:pt x="4451" y="1103"/>
                  </a:cubicBezTo>
                  <a:cubicBezTo>
                    <a:pt x="4451" y="1179"/>
                    <a:pt x="4385" y="1244"/>
                    <a:pt x="4309" y="1244"/>
                  </a:cubicBezTo>
                  <a:lnTo>
                    <a:pt x="3839" y="1244"/>
                  </a:lnTo>
                  <a:cubicBezTo>
                    <a:pt x="3759" y="1244"/>
                    <a:pt x="3698" y="1179"/>
                    <a:pt x="3698" y="1103"/>
                  </a:cubicBezTo>
                  <a:cubicBezTo>
                    <a:pt x="3698" y="1023"/>
                    <a:pt x="3759" y="962"/>
                    <a:pt x="3839" y="962"/>
                  </a:cubicBezTo>
                  <a:close/>
                  <a:moveTo>
                    <a:pt x="3321" y="2105"/>
                  </a:moveTo>
                  <a:cubicBezTo>
                    <a:pt x="3330" y="2105"/>
                    <a:pt x="3340" y="2106"/>
                    <a:pt x="3349" y="2108"/>
                  </a:cubicBezTo>
                  <a:cubicBezTo>
                    <a:pt x="3475" y="2138"/>
                    <a:pt x="3607" y="2179"/>
                    <a:pt x="3729" y="2219"/>
                  </a:cubicBezTo>
                  <a:cubicBezTo>
                    <a:pt x="3804" y="2245"/>
                    <a:pt x="3839" y="2326"/>
                    <a:pt x="3815" y="2396"/>
                  </a:cubicBezTo>
                  <a:cubicBezTo>
                    <a:pt x="3794" y="2457"/>
                    <a:pt x="3738" y="2492"/>
                    <a:pt x="3683" y="2492"/>
                  </a:cubicBezTo>
                  <a:cubicBezTo>
                    <a:pt x="3668" y="2492"/>
                    <a:pt x="3652" y="2492"/>
                    <a:pt x="3638" y="2487"/>
                  </a:cubicBezTo>
                  <a:cubicBezTo>
                    <a:pt x="3526" y="2452"/>
                    <a:pt x="3405" y="2417"/>
                    <a:pt x="3284" y="2387"/>
                  </a:cubicBezTo>
                  <a:cubicBezTo>
                    <a:pt x="3208" y="2371"/>
                    <a:pt x="3158" y="2296"/>
                    <a:pt x="3178" y="2219"/>
                  </a:cubicBezTo>
                  <a:cubicBezTo>
                    <a:pt x="3195" y="2148"/>
                    <a:pt x="3256" y="2105"/>
                    <a:pt x="3321" y="2105"/>
                  </a:cubicBezTo>
                  <a:close/>
                  <a:moveTo>
                    <a:pt x="4701" y="0"/>
                  </a:moveTo>
                  <a:cubicBezTo>
                    <a:pt x="3884" y="0"/>
                    <a:pt x="2921" y="277"/>
                    <a:pt x="2046" y="587"/>
                  </a:cubicBezTo>
                  <a:cubicBezTo>
                    <a:pt x="1602" y="774"/>
                    <a:pt x="1171" y="936"/>
                    <a:pt x="777" y="1083"/>
                  </a:cubicBezTo>
                  <a:cubicBezTo>
                    <a:pt x="651" y="1128"/>
                    <a:pt x="530" y="1174"/>
                    <a:pt x="414" y="1219"/>
                  </a:cubicBezTo>
                  <a:cubicBezTo>
                    <a:pt x="414" y="1254"/>
                    <a:pt x="409" y="1295"/>
                    <a:pt x="409" y="1335"/>
                  </a:cubicBezTo>
                  <a:cubicBezTo>
                    <a:pt x="1111" y="1138"/>
                    <a:pt x="1990" y="1016"/>
                    <a:pt x="2794" y="1012"/>
                  </a:cubicBezTo>
                  <a:cubicBezTo>
                    <a:pt x="2796" y="1011"/>
                    <a:pt x="2799" y="1011"/>
                    <a:pt x="2802" y="1011"/>
                  </a:cubicBezTo>
                  <a:cubicBezTo>
                    <a:pt x="2874" y="1011"/>
                    <a:pt x="2936" y="1075"/>
                    <a:pt x="2936" y="1154"/>
                  </a:cubicBezTo>
                  <a:cubicBezTo>
                    <a:pt x="2936" y="1229"/>
                    <a:pt x="2875" y="1295"/>
                    <a:pt x="2794" y="1295"/>
                  </a:cubicBezTo>
                  <a:cubicBezTo>
                    <a:pt x="1985" y="1300"/>
                    <a:pt x="1061" y="1431"/>
                    <a:pt x="369" y="1643"/>
                  </a:cubicBezTo>
                  <a:cubicBezTo>
                    <a:pt x="348" y="1765"/>
                    <a:pt x="313" y="1886"/>
                    <a:pt x="268" y="2002"/>
                  </a:cubicBezTo>
                  <a:cubicBezTo>
                    <a:pt x="364" y="1999"/>
                    <a:pt x="459" y="1997"/>
                    <a:pt x="554" y="1997"/>
                  </a:cubicBezTo>
                  <a:cubicBezTo>
                    <a:pt x="1023" y="1997"/>
                    <a:pt x="1488" y="2035"/>
                    <a:pt x="1945" y="2073"/>
                  </a:cubicBezTo>
                  <a:cubicBezTo>
                    <a:pt x="2092" y="2084"/>
                    <a:pt x="2238" y="2098"/>
                    <a:pt x="2384" y="2108"/>
                  </a:cubicBezTo>
                  <a:cubicBezTo>
                    <a:pt x="2465" y="2114"/>
                    <a:pt x="2521" y="2179"/>
                    <a:pt x="2516" y="2259"/>
                  </a:cubicBezTo>
                  <a:cubicBezTo>
                    <a:pt x="2511" y="2336"/>
                    <a:pt x="2451" y="2392"/>
                    <a:pt x="2374" y="2392"/>
                  </a:cubicBezTo>
                  <a:lnTo>
                    <a:pt x="2365" y="2392"/>
                  </a:lnTo>
                  <a:cubicBezTo>
                    <a:pt x="2218" y="2376"/>
                    <a:pt x="2071" y="2366"/>
                    <a:pt x="1920" y="2356"/>
                  </a:cubicBezTo>
                  <a:cubicBezTo>
                    <a:pt x="1442" y="2321"/>
                    <a:pt x="948" y="2282"/>
                    <a:pt x="463" y="2282"/>
                  </a:cubicBezTo>
                  <a:cubicBezTo>
                    <a:pt x="389" y="2282"/>
                    <a:pt x="316" y="2283"/>
                    <a:pt x="243" y="2285"/>
                  </a:cubicBezTo>
                  <a:lnTo>
                    <a:pt x="238" y="2285"/>
                  </a:lnTo>
                  <a:cubicBezTo>
                    <a:pt x="201" y="2285"/>
                    <a:pt x="177" y="2275"/>
                    <a:pt x="152" y="2255"/>
                  </a:cubicBezTo>
                  <a:cubicBezTo>
                    <a:pt x="131" y="2296"/>
                    <a:pt x="106" y="2341"/>
                    <a:pt x="80" y="2376"/>
                  </a:cubicBezTo>
                  <a:cubicBezTo>
                    <a:pt x="56" y="2422"/>
                    <a:pt x="30" y="2462"/>
                    <a:pt x="0" y="2502"/>
                  </a:cubicBezTo>
                  <a:cubicBezTo>
                    <a:pt x="66" y="2553"/>
                    <a:pt x="131" y="2604"/>
                    <a:pt x="201" y="2660"/>
                  </a:cubicBezTo>
                  <a:cubicBezTo>
                    <a:pt x="1275" y="3130"/>
                    <a:pt x="2701" y="3538"/>
                    <a:pt x="3940" y="3538"/>
                  </a:cubicBezTo>
                  <a:cubicBezTo>
                    <a:pt x="4858" y="3538"/>
                    <a:pt x="5674" y="3314"/>
                    <a:pt x="6168" y="2725"/>
                  </a:cubicBezTo>
                  <a:cubicBezTo>
                    <a:pt x="6543" y="2280"/>
                    <a:pt x="6679" y="1699"/>
                    <a:pt x="6527" y="1163"/>
                  </a:cubicBezTo>
                  <a:cubicBezTo>
                    <a:pt x="6381" y="664"/>
                    <a:pt x="6007" y="279"/>
                    <a:pt x="5497" y="113"/>
                  </a:cubicBezTo>
                  <a:cubicBezTo>
                    <a:pt x="5256" y="34"/>
                    <a:pt x="4988" y="0"/>
                    <a:pt x="4701" y="0"/>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33"/>
            <p:cNvSpPr/>
            <p:nvPr/>
          </p:nvSpPr>
          <p:spPr>
            <a:xfrm>
              <a:off x="1782000" y="2225700"/>
              <a:ext cx="102225" cy="144725"/>
            </a:xfrm>
            <a:custGeom>
              <a:avLst/>
              <a:gdLst/>
              <a:ahLst/>
              <a:cxnLst/>
              <a:rect l="l" t="t" r="r" b="b"/>
              <a:pathLst>
                <a:path w="4089" h="5789" extrusionOk="0">
                  <a:moveTo>
                    <a:pt x="2629" y="2156"/>
                  </a:moveTo>
                  <a:cubicBezTo>
                    <a:pt x="2683" y="2156"/>
                    <a:pt x="2737" y="2187"/>
                    <a:pt x="2759" y="2244"/>
                  </a:cubicBezTo>
                  <a:cubicBezTo>
                    <a:pt x="2825" y="2390"/>
                    <a:pt x="2885" y="2566"/>
                    <a:pt x="2926" y="2734"/>
                  </a:cubicBezTo>
                  <a:cubicBezTo>
                    <a:pt x="2941" y="2809"/>
                    <a:pt x="2896" y="2885"/>
                    <a:pt x="2820" y="2906"/>
                  </a:cubicBezTo>
                  <a:cubicBezTo>
                    <a:pt x="2810" y="2911"/>
                    <a:pt x="2800" y="2911"/>
                    <a:pt x="2785" y="2911"/>
                  </a:cubicBezTo>
                  <a:cubicBezTo>
                    <a:pt x="2724" y="2911"/>
                    <a:pt x="2663" y="2865"/>
                    <a:pt x="2649" y="2799"/>
                  </a:cubicBezTo>
                  <a:cubicBezTo>
                    <a:pt x="2612" y="2652"/>
                    <a:pt x="2563" y="2491"/>
                    <a:pt x="2502" y="2354"/>
                  </a:cubicBezTo>
                  <a:cubicBezTo>
                    <a:pt x="2472" y="2284"/>
                    <a:pt x="2502" y="2198"/>
                    <a:pt x="2572" y="2167"/>
                  </a:cubicBezTo>
                  <a:cubicBezTo>
                    <a:pt x="2591" y="2160"/>
                    <a:pt x="2610" y="2156"/>
                    <a:pt x="2629" y="2156"/>
                  </a:cubicBezTo>
                  <a:close/>
                  <a:moveTo>
                    <a:pt x="1016" y="433"/>
                  </a:moveTo>
                  <a:cubicBezTo>
                    <a:pt x="1077" y="433"/>
                    <a:pt x="1131" y="478"/>
                    <a:pt x="1148" y="535"/>
                  </a:cubicBezTo>
                  <a:cubicBezTo>
                    <a:pt x="1334" y="1263"/>
                    <a:pt x="1502" y="2062"/>
                    <a:pt x="1623" y="2850"/>
                  </a:cubicBezTo>
                  <a:cubicBezTo>
                    <a:pt x="1633" y="2930"/>
                    <a:pt x="1582" y="3002"/>
                    <a:pt x="1502" y="3011"/>
                  </a:cubicBezTo>
                  <a:lnTo>
                    <a:pt x="1481" y="3011"/>
                  </a:lnTo>
                  <a:cubicBezTo>
                    <a:pt x="1416" y="3011"/>
                    <a:pt x="1355" y="2966"/>
                    <a:pt x="1339" y="2895"/>
                  </a:cubicBezTo>
                  <a:cubicBezTo>
                    <a:pt x="1224" y="2118"/>
                    <a:pt x="1062" y="1323"/>
                    <a:pt x="875" y="612"/>
                  </a:cubicBezTo>
                  <a:cubicBezTo>
                    <a:pt x="854" y="535"/>
                    <a:pt x="900" y="455"/>
                    <a:pt x="975" y="439"/>
                  </a:cubicBezTo>
                  <a:cubicBezTo>
                    <a:pt x="989" y="435"/>
                    <a:pt x="1003" y="433"/>
                    <a:pt x="1016" y="433"/>
                  </a:cubicBezTo>
                  <a:close/>
                  <a:moveTo>
                    <a:pt x="1583" y="3567"/>
                  </a:moveTo>
                  <a:cubicBezTo>
                    <a:pt x="1633" y="3567"/>
                    <a:pt x="1680" y="3593"/>
                    <a:pt x="1709" y="3638"/>
                  </a:cubicBezTo>
                  <a:cubicBezTo>
                    <a:pt x="1749" y="3713"/>
                    <a:pt x="1789" y="3785"/>
                    <a:pt x="1819" y="3860"/>
                  </a:cubicBezTo>
                  <a:cubicBezTo>
                    <a:pt x="1850" y="3930"/>
                    <a:pt x="1819" y="4017"/>
                    <a:pt x="1749" y="4047"/>
                  </a:cubicBezTo>
                  <a:cubicBezTo>
                    <a:pt x="1728" y="4052"/>
                    <a:pt x="1709" y="4058"/>
                    <a:pt x="1688" y="4058"/>
                  </a:cubicBezTo>
                  <a:cubicBezTo>
                    <a:pt x="1637" y="4058"/>
                    <a:pt x="1582" y="4027"/>
                    <a:pt x="1562" y="3972"/>
                  </a:cubicBezTo>
                  <a:cubicBezTo>
                    <a:pt x="1532" y="3906"/>
                    <a:pt x="1502" y="3846"/>
                    <a:pt x="1467" y="3779"/>
                  </a:cubicBezTo>
                  <a:cubicBezTo>
                    <a:pt x="1425" y="3709"/>
                    <a:pt x="1451" y="3622"/>
                    <a:pt x="1516" y="3582"/>
                  </a:cubicBezTo>
                  <a:cubicBezTo>
                    <a:pt x="1538" y="3572"/>
                    <a:pt x="1561" y="3567"/>
                    <a:pt x="1583" y="3567"/>
                  </a:cubicBezTo>
                  <a:close/>
                  <a:moveTo>
                    <a:pt x="1602" y="1"/>
                  </a:moveTo>
                  <a:cubicBezTo>
                    <a:pt x="1547" y="45"/>
                    <a:pt x="1502" y="91"/>
                    <a:pt x="1446" y="132"/>
                  </a:cubicBezTo>
                  <a:cubicBezTo>
                    <a:pt x="1830" y="486"/>
                    <a:pt x="2173" y="1011"/>
                    <a:pt x="2346" y="1521"/>
                  </a:cubicBezTo>
                  <a:cubicBezTo>
                    <a:pt x="2376" y="1591"/>
                    <a:pt x="2335" y="1678"/>
                    <a:pt x="2260" y="1703"/>
                  </a:cubicBezTo>
                  <a:cubicBezTo>
                    <a:pt x="2244" y="1703"/>
                    <a:pt x="2229" y="1708"/>
                    <a:pt x="2213" y="1708"/>
                  </a:cubicBezTo>
                  <a:cubicBezTo>
                    <a:pt x="2153" y="1708"/>
                    <a:pt x="2097" y="1668"/>
                    <a:pt x="2078" y="1612"/>
                  </a:cubicBezTo>
                  <a:cubicBezTo>
                    <a:pt x="1915" y="1137"/>
                    <a:pt x="1588" y="637"/>
                    <a:pt x="1229" y="313"/>
                  </a:cubicBezTo>
                  <a:cubicBezTo>
                    <a:pt x="1218" y="304"/>
                    <a:pt x="1218" y="293"/>
                    <a:pt x="1208" y="288"/>
                  </a:cubicBezTo>
                  <a:cubicBezTo>
                    <a:pt x="975" y="420"/>
                    <a:pt x="728" y="481"/>
                    <a:pt x="471" y="481"/>
                  </a:cubicBezTo>
                  <a:cubicBezTo>
                    <a:pt x="406" y="481"/>
                    <a:pt x="334" y="475"/>
                    <a:pt x="264" y="470"/>
                  </a:cubicBezTo>
                  <a:cubicBezTo>
                    <a:pt x="229" y="637"/>
                    <a:pt x="193" y="814"/>
                    <a:pt x="168" y="996"/>
                  </a:cubicBezTo>
                  <a:cubicBezTo>
                    <a:pt x="1" y="2839"/>
                    <a:pt x="182" y="5467"/>
                    <a:pt x="1779" y="5744"/>
                  </a:cubicBezTo>
                  <a:cubicBezTo>
                    <a:pt x="1951" y="5774"/>
                    <a:pt x="2115" y="5788"/>
                    <a:pt x="2272" y="5788"/>
                  </a:cubicBezTo>
                  <a:cubicBezTo>
                    <a:pt x="2761" y="5788"/>
                    <a:pt x="3172" y="5646"/>
                    <a:pt x="3482" y="5371"/>
                  </a:cubicBezTo>
                  <a:cubicBezTo>
                    <a:pt x="3892" y="4997"/>
                    <a:pt x="4088" y="4396"/>
                    <a:pt x="4037" y="3673"/>
                  </a:cubicBezTo>
                  <a:cubicBezTo>
                    <a:pt x="3952" y="2486"/>
                    <a:pt x="3158" y="1183"/>
                    <a:pt x="1901" y="147"/>
                  </a:cubicBezTo>
                  <a:cubicBezTo>
                    <a:pt x="1815" y="106"/>
                    <a:pt x="1728" y="71"/>
                    <a:pt x="1653" y="36"/>
                  </a:cubicBezTo>
                  <a:cubicBezTo>
                    <a:pt x="1633" y="26"/>
                    <a:pt x="1618" y="10"/>
                    <a:pt x="1602" y="1"/>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33"/>
            <p:cNvSpPr/>
            <p:nvPr/>
          </p:nvSpPr>
          <p:spPr>
            <a:xfrm>
              <a:off x="1764575" y="2167350"/>
              <a:ext cx="8350" cy="7075"/>
            </a:xfrm>
            <a:custGeom>
              <a:avLst/>
              <a:gdLst/>
              <a:ahLst/>
              <a:cxnLst/>
              <a:rect l="l" t="t" r="r" b="b"/>
              <a:pathLst>
                <a:path w="334" h="283" extrusionOk="0">
                  <a:moveTo>
                    <a:pt x="142" y="0"/>
                  </a:moveTo>
                  <a:cubicBezTo>
                    <a:pt x="66" y="0"/>
                    <a:pt x="0" y="61"/>
                    <a:pt x="0" y="141"/>
                  </a:cubicBezTo>
                  <a:cubicBezTo>
                    <a:pt x="0" y="217"/>
                    <a:pt x="66" y="283"/>
                    <a:pt x="142" y="283"/>
                  </a:cubicBezTo>
                  <a:lnTo>
                    <a:pt x="193" y="283"/>
                  </a:lnTo>
                  <a:cubicBezTo>
                    <a:pt x="273" y="283"/>
                    <a:pt x="334" y="217"/>
                    <a:pt x="334" y="141"/>
                  </a:cubicBezTo>
                  <a:cubicBezTo>
                    <a:pt x="334" y="61"/>
                    <a:pt x="273" y="0"/>
                    <a:pt x="193"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33"/>
            <p:cNvSpPr/>
            <p:nvPr/>
          </p:nvSpPr>
          <p:spPr>
            <a:xfrm>
              <a:off x="1788075" y="2155475"/>
              <a:ext cx="9750" cy="7225"/>
            </a:xfrm>
            <a:custGeom>
              <a:avLst/>
              <a:gdLst/>
              <a:ahLst/>
              <a:cxnLst/>
              <a:rect l="l" t="t" r="r" b="b"/>
              <a:pathLst>
                <a:path w="390" h="289" extrusionOk="0">
                  <a:moveTo>
                    <a:pt x="142" y="0"/>
                  </a:moveTo>
                  <a:cubicBezTo>
                    <a:pt x="66" y="0"/>
                    <a:pt x="0" y="66"/>
                    <a:pt x="0" y="147"/>
                  </a:cubicBezTo>
                  <a:cubicBezTo>
                    <a:pt x="0" y="222"/>
                    <a:pt x="66" y="289"/>
                    <a:pt x="142" y="289"/>
                  </a:cubicBezTo>
                  <a:lnTo>
                    <a:pt x="247" y="289"/>
                  </a:lnTo>
                  <a:cubicBezTo>
                    <a:pt x="324" y="289"/>
                    <a:pt x="389" y="222"/>
                    <a:pt x="389" y="147"/>
                  </a:cubicBezTo>
                  <a:cubicBezTo>
                    <a:pt x="389" y="66"/>
                    <a:pt x="324" y="0"/>
                    <a:pt x="247"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33"/>
            <p:cNvSpPr/>
            <p:nvPr/>
          </p:nvSpPr>
          <p:spPr>
            <a:xfrm>
              <a:off x="1775950" y="2188150"/>
              <a:ext cx="11900" cy="13700"/>
            </a:xfrm>
            <a:custGeom>
              <a:avLst/>
              <a:gdLst/>
              <a:ahLst/>
              <a:cxnLst/>
              <a:rect l="l" t="t" r="r" b="b"/>
              <a:pathLst>
                <a:path w="476" h="548" extrusionOk="0">
                  <a:moveTo>
                    <a:pt x="158" y="1"/>
                  </a:moveTo>
                  <a:cubicBezTo>
                    <a:pt x="122" y="1"/>
                    <a:pt x="86" y="15"/>
                    <a:pt x="61" y="43"/>
                  </a:cubicBezTo>
                  <a:cubicBezTo>
                    <a:pt x="0" y="92"/>
                    <a:pt x="0" y="183"/>
                    <a:pt x="56" y="244"/>
                  </a:cubicBezTo>
                  <a:cubicBezTo>
                    <a:pt x="102" y="290"/>
                    <a:pt x="152" y="376"/>
                    <a:pt x="182" y="451"/>
                  </a:cubicBezTo>
                  <a:cubicBezTo>
                    <a:pt x="203" y="512"/>
                    <a:pt x="253" y="547"/>
                    <a:pt x="314" y="547"/>
                  </a:cubicBezTo>
                  <a:cubicBezTo>
                    <a:pt x="329" y="547"/>
                    <a:pt x="344" y="542"/>
                    <a:pt x="364" y="537"/>
                  </a:cubicBezTo>
                  <a:cubicBezTo>
                    <a:pt x="435" y="512"/>
                    <a:pt x="475" y="431"/>
                    <a:pt x="450" y="355"/>
                  </a:cubicBezTo>
                  <a:cubicBezTo>
                    <a:pt x="405" y="239"/>
                    <a:pt x="333" y="123"/>
                    <a:pt x="258" y="43"/>
                  </a:cubicBezTo>
                  <a:cubicBezTo>
                    <a:pt x="230" y="15"/>
                    <a:pt x="194" y="1"/>
                    <a:pt x="158"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33"/>
            <p:cNvSpPr/>
            <p:nvPr/>
          </p:nvSpPr>
          <p:spPr>
            <a:xfrm>
              <a:off x="1800950" y="2177625"/>
              <a:ext cx="10400" cy="9825"/>
            </a:xfrm>
            <a:custGeom>
              <a:avLst/>
              <a:gdLst/>
              <a:ahLst/>
              <a:cxnLst/>
              <a:rect l="l" t="t" r="r" b="b"/>
              <a:pathLst>
                <a:path w="416" h="393" extrusionOk="0">
                  <a:moveTo>
                    <a:pt x="187" y="1"/>
                  </a:moveTo>
                  <a:cubicBezTo>
                    <a:pt x="166" y="1"/>
                    <a:pt x="142" y="3"/>
                    <a:pt x="117" y="9"/>
                  </a:cubicBezTo>
                  <a:cubicBezTo>
                    <a:pt x="42" y="23"/>
                    <a:pt x="0" y="100"/>
                    <a:pt x="16" y="175"/>
                  </a:cubicBezTo>
                  <a:cubicBezTo>
                    <a:pt x="26" y="226"/>
                    <a:pt x="66" y="266"/>
                    <a:pt x="112" y="282"/>
                  </a:cubicBezTo>
                  <a:cubicBezTo>
                    <a:pt x="126" y="331"/>
                    <a:pt x="168" y="378"/>
                    <a:pt x="223" y="387"/>
                  </a:cubicBezTo>
                  <a:cubicBezTo>
                    <a:pt x="233" y="392"/>
                    <a:pt x="243" y="392"/>
                    <a:pt x="254" y="392"/>
                  </a:cubicBezTo>
                  <a:cubicBezTo>
                    <a:pt x="319" y="392"/>
                    <a:pt x="380" y="347"/>
                    <a:pt x="390" y="282"/>
                  </a:cubicBezTo>
                  <a:cubicBezTo>
                    <a:pt x="415" y="165"/>
                    <a:pt x="380" y="94"/>
                    <a:pt x="339" y="59"/>
                  </a:cubicBezTo>
                  <a:cubicBezTo>
                    <a:pt x="311" y="31"/>
                    <a:pt x="263" y="1"/>
                    <a:pt x="187"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33"/>
            <p:cNvSpPr/>
            <p:nvPr/>
          </p:nvSpPr>
          <p:spPr>
            <a:xfrm>
              <a:off x="1799700" y="2201650"/>
              <a:ext cx="8975" cy="8050"/>
            </a:xfrm>
            <a:custGeom>
              <a:avLst/>
              <a:gdLst/>
              <a:ahLst/>
              <a:cxnLst/>
              <a:rect l="l" t="t" r="r" b="b"/>
              <a:pathLst>
                <a:path w="359" h="322" extrusionOk="0">
                  <a:moveTo>
                    <a:pt x="162" y="1"/>
                  </a:moveTo>
                  <a:cubicBezTo>
                    <a:pt x="147" y="1"/>
                    <a:pt x="133" y="3"/>
                    <a:pt x="122" y="7"/>
                  </a:cubicBezTo>
                  <a:cubicBezTo>
                    <a:pt x="86" y="18"/>
                    <a:pt x="15" y="53"/>
                    <a:pt x="6" y="170"/>
                  </a:cubicBezTo>
                  <a:cubicBezTo>
                    <a:pt x="1" y="245"/>
                    <a:pt x="61" y="310"/>
                    <a:pt x="136" y="315"/>
                  </a:cubicBezTo>
                  <a:lnTo>
                    <a:pt x="167" y="315"/>
                  </a:lnTo>
                  <a:cubicBezTo>
                    <a:pt x="176" y="315"/>
                    <a:pt x="187" y="321"/>
                    <a:pt x="197" y="321"/>
                  </a:cubicBezTo>
                  <a:cubicBezTo>
                    <a:pt x="227" y="321"/>
                    <a:pt x="253" y="310"/>
                    <a:pt x="278" y="296"/>
                  </a:cubicBezTo>
                  <a:cubicBezTo>
                    <a:pt x="344" y="250"/>
                    <a:pt x="358" y="159"/>
                    <a:pt x="314" y="98"/>
                  </a:cubicBezTo>
                  <a:cubicBezTo>
                    <a:pt x="264" y="23"/>
                    <a:pt x="207" y="1"/>
                    <a:pt x="162"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33"/>
            <p:cNvSpPr/>
            <p:nvPr/>
          </p:nvSpPr>
          <p:spPr>
            <a:xfrm>
              <a:off x="1876375" y="2078550"/>
              <a:ext cx="18450" cy="13675"/>
            </a:xfrm>
            <a:custGeom>
              <a:avLst/>
              <a:gdLst/>
              <a:ahLst/>
              <a:cxnLst/>
              <a:rect l="l" t="t" r="r" b="b"/>
              <a:pathLst>
                <a:path w="738" h="547" extrusionOk="0">
                  <a:moveTo>
                    <a:pt x="578" y="1"/>
                  </a:moveTo>
                  <a:cubicBezTo>
                    <a:pt x="557" y="1"/>
                    <a:pt x="536" y="5"/>
                    <a:pt x="516" y="15"/>
                  </a:cubicBezTo>
                  <a:cubicBezTo>
                    <a:pt x="364" y="86"/>
                    <a:pt x="187" y="197"/>
                    <a:pt x="75" y="293"/>
                  </a:cubicBezTo>
                  <a:cubicBezTo>
                    <a:pt x="10" y="339"/>
                    <a:pt x="0" y="430"/>
                    <a:pt x="50" y="491"/>
                  </a:cubicBezTo>
                  <a:cubicBezTo>
                    <a:pt x="80" y="526"/>
                    <a:pt x="121" y="546"/>
                    <a:pt x="161" y="546"/>
                  </a:cubicBezTo>
                  <a:cubicBezTo>
                    <a:pt x="192" y="546"/>
                    <a:pt x="222" y="531"/>
                    <a:pt x="248" y="510"/>
                  </a:cubicBezTo>
                  <a:cubicBezTo>
                    <a:pt x="348" y="435"/>
                    <a:pt x="511" y="328"/>
                    <a:pt x="642" y="268"/>
                  </a:cubicBezTo>
                  <a:cubicBezTo>
                    <a:pt x="712" y="232"/>
                    <a:pt x="737" y="146"/>
                    <a:pt x="707" y="81"/>
                  </a:cubicBezTo>
                  <a:cubicBezTo>
                    <a:pt x="682" y="31"/>
                    <a:pt x="631" y="1"/>
                    <a:pt x="578"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33"/>
            <p:cNvSpPr/>
            <p:nvPr/>
          </p:nvSpPr>
          <p:spPr>
            <a:xfrm>
              <a:off x="1896075" y="2112250"/>
              <a:ext cx="18200" cy="9900"/>
            </a:xfrm>
            <a:custGeom>
              <a:avLst/>
              <a:gdLst/>
              <a:ahLst/>
              <a:cxnLst/>
              <a:rect l="l" t="t" r="r" b="b"/>
              <a:pathLst>
                <a:path w="728" h="396" extrusionOk="0">
                  <a:moveTo>
                    <a:pt x="476" y="0"/>
                  </a:moveTo>
                  <a:cubicBezTo>
                    <a:pt x="317" y="0"/>
                    <a:pt x="166" y="56"/>
                    <a:pt x="61" y="153"/>
                  </a:cubicBezTo>
                  <a:cubicBezTo>
                    <a:pt x="5" y="204"/>
                    <a:pt x="0" y="295"/>
                    <a:pt x="50" y="350"/>
                  </a:cubicBezTo>
                  <a:cubicBezTo>
                    <a:pt x="80" y="381"/>
                    <a:pt x="122" y="395"/>
                    <a:pt x="157" y="395"/>
                  </a:cubicBezTo>
                  <a:cubicBezTo>
                    <a:pt x="192" y="395"/>
                    <a:pt x="222" y="386"/>
                    <a:pt x="253" y="360"/>
                  </a:cubicBezTo>
                  <a:cubicBezTo>
                    <a:pt x="305" y="311"/>
                    <a:pt x="391" y="285"/>
                    <a:pt x="484" y="285"/>
                  </a:cubicBezTo>
                  <a:cubicBezTo>
                    <a:pt x="506" y="285"/>
                    <a:pt x="528" y="287"/>
                    <a:pt x="551" y="290"/>
                  </a:cubicBezTo>
                  <a:cubicBezTo>
                    <a:pt x="560" y="291"/>
                    <a:pt x="568" y="292"/>
                    <a:pt x="577" y="292"/>
                  </a:cubicBezTo>
                  <a:cubicBezTo>
                    <a:pt x="646" y="292"/>
                    <a:pt x="703" y="240"/>
                    <a:pt x="712" y="169"/>
                  </a:cubicBezTo>
                  <a:cubicBezTo>
                    <a:pt x="728" y="92"/>
                    <a:pt x="672" y="22"/>
                    <a:pt x="596" y="11"/>
                  </a:cubicBezTo>
                  <a:cubicBezTo>
                    <a:pt x="556" y="4"/>
                    <a:pt x="516" y="0"/>
                    <a:pt x="476"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33"/>
            <p:cNvSpPr/>
            <p:nvPr/>
          </p:nvSpPr>
          <p:spPr>
            <a:xfrm>
              <a:off x="1922600" y="2177825"/>
              <a:ext cx="18850" cy="7100"/>
            </a:xfrm>
            <a:custGeom>
              <a:avLst/>
              <a:gdLst/>
              <a:ahLst/>
              <a:cxnLst/>
              <a:rect l="l" t="t" r="r" b="b"/>
              <a:pathLst>
                <a:path w="754" h="284" extrusionOk="0">
                  <a:moveTo>
                    <a:pt x="141" y="1"/>
                  </a:moveTo>
                  <a:cubicBezTo>
                    <a:pt x="61" y="1"/>
                    <a:pt x="0" y="62"/>
                    <a:pt x="0" y="142"/>
                  </a:cubicBezTo>
                  <a:cubicBezTo>
                    <a:pt x="0" y="218"/>
                    <a:pt x="61" y="283"/>
                    <a:pt x="141" y="283"/>
                  </a:cubicBezTo>
                  <a:lnTo>
                    <a:pt x="611" y="283"/>
                  </a:lnTo>
                  <a:cubicBezTo>
                    <a:pt x="687" y="283"/>
                    <a:pt x="753" y="218"/>
                    <a:pt x="753" y="142"/>
                  </a:cubicBezTo>
                  <a:cubicBezTo>
                    <a:pt x="753" y="62"/>
                    <a:pt x="687" y="1"/>
                    <a:pt x="611"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33"/>
            <p:cNvSpPr/>
            <p:nvPr/>
          </p:nvSpPr>
          <p:spPr>
            <a:xfrm>
              <a:off x="1909075" y="2206425"/>
              <a:ext cx="17050" cy="9700"/>
            </a:xfrm>
            <a:custGeom>
              <a:avLst/>
              <a:gdLst/>
              <a:ahLst/>
              <a:cxnLst/>
              <a:rect l="l" t="t" r="r" b="b"/>
              <a:pathLst>
                <a:path w="682" h="388" extrusionOk="0">
                  <a:moveTo>
                    <a:pt x="164" y="0"/>
                  </a:moveTo>
                  <a:cubicBezTo>
                    <a:pt x="99" y="0"/>
                    <a:pt x="38" y="43"/>
                    <a:pt x="21" y="114"/>
                  </a:cubicBezTo>
                  <a:cubicBezTo>
                    <a:pt x="1" y="191"/>
                    <a:pt x="51" y="266"/>
                    <a:pt x="127" y="282"/>
                  </a:cubicBezTo>
                  <a:cubicBezTo>
                    <a:pt x="248" y="312"/>
                    <a:pt x="369" y="347"/>
                    <a:pt x="481" y="382"/>
                  </a:cubicBezTo>
                  <a:cubicBezTo>
                    <a:pt x="495" y="387"/>
                    <a:pt x="511" y="387"/>
                    <a:pt x="526" y="387"/>
                  </a:cubicBezTo>
                  <a:cubicBezTo>
                    <a:pt x="581" y="387"/>
                    <a:pt x="637" y="352"/>
                    <a:pt x="658" y="291"/>
                  </a:cubicBezTo>
                  <a:cubicBezTo>
                    <a:pt x="682" y="221"/>
                    <a:pt x="647" y="140"/>
                    <a:pt x="572" y="114"/>
                  </a:cubicBezTo>
                  <a:cubicBezTo>
                    <a:pt x="450" y="74"/>
                    <a:pt x="318" y="33"/>
                    <a:pt x="192" y="3"/>
                  </a:cubicBezTo>
                  <a:cubicBezTo>
                    <a:pt x="183" y="1"/>
                    <a:pt x="173" y="0"/>
                    <a:pt x="164"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33"/>
            <p:cNvSpPr/>
            <p:nvPr/>
          </p:nvSpPr>
          <p:spPr>
            <a:xfrm>
              <a:off x="1843775" y="2279575"/>
              <a:ext cx="11750" cy="18900"/>
            </a:xfrm>
            <a:custGeom>
              <a:avLst/>
              <a:gdLst/>
              <a:ahLst/>
              <a:cxnLst/>
              <a:rect l="l" t="t" r="r" b="b"/>
              <a:pathLst>
                <a:path w="470" h="756" extrusionOk="0">
                  <a:moveTo>
                    <a:pt x="158" y="1"/>
                  </a:moveTo>
                  <a:cubicBezTo>
                    <a:pt x="139" y="1"/>
                    <a:pt x="120" y="5"/>
                    <a:pt x="101" y="12"/>
                  </a:cubicBezTo>
                  <a:cubicBezTo>
                    <a:pt x="31" y="43"/>
                    <a:pt x="1" y="129"/>
                    <a:pt x="31" y="199"/>
                  </a:cubicBezTo>
                  <a:cubicBezTo>
                    <a:pt x="92" y="336"/>
                    <a:pt x="141" y="497"/>
                    <a:pt x="178" y="644"/>
                  </a:cubicBezTo>
                  <a:cubicBezTo>
                    <a:pt x="192" y="710"/>
                    <a:pt x="253" y="756"/>
                    <a:pt x="314" y="756"/>
                  </a:cubicBezTo>
                  <a:cubicBezTo>
                    <a:pt x="329" y="756"/>
                    <a:pt x="339" y="756"/>
                    <a:pt x="349" y="751"/>
                  </a:cubicBezTo>
                  <a:cubicBezTo>
                    <a:pt x="425" y="730"/>
                    <a:pt x="470" y="654"/>
                    <a:pt x="455" y="579"/>
                  </a:cubicBezTo>
                  <a:cubicBezTo>
                    <a:pt x="414" y="411"/>
                    <a:pt x="354" y="235"/>
                    <a:pt x="288" y="89"/>
                  </a:cubicBezTo>
                  <a:cubicBezTo>
                    <a:pt x="266" y="32"/>
                    <a:pt x="212" y="1"/>
                    <a:pt x="158"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33"/>
            <p:cNvSpPr/>
            <p:nvPr/>
          </p:nvSpPr>
          <p:spPr>
            <a:xfrm>
              <a:off x="1803350" y="2236500"/>
              <a:ext cx="19475" cy="64500"/>
            </a:xfrm>
            <a:custGeom>
              <a:avLst/>
              <a:gdLst/>
              <a:ahLst/>
              <a:cxnLst/>
              <a:rect l="l" t="t" r="r" b="b"/>
              <a:pathLst>
                <a:path w="779" h="2580" extrusionOk="0">
                  <a:moveTo>
                    <a:pt x="162" y="1"/>
                  </a:moveTo>
                  <a:cubicBezTo>
                    <a:pt x="149" y="1"/>
                    <a:pt x="135" y="3"/>
                    <a:pt x="121" y="7"/>
                  </a:cubicBezTo>
                  <a:cubicBezTo>
                    <a:pt x="46" y="23"/>
                    <a:pt x="0" y="103"/>
                    <a:pt x="21" y="180"/>
                  </a:cubicBezTo>
                  <a:cubicBezTo>
                    <a:pt x="208" y="891"/>
                    <a:pt x="370" y="1686"/>
                    <a:pt x="485" y="2463"/>
                  </a:cubicBezTo>
                  <a:cubicBezTo>
                    <a:pt x="501" y="2534"/>
                    <a:pt x="562" y="2579"/>
                    <a:pt x="627" y="2579"/>
                  </a:cubicBezTo>
                  <a:lnTo>
                    <a:pt x="648" y="2579"/>
                  </a:lnTo>
                  <a:cubicBezTo>
                    <a:pt x="728" y="2570"/>
                    <a:pt x="779" y="2498"/>
                    <a:pt x="769" y="2418"/>
                  </a:cubicBezTo>
                  <a:cubicBezTo>
                    <a:pt x="648" y="1630"/>
                    <a:pt x="480" y="831"/>
                    <a:pt x="294" y="103"/>
                  </a:cubicBezTo>
                  <a:cubicBezTo>
                    <a:pt x="277" y="46"/>
                    <a:pt x="223" y="1"/>
                    <a:pt x="162"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33"/>
            <p:cNvSpPr/>
            <p:nvPr/>
          </p:nvSpPr>
          <p:spPr>
            <a:xfrm>
              <a:off x="1817625" y="2314850"/>
              <a:ext cx="10625" cy="12300"/>
            </a:xfrm>
            <a:custGeom>
              <a:avLst/>
              <a:gdLst/>
              <a:ahLst/>
              <a:cxnLst/>
              <a:rect l="l" t="t" r="r" b="b"/>
              <a:pathLst>
                <a:path w="425" h="492" extrusionOk="0">
                  <a:moveTo>
                    <a:pt x="158" y="1"/>
                  </a:moveTo>
                  <a:cubicBezTo>
                    <a:pt x="136" y="1"/>
                    <a:pt x="113" y="6"/>
                    <a:pt x="91" y="16"/>
                  </a:cubicBezTo>
                  <a:cubicBezTo>
                    <a:pt x="26" y="56"/>
                    <a:pt x="0" y="143"/>
                    <a:pt x="42" y="213"/>
                  </a:cubicBezTo>
                  <a:cubicBezTo>
                    <a:pt x="77" y="280"/>
                    <a:pt x="107" y="340"/>
                    <a:pt x="137" y="406"/>
                  </a:cubicBezTo>
                  <a:cubicBezTo>
                    <a:pt x="157" y="461"/>
                    <a:pt x="212" y="492"/>
                    <a:pt x="263" y="492"/>
                  </a:cubicBezTo>
                  <a:cubicBezTo>
                    <a:pt x="284" y="492"/>
                    <a:pt x="303" y="486"/>
                    <a:pt x="324" y="481"/>
                  </a:cubicBezTo>
                  <a:cubicBezTo>
                    <a:pt x="394" y="451"/>
                    <a:pt x="425" y="364"/>
                    <a:pt x="394" y="294"/>
                  </a:cubicBezTo>
                  <a:cubicBezTo>
                    <a:pt x="364" y="219"/>
                    <a:pt x="324" y="147"/>
                    <a:pt x="284" y="72"/>
                  </a:cubicBezTo>
                  <a:cubicBezTo>
                    <a:pt x="255" y="27"/>
                    <a:pt x="208" y="1"/>
                    <a:pt x="158"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33"/>
            <p:cNvSpPr/>
            <p:nvPr/>
          </p:nvSpPr>
          <p:spPr>
            <a:xfrm>
              <a:off x="1731500" y="2295250"/>
              <a:ext cx="13275" cy="12325"/>
            </a:xfrm>
            <a:custGeom>
              <a:avLst/>
              <a:gdLst/>
              <a:ahLst/>
              <a:cxnLst/>
              <a:rect l="l" t="t" r="r" b="b"/>
              <a:pathLst>
                <a:path w="531" h="493" extrusionOk="0">
                  <a:moveTo>
                    <a:pt x="369" y="1"/>
                  </a:moveTo>
                  <a:cubicBezTo>
                    <a:pt x="340" y="1"/>
                    <a:pt x="312" y="9"/>
                    <a:pt x="288" y="27"/>
                  </a:cubicBezTo>
                  <a:cubicBezTo>
                    <a:pt x="192" y="94"/>
                    <a:pt x="111" y="174"/>
                    <a:pt x="45" y="269"/>
                  </a:cubicBezTo>
                  <a:cubicBezTo>
                    <a:pt x="0" y="336"/>
                    <a:pt x="15" y="421"/>
                    <a:pt x="76" y="467"/>
                  </a:cubicBezTo>
                  <a:cubicBezTo>
                    <a:pt x="101" y="482"/>
                    <a:pt x="131" y="492"/>
                    <a:pt x="162" y="492"/>
                  </a:cubicBezTo>
                  <a:cubicBezTo>
                    <a:pt x="202" y="492"/>
                    <a:pt x="248" y="472"/>
                    <a:pt x="273" y="432"/>
                  </a:cubicBezTo>
                  <a:cubicBezTo>
                    <a:pt x="323" y="366"/>
                    <a:pt x="379" y="306"/>
                    <a:pt x="449" y="255"/>
                  </a:cubicBezTo>
                  <a:cubicBezTo>
                    <a:pt x="516" y="209"/>
                    <a:pt x="530" y="124"/>
                    <a:pt x="485" y="57"/>
                  </a:cubicBezTo>
                  <a:cubicBezTo>
                    <a:pt x="458" y="20"/>
                    <a:pt x="413" y="1"/>
                    <a:pt x="369"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33"/>
            <p:cNvSpPr/>
            <p:nvPr/>
          </p:nvSpPr>
          <p:spPr>
            <a:xfrm>
              <a:off x="1708125" y="2278250"/>
              <a:ext cx="13150" cy="18825"/>
            </a:xfrm>
            <a:custGeom>
              <a:avLst/>
              <a:gdLst/>
              <a:ahLst/>
              <a:cxnLst/>
              <a:rect l="l" t="t" r="r" b="b"/>
              <a:pathLst>
                <a:path w="526" h="753" extrusionOk="0">
                  <a:moveTo>
                    <a:pt x="364" y="0"/>
                  </a:moveTo>
                  <a:cubicBezTo>
                    <a:pt x="317" y="0"/>
                    <a:pt x="271" y="23"/>
                    <a:pt x="243" y="61"/>
                  </a:cubicBezTo>
                  <a:cubicBezTo>
                    <a:pt x="141" y="212"/>
                    <a:pt x="61" y="389"/>
                    <a:pt x="15" y="581"/>
                  </a:cubicBezTo>
                  <a:cubicBezTo>
                    <a:pt x="1" y="657"/>
                    <a:pt x="45" y="732"/>
                    <a:pt x="122" y="748"/>
                  </a:cubicBezTo>
                  <a:cubicBezTo>
                    <a:pt x="132" y="753"/>
                    <a:pt x="141" y="753"/>
                    <a:pt x="152" y="753"/>
                  </a:cubicBezTo>
                  <a:cubicBezTo>
                    <a:pt x="218" y="753"/>
                    <a:pt x="278" y="713"/>
                    <a:pt x="288" y="646"/>
                  </a:cubicBezTo>
                  <a:cubicBezTo>
                    <a:pt x="329" y="490"/>
                    <a:pt x="395" y="349"/>
                    <a:pt x="475" y="228"/>
                  </a:cubicBezTo>
                  <a:cubicBezTo>
                    <a:pt x="526" y="161"/>
                    <a:pt x="511" y="70"/>
                    <a:pt x="444" y="25"/>
                  </a:cubicBezTo>
                  <a:cubicBezTo>
                    <a:pt x="420" y="8"/>
                    <a:pt x="392" y="0"/>
                    <a:pt x="364"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33"/>
            <p:cNvSpPr/>
            <p:nvPr/>
          </p:nvSpPr>
          <p:spPr>
            <a:xfrm>
              <a:off x="1659625" y="2201300"/>
              <a:ext cx="20850" cy="11025"/>
            </a:xfrm>
            <a:custGeom>
              <a:avLst/>
              <a:gdLst/>
              <a:ahLst/>
              <a:cxnLst/>
              <a:rect l="l" t="t" r="r" b="b"/>
              <a:pathLst>
                <a:path w="834" h="441" extrusionOk="0">
                  <a:moveTo>
                    <a:pt x="686" y="0"/>
                  </a:moveTo>
                  <a:cubicBezTo>
                    <a:pt x="680" y="0"/>
                    <a:pt x="674" y="1"/>
                    <a:pt x="667" y="2"/>
                  </a:cubicBezTo>
                  <a:cubicBezTo>
                    <a:pt x="460" y="21"/>
                    <a:pt x="268" y="77"/>
                    <a:pt x="96" y="173"/>
                  </a:cubicBezTo>
                  <a:cubicBezTo>
                    <a:pt x="26" y="208"/>
                    <a:pt x="0" y="294"/>
                    <a:pt x="36" y="359"/>
                  </a:cubicBezTo>
                  <a:cubicBezTo>
                    <a:pt x="61" y="410"/>
                    <a:pt x="111" y="441"/>
                    <a:pt x="162" y="441"/>
                  </a:cubicBezTo>
                  <a:cubicBezTo>
                    <a:pt x="187" y="441"/>
                    <a:pt x="208" y="436"/>
                    <a:pt x="227" y="420"/>
                  </a:cubicBezTo>
                  <a:cubicBezTo>
                    <a:pt x="369" y="345"/>
                    <a:pt x="526" y="299"/>
                    <a:pt x="698" y="279"/>
                  </a:cubicBezTo>
                  <a:cubicBezTo>
                    <a:pt x="778" y="274"/>
                    <a:pt x="834" y="203"/>
                    <a:pt x="824" y="123"/>
                  </a:cubicBezTo>
                  <a:cubicBezTo>
                    <a:pt x="819" y="53"/>
                    <a:pt x="755" y="0"/>
                    <a:pt x="686"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33"/>
            <p:cNvSpPr/>
            <p:nvPr/>
          </p:nvSpPr>
          <p:spPr>
            <a:xfrm>
              <a:off x="1656200" y="2172525"/>
              <a:ext cx="17575" cy="7100"/>
            </a:xfrm>
            <a:custGeom>
              <a:avLst/>
              <a:gdLst/>
              <a:ahLst/>
              <a:cxnLst/>
              <a:rect l="l" t="t" r="r" b="b"/>
              <a:pathLst>
                <a:path w="703" h="284" extrusionOk="0">
                  <a:moveTo>
                    <a:pt x="142" y="1"/>
                  </a:moveTo>
                  <a:cubicBezTo>
                    <a:pt x="66" y="1"/>
                    <a:pt x="0" y="61"/>
                    <a:pt x="0" y="141"/>
                  </a:cubicBezTo>
                  <a:cubicBezTo>
                    <a:pt x="0" y="218"/>
                    <a:pt x="66" y="283"/>
                    <a:pt x="142" y="283"/>
                  </a:cubicBezTo>
                  <a:lnTo>
                    <a:pt x="562" y="283"/>
                  </a:lnTo>
                  <a:cubicBezTo>
                    <a:pt x="637" y="283"/>
                    <a:pt x="703" y="218"/>
                    <a:pt x="703" y="141"/>
                  </a:cubicBezTo>
                  <a:cubicBezTo>
                    <a:pt x="703" y="61"/>
                    <a:pt x="637" y="1"/>
                    <a:pt x="562"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33"/>
            <p:cNvSpPr/>
            <p:nvPr/>
          </p:nvSpPr>
          <p:spPr>
            <a:xfrm>
              <a:off x="1680850" y="2092800"/>
              <a:ext cx="12625" cy="13675"/>
            </a:xfrm>
            <a:custGeom>
              <a:avLst/>
              <a:gdLst/>
              <a:ahLst/>
              <a:cxnLst/>
              <a:rect l="l" t="t" r="r" b="b"/>
              <a:pathLst>
                <a:path w="505" h="547" extrusionOk="0">
                  <a:moveTo>
                    <a:pt x="152" y="1"/>
                  </a:moveTo>
                  <a:cubicBezTo>
                    <a:pt x="71" y="1"/>
                    <a:pt x="5" y="61"/>
                    <a:pt x="5" y="143"/>
                  </a:cubicBezTo>
                  <a:cubicBezTo>
                    <a:pt x="0" y="364"/>
                    <a:pt x="131" y="522"/>
                    <a:pt x="343" y="546"/>
                  </a:cubicBezTo>
                  <a:lnTo>
                    <a:pt x="359" y="546"/>
                  </a:lnTo>
                  <a:cubicBezTo>
                    <a:pt x="430" y="546"/>
                    <a:pt x="490" y="497"/>
                    <a:pt x="495" y="420"/>
                  </a:cubicBezTo>
                  <a:cubicBezTo>
                    <a:pt x="505" y="340"/>
                    <a:pt x="450" y="274"/>
                    <a:pt x="374" y="264"/>
                  </a:cubicBezTo>
                  <a:cubicBezTo>
                    <a:pt x="339" y="264"/>
                    <a:pt x="288" y="259"/>
                    <a:pt x="292" y="147"/>
                  </a:cubicBezTo>
                  <a:cubicBezTo>
                    <a:pt x="292" y="72"/>
                    <a:pt x="227" y="7"/>
                    <a:pt x="152"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33"/>
            <p:cNvSpPr/>
            <p:nvPr/>
          </p:nvSpPr>
          <p:spPr>
            <a:xfrm>
              <a:off x="1711925" y="2096800"/>
              <a:ext cx="47125" cy="38350"/>
            </a:xfrm>
            <a:custGeom>
              <a:avLst/>
              <a:gdLst/>
              <a:ahLst/>
              <a:cxnLst/>
              <a:rect l="l" t="t" r="r" b="b"/>
              <a:pathLst>
                <a:path w="1885" h="1534" extrusionOk="0">
                  <a:moveTo>
                    <a:pt x="159" y="1"/>
                  </a:moveTo>
                  <a:cubicBezTo>
                    <a:pt x="122" y="1"/>
                    <a:pt x="86" y="15"/>
                    <a:pt x="61" y="43"/>
                  </a:cubicBezTo>
                  <a:cubicBezTo>
                    <a:pt x="0" y="99"/>
                    <a:pt x="0" y="185"/>
                    <a:pt x="61" y="241"/>
                  </a:cubicBezTo>
                  <a:cubicBezTo>
                    <a:pt x="485" y="665"/>
                    <a:pt x="1010" y="1150"/>
                    <a:pt x="1656" y="1519"/>
                  </a:cubicBezTo>
                  <a:cubicBezTo>
                    <a:pt x="1677" y="1529"/>
                    <a:pt x="1703" y="1533"/>
                    <a:pt x="1728" y="1533"/>
                  </a:cubicBezTo>
                  <a:cubicBezTo>
                    <a:pt x="1773" y="1533"/>
                    <a:pt x="1819" y="1508"/>
                    <a:pt x="1849" y="1463"/>
                  </a:cubicBezTo>
                  <a:cubicBezTo>
                    <a:pt x="1884" y="1398"/>
                    <a:pt x="1864" y="1312"/>
                    <a:pt x="1793" y="1272"/>
                  </a:cubicBezTo>
                  <a:cubicBezTo>
                    <a:pt x="1178" y="917"/>
                    <a:pt x="672" y="453"/>
                    <a:pt x="257" y="38"/>
                  </a:cubicBezTo>
                  <a:cubicBezTo>
                    <a:pt x="230" y="13"/>
                    <a:pt x="194" y="1"/>
                    <a:pt x="159"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33"/>
            <p:cNvSpPr/>
            <p:nvPr/>
          </p:nvSpPr>
          <p:spPr>
            <a:xfrm>
              <a:off x="1697650" y="2078475"/>
              <a:ext cx="14400" cy="12350"/>
            </a:xfrm>
            <a:custGeom>
              <a:avLst/>
              <a:gdLst/>
              <a:ahLst/>
              <a:cxnLst/>
              <a:rect l="l" t="t" r="r" b="b"/>
              <a:pathLst>
                <a:path w="576" h="494" extrusionOk="0">
                  <a:moveTo>
                    <a:pt x="153" y="0"/>
                  </a:moveTo>
                  <a:cubicBezTo>
                    <a:pt x="116" y="0"/>
                    <a:pt x="79" y="15"/>
                    <a:pt x="51" y="44"/>
                  </a:cubicBezTo>
                  <a:cubicBezTo>
                    <a:pt x="0" y="100"/>
                    <a:pt x="0" y="191"/>
                    <a:pt x="56" y="246"/>
                  </a:cubicBezTo>
                  <a:cubicBezTo>
                    <a:pt x="142" y="326"/>
                    <a:pt x="238" y="403"/>
                    <a:pt x="338" y="468"/>
                  </a:cubicBezTo>
                  <a:cubicBezTo>
                    <a:pt x="359" y="489"/>
                    <a:pt x="389" y="494"/>
                    <a:pt x="420" y="494"/>
                  </a:cubicBezTo>
                  <a:cubicBezTo>
                    <a:pt x="464" y="494"/>
                    <a:pt x="511" y="468"/>
                    <a:pt x="536" y="433"/>
                  </a:cubicBezTo>
                  <a:cubicBezTo>
                    <a:pt x="576" y="368"/>
                    <a:pt x="560" y="277"/>
                    <a:pt x="495" y="235"/>
                  </a:cubicBezTo>
                  <a:cubicBezTo>
                    <a:pt x="404" y="175"/>
                    <a:pt x="329" y="114"/>
                    <a:pt x="252" y="44"/>
                  </a:cubicBezTo>
                  <a:cubicBezTo>
                    <a:pt x="225" y="14"/>
                    <a:pt x="189" y="0"/>
                    <a:pt x="153"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33"/>
            <p:cNvSpPr/>
            <p:nvPr/>
          </p:nvSpPr>
          <p:spPr>
            <a:xfrm>
              <a:off x="1772275" y="2041875"/>
              <a:ext cx="8750" cy="20275"/>
            </a:xfrm>
            <a:custGeom>
              <a:avLst/>
              <a:gdLst/>
              <a:ahLst/>
              <a:cxnLst/>
              <a:rect l="l" t="t" r="r" b="b"/>
              <a:pathLst>
                <a:path w="350" h="811" extrusionOk="0">
                  <a:moveTo>
                    <a:pt x="155" y="1"/>
                  </a:moveTo>
                  <a:cubicBezTo>
                    <a:pt x="151" y="1"/>
                    <a:pt x="147" y="1"/>
                    <a:pt x="142" y="2"/>
                  </a:cubicBezTo>
                  <a:cubicBezTo>
                    <a:pt x="67" y="7"/>
                    <a:pt x="0" y="73"/>
                    <a:pt x="6" y="149"/>
                  </a:cubicBezTo>
                  <a:cubicBezTo>
                    <a:pt x="11" y="340"/>
                    <a:pt x="26" y="512"/>
                    <a:pt x="61" y="689"/>
                  </a:cubicBezTo>
                  <a:cubicBezTo>
                    <a:pt x="72" y="760"/>
                    <a:pt x="132" y="811"/>
                    <a:pt x="198" y="811"/>
                  </a:cubicBezTo>
                  <a:cubicBezTo>
                    <a:pt x="208" y="811"/>
                    <a:pt x="213" y="811"/>
                    <a:pt x="223" y="806"/>
                  </a:cubicBezTo>
                  <a:cubicBezTo>
                    <a:pt x="299" y="795"/>
                    <a:pt x="350" y="720"/>
                    <a:pt x="340" y="643"/>
                  </a:cubicBezTo>
                  <a:cubicBezTo>
                    <a:pt x="310" y="477"/>
                    <a:pt x="294" y="316"/>
                    <a:pt x="289" y="139"/>
                  </a:cubicBezTo>
                  <a:cubicBezTo>
                    <a:pt x="284" y="67"/>
                    <a:pt x="221" y="1"/>
                    <a:pt x="155"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33"/>
            <p:cNvSpPr/>
            <p:nvPr/>
          </p:nvSpPr>
          <p:spPr>
            <a:xfrm>
              <a:off x="1801075" y="2044575"/>
              <a:ext cx="7100" cy="14900"/>
            </a:xfrm>
            <a:custGeom>
              <a:avLst/>
              <a:gdLst/>
              <a:ahLst/>
              <a:cxnLst/>
              <a:rect l="l" t="t" r="r" b="b"/>
              <a:pathLst>
                <a:path w="284" h="596" extrusionOk="0">
                  <a:moveTo>
                    <a:pt x="142" y="1"/>
                  </a:moveTo>
                  <a:cubicBezTo>
                    <a:pt x="67" y="1"/>
                    <a:pt x="0" y="66"/>
                    <a:pt x="0" y="141"/>
                  </a:cubicBezTo>
                  <a:lnTo>
                    <a:pt x="0" y="455"/>
                  </a:lnTo>
                  <a:cubicBezTo>
                    <a:pt x="0" y="535"/>
                    <a:pt x="67" y="596"/>
                    <a:pt x="142" y="596"/>
                  </a:cubicBezTo>
                  <a:cubicBezTo>
                    <a:pt x="223" y="596"/>
                    <a:pt x="284" y="535"/>
                    <a:pt x="284" y="455"/>
                  </a:cubicBezTo>
                  <a:lnTo>
                    <a:pt x="284" y="141"/>
                  </a:lnTo>
                  <a:cubicBezTo>
                    <a:pt x="284" y="66"/>
                    <a:pt x="223" y="1"/>
                    <a:pt x="142"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33"/>
            <p:cNvSpPr/>
            <p:nvPr/>
          </p:nvSpPr>
          <p:spPr>
            <a:xfrm>
              <a:off x="2648600" y="1390625"/>
              <a:ext cx="149975" cy="288525"/>
            </a:xfrm>
            <a:custGeom>
              <a:avLst/>
              <a:gdLst/>
              <a:ahLst/>
              <a:cxnLst/>
              <a:rect l="l" t="t" r="r" b="b"/>
              <a:pathLst>
                <a:path w="5999" h="11541" extrusionOk="0">
                  <a:moveTo>
                    <a:pt x="1167" y="1943"/>
                  </a:moveTo>
                  <a:lnTo>
                    <a:pt x="1167" y="1943"/>
                  </a:lnTo>
                  <a:cubicBezTo>
                    <a:pt x="1390" y="2054"/>
                    <a:pt x="1612" y="2150"/>
                    <a:pt x="1825" y="2246"/>
                  </a:cubicBezTo>
                  <a:cubicBezTo>
                    <a:pt x="2335" y="2463"/>
                    <a:pt x="2809" y="2670"/>
                    <a:pt x="3259" y="3064"/>
                  </a:cubicBezTo>
                  <a:cubicBezTo>
                    <a:pt x="3497" y="3272"/>
                    <a:pt x="3714" y="3503"/>
                    <a:pt x="3921" y="3752"/>
                  </a:cubicBezTo>
                  <a:cubicBezTo>
                    <a:pt x="3643" y="3696"/>
                    <a:pt x="3340" y="3675"/>
                    <a:pt x="3052" y="3655"/>
                  </a:cubicBezTo>
                  <a:cubicBezTo>
                    <a:pt x="2512" y="3620"/>
                    <a:pt x="1960" y="3584"/>
                    <a:pt x="1547" y="3321"/>
                  </a:cubicBezTo>
                  <a:cubicBezTo>
                    <a:pt x="1481" y="3079"/>
                    <a:pt x="1410" y="2836"/>
                    <a:pt x="1344" y="2594"/>
                  </a:cubicBezTo>
                  <a:cubicBezTo>
                    <a:pt x="1289" y="2382"/>
                    <a:pt x="1228" y="2160"/>
                    <a:pt x="1167" y="1943"/>
                  </a:cubicBezTo>
                  <a:close/>
                  <a:moveTo>
                    <a:pt x="869" y="2155"/>
                  </a:moveTo>
                  <a:cubicBezTo>
                    <a:pt x="920" y="2337"/>
                    <a:pt x="966" y="2509"/>
                    <a:pt x="1016" y="2685"/>
                  </a:cubicBezTo>
                  <a:cubicBezTo>
                    <a:pt x="1062" y="2862"/>
                    <a:pt x="1112" y="3044"/>
                    <a:pt x="1163" y="3225"/>
                  </a:cubicBezTo>
                  <a:cubicBezTo>
                    <a:pt x="966" y="3377"/>
                    <a:pt x="794" y="3554"/>
                    <a:pt x="622" y="3726"/>
                  </a:cubicBezTo>
                  <a:cubicBezTo>
                    <a:pt x="591" y="3761"/>
                    <a:pt x="561" y="3792"/>
                    <a:pt x="526" y="3822"/>
                  </a:cubicBezTo>
                  <a:cubicBezTo>
                    <a:pt x="572" y="3261"/>
                    <a:pt x="682" y="2700"/>
                    <a:pt x="869" y="2155"/>
                  </a:cubicBezTo>
                  <a:close/>
                  <a:moveTo>
                    <a:pt x="1638" y="3630"/>
                  </a:moveTo>
                  <a:lnTo>
                    <a:pt x="1638" y="3630"/>
                  </a:lnTo>
                  <a:cubicBezTo>
                    <a:pt x="2057" y="3817"/>
                    <a:pt x="2552" y="3852"/>
                    <a:pt x="3037" y="3883"/>
                  </a:cubicBezTo>
                  <a:cubicBezTo>
                    <a:pt x="3401" y="3908"/>
                    <a:pt x="3749" y="3928"/>
                    <a:pt x="4058" y="4019"/>
                  </a:cubicBezTo>
                  <a:cubicBezTo>
                    <a:pt x="4065" y="4022"/>
                    <a:pt x="4074" y="4023"/>
                    <a:pt x="4083" y="4023"/>
                  </a:cubicBezTo>
                  <a:cubicBezTo>
                    <a:pt x="4092" y="4023"/>
                    <a:pt x="4101" y="4022"/>
                    <a:pt x="4108" y="4019"/>
                  </a:cubicBezTo>
                  <a:cubicBezTo>
                    <a:pt x="4113" y="4019"/>
                    <a:pt x="4119" y="4014"/>
                    <a:pt x="4124" y="4014"/>
                  </a:cubicBezTo>
                  <a:cubicBezTo>
                    <a:pt x="4270" y="4211"/>
                    <a:pt x="4406" y="4424"/>
                    <a:pt x="4537" y="4650"/>
                  </a:cubicBezTo>
                  <a:cubicBezTo>
                    <a:pt x="3688" y="4337"/>
                    <a:pt x="2704" y="4251"/>
                    <a:pt x="1815" y="4200"/>
                  </a:cubicBezTo>
                  <a:cubicBezTo>
                    <a:pt x="1748" y="4014"/>
                    <a:pt x="1694" y="3822"/>
                    <a:pt x="1638" y="3630"/>
                  </a:cubicBezTo>
                  <a:close/>
                  <a:moveTo>
                    <a:pt x="1233" y="3468"/>
                  </a:moveTo>
                  <a:cubicBezTo>
                    <a:pt x="1335" y="3822"/>
                    <a:pt x="1435" y="4181"/>
                    <a:pt x="1557" y="4529"/>
                  </a:cubicBezTo>
                  <a:cubicBezTo>
                    <a:pt x="1592" y="4631"/>
                    <a:pt x="1622" y="4731"/>
                    <a:pt x="1657" y="4827"/>
                  </a:cubicBezTo>
                  <a:cubicBezTo>
                    <a:pt x="1293" y="5055"/>
                    <a:pt x="925" y="5389"/>
                    <a:pt x="642" y="5742"/>
                  </a:cubicBezTo>
                  <a:cubicBezTo>
                    <a:pt x="542" y="5221"/>
                    <a:pt x="496" y="4691"/>
                    <a:pt x="511" y="4160"/>
                  </a:cubicBezTo>
                  <a:cubicBezTo>
                    <a:pt x="602" y="4074"/>
                    <a:pt x="693" y="3978"/>
                    <a:pt x="789" y="3888"/>
                  </a:cubicBezTo>
                  <a:cubicBezTo>
                    <a:pt x="930" y="3741"/>
                    <a:pt x="1076" y="3600"/>
                    <a:pt x="1233" y="3468"/>
                  </a:cubicBezTo>
                  <a:close/>
                  <a:moveTo>
                    <a:pt x="1734" y="5049"/>
                  </a:moveTo>
                  <a:cubicBezTo>
                    <a:pt x="1774" y="5156"/>
                    <a:pt x="1809" y="5267"/>
                    <a:pt x="1845" y="5373"/>
                  </a:cubicBezTo>
                  <a:cubicBezTo>
                    <a:pt x="1587" y="5585"/>
                    <a:pt x="1390" y="5843"/>
                    <a:pt x="1203" y="6100"/>
                  </a:cubicBezTo>
                  <a:cubicBezTo>
                    <a:pt x="1087" y="6257"/>
                    <a:pt x="976" y="6404"/>
                    <a:pt x="850" y="6545"/>
                  </a:cubicBezTo>
                  <a:cubicBezTo>
                    <a:pt x="799" y="6378"/>
                    <a:pt x="748" y="6207"/>
                    <a:pt x="708" y="6040"/>
                  </a:cubicBezTo>
                  <a:cubicBezTo>
                    <a:pt x="976" y="5662"/>
                    <a:pt x="1354" y="5292"/>
                    <a:pt x="1734" y="5049"/>
                  </a:cubicBezTo>
                  <a:close/>
                  <a:moveTo>
                    <a:pt x="1885" y="4438"/>
                  </a:moveTo>
                  <a:lnTo>
                    <a:pt x="1885" y="4438"/>
                  </a:lnTo>
                  <a:cubicBezTo>
                    <a:pt x="2830" y="4489"/>
                    <a:pt x="3865" y="4590"/>
                    <a:pt x="4704" y="4958"/>
                  </a:cubicBezTo>
                  <a:cubicBezTo>
                    <a:pt x="4740" y="5030"/>
                    <a:pt x="4770" y="5095"/>
                    <a:pt x="4800" y="5161"/>
                  </a:cubicBezTo>
                  <a:cubicBezTo>
                    <a:pt x="5033" y="5662"/>
                    <a:pt x="5194" y="6161"/>
                    <a:pt x="5285" y="6686"/>
                  </a:cubicBezTo>
                  <a:cubicBezTo>
                    <a:pt x="5003" y="6626"/>
                    <a:pt x="4719" y="6550"/>
                    <a:pt x="4416" y="6469"/>
                  </a:cubicBezTo>
                  <a:cubicBezTo>
                    <a:pt x="3779" y="6298"/>
                    <a:pt x="3123" y="6121"/>
                    <a:pt x="2476" y="6096"/>
                  </a:cubicBezTo>
                  <a:cubicBezTo>
                    <a:pt x="2279" y="5571"/>
                    <a:pt x="2088" y="5019"/>
                    <a:pt x="1885" y="4438"/>
                  </a:cubicBezTo>
                  <a:close/>
                  <a:moveTo>
                    <a:pt x="1930" y="5601"/>
                  </a:moveTo>
                  <a:cubicBezTo>
                    <a:pt x="2107" y="6096"/>
                    <a:pt x="2284" y="6571"/>
                    <a:pt x="2461" y="7026"/>
                  </a:cubicBezTo>
                  <a:cubicBezTo>
                    <a:pt x="2244" y="7292"/>
                    <a:pt x="2037" y="7576"/>
                    <a:pt x="1839" y="7854"/>
                  </a:cubicBezTo>
                  <a:cubicBezTo>
                    <a:pt x="1759" y="7970"/>
                    <a:pt x="1678" y="8087"/>
                    <a:pt x="1592" y="8197"/>
                  </a:cubicBezTo>
                  <a:cubicBezTo>
                    <a:pt x="1324" y="7753"/>
                    <a:pt x="1102" y="7278"/>
                    <a:pt x="930" y="6793"/>
                  </a:cubicBezTo>
                  <a:cubicBezTo>
                    <a:pt x="1102" y="6621"/>
                    <a:pt x="1249" y="6429"/>
                    <a:pt x="1384" y="6237"/>
                  </a:cubicBezTo>
                  <a:cubicBezTo>
                    <a:pt x="1552" y="6014"/>
                    <a:pt x="1718" y="5788"/>
                    <a:pt x="1930" y="5601"/>
                  </a:cubicBezTo>
                  <a:close/>
                  <a:moveTo>
                    <a:pt x="2562" y="6328"/>
                  </a:moveTo>
                  <a:lnTo>
                    <a:pt x="2562" y="6328"/>
                  </a:lnTo>
                  <a:cubicBezTo>
                    <a:pt x="3158" y="6364"/>
                    <a:pt x="3765" y="6530"/>
                    <a:pt x="4355" y="6692"/>
                  </a:cubicBezTo>
                  <a:cubicBezTo>
                    <a:pt x="4679" y="6777"/>
                    <a:pt x="5008" y="6863"/>
                    <a:pt x="5331" y="6929"/>
                  </a:cubicBezTo>
                  <a:cubicBezTo>
                    <a:pt x="5392" y="7404"/>
                    <a:pt x="5397" y="7899"/>
                    <a:pt x="5346" y="8409"/>
                  </a:cubicBezTo>
                  <a:cubicBezTo>
                    <a:pt x="4578" y="8197"/>
                    <a:pt x="3714" y="8050"/>
                    <a:pt x="3229" y="7975"/>
                  </a:cubicBezTo>
                  <a:cubicBezTo>
                    <a:pt x="3002" y="7450"/>
                    <a:pt x="2785" y="6904"/>
                    <a:pt x="2562" y="6328"/>
                  </a:cubicBezTo>
                  <a:close/>
                  <a:moveTo>
                    <a:pt x="3335" y="8222"/>
                  </a:moveTo>
                  <a:lnTo>
                    <a:pt x="3335" y="8222"/>
                  </a:lnTo>
                  <a:cubicBezTo>
                    <a:pt x="3840" y="8304"/>
                    <a:pt x="4623" y="8444"/>
                    <a:pt x="5320" y="8642"/>
                  </a:cubicBezTo>
                  <a:cubicBezTo>
                    <a:pt x="5301" y="8803"/>
                    <a:pt x="5276" y="8971"/>
                    <a:pt x="5240" y="9137"/>
                  </a:cubicBezTo>
                  <a:cubicBezTo>
                    <a:pt x="5234" y="9132"/>
                    <a:pt x="5225" y="9132"/>
                    <a:pt x="5215" y="9127"/>
                  </a:cubicBezTo>
                  <a:cubicBezTo>
                    <a:pt x="4634" y="9106"/>
                    <a:pt x="4093" y="8960"/>
                    <a:pt x="3597" y="8798"/>
                  </a:cubicBezTo>
                  <a:cubicBezTo>
                    <a:pt x="3506" y="8612"/>
                    <a:pt x="3422" y="8420"/>
                    <a:pt x="3335" y="8222"/>
                  </a:cubicBezTo>
                  <a:close/>
                  <a:moveTo>
                    <a:pt x="2562" y="7268"/>
                  </a:moveTo>
                  <a:cubicBezTo>
                    <a:pt x="2724" y="7667"/>
                    <a:pt x="2886" y="8056"/>
                    <a:pt x="3052" y="8435"/>
                  </a:cubicBezTo>
                  <a:cubicBezTo>
                    <a:pt x="2815" y="8743"/>
                    <a:pt x="2643" y="9057"/>
                    <a:pt x="2466" y="9395"/>
                  </a:cubicBezTo>
                  <a:cubicBezTo>
                    <a:pt x="2193" y="9087"/>
                    <a:pt x="1946" y="8758"/>
                    <a:pt x="1724" y="8409"/>
                  </a:cubicBezTo>
                  <a:cubicBezTo>
                    <a:pt x="1825" y="8273"/>
                    <a:pt x="1930" y="8131"/>
                    <a:pt x="2027" y="7990"/>
                  </a:cubicBezTo>
                  <a:cubicBezTo>
                    <a:pt x="2203" y="7737"/>
                    <a:pt x="2380" y="7500"/>
                    <a:pt x="2562" y="7268"/>
                  </a:cubicBezTo>
                  <a:close/>
                  <a:moveTo>
                    <a:pt x="3158" y="8667"/>
                  </a:moveTo>
                  <a:cubicBezTo>
                    <a:pt x="3415" y="9232"/>
                    <a:pt x="3674" y="9784"/>
                    <a:pt x="3956" y="10319"/>
                  </a:cubicBezTo>
                  <a:cubicBezTo>
                    <a:pt x="4017" y="10440"/>
                    <a:pt x="4078" y="10572"/>
                    <a:pt x="4138" y="10698"/>
                  </a:cubicBezTo>
                  <a:cubicBezTo>
                    <a:pt x="4164" y="10754"/>
                    <a:pt x="4194" y="10809"/>
                    <a:pt x="4219" y="10865"/>
                  </a:cubicBezTo>
                  <a:cubicBezTo>
                    <a:pt x="3623" y="10501"/>
                    <a:pt x="3093" y="10067"/>
                    <a:pt x="2627" y="9572"/>
                  </a:cubicBezTo>
                  <a:lnTo>
                    <a:pt x="2658" y="9521"/>
                  </a:lnTo>
                  <a:cubicBezTo>
                    <a:pt x="2815" y="9223"/>
                    <a:pt x="2961" y="8940"/>
                    <a:pt x="3158" y="8667"/>
                  </a:cubicBezTo>
                  <a:close/>
                  <a:moveTo>
                    <a:pt x="3725" y="9081"/>
                  </a:moveTo>
                  <a:lnTo>
                    <a:pt x="3725" y="9081"/>
                  </a:lnTo>
                  <a:cubicBezTo>
                    <a:pt x="4179" y="9218"/>
                    <a:pt x="4669" y="9334"/>
                    <a:pt x="5194" y="9354"/>
                  </a:cubicBezTo>
                  <a:cubicBezTo>
                    <a:pt x="5078" y="9885"/>
                    <a:pt x="4912" y="10440"/>
                    <a:pt x="4684" y="11021"/>
                  </a:cubicBezTo>
                  <a:cubicBezTo>
                    <a:pt x="4604" y="10869"/>
                    <a:pt x="4523" y="10713"/>
                    <a:pt x="4446" y="10552"/>
                  </a:cubicBezTo>
                  <a:cubicBezTo>
                    <a:pt x="4385" y="10421"/>
                    <a:pt x="4325" y="10289"/>
                    <a:pt x="4259" y="10163"/>
                  </a:cubicBezTo>
                  <a:cubicBezTo>
                    <a:pt x="4073" y="9808"/>
                    <a:pt x="3900" y="9451"/>
                    <a:pt x="3725" y="9081"/>
                  </a:cubicBezTo>
                  <a:close/>
                  <a:moveTo>
                    <a:pt x="410" y="0"/>
                  </a:moveTo>
                  <a:cubicBezTo>
                    <a:pt x="389" y="0"/>
                    <a:pt x="369" y="4"/>
                    <a:pt x="349" y="12"/>
                  </a:cubicBezTo>
                  <a:cubicBezTo>
                    <a:pt x="258" y="47"/>
                    <a:pt x="213" y="149"/>
                    <a:pt x="248" y="235"/>
                  </a:cubicBezTo>
                  <a:cubicBezTo>
                    <a:pt x="425" y="679"/>
                    <a:pt x="577" y="1145"/>
                    <a:pt x="713" y="1609"/>
                  </a:cubicBezTo>
                  <a:cubicBezTo>
                    <a:pt x="708" y="1614"/>
                    <a:pt x="703" y="1619"/>
                    <a:pt x="703" y="1624"/>
                  </a:cubicBezTo>
                  <a:cubicBezTo>
                    <a:pt x="1" y="3297"/>
                    <a:pt x="11" y="5146"/>
                    <a:pt x="587" y="6838"/>
                  </a:cubicBezTo>
                  <a:cubicBezTo>
                    <a:pt x="582" y="6868"/>
                    <a:pt x="587" y="6898"/>
                    <a:pt x="612" y="6924"/>
                  </a:cubicBezTo>
                  <a:cubicBezTo>
                    <a:pt x="612" y="6929"/>
                    <a:pt x="617" y="6929"/>
                    <a:pt x="617" y="6935"/>
                  </a:cubicBezTo>
                  <a:cubicBezTo>
                    <a:pt x="1284" y="8803"/>
                    <a:pt x="2658" y="10466"/>
                    <a:pt x="4537" y="11441"/>
                  </a:cubicBezTo>
                  <a:cubicBezTo>
                    <a:pt x="4558" y="11456"/>
                    <a:pt x="4578" y="11466"/>
                    <a:pt x="4598" y="11476"/>
                  </a:cubicBezTo>
                  <a:cubicBezTo>
                    <a:pt x="4598" y="11476"/>
                    <a:pt x="4604" y="11476"/>
                    <a:pt x="4609" y="11482"/>
                  </a:cubicBezTo>
                  <a:cubicBezTo>
                    <a:pt x="4623" y="11501"/>
                    <a:pt x="4644" y="11517"/>
                    <a:pt x="4669" y="11527"/>
                  </a:cubicBezTo>
                  <a:cubicBezTo>
                    <a:pt x="4688" y="11536"/>
                    <a:pt x="4707" y="11540"/>
                    <a:pt x="4725" y="11540"/>
                  </a:cubicBezTo>
                  <a:cubicBezTo>
                    <a:pt x="4737" y="11540"/>
                    <a:pt x="4749" y="11539"/>
                    <a:pt x="4760" y="11536"/>
                  </a:cubicBezTo>
                  <a:cubicBezTo>
                    <a:pt x="4821" y="11527"/>
                    <a:pt x="4871" y="11491"/>
                    <a:pt x="4896" y="11436"/>
                  </a:cubicBezTo>
                  <a:cubicBezTo>
                    <a:pt x="5931" y="8884"/>
                    <a:pt x="5998" y="6904"/>
                    <a:pt x="5113" y="5014"/>
                  </a:cubicBezTo>
                  <a:cubicBezTo>
                    <a:pt x="4704" y="4140"/>
                    <a:pt x="4154" y="3393"/>
                    <a:pt x="3482" y="2806"/>
                  </a:cubicBezTo>
                  <a:cubicBezTo>
                    <a:pt x="2997" y="2377"/>
                    <a:pt x="2471" y="2150"/>
                    <a:pt x="1960" y="1927"/>
                  </a:cubicBezTo>
                  <a:cubicBezTo>
                    <a:pt x="1673" y="1806"/>
                    <a:pt x="1380" y="1675"/>
                    <a:pt x="1087" y="1513"/>
                  </a:cubicBezTo>
                  <a:cubicBezTo>
                    <a:pt x="1072" y="1502"/>
                    <a:pt x="1057" y="1502"/>
                    <a:pt x="1036" y="1498"/>
                  </a:cubicBezTo>
                  <a:cubicBezTo>
                    <a:pt x="899" y="1028"/>
                    <a:pt x="748" y="563"/>
                    <a:pt x="566" y="108"/>
                  </a:cubicBezTo>
                  <a:cubicBezTo>
                    <a:pt x="543" y="43"/>
                    <a:pt x="478" y="0"/>
                    <a:pt x="410"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33"/>
            <p:cNvSpPr/>
            <p:nvPr/>
          </p:nvSpPr>
          <p:spPr>
            <a:xfrm>
              <a:off x="2714275" y="1607300"/>
              <a:ext cx="39825" cy="54950"/>
            </a:xfrm>
            <a:custGeom>
              <a:avLst/>
              <a:gdLst/>
              <a:ahLst/>
              <a:cxnLst/>
              <a:rect l="l" t="t" r="r" b="b"/>
              <a:pathLst>
                <a:path w="1593" h="2198" extrusionOk="0">
                  <a:moveTo>
                    <a:pt x="531" y="0"/>
                  </a:moveTo>
                  <a:cubicBezTo>
                    <a:pt x="334" y="273"/>
                    <a:pt x="188" y="556"/>
                    <a:pt x="31" y="854"/>
                  </a:cubicBezTo>
                  <a:lnTo>
                    <a:pt x="0" y="905"/>
                  </a:lnTo>
                  <a:cubicBezTo>
                    <a:pt x="466" y="1400"/>
                    <a:pt x="996" y="1834"/>
                    <a:pt x="1592" y="2198"/>
                  </a:cubicBezTo>
                  <a:cubicBezTo>
                    <a:pt x="1567" y="2142"/>
                    <a:pt x="1537" y="2087"/>
                    <a:pt x="1511" y="2031"/>
                  </a:cubicBezTo>
                  <a:cubicBezTo>
                    <a:pt x="1451" y="1905"/>
                    <a:pt x="1390" y="1773"/>
                    <a:pt x="1329" y="1652"/>
                  </a:cubicBezTo>
                  <a:cubicBezTo>
                    <a:pt x="1047" y="1117"/>
                    <a:pt x="788" y="565"/>
                    <a:pt x="531"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33"/>
            <p:cNvSpPr/>
            <p:nvPr/>
          </p:nvSpPr>
          <p:spPr>
            <a:xfrm>
              <a:off x="2691675" y="1572325"/>
              <a:ext cx="33225" cy="53175"/>
            </a:xfrm>
            <a:custGeom>
              <a:avLst/>
              <a:gdLst/>
              <a:ahLst/>
              <a:cxnLst/>
              <a:rect l="l" t="t" r="r" b="b"/>
              <a:pathLst>
                <a:path w="1329" h="2127" extrusionOk="0">
                  <a:moveTo>
                    <a:pt x="839" y="0"/>
                  </a:moveTo>
                  <a:cubicBezTo>
                    <a:pt x="657" y="232"/>
                    <a:pt x="480" y="469"/>
                    <a:pt x="304" y="722"/>
                  </a:cubicBezTo>
                  <a:cubicBezTo>
                    <a:pt x="207" y="863"/>
                    <a:pt x="102" y="1005"/>
                    <a:pt x="1" y="1141"/>
                  </a:cubicBezTo>
                  <a:cubicBezTo>
                    <a:pt x="223" y="1490"/>
                    <a:pt x="470" y="1819"/>
                    <a:pt x="743" y="2127"/>
                  </a:cubicBezTo>
                  <a:cubicBezTo>
                    <a:pt x="920" y="1789"/>
                    <a:pt x="1092" y="1475"/>
                    <a:pt x="1329" y="1167"/>
                  </a:cubicBezTo>
                  <a:cubicBezTo>
                    <a:pt x="1163" y="788"/>
                    <a:pt x="1001" y="399"/>
                    <a:pt x="839"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33"/>
            <p:cNvSpPr/>
            <p:nvPr/>
          </p:nvSpPr>
          <p:spPr>
            <a:xfrm>
              <a:off x="2671825" y="1530625"/>
              <a:ext cx="38325" cy="64925"/>
            </a:xfrm>
            <a:custGeom>
              <a:avLst/>
              <a:gdLst/>
              <a:ahLst/>
              <a:cxnLst/>
              <a:rect l="l" t="t" r="r" b="b"/>
              <a:pathLst>
                <a:path w="1533" h="2597" extrusionOk="0">
                  <a:moveTo>
                    <a:pt x="1001" y="1"/>
                  </a:moveTo>
                  <a:cubicBezTo>
                    <a:pt x="789" y="188"/>
                    <a:pt x="623" y="414"/>
                    <a:pt x="455" y="637"/>
                  </a:cubicBezTo>
                  <a:cubicBezTo>
                    <a:pt x="320" y="829"/>
                    <a:pt x="173" y="1021"/>
                    <a:pt x="1" y="1193"/>
                  </a:cubicBezTo>
                  <a:cubicBezTo>
                    <a:pt x="173" y="1678"/>
                    <a:pt x="395" y="2153"/>
                    <a:pt x="663" y="2597"/>
                  </a:cubicBezTo>
                  <a:cubicBezTo>
                    <a:pt x="749" y="2487"/>
                    <a:pt x="830" y="2370"/>
                    <a:pt x="910" y="2254"/>
                  </a:cubicBezTo>
                  <a:cubicBezTo>
                    <a:pt x="1108" y="1976"/>
                    <a:pt x="1315" y="1692"/>
                    <a:pt x="1532" y="1426"/>
                  </a:cubicBezTo>
                  <a:cubicBezTo>
                    <a:pt x="1355" y="971"/>
                    <a:pt x="1178" y="496"/>
                    <a:pt x="1001"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3"/>
            <p:cNvSpPr/>
            <p:nvPr/>
          </p:nvSpPr>
          <p:spPr>
            <a:xfrm>
              <a:off x="2666275" y="1516850"/>
              <a:ext cx="28475" cy="37425"/>
            </a:xfrm>
            <a:custGeom>
              <a:avLst/>
              <a:gdLst/>
              <a:ahLst/>
              <a:cxnLst/>
              <a:rect l="l" t="t" r="r" b="b"/>
              <a:pathLst>
                <a:path w="1139" h="1497" extrusionOk="0">
                  <a:moveTo>
                    <a:pt x="1027" y="0"/>
                  </a:moveTo>
                  <a:cubicBezTo>
                    <a:pt x="647" y="243"/>
                    <a:pt x="269" y="613"/>
                    <a:pt x="1" y="991"/>
                  </a:cubicBezTo>
                  <a:cubicBezTo>
                    <a:pt x="41" y="1158"/>
                    <a:pt x="92" y="1329"/>
                    <a:pt x="143" y="1496"/>
                  </a:cubicBezTo>
                  <a:cubicBezTo>
                    <a:pt x="269" y="1355"/>
                    <a:pt x="380" y="1208"/>
                    <a:pt x="496" y="1051"/>
                  </a:cubicBezTo>
                  <a:cubicBezTo>
                    <a:pt x="683" y="794"/>
                    <a:pt x="880" y="536"/>
                    <a:pt x="1138" y="324"/>
                  </a:cubicBezTo>
                  <a:cubicBezTo>
                    <a:pt x="1102" y="218"/>
                    <a:pt x="1067" y="107"/>
                    <a:pt x="1027"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3"/>
            <p:cNvSpPr/>
            <p:nvPr/>
          </p:nvSpPr>
          <p:spPr>
            <a:xfrm>
              <a:off x="2660975" y="1477325"/>
              <a:ext cx="29075" cy="56850"/>
            </a:xfrm>
            <a:custGeom>
              <a:avLst/>
              <a:gdLst/>
              <a:ahLst/>
              <a:cxnLst/>
              <a:rect l="l" t="t" r="r" b="b"/>
              <a:pathLst>
                <a:path w="1163" h="2274" extrusionOk="0">
                  <a:moveTo>
                    <a:pt x="738" y="0"/>
                  </a:moveTo>
                  <a:cubicBezTo>
                    <a:pt x="581" y="132"/>
                    <a:pt x="435" y="273"/>
                    <a:pt x="294" y="420"/>
                  </a:cubicBezTo>
                  <a:cubicBezTo>
                    <a:pt x="198" y="510"/>
                    <a:pt x="107" y="606"/>
                    <a:pt x="16" y="692"/>
                  </a:cubicBezTo>
                  <a:cubicBezTo>
                    <a:pt x="1" y="1223"/>
                    <a:pt x="47" y="1753"/>
                    <a:pt x="147" y="2274"/>
                  </a:cubicBezTo>
                  <a:cubicBezTo>
                    <a:pt x="430" y="1921"/>
                    <a:pt x="798" y="1587"/>
                    <a:pt x="1162" y="1359"/>
                  </a:cubicBezTo>
                  <a:cubicBezTo>
                    <a:pt x="1127" y="1263"/>
                    <a:pt x="1097" y="1163"/>
                    <a:pt x="1062" y="1061"/>
                  </a:cubicBezTo>
                  <a:cubicBezTo>
                    <a:pt x="940" y="713"/>
                    <a:pt x="840" y="354"/>
                    <a:pt x="738"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3"/>
            <p:cNvSpPr/>
            <p:nvPr/>
          </p:nvSpPr>
          <p:spPr>
            <a:xfrm>
              <a:off x="2661725" y="1444475"/>
              <a:ext cx="15950" cy="41725"/>
            </a:xfrm>
            <a:custGeom>
              <a:avLst/>
              <a:gdLst/>
              <a:ahLst/>
              <a:cxnLst/>
              <a:rect l="l" t="t" r="r" b="b"/>
              <a:pathLst>
                <a:path w="638" h="1669" extrusionOk="0">
                  <a:moveTo>
                    <a:pt x="344" y="1"/>
                  </a:moveTo>
                  <a:cubicBezTo>
                    <a:pt x="157" y="546"/>
                    <a:pt x="47" y="1107"/>
                    <a:pt x="1" y="1668"/>
                  </a:cubicBezTo>
                  <a:cubicBezTo>
                    <a:pt x="36" y="1638"/>
                    <a:pt x="66" y="1607"/>
                    <a:pt x="97" y="1572"/>
                  </a:cubicBezTo>
                  <a:cubicBezTo>
                    <a:pt x="269" y="1400"/>
                    <a:pt x="441" y="1223"/>
                    <a:pt x="638" y="1071"/>
                  </a:cubicBezTo>
                  <a:cubicBezTo>
                    <a:pt x="587" y="890"/>
                    <a:pt x="537" y="708"/>
                    <a:pt x="491" y="531"/>
                  </a:cubicBezTo>
                  <a:cubicBezTo>
                    <a:pt x="441" y="355"/>
                    <a:pt x="395" y="183"/>
                    <a:pt x="344"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33"/>
            <p:cNvSpPr/>
            <p:nvPr/>
          </p:nvSpPr>
          <p:spPr>
            <a:xfrm>
              <a:off x="2677775" y="1439175"/>
              <a:ext cx="68875" cy="45250"/>
            </a:xfrm>
            <a:custGeom>
              <a:avLst/>
              <a:gdLst/>
              <a:ahLst/>
              <a:cxnLst/>
              <a:rect l="l" t="t" r="r" b="b"/>
              <a:pathLst>
                <a:path w="2755" h="1810" extrusionOk="0">
                  <a:moveTo>
                    <a:pt x="0" y="1"/>
                  </a:moveTo>
                  <a:lnTo>
                    <a:pt x="0" y="1"/>
                  </a:lnTo>
                  <a:cubicBezTo>
                    <a:pt x="61" y="218"/>
                    <a:pt x="122" y="440"/>
                    <a:pt x="177" y="652"/>
                  </a:cubicBezTo>
                  <a:cubicBezTo>
                    <a:pt x="243" y="894"/>
                    <a:pt x="314" y="1137"/>
                    <a:pt x="380" y="1379"/>
                  </a:cubicBezTo>
                  <a:cubicBezTo>
                    <a:pt x="793" y="1642"/>
                    <a:pt x="1345" y="1678"/>
                    <a:pt x="1885" y="1713"/>
                  </a:cubicBezTo>
                  <a:cubicBezTo>
                    <a:pt x="2173" y="1733"/>
                    <a:pt x="2476" y="1754"/>
                    <a:pt x="2754" y="1810"/>
                  </a:cubicBezTo>
                  <a:cubicBezTo>
                    <a:pt x="2547" y="1561"/>
                    <a:pt x="2330" y="1330"/>
                    <a:pt x="2092" y="1122"/>
                  </a:cubicBezTo>
                  <a:cubicBezTo>
                    <a:pt x="1642" y="728"/>
                    <a:pt x="1168" y="521"/>
                    <a:pt x="658" y="304"/>
                  </a:cubicBezTo>
                  <a:cubicBezTo>
                    <a:pt x="445" y="208"/>
                    <a:pt x="223" y="112"/>
                    <a:pt x="0"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3"/>
            <p:cNvSpPr/>
            <p:nvPr/>
          </p:nvSpPr>
          <p:spPr>
            <a:xfrm>
              <a:off x="2689525" y="1481375"/>
              <a:ext cx="72525" cy="25525"/>
            </a:xfrm>
            <a:custGeom>
              <a:avLst/>
              <a:gdLst/>
              <a:ahLst/>
              <a:cxnLst/>
              <a:rect l="l" t="t" r="r" b="b"/>
              <a:pathLst>
                <a:path w="2901" h="1021" extrusionOk="0">
                  <a:moveTo>
                    <a:pt x="1" y="0"/>
                  </a:moveTo>
                  <a:lnTo>
                    <a:pt x="1" y="0"/>
                  </a:lnTo>
                  <a:cubicBezTo>
                    <a:pt x="57" y="192"/>
                    <a:pt x="111" y="384"/>
                    <a:pt x="178" y="570"/>
                  </a:cubicBezTo>
                  <a:cubicBezTo>
                    <a:pt x="1067" y="621"/>
                    <a:pt x="2051" y="707"/>
                    <a:pt x="2900" y="1020"/>
                  </a:cubicBezTo>
                  <a:cubicBezTo>
                    <a:pt x="2769" y="794"/>
                    <a:pt x="2633" y="581"/>
                    <a:pt x="2487" y="384"/>
                  </a:cubicBezTo>
                  <a:cubicBezTo>
                    <a:pt x="2482" y="384"/>
                    <a:pt x="2476" y="389"/>
                    <a:pt x="2471" y="389"/>
                  </a:cubicBezTo>
                  <a:cubicBezTo>
                    <a:pt x="2464" y="392"/>
                    <a:pt x="2455" y="393"/>
                    <a:pt x="2446" y="393"/>
                  </a:cubicBezTo>
                  <a:cubicBezTo>
                    <a:pt x="2437" y="393"/>
                    <a:pt x="2428" y="392"/>
                    <a:pt x="2421" y="389"/>
                  </a:cubicBezTo>
                  <a:cubicBezTo>
                    <a:pt x="2112" y="298"/>
                    <a:pt x="1764" y="278"/>
                    <a:pt x="1400" y="253"/>
                  </a:cubicBezTo>
                  <a:cubicBezTo>
                    <a:pt x="915" y="222"/>
                    <a:pt x="420" y="187"/>
                    <a:pt x="1"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3"/>
            <p:cNvSpPr/>
            <p:nvPr/>
          </p:nvSpPr>
          <p:spPr>
            <a:xfrm>
              <a:off x="2695725" y="1501575"/>
              <a:ext cx="85025" cy="56225"/>
            </a:xfrm>
            <a:custGeom>
              <a:avLst/>
              <a:gdLst/>
              <a:ahLst/>
              <a:cxnLst/>
              <a:rect l="l" t="t" r="r" b="b"/>
              <a:pathLst>
                <a:path w="3401" h="2249" extrusionOk="0">
                  <a:moveTo>
                    <a:pt x="0" y="0"/>
                  </a:moveTo>
                  <a:lnTo>
                    <a:pt x="0" y="0"/>
                  </a:lnTo>
                  <a:cubicBezTo>
                    <a:pt x="203" y="581"/>
                    <a:pt x="394" y="1133"/>
                    <a:pt x="591" y="1658"/>
                  </a:cubicBezTo>
                  <a:cubicBezTo>
                    <a:pt x="1238" y="1683"/>
                    <a:pt x="1894" y="1860"/>
                    <a:pt x="2531" y="2031"/>
                  </a:cubicBezTo>
                  <a:cubicBezTo>
                    <a:pt x="2834" y="2112"/>
                    <a:pt x="3118" y="2188"/>
                    <a:pt x="3400" y="2248"/>
                  </a:cubicBezTo>
                  <a:cubicBezTo>
                    <a:pt x="3309" y="1723"/>
                    <a:pt x="3148" y="1224"/>
                    <a:pt x="2915" y="723"/>
                  </a:cubicBezTo>
                  <a:cubicBezTo>
                    <a:pt x="2885" y="657"/>
                    <a:pt x="2855" y="592"/>
                    <a:pt x="2819" y="520"/>
                  </a:cubicBezTo>
                  <a:cubicBezTo>
                    <a:pt x="1980" y="152"/>
                    <a:pt x="945" y="51"/>
                    <a:pt x="0"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3"/>
            <p:cNvSpPr/>
            <p:nvPr/>
          </p:nvSpPr>
          <p:spPr>
            <a:xfrm>
              <a:off x="2712625" y="1548825"/>
              <a:ext cx="70900" cy="52050"/>
            </a:xfrm>
            <a:custGeom>
              <a:avLst/>
              <a:gdLst/>
              <a:ahLst/>
              <a:cxnLst/>
              <a:rect l="l" t="t" r="r" b="b"/>
              <a:pathLst>
                <a:path w="2836" h="2082" extrusionOk="0">
                  <a:moveTo>
                    <a:pt x="1" y="0"/>
                  </a:moveTo>
                  <a:lnTo>
                    <a:pt x="1" y="0"/>
                  </a:lnTo>
                  <a:cubicBezTo>
                    <a:pt x="224" y="576"/>
                    <a:pt x="441" y="1122"/>
                    <a:pt x="668" y="1647"/>
                  </a:cubicBezTo>
                  <a:cubicBezTo>
                    <a:pt x="1153" y="1722"/>
                    <a:pt x="2017" y="1869"/>
                    <a:pt x="2785" y="2081"/>
                  </a:cubicBezTo>
                  <a:cubicBezTo>
                    <a:pt x="2836" y="1571"/>
                    <a:pt x="2831" y="1076"/>
                    <a:pt x="2770" y="601"/>
                  </a:cubicBezTo>
                  <a:cubicBezTo>
                    <a:pt x="2447" y="535"/>
                    <a:pt x="2118" y="449"/>
                    <a:pt x="1794" y="364"/>
                  </a:cubicBezTo>
                  <a:cubicBezTo>
                    <a:pt x="1204" y="202"/>
                    <a:pt x="597" y="36"/>
                    <a:pt x="1"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3"/>
            <p:cNvSpPr/>
            <p:nvPr/>
          </p:nvSpPr>
          <p:spPr>
            <a:xfrm>
              <a:off x="2731975" y="1596175"/>
              <a:ext cx="49650" cy="22875"/>
            </a:xfrm>
            <a:custGeom>
              <a:avLst/>
              <a:gdLst/>
              <a:ahLst/>
              <a:cxnLst/>
              <a:rect l="l" t="t" r="r" b="b"/>
              <a:pathLst>
                <a:path w="1986" h="915" extrusionOk="0">
                  <a:moveTo>
                    <a:pt x="0" y="0"/>
                  </a:moveTo>
                  <a:cubicBezTo>
                    <a:pt x="87" y="198"/>
                    <a:pt x="171" y="390"/>
                    <a:pt x="262" y="576"/>
                  </a:cubicBezTo>
                  <a:cubicBezTo>
                    <a:pt x="758" y="738"/>
                    <a:pt x="1299" y="884"/>
                    <a:pt x="1880" y="905"/>
                  </a:cubicBezTo>
                  <a:cubicBezTo>
                    <a:pt x="1890" y="910"/>
                    <a:pt x="1899" y="910"/>
                    <a:pt x="1905" y="915"/>
                  </a:cubicBezTo>
                  <a:cubicBezTo>
                    <a:pt x="1941" y="749"/>
                    <a:pt x="1966" y="581"/>
                    <a:pt x="1985" y="420"/>
                  </a:cubicBezTo>
                  <a:cubicBezTo>
                    <a:pt x="1288" y="222"/>
                    <a:pt x="505" y="82"/>
                    <a:pt x="0"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33"/>
            <p:cNvSpPr/>
            <p:nvPr/>
          </p:nvSpPr>
          <p:spPr>
            <a:xfrm>
              <a:off x="2741700" y="1617625"/>
              <a:ext cx="36775" cy="48550"/>
            </a:xfrm>
            <a:custGeom>
              <a:avLst/>
              <a:gdLst/>
              <a:ahLst/>
              <a:cxnLst/>
              <a:rect l="l" t="t" r="r" b="b"/>
              <a:pathLst>
                <a:path w="1471" h="1942" extrusionOk="0">
                  <a:moveTo>
                    <a:pt x="1" y="1"/>
                  </a:moveTo>
                  <a:lnTo>
                    <a:pt x="1" y="1"/>
                  </a:lnTo>
                  <a:cubicBezTo>
                    <a:pt x="176" y="371"/>
                    <a:pt x="349" y="728"/>
                    <a:pt x="535" y="1083"/>
                  </a:cubicBezTo>
                  <a:cubicBezTo>
                    <a:pt x="601" y="1209"/>
                    <a:pt x="661" y="1341"/>
                    <a:pt x="722" y="1472"/>
                  </a:cubicBezTo>
                  <a:cubicBezTo>
                    <a:pt x="799" y="1633"/>
                    <a:pt x="880" y="1789"/>
                    <a:pt x="960" y="1941"/>
                  </a:cubicBezTo>
                  <a:cubicBezTo>
                    <a:pt x="1188" y="1360"/>
                    <a:pt x="1354" y="805"/>
                    <a:pt x="1470" y="274"/>
                  </a:cubicBezTo>
                  <a:cubicBezTo>
                    <a:pt x="945" y="254"/>
                    <a:pt x="455" y="138"/>
                    <a:pt x="1"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33"/>
            <p:cNvSpPr/>
            <p:nvPr/>
          </p:nvSpPr>
          <p:spPr>
            <a:xfrm>
              <a:off x="2715550" y="2908550"/>
              <a:ext cx="330675" cy="195675"/>
            </a:xfrm>
            <a:custGeom>
              <a:avLst/>
              <a:gdLst/>
              <a:ahLst/>
              <a:cxnLst/>
              <a:rect l="l" t="t" r="r" b="b"/>
              <a:pathLst>
                <a:path w="13227" h="7827" extrusionOk="0">
                  <a:moveTo>
                    <a:pt x="2405" y="417"/>
                  </a:moveTo>
                  <a:cubicBezTo>
                    <a:pt x="2808" y="417"/>
                    <a:pt x="3208" y="443"/>
                    <a:pt x="3603" y="494"/>
                  </a:cubicBezTo>
                  <a:lnTo>
                    <a:pt x="3617" y="564"/>
                  </a:lnTo>
                  <a:cubicBezTo>
                    <a:pt x="3698" y="965"/>
                    <a:pt x="3780" y="1348"/>
                    <a:pt x="3805" y="1753"/>
                  </a:cubicBezTo>
                  <a:cubicBezTo>
                    <a:pt x="3127" y="1419"/>
                    <a:pt x="2456" y="1105"/>
                    <a:pt x="1774" y="818"/>
                  </a:cubicBezTo>
                  <a:cubicBezTo>
                    <a:pt x="1617" y="752"/>
                    <a:pt x="1460" y="676"/>
                    <a:pt x="1309" y="601"/>
                  </a:cubicBezTo>
                  <a:cubicBezTo>
                    <a:pt x="1238" y="570"/>
                    <a:pt x="1173" y="540"/>
                    <a:pt x="1101" y="510"/>
                  </a:cubicBezTo>
                  <a:cubicBezTo>
                    <a:pt x="1538" y="447"/>
                    <a:pt x="1973" y="417"/>
                    <a:pt x="2405" y="417"/>
                  </a:cubicBezTo>
                  <a:close/>
                  <a:moveTo>
                    <a:pt x="3896" y="534"/>
                  </a:moveTo>
                  <a:lnTo>
                    <a:pt x="3896" y="534"/>
                  </a:lnTo>
                  <a:cubicBezTo>
                    <a:pt x="4391" y="610"/>
                    <a:pt x="4881" y="732"/>
                    <a:pt x="5356" y="883"/>
                  </a:cubicBezTo>
                  <a:cubicBezTo>
                    <a:pt x="5366" y="1095"/>
                    <a:pt x="5382" y="1308"/>
                    <a:pt x="5396" y="1520"/>
                  </a:cubicBezTo>
                  <a:cubicBezTo>
                    <a:pt x="5426" y="1893"/>
                    <a:pt x="5447" y="2247"/>
                    <a:pt x="5452" y="2611"/>
                  </a:cubicBezTo>
                  <a:cubicBezTo>
                    <a:pt x="4992" y="2359"/>
                    <a:pt x="4538" y="2121"/>
                    <a:pt x="4088" y="1893"/>
                  </a:cubicBezTo>
                  <a:cubicBezTo>
                    <a:pt x="4072" y="1419"/>
                    <a:pt x="3992" y="984"/>
                    <a:pt x="3896" y="534"/>
                  </a:cubicBezTo>
                  <a:close/>
                  <a:moveTo>
                    <a:pt x="541" y="722"/>
                  </a:moveTo>
                  <a:cubicBezTo>
                    <a:pt x="737" y="802"/>
                    <a:pt x="935" y="888"/>
                    <a:pt x="1127" y="984"/>
                  </a:cubicBezTo>
                  <a:cubicBezTo>
                    <a:pt x="1289" y="1060"/>
                    <a:pt x="1450" y="1136"/>
                    <a:pt x="1612" y="1201"/>
                  </a:cubicBezTo>
                  <a:cubicBezTo>
                    <a:pt x="2057" y="1394"/>
                    <a:pt x="2502" y="1595"/>
                    <a:pt x="2950" y="1807"/>
                  </a:cubicBezTo>
                  <a:cubicBezTo>
                    <a:pt x="2416" y="2030"/>
                    <a:pt x="1870" y="2303"/>
                    <a:pt x="1355" y="2686"/>
                  </a:cubicBezTo>
                  <a:cubicBezTo>
                    <a:pt x="1052" y="2101"/>
                    <a:pt x="784" y="1450"/>
                    <a:pt x="541" y="722"/>
                  </a:cubicBezTo>
                  <a:close/>
                  <a:moveTo>
                    <a:pt x="3290" y="1970"/>
                  </a:moveTo>
                  <a:cubicBezTo>
                    <a:pt x="3521" y="2080"/>
                    <a:pt x="3754" y="2192"/>
                    <a:pt x="3987" y="2313"/>
                  </a:cubicBezTo>
                  <a:cubicBezTo>
                    <a:pt x="3451" y="2626"/>
                    <a:pt x="2602" y="3101"/>
                    <a:pt x="1794" y="3460"/>
                  </a:cubicBezTo>
                  <a:cubicBezTo>
                    <a:pt x="1683" y="3288"/>
                    <a:pt x="1581" y="3117"/>
                    <a:pt x="1481" y="2935"/>
                  </a:cubicBezTo>
                  <a:cubicBezTo>
                    <a:pt x="1490" y="2929"/>
                    <a:pt x="1506" y="2924"/>
                    <a:pt x="1511" y="2919"/>
                  </a:cubicBezTo>
                  <a:cubicBezTo>
                    <a:pt x="2082" y="2490"/>
                    <a:pt x="2698" y="2207"/>
                    <a:pt x="3290" y="1970"/>
                  </a:cubicBezTo>
                  <a:close/>
                  <a:moveTo>
                    <a:pt x="5643" y="979"/>
                  </a:moveTo>
                  <a:cubicBezTo>
                    <a:pt x="6240" y="1196"/>
                    <a:pt x="6816" y="1469"/>
                    <a:pt x="7357" y="1793"/>
                  </a:cubicBezTo>
                  <a:cubicBezTo>
                    <a:pt x="7331" y="2086"/>
                    <a:pt x="7346" y="2383"/>
                    <a:pt x="7362" y="2667"/>
                  </a:cubicBezTo>
                  <a:cubicBezTo>
                    <a:pt x="7382" y="3005"/>
                    <a:pt x="7397" y="3348"/>
                    <a:pt x="7346" y="3693"/>
                  </a:cubicBezTo>
                  <a:cubicBezTo>
                    <a:pt x="6790" y="3364"/>
                    <a:pt x="6255" y="3050"/>
                    <a:pt x="5734" y="2763"/>
                  </a:cubicBezTo>
                  <a:cubicBezTo>
                    <a:pt x="5734" y="2338"/>
                    <a:pt x="5709" y="1914"/>
                    <a:pt x="5674" y="1499"/>
                  </a:cubicBezTo>
                  <a:cubicBezTo>
                    <a:pt x="5664" y="1328"/>
                    <a:pt x="5654" y="1151"/>
                    <a:pt x="5643" y="979"/>
                  </a:cubicBezTo>
                  <a:close/>
                  <a:moveTo>
                    <a:pt x="7630" y="1965"/>
                  </a:moveTo>
                  <a:lnTo>
                    <a:pt x="7630" y="1965"/>
                  </a:lnTo>
                  <a:cubicBezTo>
                    <a:pt x="7807" y="2080"/>
                    <a:pt x="7982" y="2201"/>
                    <a:pt x="8150" y="2329"/>
                  </a:cubicBezTo>
                  <a:cubicBezTo>
                    <a:pt x="8195" y="2894"/>
                    <a:pt x="8124" y="3530"/>
                    <a:pt x="7952" y="4057"/>
                  </a:cubicBezTo>
                  <a:cubicBezTo>
                    <a:pt x="7831" y="3985"/>
                    <a:pt x="7716" y="3910"/>
                    <a:pt x="7599" y="3838"/>
                  </a:cubicBezTo>
                  <a:cubicBezTo>
                    <a:pt x="7674" y="3439"/>
                    <a:pt x="7660" y="3040"/>
                    <a:pt x="7639" y="2656"/>
                  </a:cubicBezTo>
                  <a:cubicBezTo>
                    <a:pt x="7625" y="2420"/>
                    <a:pt x="7619" y="2192"/>
                    <a:pt x="7630" y="1965"/>
                  </a:cubicBezTo>
                  <a:close/>
                  <a:moveTo>
                    <a:pt x="4279" y="2464"/>
                  </a:moveTo>
                  <a:cubicBezTo>
                    <a:pt x="4901" y="2777"/>
                    <a:pt x="5533" y="3127"/>
                    <a:pt x="6184" y="3495"/>
                  </a:cubicBezTo>
                  <a:cubicBezTo>
                    <a:pt x="5594" y="3920"/>
                    <a:pt x="4890" y="4238"/>
                    <a:pt x="4214" y="4546"/>
                  </a:cubicBezTo>
                  <a:cubicBezTo>
                    <a:pt x="3845" y="4717"/>
                    <a:pt x="3466" y="4890"/>
                    <a:pt x="3113" y="5076"/>
                  </a:cubicBezTo>
                  <a:cubicBezTo>
                    <a:pt x="2684" y="4677"/>
                    <a:pt x="2294" y="4218"/>
                    <a:pt x="1945" y="3698"/>
                  </a:cubicBezTo>
                  <a:cubicBezTo>
                    <a:pt x="2835" y="3299"/>
                    <a:pt x="3764" y="2772"/>
                    <a:pt x="4279" y="2464"/>
                  </a:cubicBezTo>
                  <a:close/>
                  <a:moveTo>
                    <a:pt x="8443" y="2555"/>
                  </a:moveTo>
                  <a:lnTo>
                    <a:pt x="8443" y="2555"/>
                  </a:lnTo>
                  <a:cubicBezTo>
                    <a:pt x="8943" y="2970"/>
                    <a:pt x="9397" y="3435"/>
                    <a:pt x="9796" y="3945"/>
                  </a:cubicBezTo>
                  <a:cubicBezTo>
                    <a:pt x="9777" y="4097"/>
                    <a:pt x="9761" y="4258"/>
                    <a:pt x="9747" y="4414"/>
                  </a:cubicBezTo>
                  <a:cubicBezTo>
                    <a:pt x="9726" y="4663"/>
                    <a:pt x="9696" y="4910"/>
                    <a:pt x="9656" y="5158"/>
                  </a:cubicBezTo>
                  <a:cubicBezTo>
                    <a:pt x="9286" y="4899"/>
                    <a:pt x="8908" y="4647"/>
                    <a:pt x="8528" y="4405"/>
                  </a:cubicBezTo>
                  <a:cubicBezTo>
                    <a:pt x="8413" y="4339"/>
                    <a:pt x="8306" y="4274"/>
                    <a:pt x="8195" y="4208"/>
                  </a:cubicBezTo>
                  <a:cubicBezTo>
                    <a:pt x="8367" y="3712"/>
                    <a:pt x="8453" y="3111"/>
                    <a:pt x="8443" y="2555"/>
                  </a:cubicBezTo>
                  <a:close/>
                  <a:moveTo>
                    <a:pt x="10044" y="4274"/>
                  </a:moveTo>
                  <a:cubicBezTo>
                    <a:pt x="10438" y="4839"/>
                    <a:pt x="10771" y="5451"/>
                    <a:pt x="11014" y="6107"/>
                  </a:cubicBezTo>
                  <a:cubicBezTo>
                    <a:pt x="10827" y="5976"/>
                    <a:pt x="10645" y="5850"/>
                    <a:pt x="10468" y="5724"/>
                  </a:cubicBezTo>
                  <a:cubicBezTo>
                    <a:pt x="10281" y="5592"/>
                    <a:pt x="10100" y="5461"/>
                    <a:pt x="9908" y="5330"/>
                  </a:cubicBezTo>
                  <a:cubicBezTo>
                    <a:pt x="9973" y="5031"/>
                    <a:pt x="9999" y="4733"/>
                    <a:pt x="10029" y="4440"/>
                  </a:cubicBezTo>
                  <a:cubicBezTo>
                    <a:pt x="10029" y="4384"/>
                    <a:pt x="10039" y="4329"/>
                    <a:pt x="10044" y="4274"/>
                  </a:cubicBezTo>
                  <a:close/>
                  <a:moveTo>
                    <a:pt x="6447" y="3647"/>
                  </a:moveTo>
                  <a:cubicBezTo>
                    <a:pt x="7038" y="3990"/>
                    <a:pt x="7644" y="4354"/>
                    <a:pt x="8286" y="4754"/>
                  </a:cubicBezTo>
                  <a:cubicBezTo>
                    <a:pt x="7362" y="5435"/>
                    <a:pt x="6310" y="6142"/>
                    <a:pt x="5230" y="6445"/>
                  </a:cubicBezTo>
                  <a:cubicBezTo>
                    <a:pt x="5144" y="6405"/>
                    <a:pt x="5063" y="6370"/>
                    <a:pt x="4981" y="6335"/>
                  </a:cubicBezTo>
                  <a:cubicBezTo>
                    <a:pt x="4375" y="6041"/>
                    <a:pt x="3829" y="5693"/>
                    <a:pt x="3340" y="5274"/>
                  </a:cubicBezTo>
                  <a:cubicBezTo>
                    <a:pt x="3654" y="5111"/>
                    <a:pt x="3981" y="4960"/>
                    <a:pt x="4330" y="4803"/>
                  </a:cubicBezTo>
                  <a:cubicBezTo>
                    <a:pt x="5063" y="4470"/>
                    <a:pt x="5816" y="4127"/>
                    <a:pt x="6447" y="3647"/>
                  </a:cubicBezTo>
                  <a:close/>
                  <a:moveTo>
                    <a:pt x="8539" y="4915"/>
                  </a:moveTo>
                  <a:cubicBezTo>
                    <a:pt x="8746" y="5046"/>
                    <a:pt x="8948" y="5178"/>
                    <a:pt x="9150" y="5319"/>
                  </a:cubicBezTo>
                  <a:cubicBezTo>
                    <a:pt x="8604" y="5466"/>
                    <a:pt x="8115" y="5820"/>
                    <a:pt x="7634" y="6163"/>
                  </a:cubicBezTo>
                  <a:cubicBezTo>
                    <a:pt x="7271" y="6426"/>
                    <a:pt x="6928" y="6673"/>
                    <a:pt x="6569" y="6830"/>
                  </a:cubicBezTo>
                  <a:cubicBezTo>
                    <a:pt x="6553" y="6839"/>
                    <a:pt x="6533" y="6850"/>
                    <a:pt x="6518" y="6865"/>
                  </a:cubicBezTo>
                  <a:cubicBezTo>
                    <a:pt x="6513" y="6870"/>
                    <a:pt x="6513" y="6881"/>
                    <a:pt x="6508" y="6885"/>
                  </a:cubicBezTo>
                  <a:cubicBezTo>
                    <a:pt x="6215" y="6815"/>
                    <a:pt x="5921" y="6718"/>
                    <a:pt x="5629" y="6608"/>
                  </a:cubicBezTo>
                  <a:cubicBezTo>
                    <a:pt x="6669" y="6244"/>
                    <a:pt x="7665" y="5561"/>
                    <a:pt x="8539" y="4915"/>
                  </a:cubicBezTo>
                  <a:close/>
                  <a:moveTo>
                    <a:pt x="9468" y="5536"/>
                  </a:moveTo>
                  <a:cubicBezTo>
                    <a:pt x="9726" y="5713"/>
                    <a:pt x="9978" y="5890"/>
                    <a:pt x="10221" y="6067"/>
                  </a:cubicBezTo>
                  <a:cubicBezTo>
                    <a:pt x="10449" y="6223"/>
                    <a:pt x="10671" y="6380"/>
                    <a:pt x="10899" y="6542"/>
                  </a:cubicBezTo>
                  <a:cubicBezTo>
                    <a:pt x="10605" y="6608"/>
                    <a:pt x="10323" y="6688"/>
                    <a:pt x="10044" y="6769"/>
                  </a:cubicBezTo>
                  <a:cubicBezTo>
                    <a:pt x="9439" y="6944"/>
                    <a:pt x="8866" y="7110"/>
                    <a:pt x="8203" y="7110"/>
                  </a:cubicBezTo>
                  <a:cubicBezTo>
                    <a:pt x="8157" y="7110"/>
                    <a:pt x="8111" y="7109"/>
                    <a:pt x="8064" y="7107"/>
                  </a:cubicBezTo>
                  <a:cubicBezTo>
                    <a:pt x="7674" y="7093"/>
                    <a:pt x="7291" y="7052"/>
                    <a:pt x="6902" y="6976"/>
                  </a:cubicBezTo>
                  <a:cubicBezTo>
                    <a:pt x="7210" y="6815"/>
                    <a:pt x="7508" y="6597"/>
                    <a:pt x="7796" y="6391"/>
                  </a:cubicBezTo>
                  <a:cubicBezTo>
                    <a:pt x="8332" y="6006"/>
                    <a:pt x="8877" y="5612"/>
                    <a:pt x="9468" y="5536"/>
                  </a:cubicBezTo>
                  <a:close/>
                  <a:moveTo>
                    <a:pt x="2404" y="0"/>
                  </a:moveTo>
                  <a:cubicBezTo>
                    <a:pt x="1725" y="0"/>
                    <a:pt x="1038" y="70"/>
                    <a:pt x="354" y="216"/>
                  </a:cubicBezTo>
                  <a:cubicBezTo>
                    <a:pt x="324" y="216"/>
                    <a:pt x="299" y="221"/>
                    <a:pt x="273" y="231"/>
                  </a:cubicBezTo>
                  <a:cubicBezTo>
                    <a:pt x="268" y="231"/>
                    <a:pt x="263" y="231"/>
                    <a:pt x="263" y="237"/>
                  </a:cubicBezTo>
                  <a:cubicBezTo>
                    <a:pt x="247" y="232"/>
                    <a:pt x="232" y="229"/>
                    <a:pt x="217" y="229"/>
                  </a:cubicBezTo>
                  <a:cubicBezTo>
                    <a:pt x="199" y="229"/>
                    <a:pt x="181" y="233"/>
                    <a:pt x="161" y="242"/>
                  </a:cubicBezTo>
                  <a:cubicBezTo>
                    <a:pt x="121" y="252"/>
                    <a:pt x="96" y="272"/>
                    <a:pt x="71" y="298"/>
                  </a:cubicBezTo>
                  <a:cubicBezTo>
                    <a:pt x="21" y="352"/>
                    <a:pt x="0" y="429"/>
                    <a:pt x="26" y="504"/>
                  </a:cubicBezTo>
                  <a:cubicBezTo>
                    <a:pt x="1031" y="3702"/>
                    <a:pt x="2502" y="5617"/>
                    <a:pt x="4799" y="6708"/>
                  </a:cubicBezTo>
                  <a:cubicBezTo>
                    <a:pt x="5867" y="7219"/>
                    <a:pt x="6963" y="7492"/>
                    <a:pt x="8049" y="7527"/>
                  </a:cubicBezTo>
                  <a:cubicBezTo>
                    <a:pt x="8097" y="7528"/>
                    <a:pt x="8145" y="7529"/>
                    <a:pt x="8192" y="7529"/>
                  </a:cubicBezTo>
                  <a:cubicBezTo>
                    <a:pt x="8923" y="7529"/>
                    <a:pt x="9553" y="7349"/>
                    <a:pt x="10165" y="7168"/>
                  </a:cubicBezTo>
                  <a:cubicBezTo>
                    <a:pt x="10529" y="7062"/>
                    <a:pt x="10908" y="6956"/>
                    <a:pt x="11307" y="6881"/>
                  </a:cubicBezTo>
                  <a:cubicBezTo>
                    <a:pt x="11328" y="6881"/>
                    <a:pt x="11347" y="6870"/>
                    <a:pt x="11368" y="6860"/>
                  </a:cubicBezTo>
                  <a:cubicBezTo>
                    <a:pt x="11858" y="7193"/>
                    <a:pt x="12363" y="7517"/>
                    <a:pt x="12884" y="7800"/>
                  </a:cubicBezTo>
                  <a:cubicBezTo>
                    <a:pt x="12916" y="7818"/>
                    <a:pt x="12951" y="7826"/>
                    <a:pt x="12986" y="7826"/>
                  </a:cubicBezTo>
                  <a:cubicBezTo>
                    <a:pt x="13061" y="7826"/>
                    <a:pt x="13134" y="7788"/>
                    <a:pt x="13172" y="7718"/>
                  </a:cubicBezTo>
                  <a:cubicBezTo>
                    <a:pt x="13227" y="7618"/>
                    <a:pt x="13187" y="7492"/>
                    <a:pt x="13086" y="7436"/>
                  </a:cubicBezTo>
                  <a:cubicBezTo>
                    <a:pt x="12576" y="7153"/>
                    <a:pt x="12075" y="6830"/>
                    <a:pt x="11585" y="6501"/>
                  </a:cubicBezTo>
                  <a:lnTo>
                    <a:pt x="11585" y="6476"/>
                  </a:lnTo>
                  <a:cubicBezTo>
                    <a:pt x="10948" y="4365"/>
                    <a:pt x="9504" y="2626"/>
                    <a:pt x="7649" y="1485"/>
                  </a:cubicBezTo>
                  <a:cubicBezTo>
                    <a:pt x="7630" y="1450"/>
                    <a:pt x="7599" y="1424"/>
                    <a:pt x="7553" y="1419"/>
                  </a:cubicBezTo>
                  <a:lnTo>
                    <a:pt x="7543" y="1419"/>
                  </a:lnTo>
                  <a:cubicBezTo>
                    <a:pt x="6024" y="512"/>
                    <a:pt x="4241" y="0"/>
                    <a:pt x="2404"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33"/>
            <p:cNvSpPr/>
            <p:nvPr/>
          </p:nvSpPr>
          <p:spPr>
            <a:xfrm>
              <a:off x="2743075" y="2918950"/>
              <a:ext cx="67625" cy="33425"/>
            </a:xfrm>
            <a:custGeom>
              <a:avLst/>
              <a:gdLst/>
              <a:ahLst/>
              <a:cxnLst/>
              <a:rect l="l" t="t" r="r" b="b"/>
              <a:pathLst>
                <a:path w="2705" h="1337" extrusionOk="0">
                  <a:moveTo>
                    <a:pt x="1304" y="1"/>
                  </a:moveTo>
                  <a:cubicBezTo>
                    <a:pt x="872" y="1"/>
                    <a:pt x="437" y="31"/>
                    <a:pt x="0" y="94"/>
                  </a:cubicBezTo>
                  <a:cubicBezTo>
                    <a:pt x="72" y="124"/>
                    <a:pt x="137" y="154"/>
                    <a:pt x="208" y="185"/>
                  </a:cubicBezTo>
                  <a:cubicBezTo>
                    <a:pt x="359" y="260"/>
                    <a:pt x="516" y="336"/>
                    <a:pt x="673" y="402"/>
                  </a:cubicBezTo>
                  <a:cubicBezTo>
                    <a:pt x="1355" y="689"/>
                    <a:pt x="2026" y="1003"/>
                    <a:pt x="2704" y="1337"/>
                  </a:cubicBezTo>
                  <a:cubicBezTo>
                    <a:pt x="2679" y="932"/>
                    <a:pt x="2597" y="549"/>
                    <a:pt x="2516" y="148"/>
                  </a:cubicBezTo>
                  <a:lnTo>
                    <a:pt x="2502" y="78"/>
                  </a:lnTo>
                  <a:cubicBezTo>
                    <a:pt x="2107" y="27"/>
                    <a:pt x="1707" y="1"/>
                    <a:pt x="1304"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33"/>
            <p:cNvSpPr/>
            <p:nvPr/>
          </p:nvSpPr>
          <p:spPr>
            <a:xfrm>
              <a:off x="2812950" y="2921900"/>
              <a:ext cx="38900" cy="51950"/>
            </a:xfrm>
            <a:custGeom>
              <a:avLst/>
              <a:gdLst/>
              <a:ahLst/>
              <a:cxnLst/>
              <a:rect l="l" t="t" r="r" b="b"/>
              <a:pathLst>
                <a:path w="1556" h="2078" extrusionOk="0">
                  <a:moveTo>
                    <a:pt x="0" y="0"/>
                  </a:moveTo>
                  <a:lnTo>
                    <a:pt x="0" y="0"/>
                  </a:lnTo>
                  <a:cubicBezTo>
                    <a:pt x="96" y="450"/>
                    <a:pt x="176" y="885"/>
                    <a:pt x="192" y="1359"/>
                  </a:cubicBezTo>
                  <a:cubicBezTo>
                    <a:pt x="642" y="1587"/>
                    <a:pt x="1096" y="1825"/>
                    <a:pt x="1556" y="2077"/>
                  </a:cubicBezTo>
                  <a:cubicBezTo>
                    <a:pt x="1551" y="1713"/>
                    <a:pt x="1530" y="1359"/>
                    <a:pt x="1500" y="986"/>
                  </a:cubicBezTo>
                  <a:cubicBezTo>
                    <a:pt x="1486" y="774"/>
                    <a:pt x="1470" y="561"/>
                    <a:pt x="1460" y="349"/>
                  </a:cubicBezTo>
                  <a:cubicBezTo>
                    <a:pt x="985" y="198"/>
                    <a:pt x="495" y="76"/>
                    <a:pt x="0"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33"/>
            <p:cNvSpPr/>
            <p:nvPr/>
          </p:nvSpPr>
          <p:spPr>
            <a:xfrm>
              <a:off x="2856625" y="2933025"/>
              <a:ext cx="43850" cy="67850"/>
            </a:xfrm>
            <a:custGeom>
              <a:avLst/>
              <a:gdLst/>
              <a:ahLst/>
              <a:cxnLst/>
              <a:rect l="l" t="t" r="r" b="b"/>
              <a:pathLst>
                <a:path w="1754" h="2714" extrusionOk="0">
                  <a:moveTo>
                    <a:pt x="0" y="0"/>
                  </a:moveTo>
                  <a:cubicBezTo>
                    <a:pt x="11" y="172"/>
                    <a:pt x="21" y="349"/>
                    <a:pt x="31" y="520"/>
                  </a:cubicBezTo>
                  <a:cubicBezTo>
                    <a:pt x="66" y="935"/>
                    <a:pt x="91" y="1359"/>
                    <a:pt x="91" y="1784"/>
                  </a:cubicBezTo>
                  <a:cubicBezTo>
                    <a:pt x="612" y="2071"/>
                    <a:pt x="1147" y="2385"/>
                    <a:pt x="1703" y="2714"/>
                  </a:cubicBezTo>
                  <a:cubicBezTo>
                    <a:pt x="1754" y="2369"/>
                    <a:pt x="1739" y="2026"/>
                    <a:pt x="1719" y="1688"/>
                  </a:cubicBezTo>
                  <a:cubicBezTo>
                    <a:pt x="1703" y="1404"/>
                    <a:pt x="1688" y="1107"/>
                    <a:pt x="1714" y="814"/>
                  </a:cubicBezTo>
                  <a:cubicBezTo>
                    <a:pt x="1173" y="490"/>
                    <a:pt x="597" y="217"/>
                    <a:pt x="0"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33"/>
            <p:cNvSpPr/>
            <p:nvPr/>
          </p:nvSpPr>
          <p:spPr>
            <a:xfrm>
              <a:off x="2905525" y="2957650"/>
              <a:ext cx="14900" cy="52325"/>
            </a:xfrm>
            <a:custGeom>
              <a:avLst/>
              <a:gdLst/>
              <a:ahLst/>
              <a:cxnLst/>
              <a:rect l="l" t="t" r="r" b="b"/>
              <a:pathLst>
                <a:path w="596" h="2093" extrusionOk="0">
                  <a:moveTo>
                    <a:pt x="31" y="1"/>
                  </a:moveTo>
                  <a:cubicBezTo>
                    <a:pt x="20" y="228"/>
                    <a:pt x="26" y="456"/>
                    <a:pt x="40" y="692"/>
                  </a:cubicBezTo>
                  <a:cubicBezTo>
                    <a:pt x="61" y="1076"/>
                    <a:pt x="75" y="1475"/>
                    <a:pt x="0" y="1874"/>
                  </a:cubicBezTo>
                  <a:cubicBezTo>
                    <a:pt x="117" y="1946"/>
                    <a:pt x="232" y="2021"/>
                    <a:pt x="353" y="2093"/>
                  </a:cubicBezTo>
                  <a:cubicBezTo>
                    <a:pt x="525" y="1566"/>
                    <a:pt x="596" y="930"/>
                    <a:pt x="551" y="365"/>
                  </a:cubicBezTo>
                  <a:cubicBezTo>
                    <a:pt x="383" y="237"/>
                    <a:pt x="208" y="116"/>
                    <a:pt x="31"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33"/>
            <p:cNvSpPr/>
            <p:nvPr/>
          </p:nvSpPr>
          <p:spPr>
            <a:xfrm>
              <a:off x="2920400" y="2972425"/>
              <a:ext cx="40075" cy="65075"/>
            </a:xfrm>
            <a:custGeom>
              <a:avLst/>
              <a:gdLst/>
              <a:ahLst/>
              <a:cxnLst/>
              <a:rect l="l" t="t" r="r" b="b"/>
              <a:pathLst>
                <a:path w="1603" h="2603" extrusionOk="0">
                  <a:moveTo>
                    <a:pt x="249" y="0"/>
                  </a:moveTo>
                  <a:lnTo>
                    <a:pt x="249" y="0"/>
                  </a:lnTo>
                  <a:cubicBezTo>
                    <a:pt x="259" y="556"/>
                    <a:pt x="173" y="1157"/>
                    <a:pt x="1" y="1653"/>
                  </a:cubicBezTo>
                  <a:cubicBezTo>
                    <a:pt x="112" y="1719"/>
                    <a:pt x="219" y="1784"/>
                    <a:pt x="334" y="1850"/>
                  </a:cubicBezTo>
                  <a:cubicBezTo>
                    <a:pt x="714" y="2092"/>
                    <a:pt x="1092" y="2344"/>
                    <a:pt x="1462" y="2603"/>
                  </a:cubicBezTo>
                  <a:cubicBezTo>
                    <a:pt x="1502" y="2355"/>
                    <a:pt x="1532" y="2108"/>
                    <a:pt x="1553" y="1859"/>
                  </a:cubicBezTo>
                  <a:cubicBezTo>
                    <a:pt x="1567" y="1703"/>
                    <a:pt x="1583" y="1542"/>
                    <a:pt x="1602" y="1390"/>
                  </a:cubicBezTo>
                  <a:cubicBezTo>
                    <a:pt x="1203" y="880"/>
                    <a:pt x="749" y="415"/>
                    <a:pt x="249"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33"/>
            <p:cNvSpPr/>
            <p:nvPr/>
          </p:nvSpPr>
          <p:spPr>
            <a:xfrm>
              <a:off x="2963225" y="3015375"/>
              <a:ext cx="27675" cy="45850"/>
            </a:xfrm>
            <a:custGeom>
              <a:avLst/>
              <a:gdLst/>
              <a:ahLst/>
              <a:cxnLst/>
              <a:rect l="l" t="t" r="r" b="b"/>
              <a:pathLst>
                <a:path w="1107" h="1834" extrusionOk="0">
                  <a:moveTo>
                    <a:pt x="137" y="1"/>
                  </a:moveTo>
                  <a:cubicBezTo>
                    <a:pt x="132" y="56"/>
                    <a:pt x="122" y="111"/>
                    <a:pt x="122" y="167"/>
                  </a:cubicBezTo>
                  <a:cubicBezTo>
                    <a:pt x="92" y="460"/>
                    <a:pt x="66" y="758"/>
                    <a:pt x="1" y="1057"/>
                  </a:cubicBezTo>
                  <a:cubicBezTo>
                    <a:pt x="193" y="1188"/>
                    <a:pt x="374" y="1319"/>
                    <a:pt x="561" y="1451"/>
                  </a:cubicBezTo>
                  <a:cubicBezTo>
                    <a:pt x="738" y="1577"/>
                    <a:pt x="920" y="1703"/>
                    <a:pt x="1107" y="1834"/>
                  </a:cubicBezTo>
                  <a:cubicBezTo>
                    <a:pt x="864" y="1178"/>
                    <a:pt x="531" y="566"/>
                    <a:pt x="137"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33"/>
            <p:cNvSpPr/>
            <p:nvPr/>
          </p:nvSpPr>
          <p:spPr>
            <a:xfrm>
              <a:off x="2888100" y="3046925"/>
              <a:ext cx="99925" cy="39375"/>
            </a:xfrm>
            <a:custGeom>
              <a:avLst/>
              <a:gdLst/>
              <a:ahLst/>
              <a:cxnLst/>
              <a:rect l="l" t="t" r="r" b="b"/>
              <a:pathLst>
                <a:path w="3997" h="1575" extrusionOk="0">
                  <a:moveTo>
                    <a:pt x="2566" y="1"/>
                  </a:moveTo>
                  <a:cubicBezTo>
                    <a:pt x="1975" y="77"/>
                    <a:pt x="1430" y="471"/>
                    <a:pt x="894" y="856"/>
                  </a:cubicBezTo>
                  <a:cubicBezTo>
                    <a:pt x="606" y="1062"/>
                    <a:pt x="308" y="1280"/>
                    <a:pt x="0" y="1441"/>
                  </a:cubicBezTo>
                  <a:cubicBezTo>
                    <a:pt x="389" y="1517"/>
                    <a:pt x="772" y="1558"/>
                    <a:pt x="1162" y="1572"/>
                  </a:cubicBezTo>
                  <a:cubicBezTo>
                    <a:pt x="1209" y="1574"/>
                    <a:pt x="1255" y="1575"/>
                    <a:pt x="1301" y="1575"/>
                  </a:cubicBezTo>
                  <a:cubicBezTo>
                    <a:pt x="1964" y="1575"/>
                    <a:pt x="2537" y="1409"/>
                    <a:pt x="3142" y="1234"/>
                  </a:cubicBezTo>
                  <a:cubicBezTo>
                    <a:pt x="3421" y="1153"/>
                    <a:pt x="3703" y="1073"/>
                    <a:pt x="3997" y="1007"/>
                  </a:cubicBezTo>
                  <a:cubicBezTo>
                    <a:pt x="3769" y="845"/>
                    <a:pt x="3547" y="688"/>
                    <a:pt x="3319" y="532"/>
                  </a:cubicBezTo>
                  <a:cubicBezTo>
                    <a:pt x="3076" y="355"/>
                    <a:pt x="2824" y="178"/>
                    <a:pt x="2566"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33"/>
            <p:cNvSpPr/>
            <p:nvPr/>
          </p:nvSpPr>
          <p:spPr>
            <a:xfrm>
              <a:off x="2856250" y="3031425"/>
              <a:ext cx="88075" cy="49275"/>
            </a:xfrm>
            <a:custGeom>
              <a:avLst/>
              <a:gdLst/>
              <a:ahLst/>
              <a:cxnLst/>
              <a:rect l="l" t="t" r="r" b="b"/>
              <a:pathLst>
                <a:path w="3523" h="1971" extrusionOk="0">
                  <a:moveTo>
                    <a:pt x="2911" y="0"/>
                  </a:moveTo>
                  <a:cubicBezTo>
                    <a:pt x="2037" y="646"/>
                    <a:pt x="1041" y="1329"/>
                    <a:pt x="1" y="1693"/>
                  </a:cubicBezTo>
                  <a:cubicBezTo>
                    <a:pt x="293" y="1803"/>
                    <a:pt x="587" y="1900"/>
                    <a:pt x="880" y="1970"/>
                  </a:cubicBezTo>
                  <a:cubicBezTo>
                    <a:pt x="885" y="1966"/>
                    <a:pt x="885" y="1955"/>
                    <a:pt x="890" y="1950"/>
                  </a:cubicBezTo>
                  <a:cubicBezTo>
                    <a:pt x="905" y="1935"/>
                    <a:pt x="925" y="1924"/>
                    <a:pt x="941" y="1915"/>
                  </a:cubicBezTo>
                  <a:cubicBezTo>
                    <a:pt x="1300" y="1758"/>
                    <a:pt x="1643" y="1511"/>
                    <a:pt x="2006" y="1248"/>
                  </a:cubicBezTo>
                  <a:cubicBezTo>
                    <a:pt x="2487" y="905"/>
                    <a:pt x="2976" y="551"/>
                    <a:pt x="3522" y="404"/>
                  </a:cubicBezTo>
                  <a:cubicBezTo>
                    <a:pt x="3320" y="263"/>
                    <a:pt x="3118" y="131"/>
                    <a:pt x="2911"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33"/>
            <p:cNvSpPr/>
            <p:nvPr/>
          </p:nvSpPr>
          <p:spPr>
            <a:xfrm>
              <a:off x="2799025" y="2999700"/>
              <a:ext cx="123675" cy="70000"/>
            </a:xfrm>
            <a:custGeom>
              <a:avLst/>
              <a:gdLst/>
              <a:ahLst/>
              <a:cxnLst/>
              <a:rect l="l" t="t" r="r" b="b"/>
              <a:pathLst>
                <a:path w="4947" h="2800" extrusionOk="0">
                  <a:moveTo>
                    <a:pt x="3108" y="1"/>
                  </a:moveTo>
                  <a:cubicBezTo>
                    <a:pt x="2477" y="481"/>
                    <a:pt x="1724" y="824"/>
                    <a:pt x="991" y="1157"/>
                  </a:cubicBezTo>
                  <a:cubicBezTo>
                    <a:pt x="642" y="1314"/>
                    <a:pt x="315" y="1465"/>
                    <a:pt x="1" y="1628"/>
                  </a:cubicBezTo>
                  <a:cubicBezTo>
                    <a:pt x="490" y="2047"/>
                    <a:pt x="1036" y="2395"/>
                    <a:pt x="1642" y="2689"/>
                  </a:cubicBezTo>
                  <a:cubicBezTo>
                    <a:pt x="1724" y="2724"/>
                    <a:pt x="1805" y="2759"/>
                    <a:pt x="1891" y="2799"/>
                  </a:cubicBezTo>
                  <a:cubicBezTo>
                    <a:pt x="2971" y="2496"/>
                    <a:pt x="4023" y="1789"/>
                    <a:pt x="4947" y="1108"/>
                  </a:cubicBezTo>
                  <a:cubicBezTo>
                    <a:pt x="4305" y="708"/>
                    <a:pt x="3699" y="344"/>
                    <a:pt x="3108"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33"/>
            <p:cNvSpPr/>
            <p:nvPr/>
          </p:nvSpPr>
          <p:spPr>
            <a:xfrm>
              <a:off x="2764175" y="2970150"/>
              <a:ext cx="106000" cy="65325"/>
            </a:xfrm>
            <a:custGeom>
              <a:avLst/>
              <a:gdLst/>
              <a:ahLst/>
              <a:cxnLst/>
              <a:rect l="l" t="t" r="r" b="b"/>
              <a:pathLst>
                <a:path w="4240" h="2613" extrusionOk="0">
                  <a:moveTo>
                    <a:pt x="2334" y="0"/>
                  </a:moveTo>
                  <a:cubicBezTo>
                    <a:pt x="1819" y="308"/>
                    <a:pt x="890" y="835"/>
                    <a:pt x="0" y="1234"/>
                  </a:cubicBezTo>
                  <a:cubicBezTo>
                    <a:pt x="349" y="1754"/>
                    <a:pt x="739" y="2213"/>
                    <a:pt x="1168" y="2612"/>
                  </a:cubicBezTo>
                  <a:cubicBezTo>
                    <a:pt x="1521" y="2426"/>
                    <a:pt x="1900" y="2253"/>
                    <a:pt x="2269" y="2082"/>
                  </a:cubicBezTo>
                  <a:cubicBezTo>
                    <a:pt x="2945" y="1774"/>
                    <a:pt x="3649" y="1456"/>
                    <a:pt x="4239" y="1031"/>
                  </a:cubicBezTo>
                  <a:cubicBezTo>
                    <a:pt x="3588" y="663"/>
                    <a:pt x="2956" y="313"/>
                    <a:pt x="2334"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33"/>
            <p:cNvSpPr/>
            <p:nvPr/>
          </p:nvSpPr>
          <p:spPr>
            <a:xfrm>
              <a:off x="2752550" y="2957775"/>
              <a:ext cx="62700" cy="37275"/>
            </a:xfrm>
            <a:custGeom>
              <a:avLst/>
              <a:gdLst/>
              <a:ahLst/>
              <a:cxnLst/>
              <a:rect l="l" t="t" r="r" b="b"/>
              <a:pathLst>
                <a:path w="2508" h="1491" extrusionOk="0">
                  <a:moveTo>
                    <a:pt x="1810" y="1"/>
                  </a:moveTo>
                  <a:cubicBezTo>
                    <a:pt x="1218" y="238"/>
                    <a:pt x="602" y="521"/>
                    <a:pt x="31" y="950"/>
                  </a:cubicBezTo>
                  <a:cubicBezTo>
                    <a:pt x="26" y="955"/>
                    <a:pt x="10" y="960"/>
                    <a:pt x="1" y="966"/>
                  </a:cubicBezTo>
                  <a:cubicBezTo>
                    <a:pt x="101" y="1148"/>
                    <a:pt x="203" y="1319"/>
                    <a:pt x="314" y="1491"/>
                  </a:cubicBezTo>
                  <a:cubicBezTo>
                    <a:pt x="1122" y="1132"/>
                    <a:pt x="1971" y="657"/>
                    <a:pt x="2507" y="344"/>
                  </a:cubicBezTo>
                  <a:cubicBezTo>
                    <a:pt x="2274" y="223"/>
                    <a:pt x="2041" y="111"/>
                    <a:pt x="1810"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33"/>
            <p:cNvSpPr/>
            <p:nvPr/>
          </p:nvSpPr>
          <p:spPr>
            <a:xfrm>
              <a:off x="2729075" y="2926600"/>
              <a:ext cx="60250" cy="49125"/>
            </a:xfrm>
            <a:custGeom>
              <a:avLst/>
              <a:gdLst/>
              <a:ahLst/>
              <a:cxnLst/>
              <a:rect l="l" t="t" r="r" b="b"/>
              <a:pathLst>
                <a:path w="2410" h="1965" extrusionOk="0">
                  <a:moveTo>
                    <a:pt x="0" y="0"/>
                  </a:moveTo>
                  <a:lnTo>
                    <a:pt x="0" y="0"/>
                  </a:lnTo>
                  <a:cubicBezTo>
                    <a:pt x="243" y="728"/>
                    <a:pt x="511" y="1379"/>
                    <a:pt x="814" y="1964"/>
                  </a:cubicBezTo>
                  <a:cubicBezTo>
                    <a:pt x="1329" y="1581"/>
                    <a:pt x="1875" y="1308"/>
                    <a:pt x="2409" y="1085"/>
                  </a:cubicBezTo>
                  <a:cubicBezTo>
                    <a:pt x="1961" y="873"/>
                    <a:pt x="1516" y="672"/>
                    <a:pt x="1071" y="479"/>
                  </a:cubicBezTo>
                  <a:cubicBezTo>
                    <a:pt x="909" y="414"/>
                    <a:pt x="748" y="338"/>
                    <a:pt x="586" y="262"/>
                  </a:cubicBezTo>
                  <a:cubicBezTo>
                    <a:pt x="394" y="166"/>
                    <a:pt x="196" y="80"/>
                    <a:pt x="0"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33"/>
            <p:cNvSpPr/>
            <p:nvPr/>
          </p:nvSpPr>
          <p:spPr>
            <a:xfrm>
              <a:off x="1606700" y="2532450"/>
              <a:ext cx="357850" cy="298800"/>
            </a:xfrm>
            <a:custGeom>
              <a:avLst/>
              <a:gdLst/>
              <a:ahLst/>
              <a:cxnLst/>
              <a:rect l="l" t="t" r="r" b="b"/>
              <a:pathLst>
                <a:path w="14314" h="11952" extrusionOk="0">
                  <a:moveTo>
                    <a:pt x="13874" y="684"/>
                  </a:moveTo>
                  <a:lnTo>
                    <a:pt x="13874" y="684"/>
                  </a:lnTo>
                  <a:cubicBezTo>
                    <a:pt x="13541" y="892"/>
                    <a:pt x="13061" y="1149"/>
                    <a:pt x="12595" y="1397"/>
                  </a:cubicBezTo>
                  <a:cubicBezTo>
                    <a:pt x="12005" y="1710"/>
                    <a:pt x="11393" y="2034"/>
                    <a:pt x="11044" y="2276"/>
                  </a:cubicBezTo>
                  <a:cubicBezTo>
                    <a:pt x="10696" y="2513"/>
                    <a:pt x="10377" y="2792"/>
                    <a:pt x="10060" y="3054"/>
                  </a:cubicBezTo>
                  <a:cubicBezTo>
                    <a:pt x="9696" y="3368"/>
                    <a:pt x="9327" y="3680"/>
                    <a:pt x="8922" y="3933"/>
                  </a:cubicBezTo>
                  <a:cubicBezTo>
                    <a:pt x="8917" y="3928"/>
                    <a:pt x="8913" y="3918"/>
                    <a:pt x="8908" y="3907"/>
                  </a:cubicBezTo>
                  <a:cubicBezTo>
                    <a:pt x="8897" y="3898"/>
                    <a:pt x="8877" y="3888"/>
                    <a:pt x="8862" y="3877"/>
                  </a:cubicBezTo>
                  <a:cubicBezTo>
                    <a:pt x="9685" y="2660"/>
                    <a:pt x="11343" y="826"/>
                    <a:pt x="13874" y="684"/>
                  </a:cubicBezTo>
                  <a:close/>
                  <a:moveTo>
                    <a:pt x="13758" y="1083"/>
                  </a:moveTo>
                  <a:lnTo>
                    <a:pt x="13758" y="1083"/>
                  </a:lnTo>
                  <a:cubicBezTo>
                    <a:pt x="12939" y="2205"/>
                    <a:pt x="10510" y="3650"/>
                    <a:pt x="9069" y="4175"/>
                  </a:cubicBezTo>
                  <a:cubicBezTo>
                    <a:pt x="9489" y="3913"/>
                    <a:pt x="9873" y="3590"/>
                    <a:pt x="10246" y="3271"/>
                  </a:cubicBezTo>
                  <a:cubicBezTo>
                    <a:pt x="10554" y="3009"/>
                    <a:pt x="10873" y="2741"/>
                    <a:pt x="11201" y="2513"/>
                  </a:cubicBezTo>
                  <a:cubicBezTo>
                    <a:pt x="11545" y="2276"/>
                    <a:pt x="12146" y="1957"/>
                    <a:pt x="12727" y="1645"/>
                  </a:cubicBezTo>
                  <a:cubicBezTo>
                    <a:pt x="13101" y="1447"/>
                    <a:pt x="13460" y="1260"/>
                    <a:pt x="13758" y="1083"/>
                  </a:cubicBezTo>
                  <a:close/>
                  <a:moveTo>
                    <a:pt x="7129" y="791"/>
                  </a:moveTo>
                  <a:lnTo>
                    <a:pt x="7129" y="791"/>
                  </a:lnTo>
                  <a:cubicBezTo>
                    <a:pt x="6917" y="1144"/>
                    <a:pt x="6755" y="1554"/>
                    <a:pt x="6593" y="1953"/>
                  </a:cubicBezTo>
                  <a:cubicBezTo>
                    <a:pt x="6411" y="2417"/>
                    <a:pt x="6220" y="2892"/>
                    <a:pt x="5967" y="3261"/>
                  </a:cubicBezTo>
                  <a:cubicBezTo>
                    <a:pt x="5119" y="4499"/>
                    <a:pt x="4487" y="5772"/>
                    <a:pt x="3971" y="6934"/>
                  </a:cubicBezTo>
                  <a:cubicBezTo>
                    <a:pt x="4410" y="4797"/>
                    <a:pt x="5245" y="2321"/>
                    <a:pt x="7129" y="791"/>
                  </a:cubicBezTo>
                  <a:close/>
                  <a:moveTo>
                    <a:pt x="7675" y="518"/>
                  </a:moveTo>
                  <a:cubicBezTo>
                    <a:pt x="7690" y="2670"/>
                    <a:pt x="5593" y="5399"/>
                    <a:pt x="4168" y="7181"/>
                  </a:cubicBezTo>
                  <a:cubicBezTo>
                    <a:pt x="4689" y="5999"/>
                    <a:pt x="5331" y="4686"/>
                    <a:pt x="6205" y="3422"/>
                  </a:cubicBezTo>
                  <a:cubicBezTo>
                    <a:pt x="6472" y="3028"/>
                    <a:pt x="6669" y="2538"/>
                    <a:pt x="6861" y="2058"/>
                  </a:cubicBezTo>
                  <a:cubicBezTo>
                    <a:pt x="7089" y="1493"/>
                    <a:pt x="7321" y="906"/>
                    <a:pt x="7675" y="518"/>
                  </a:cubicBezTo>
                  <a:close/>
                  <a:moveTo>
                    <a:pt x="9362" y="7475"/>
                  </a:moveTo>
                  <a:cubicBezTo>
                    <a:pt x="8619" y="7621"/>
                    <a:pt x="7947" y="7833"/>
                    <a:pt x="7124" y="8237"/>
                  </a:cubicBezTo>
                  <a:cubicBezTo>
                    <a:pt x="6366" y="8612"/>
                    <a:pt x="5568" y="8890"/>
                    <a:pt x="4683" y="9081"/>
                  </a:cubicBezTo>
                  <a:cubicBezTo>
                    <a:pt x="4461" y="9127"/>
                    <a:pt x="4224" y="9193"/>
                    <a:pt x="3976" y="9258"/>
                  </a:cubicBezTo>
                  <a:cubicBezTo>
                    <a:pt x="3471" y="9394"/>
                    <a:pt x="2915" y="9536"/>
                    <a:pt x="2421" y="9571"/>
                  </a:cubicBezTo>
                  <a:cubicBezTo>
                    <a:pt x="2456" y="9536"/>
                    <a:pt x="2486" y="9506"/>
                    <a:pt x="2521" y="9475"/>
                  </a:cubicBezTo>
                  <a:cubicBezTo>
                    <a:pt x="4042" y="8303"/>
                    <a:pt x="7114" y="7596"/>
                    <a:pt x="9362" y="7475"/>
                  </a:cubicBezTo>
                  <a:close/>
                  <a:moveTo>
                    <a:pt x="9948" y="7656"/>
                  </a:moveTo>
                  <a:cubicBezTo>
                    <a:pt x="8635" y="8778"/>
                    <a:pt x="6220" y="9683"/>
                    <a:pt x="4820" y="9981"/>
                  </a:cubicBezTo>
                  <a:cubicBezTo>
                    <a:pt x="4511" y="10046"/>
                    <a:pt x="4232" y="10070"/>
                    <a:pt x="3968" y="10070"/>
                  </a:cubicBezTo>
                  <a:cubicBezTo>
                    <a:pt x="3597" y="10070"/>
                    <a:pt x="3257" y="10023"/>
                    <a:pt x="2906" y="9976"/>
                  </a:cubicBezTo>
                  <a:cubicBezTo>
                    <a:pt x="2647" y="9940"/>
                    <a:pt x="2390" y="9905"/>
                    <a:pt x="2113" y="9885"/>
                  </a:cubicBezTo>
                  <a:cubicBezTo>
                    <a:pt x="2117" y="9879"/>
                    <a:pt x="2127" y="9869"/>
                    <a:pt x="2132" y="9865"/>
                  </a:cubicBezTo>
                  <a:lnTo>
                    <a:pt x="2208" y="9865"/>
                  </a:lnTo>
                  <a:cubicBezTo>
                    <a:pt x="2784" y="9865"/>
                    <a:pt x="3456" y="9692"/>
                    <a:pt x="4053" y="9531"/>
                  </a:cubicBezTo>
                  <a:cubicBezTo>
                    <a:pt x="4289" y="9466"/>
                    <a:pt x="4527" y="9405"/>
                    <a:pt x="4744" y="9359"/>
                  </a:cubicBezTo>
                  <a:cubicBezTo>
                    <a:pt x="5653" y="9158"/>
                    <a:pt x="6472" y="8874"/>
                    <a:pt x="7250" y="8496"/>
                  </a:cubicBezTo>
                  <a:cubicBezTo>
                    <a:pt x="8236" y="8011"/>
                    <a:pt x="9004" y="7813"/>
                    <a:pt x="9948" y="7656"/>
                  </a:cubicBezTo>
                  <a:close/>
                  <a:moveTo>
                    <a:pt x="7802" y="1"/>
                  </a:moveTo>
                  <a:cubicBezTo>
                    <a:pt x="7776" y="1"/>
                    <a:pt x="7750" y="8"/>
                    <a:pt x="7726" y="22"/>
                  </a:cubicBezTo>
                  <a:cubicBezTo>
                    <a:pt x="4774" y="1776"/>
                    <a:pt x="3881" y="5484"/>
                    <a:pt x="3471" y="8116"/>
                  </a:cubicBezTo>
                  <a:lnTo>
                    <a:pt x="3471" y="8137"/>
                  </a:lnTo>
                  <a:cubicBezTo>
                    <a:pt x="3265" y="8288"/>
                    <a:pt x="3057" y="8435"/>
                    <a:pt x="2855" y="8596"/>
                  </a:cubicBezTo>
                  <a:cubicBezTo>
                    <a:pt x="2107" y="9188"/>
                    <a:pt x="581" y="10879"/>
                    <a:pt x="66" y="11618"/>
                  </a:cubicBezTo>
                  <a:cubicBezTo>
                    <a:pt x="0" y="11714"/>
                    <a:pt x="26" y="11849"/>
                    <a:pt x="122" y="11916"/>
                  </a:cubicBezTo>
                  <a:cubicBezTo>
                    <a:pt x="157" y="11940"/>
                    <a:pt x="203" y="11951"/>
                    <a:pt x="243" y="11951"/>
                  </a:cubicBezTo>
                  <a:cubicBezTo>
                    <a:pt x="308" y="11951"/>
                    <a:pt x="374" y="11921"/>
                    <a:pt x="420" y="11860"/>
                  </a:cubicBezTo>
                  <a:cubicBezTo>
                    <a:pt x="688" y="11471"/>
                    <a:pt x="1269" y="10788"/>
                    <a:pt x="1850" y="10163"/>
                  </a:cubicBezTo>
                  <a:cubicBezTo>
                    <a:pt x="2208" y="10177"/>
                    <a:pt x="2547" y="10213"/>
                    <a:pt x="2864" y="10254"/>
                  </a:cubicBezTo>
                  <a:cubicBezTo>
                    <a:pt x="3214" y="10303"/>
                    <a:pt x="3568" y="10350"/>
                    <a:pt x="3962" y="10350"/>
                  </a:cubicBezTo>
                  <a:cubicBezTo>
                    <a:pt x="4244" y="10350"/>
                    <a:pt x="4547" y="10324"/>
                    <a:pt x="4876" y="10254"/>
                  </a:cubicBezTo>
                  <a:cubicBezTo>
                    <a:pt x="6538" y="9905"/>
                    <a:pt x="9407" y="8794"/>
                    <a:pt x="10600" y="7414"/>
                  </a:cubicBezTo>
                  <a:cubicBezTo>
                    <a:pt x="10636" y="7379"/>
                    <a:pt x="10645" y="7318"/>
                    <a:pt x="10620" y="7267"/>
                  </a:cubicBezTo>
                  <a:cubicBezTo>
                    <a:pt x="10600" y="7218"/>
                    <a:pt x="10554" y="7181"/>
                    <a:pt x="10499" y="7181"/>
                  </a:cubicBezTo>
                  <a:cubicBezTo>
                    <a:pt x="10357" y="7173"/>
                    <a:pt x="10204" y="7170"/>
                    <a:pt x="10041" y="7170"/>
                  </a:cubicBezTo>
                  <a:cubicBezTo>
                    <a:pt x="8395" y="7170"/>
                    <a:pt x="5764" y="7563"/>
                    <a:pt x="3815" y="8405"/>
                  </a:cubicBezTo>
                  <a:cubicBezTo>
                    <a:pt x="4153" y="8162"/>
                    <a:pt x="4497" y="7924"/>
                    <a:pt x="4841" y="7692"/>
                  </a:cubicBezTo>
                  <a:cubicBezTo>
                    <a:pt x="5487" y="7253"/>
                    <a:pt x="6154" y="6798"/>
                    <a:pt x="6770" y="6287"/>
                  </a:cubicBezTo>
                  <a:cubicBezTo>
                    <a:pt x="7250" y="5898"/>
                    <a:pt x="7675" y="5453"/>
                    <a:pt x="8089" y="5024"/>
                  </a:cubicBezTo>
                  <a:cubicBezTo>
                    <a:pt x="8215" y="4893"/>
                    <a:pt x="8341" y="4762"/>
                    <a:pt x="8468" y="4630"/>
                  </a:cubicBezTo>
                  <a:cubicBezTo>
                    <a:pt x="8479" y="4630"/>
                    <a:pt x="8479" y="4635"/>
                    <a:pt x="8483" y="4635"/>
                  </a:cubicBezTo>
                  <a:cubicBezTo>
                    <a:pt x="8488" y="4635"/>
                    <a:pt x="8498" y="4630"/>
                    <a:pt x="8509" y="4630"/>
                  </a:cubicBezTo>
                  <a:cubicBezTo>
                    <a:pt x="9837" y="4387"/>
                    <a:pt x="13773" y="2251"/>
                    <a:pt x="14262" y="730"/>
                  </a:cubicBezTo>
                  <a:cubicBezTo>
                    <a:pt x="14262" y="724"/>
                    <a:pt x="14262" y="724"/>
                    <a:pt x="14268" y="719"/>
                  </a:cubicBezTo>
                  <a:cubicBezTo>
                    <a:pt x="14283" y="664"/>
                    <a:pt x="14299" y="609"/>
                    <a:pt x="14308" y="548"/>
                  </a:cubicBezTo>
                  <a:cubicBezTo>
                    <a:pt x="14313" y="512"/>
                    <a:pt x="14299" y="467"/>
                    <a:pt x="14273" y="437"/>
                  </a:cubicBezTo>
                  <a:cubicBezTo>
                    <a:pt x="14243" y="407"/>
                    <a:pt x="14213" y="391"/>
                    <a:pt x="14167" y="386"/>
                  </a:cubicBezTo>
                  <a:cubicBezTo>
                    <a:pt x="11004" y="402"/>
                    <a:pt x="9104" y="2907"/>
                    <a:pt x="8357" y="4150"/>
                  </a:cubicBezTo>
                  <a:cubicBezTo>
                    <a:pt x="8160" y="4343"/>
                    <a:pt x="7968" y="4534"/>
                    <a:pt x="7786" y="4726"/>
                  </a:cubicBezTo>
                  <a:cubicBezTo>
                    <a:pt x="7362" y="5166"/>
                    <a:pt x="6957" y="5581"/>
                    <a:pt x="6502" y="5959"/>
                  </a:cubicBezTo>
                  <a:cubicBezTo>
                    <a:pt x="5896" y="6454"/>
                    <a:pt x="5240" y="6908"/>
                    <a:pt x="4598" y="7344"/>
                  </a:cubicBezTo>
                  <a:cubicBezTo>
                    <a:pt x="4456" y="7439"/>
                    <a:pt x="4315" y="7540"/>
                    <a:pt x="4174" y="7636"/>
                  </a:cubicBezTo>
                  <a:cubicBezTo>
                    <a:pt x="5790" y="5611"/>
                    <a:pt x="8236" y="2554"/>
                    <a:pt x="7943" y="129"/>
                  </a:cubicBezTo>
                  <a:cubicBezTo>
                    <a:pt x="7938" y="78"/>
                    <a:pt x="7907" y="38"/>
                    <a:pt x="7861" y="17"/>
                  </a:cubicBezTo>
                  <a:cubicBezTo>
                    <a:pt x="7843" y="6"/>
                    <a:pt x="7823" y="1"/>
                    <a:pt x="7802"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33"/>
            <p:cNvSpPr/>
            <p:nvPr/>
          </p:nvSpPr>
          <p:spPr>
            <a:xfrm>
              <a:off x="1705975" y="2552200"/>
              <a:ext cx="78950" cy="153600"/>
            </a:xfrm>
            <a:custGeom>
              <a:avLst/>
              <a:gdLst/>
              <a:ahLst/>
              <a:cxnLst/>
              <a:rect l="l" t="t" r="r" b="b"/>
              <a:pathLst>
                <a:path w="3158" h="6144" extrusionOk="0">
                  <a:moveTo>
                    <a:pt x="3158" y="1"/>
                  </a:moveTo>
                  <a:lnTo>
                    <a:pt x="3158" y="1"/>
                  </a:lnTo>
                  <a:cubicBezTo>
                    <a:pt x="1274" y="1531"/>
                    <a:pt x="439" y="4007"/>
                    <a:pt x="0" y="6144"/>
                  </a:cubicBezTo>
                  <a:cubicBezTo>
                    <a:pt x="516" y="4982"/>
                    <a:pt x="1148" y="3709"/>
                    <a:pt x="1996" y="2471"/>
                  </a:cubicBezTo>
                  <a:cubicBezTo>
                    <a:pt x="2249" y="2102"/>
                    <a:pt x="2440" y="1627"/>
                    <a:pt x="2622" y="1163"/>
                  </a:cubicBezTo>
                  <a:cubicBezTo>
                    <a:pt x="2784" y="764"/>
                    <a:pt x="2946" y="354"/>
                    <a:pt x="3158"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33"/>
            <p:cNvSpPr/>
            <p:nvPr/>
          </p:nvSpPr>
          <p:spPr>
            <a:xfrm>
              <a:off x="1710875" y="2545400"/>
              <a:ext cx="88100" cy="166600"/>
            </a:xfrm>
            <a:custGeom>
              <a:avLst/>
              <a:gdLst/>
              <a:ahLst/>
              <a:cxnLst/>
              <a:rect l="l" t="t" r="r" b="b"/>
              <a:pathLst>
                <a:path w="3524" h="6664" extrusionOk="0">
                  <a:moveTo>
                    <a:pt x="3508" y="0"/>
                  </a:moveTo>
                  <a:cubicBezTo>
                    <a:pt x="3154" y="388"/>
                    <a:pt x="2922" y="975"/>
                    <a:pt x="2694" y="1540"/>
                  </a:cubicBezTo>
                  <a:cubicBezTo>
                    <a:pt x="2502" y="2020"/>
                    <a:pt x="2305" y="2510"/>
                    <a:pt x="2038" y="2904"/>
                  </a:cubicBezTo>
                  <a:cubicBezTo>
                    <a:pt x="1164" y="4168"/>
                    <a:pt x="522" y="5481"/>
                    <a:pt x="1" y="6663"/>
                  </a:cubicBezTo>
                  <a:cubicBezTo>
                    <a:pt x="1426" y="4881"/>
                    <a:pt x="3523" y="2152"/>
                    <a:pt x="3508"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33"/>
            <p:cNvSpPr/>
            <p:nvPr/>
          </p:nvSpPr>
          <p:spPr>
            <a:xfrm>
              <a:off x="1828225" y="2549550"/>
              <a:ext cx="125350" cy="81225"/>
            </a:xfrm>
            <a:custGeom>
              <a:avLst/>
              <a:gdLst/>
              <a:ahLst/>
              <a:cxnLst/>
              <a:rect l="l" t="t" r="r" b="b"/>
              <a:pathLst>
                <a:path w="5014" h="3249" extrusionOk="0">
                  <a:moveTo>
                    <a:pt x="5013" y="0"/>
                  </a:moveTo>
                  <a:cubicBezTo>
                    <a:pt x="2482" y="142"/>
                    <a:pt x="824" y="1976"/>
                    <a:pt x="1" y="3193"/>
                  </a:cubicBezTo>
                  <a:cubicBezTo>
                    <a:pt x="16" y="3204"/>
                    <a:pt x="36" y="3214"/>
                    <a:pt x="47" y="3223"/>
                  </a:cubicBezTo>
                  <a:cubicBezTo>
                    <a:pt x="52" y="3234"/>
                    <a:pt x="56" y="3244"/>
                    <a:pt x="61" y="3249"/>
                  </a:cubicBezTo>
                  <a:cubicBezTo>
                    <a:pt x="466" y="2996"/>
                    <a:pt x="835" y="2684"/>
                    <a:pt x="1199" y="2370"/>
                  </a:cubicBezTo>
                  <a:cubicBezTo>
                    <a:pt x="1516" y="2108"/>
                    <a:pt x="1835" y="1829"/>
                    <a:pt x="2183" y="1592"/>
                  </a:cubicBezTo>
                  <a:cubicBezTo>
                    <a:pt x="2532" y="1350"/>
                    <a:pt x="3144" y="1026"/>
                    <a:pt x="3734" y="713"/>
                  </a:cubicBezTo>
                  <a:cubicBezTo>
                    <a:pt x="4200" y="465"/>
                    <a:pt x="4680" y="208"/>
                    <a:pt x="5013"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33"/>
            <p:cNvSpPr/>
            <p:nvPr/>
          </p:nvSpPr>
          <p:spPr>
            <a:xfrm>
              <a:off x="1833425" y="2559525"/>
              <a:ext cx="117225" cy="77325"/>
            </a:xfrm>
            <a:custGeom>
              <a:avLst/>
              <a:gdLst/>
              <a:ahLst/>
              <a:cxnLst/>
              <a:rect l="l" t="t" r="r" b="b"/>
              <a:pathLst>
                <a:path w="4689" h="3093" extrusionOk="0">
                  <a:moveTo>
                    <a:pt x="4689" y="0"/>
                  </a:moveTo>
                  <a:lnTo>
                    <a:pt x="4689" y="0"/>
                  </a:lnTo>
                  <a:cubicBezTo>
                    <a:pt x="4391" y="177"/>
                    <a:pt x="4032" y="364"/>
                    <a:pt x="3658" y="562"/>
                  </a:cubicBezTo>
                  <a:cubicBezTo>
                    <a:pt x="3077" y="874"/>
                    <a:pt x="2476" y="1193"/>
                    <a:pt x="2132" y="1430"/>
                  </a:cubicBezTo>
                  <a:cubicBezTo>
                    <a:pt x="1804" y="1658"/>
                    <a:pt x="1485" y="1926"/>
                    <a:pt x="1177" y="2188"/>
                  </a:cubicBezTo>
                  <a:cubicBezTo>
                    <a:pt x="804" y="2507"/>
                    <a:pt x="420" y="2830"/>
                    <a:pt x="0" y="3092"/>
                  </a:cubicBezTo>
                  <a:cubicBezTo>
                    <a:pt x="1441" y="2567"/>
                    <a:pt x="3870" y="1122"/>
                    <a:pt x="4689"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33"/>
            <p:cNvSpPr/>
            <p:nvPr/>
          </p:nvSpPr>
          <p:spPr>
            <a:xfrm>
              <a:off x="1667200" y="2719300"/>
              <a:ext cx="173575" cy="52450"/>
            </a:xfrm>
            <a:custGeom>
              <a:avLst/>
              <a:gdLst/>
              <a:ahLst/>
              <a:cxnLst/>
              <a:rect l="l" t="t" r="r" b="b"/>
              <a:pathLst>
                <a:path w="6943" h="2098" extrusionOk="0">
                  <a:moveTo>
                    <a:pt x="6942" y="1"/>
                  </a:moveTo>
                  <a:lnTo>
                    <a:pt x="6942" y="1"/>
                  </a:lnTo>
                  <a:cubicBezTo>
                    <a:pt x="4694" y="122"/>
                    <a:pt x="1622" y="829"/>
                    <a:pt x="101" y="2001"/>
                  </a:cubicBezTo>
                  <a:cubicBezTo>
                    <a:pt x="66" y="2032"/>
                    <a:pt x="36" y="2062"/>
                    <a:pt x="1" y="2097"/>
                  </a:cubicBezTo>
                  <a:cubicBezTo>
                    <a:pt x="495" y="2062"/>
                    <a:pt x="1051" y="1920"/>
                    <a:pt x="1556" y="1784"/>
                  </a:cubicBezTo>
                  <a:cubicBezTo>
                    <a:pt x="1804" y="1719"/>
                    <a:pt x="2041" y="1653"/>
                    <a:pt x="2263" y="1607"/>
                  </a:cubicBezTo>
                  <a:cubicBezTo>
                    <a:pt x="3148" y="1416"/>
                    <a:pt x="3946" y="1138"/>
                    <a:pt x="4704" y="763"/>
                  </a:cubicBezTo>
                  <a:cubicBezTo>
                    <a:pt x="5527" y="359"/>
                    <a:pt x="6199" y="147"/>
                    <a:pt x="6942"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33"/>
            <p:cNvSpPr/>
            <p:nvPr/>
          </p:nvSpPr>
          <p:spPr>
            <a:xfrm>
              <a:off x="1659500" y="2723850"/>
              <a:ext cx="195925" cy="60350"/>
            </a:xfrm>
            <a:custGeom>
              <a:avLst/>
              <a:gdLst/>
              <a:ahLst/>
              <a:cxnLst/>
              <a:rect l="l" t="t" r="r" b="b"/>
              <a:pathLst>
                <a:path w="7837" h="2414" extrusionOk="0">
                  <a:moveTo>
                    <a:pt x="7836" y="0"/>
                  </a:moveTo>
                  <a:lnTo>
                    <a:pt x="7836" y="0"/>
                  </a:lnTo>
                  <a:cubicBezTo>
                    <a:pt x="6892" y="157"/>
                    <a:pt x="6124" y="355"/>
                    <a:pt x="5138" y="840"/>
                  </a:cubicBezTo>
                  <a:cubicBezTo>
                    <a:pt x="4360" y="1218"/>
                    <a:pt x="3541" y="1502"/>
                    <a:pt x="2632" y="1703"/>
                  </a:cubicBezTo>
                  <a:cubicBezTo>
                    <a:pt x="2415" y="1749"/>
                    <a:pt x="2177" y="1810"/>
                    <a:pt x="1941" y="1875"/>
                  </a:cubicBezTo>
                  <a:cubicBezTo>
                    <a:pt x="1344" y="2036"/>
                    <a:pt x="672" y="2209"/>
                    <a:pt x="96" y="2209"/>
                  </a:cubicBezTo>
                  <a:lnTo>
                    <a:pt x="20" y="2209"/>
                  </a:lnTo>
                  <a:cubicBezTo>
                    <a:pt x="15" y="2213"/>
                    <a:pt x="5" y="2223"/>
                    <a:pt x="1" y="2229"/>
                  </a:cubicBezTo>
                  <a:cubicBezTo>
                    <a:pt x="278" y="2249"/>
                    <a:pt x="535" y="2284"/>
                    <a:pt x="794" y="2320"/>
                  </a:cubicBezTo>
                  <a:cubicBezTo>
                    <a:pt x="1145" y="2367"/>
                    <a:pt x="1485" y="2414"/>
                    <a:pt x="1856" y="2414"/>
                  </a:cubicBezTo>
                  <a:cubicBezTo>
                    <a:pt x="2120" y="2414"/>
                    <a:pt x="2399" y="2390"/>
                    <a:pt x="2708" y="2325"/>
                  </a:cubicBezTo>
                  <a:cubicBezTo>
                    <a:pt x="4108" y="2027"/>
                    <a:pt x="6523" y="1122"/>
                    <a:pt x="7836"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33"/>
            <p:cNvSpPr/>
            <p:nvPr/>
          </p:nvSpPr>
          <p:spPr>
            <a:xfrm>
              <a:off x="2693675" y="2185825"/>
              <a:ext cx="429625" cy="364725"/>
            </a:xfrm>
            <a:custGeom>
              <a:avLst/>
              <a:gdLst/>
              <a:ahLst/>
              <a:cxnLst/>
              <a:rect l="l" t="t" r="r" b="b"/>
              <a:pathLst>
                <a:path w="17185" h="14589" extrusionOk="0">
                  <a:moveTo>
                    <a:pt x="9620" y="857"/>
                  </a:moveTo>
                  <a:cubicBezTo>
                    <a:pt x="10166" y="857"/>
                    <a:pt x="10840" y="1043"/>
                    <a:pt x="11289" y="1211"/>
                  </a:cubicBezTo>
                  <a:cubicBezTo>
                    <a:pt x="11986" y="1474"/>
                    <a:pt x="12844" y="1974"/>
                    <a:pt x="13162" y="2596"/>
                  </a:cubicBezTo>
                  <a:cubicBezTo>
                    <a:pt x="13248" y="2752"/>
                    <a:pt x="13283" y="2909"/>
                    <a:pt x="13269" y="3060"/>
                  </a:cubicBezTo>
                  <a:cubicBezTo>
                    <a:pt x="12713" y="2596"/>
                    <a:pt x="11935" y="2424"/>
                    <a:pt x="11172" y="2267"/>
                  </a:cubicBezTo>
                  <a:cubicBezTo>
                    <a:pt x="10222" y="2065"/>
                    <a:pt x="9323" y="1883"/>
                    <a:pt x="8873" y="1155"/>
                  </a:cubicBezTo>
                  <a:cubicBezTo>
                    <a:pt x="8863" y="1141"/>
                    <a:pt x="8853" y="1130"/>
                    <a:pt x="8838" y="1120"/>
                  </a:cubicBezTo>
                  <a:cubicBezTo>
                    <a:pt x="8993" y="929"/>
                    <a:pt x="9282" y="857"/>
                    <a:pt x="9620" y="857"/>
                  </a:cubicBezTo>
                  <a:close/>
                  <a:moveTo>
                    <a:pt x="8742" y="1463"/>
                  </a:moveTo>
                  <a:cubicBezTo>
                    <a:pt x="9277" y="2151"/>
                    <a:pt x="10207" y="2353"/>
                    <a:pt x="11112" y="2540"/>
                  </a:cubicBezTo>
                  <a:cubicBezTo>
                    <a:pt x="11879" y="2701"/>
                    <a:pt x="12607" y="2858"/>
                    <a:pt x="13097" y="3288"/>
                  </a:cubicBezTo>
                  <a:cubicBezTo>
                    <a:pt x="12962" y="3319"/>
                    <a:pt x="12769" y="3328"/>
                    <a:pt x="12582" y="3328"/>
                  </a:cubicBezTo>
                  <a:cubicBezTo>
                    <a:pt x="12438" y="3328"/>
                    <a:pt x="12297" y="3323"/>
                    <a:pt x="12187" y="3319"/>
                  </a:cubicBezTo>
                  <a:cubicBezTo>
                    <a:pt x="12086" y="3319"/>
                    <a:pt x="12000" y="3313"/>
                    <a:pt x="11925" y="3313"/>
                  </a:cubicBezTo>
                  <a:cubicBezTo>
                    <a:pt x="11912" y="3313"/>
                    <a:pt x="11899" y="3313"/>
                    <a:pt x="11885" y="3313"/>
                  </a:cubicBezTo>
                  <a:cubicBezTo>
                    <a:pt x="11078" y="3313"/>
                    <a:pt x="10395" y="3131"/>
                    <a:pt x="9864" y="2778"/>
                  </a:cubicBezTo>
                  <a:cubicBezTo>
                    <a:pt x="9515" y="2545"/>
                    <a:pt x="8833" y="1974"/>
                    <a:pt x="8747" y="1484"/>
                  </a:cubicBezTo>
                  <a:cubicBezTo>
                    <a:pt x="8747" y="1479"/>
                    <a:pt x="8742" y="1469"/>
                    <a:pt x="8742" y="1463"/>
                  </a:cubicBezTo>
                  <a:close/>
                  <a:moveTo>
                    <a:pt x="5173" y="2790"/>
                  </a:moveTo>
                  <a:cubicBezTo>
                    <a:pt x="6173" y="2790"/>
                    <a:pt x="8309" y="3440"/>
                    <a:pt x="9146" y="4440"/>
                  </a:cubicBezTo>
                  <a:cubicBezTo>
                    <a:pt x="9398" y="4748"/>
                    <a:pt x="9505" y="5061"/>
                    <a:pt x="9475" y="5374"/>
                  </a:cubicBezTo>
                  <a:cubicBezTo>
                    <a:pt x="8731" y="4960"/>
                    <a:pt x="7792" y="4798"/>
                    <a:pt x="6877" y="4652"/>
                  </a:cubicBezTo>
                  <a:cubicBezTo>
                    <a:pt x="5639" y="4445"/>
                    <a:pt x="4473" y="4258"/>
                    <a:pt x="3776" y="3480"/>
                  </a:cubicBezTo>
                  <a:cubicBezTo>
                    <a:pt x="3743" y="3443"/>
                    <a:pt x="3680" y="3419"/>
                    <a:pt x="3623" y="3419"/>
                  </a:cubicBezTo>
                  <a:cubicBezTo>
                    <a:pt x="3618" y="3419"/>
                    <a:pt x="3613" y="3419"/>
                    <a:pt x="3608" y="3419"/>
                  </a:cubicBezTo>
                  <a:cubicBezTo>
                    <a:pt x="3825" y="3106"/>
                    <a:pt x="4296" y="2894"/>
                    <a:pt x="4953" y="2803"/>
                  </a:cubicBezTo>
                  <a:cubicBezTo>
                    <a:pt x="5018" y="2795"/>
                    <a:pt x="5092" y="2790"/>
                    <a:pt x="5173" y="2790"/>
                  </a:cubicBezTo>
                  <a:close/>
                  <a:moveTo>
                    <a:pt x="3522" y="3581"/>
                  </a:moveTo>
                  <a:cubicBezTo>
                    <a:pt x="3528" y="3611"/>
                    <a:pt x="3548" y="3646"/>
                    <a:pt x="3568" y="3667"/>
                  </a:cubicBezTo>
                  <a:cubicBezTo>
                    <a:pt x="4331" y="4520"/>
                    <a:pt x="5599" y="4728"/>
                    <a:pt x="6832" y="4930"/>
                  </a:cubicBezTo>
                  <a:cubicBezTo>
                    <a:pt x="7661" y="5066"/>
                    <a:pt x="8519" y="5208"/>
                    <a:pt x="9197" y="5551"/>
                  </a:cubicBezTo>
                  <a:cubicBezTo>
                    <a:pt x="8512" y="5732"/>
                    <a:pt x="7764" y="5841"/>
                    <a:pt x="7035" y="5841"/>
                  </a:cubicBezTo>
                  <a:cubicBezTo>
                    <a:pt x="6989" y="5841"/>
                    <a:pt x="6943" y="5840"/>
                    <a:pt x="6898" y="5839"/>
                  </a:cubicBezTo>
                  <a:cubicBezTo>
                    <a:pt x="6124" y="5824"/>
                    <a:pt x="5377" y="5683"/>
                    <a:pt x="4760" y="5369"/>
                  </a:cubicBezTo>
                  <a:cubicBezTo>
                    <a:pt x="3897" y="4925"/>
                    <a:pt x="3382" y="4263"/>
                    <a:pt x="3477" y="3722"/>
                  </a:cubicBezTo>
                  <a:cubicBezTo>
                    <a:pt x="3482" y="3676"/>
                    <a:pt x="3498" y="3627"/>
                    <a:pt x="3517" y="3581"/>
                  </a:cubicBezTo>
                  <a:close/>
                  <a:moveTo>
                    <a:pt x="1714" y="5524"/>
                  </a:moveTo>
                  <a:cubicBezTo>
                    <a:pt x="1729" y="5524"/>
                    <a:pt x="1744" y="5524"/>
                    <a:pt x="1759" y="5525"/>
                  </a:cubicBezTo>
                  <a:cubicBezTo>
                    <a:pt x="1876" y="5536"/>
                    <a:pt x="2032" y="5581"/>
                    <a:pt x="2088" y="5713"/>
                  </a:cubicBezTo>
                  <a:cubicBezTo>
                    <a:pt x="2139" y="5835"/>
                    <a:pt x="2104" y="5996"/>
                    <a:pt x="2002" y="6117"/>
                  </a:cubicBezTo>
                  <a:cubicBezTo>
                    <a:pt x="1936" y="6203"/>
                    <a:pt x="1840" y="6253"/>
                    <a:pt x="1740" y="6274"/>
                  </a:cubicBezTo>
                  <a:cubicBezTo>
                    <a:pt x="1714" y="6253"/>
                    <a:pt x="1684" y="6238"/>
                    <a:pt x="1654" y="6238"/>
                  </a:cubicBezTo>
                  <a:cubicBezTo>
                    <a:pt x="1477" y="6238"/>
                    <a:pt x="1391" y="6147"/>
                    <a:pt x="1351" y="6077"/>
                  </a:cubicBezTo>
                  <a:cubicBezTo>
                    <a:pt x="1290" y="5961"/>
                    <a:pt x="1300" y="5798"/>
                    <a:pt x="1376" y="5688"/>
                  </a:cubicBezTo>
                  <a:cubicBezTo>
                    <a:pt x="1427" y="5608"/>
                    <a:pt x="1526" y="5524"/>
                    <a:pt x="1714" y="5524"/>
                  </a:cubicBezTo>
                  <a:close/>
                  <a:moveTo>
                    <a:pt x="11940" y="4657"/>
                  </a:moveTo>
                  <a:cubicBezTo>
                    <a:pt x="12521" y="4683"/>
                    <a:pt x="12991" y="5091"/>
                    <a:pt x="13299" y="5460"/>
                  </a:cubicBezTo>
                  <a:cubicBezTo>
                    <a:pt x="14071" y="6395"/>
                    <a:pt x="14496" y="7936"/>
                    <a:pt x="14188" y="8745"/>
                  </a:cubicBezTo>
                  <a:cubicBezTo>
                    <a:pt x="14022" y="9189"/>
                    <a:pt x="13819" y="9472"/>
                    <a:pt x="13582" y="9583"/>
                  </a:cubicBezTo>
                  <a:cubicBezTo>
                    <a:pt x="13460" y="9249"/>
                    <a:pt x="13385" y="8890"/>
                    <a:pt x="13299" y="8522"/>
                  </a:cubicBezTo>
                  <a:cubicBezTo>
                    <a:pt x="13203" y="8072"/>
                    <a:pt x="13097" y="7612"/>
                    <a:pt x="12919" y="7168"/>
                  </a:cubicBezTo>
                  <a:cubicBezTo>
                    <a:pt x="12819" y="6910"/>
                    <a:pt x="12688" y="6637"/>
                    <a:pt x="12562" y="6380"/>
                  </a:cubicBezTo>
                  <a:cubicBezTo>
                    <a:pt x="12294" y="5804"/>
                    <a:pt x="12010" y="5213"/>
                    <a:pt x="11940" y="4657"/>
                  </a:cubicBezTo>
                  <a:close/>
                  <a:moveTo>
                    <a:pt x="11723" y="5031"/>
                  </a:moveTo>
                  <a:cubicBezTo>
                    <a:pt x="11844" y="5521"/>
                    <a:pt x="12077" y="6017"/>
                    <a:pt x="12308" y="6502"/>
                  </a:cubicBezTo>
                  <a:cubicBezTo>
                    <a:pt x="12434" y="6768"/>
                    <a:pt x="12556" y="7022"/>
                    <a:pt x="12653" y="7274"/>
                  </a:cubicBezTo>
                  <a:cubicBezTo>
                    <a:pt x="12824" y="7693"/>
                    <a:pt x="12926" y="8143"/>
                    <a:pt x="13026" y="8582"/>
                  </a:cubicBezTo>
                  <a:cubicBezTo>
                    <a:pt x="13101" y="8936"/>
                    <a:pt x="13183" y="9295"/>
                    <a:pt x="13299" y="9638"/>
                  </a:cubicBezTo>
                  <a:cubicBezTo>
                    <a:pt x="12935" y="9618"/>
                    <a:pt x="12516" y="9260"/>
                    <a:pt x="12182" y="8790"/>
                  </a:cubicBezTo>
                  <a:cubicBezTo>
                    <a:pt x="11914" y="8411"/>
                    <a:pt x="11692" y="7966"/>
                    <a:pt x="11592" y="7563"/>
                  </a:cubicBezTo>
                  <a:cubicBezTo>
                    <a:pt x="11333" y="6556"/>
                    <a:pt x="11369" y="5753"/>
                    <a:pt x="11723" y="5031"/>
                  </a:cubicBezTo>
                  <a:close/>
                  <a:moveTo>
                    <a:pt x="3992" y="8421"/>
                  </a:moveTo>
                  <a:cubicBezTo>
                    <a:pt x="4579" y="8421"/>
                    <a:pt x="5108" y="8502"/>
                    <a:pt x="5382" y="8729"/>
                  </a:cubicBezTo>
                  <a:cubicBezTo>
                    <a:pt x="5493" y="8820"/>
                    <a:pt x="5548" y="8932"/>
                    <a:pt x="5553" y="9067"/>
                  </a:cubicBezTo>
                  <a:cubicBezTo>
                    <a:pt x="5314" y="8924"/>
                    <a:pt x="5051" y="8865"/>
                    <a:pt x="4772" y="8865"/>
                  </a:cubicBezTo>
                  <a:cubicBezTo>
                    <a:pt x="4610" y="8865"/>
                    <a:pt x="4442" y="8885"/>
                    <a:pt x="4270" y="8921"/>
                  </a:cubicBezTo>
                  <a:cubicBezTo>
                    <a:pt x="3811" y="9012"/>
                    <a:pt x="3326" y="9214"/>
                    <a:pt x="2846" y="9406"/>
                  </a:cubicBezTo>
                  <a:cubicBezTo>
                    <a:pt x="2218" y="9665"/>
                    <a:pt x="1618" y="9915"/>
                    <a:pt x="1115" y="9915"/>
                  </a:cubicBezTo>
                  <a:cubicBezTo>
                    <a:pt x="914" y="9915"/>
                    <a:pt x="728" y="9876"/>
                    <a:pt x="562" y="9780"/>
                  </a:cubicBezTo>
                  <a:cubicBezTo>
                    <a:pt x="542" y="9768"/>
                    <a:pt x="519" y="9763"/>
                    <a:pt x="495" y="9763"/>
                  </a:cubicBezTo>
                  <a:cubicBezTo>
                    <a:pt x="479" y="9763"/>
                    <a:pt x="462" y="9765"/>
                    <a:pt x="446" y="9769"/>
                  </a:cubicBezTo>
                  <a:cubicBezTo>
                    <a:pt x="582" y="9426"/>
                    <a:pt x="931" y="9078"/>
                    <a:pt x="1411" y="8836"/>
                  </a:cubicBezTo>
                  <a:cubicBezTo>
                    <a:pt x="1709" y="8680"/>
                    <a:pt x="2943" y="8421"/>
                    <a:pt x="3992" y="8421"/>
                  </a:cubicBezTo>
                  <a:close/>
                  <a:moveTo>
                    <a:pt x="4767" y="9149"/>
                  </a:moveTo>
                  <a:cubicBezTo>
                    <a:pt x="4990" y="9149"/>
                    <a:pt x="5199" y="9193"/>
                    <a:pt x="5387" y="9300"/>
                  </a:cubicBezTo>
                  <a:cubicBezTo>
                    <a:pt x="5276" y="9375"/>
                    <a:pt x="5159" y="9452"/>
                    <a:pt x="5038" y="9527"/>
                  </a:cubicBezTo>
                  <a:cubicBezTo>
                    <a:pt x="4032" y="10184"/>
                    <a:pt x="2902" y="10918"/>
                    <a:pt x="1808" y="10918"/>
                  </a:cubicBezTo>
                  <a:cubicBezTo>
                    <a:pt x="1716" y="10918"/>
                    <a:pt x="1624" y="10913"/>
                    <a:pt x="1532" y="10902"/>
                  </a:cubicBezTo>
                  <a:cubicBezTo>
                    <a:pt x="861" y="10816"/>
                    <a:pt x="451" y="10568"/>
                    <a:pt x="385" y="10200"/>
                  </a:cubicBezTo>
                  <a:cubicBezTo>
                    <a:pt x="376" y="10128"/>
                    <a:pt x="370" y="10063"/>
                    <a:pt x="381" y="9992"/>
                  </a:cubicBezTo>
                  <a:lnTo>
                    <a:pt x="381" y="9992"/>
                  </a:lnTo>
                  <a:cubicBezTo>
                    <a:pt x="390" y="10007"/>
                    <a:pt x="411" y="10018"/>
                    <a:pt x="421" y="10028"/>
                  </a:cubicBezTo>
                  <a:cubicBezTo>
                    <a:pt x="630" y="10148"/>
                    <a:pt x="861" y="10197"/>
                    <a:pt x="1107" y="10197"/>
                  </a:cubicBezTo>
                  <a:cubicBezTo>
                    <a:pt x="1677" y="10197"/>
                    <a:pt x="2323" y="9931"/>
                    <a:pt x="2952" y="9674"/>
                  </a:cubicBezTo>
                  <a:cubicBezTo>
                    <a:pt x="3602" y="9406"/>
                    <a:pt x="4228" y="9149"/>
                    <a:pt x="4767" y="9149"/>
                  </a:cubicBezTo>
                  <a:close/>
                  <a:moveTo>
                    <a:pt x="12133" y="11337"/>
                  </a:moveTo>
                  <a:cubicBezTo>
                    <a:pt x="12170" y="11337"/>
                    <a:pt x="12210" y="11342"/>
                    <a:pt x="12253" y="11352"/>
                  </a:cubicBezTo>
                  <a:cubicBezTo>
                    <a:pt x="12465" y="11397"/>
                    <a:pt x="12597" y="11518"/>
                    <a:pt x="12622" y="11700"/>
                  </a:cubicBezTo>
                  <a:cubicBezTo>
                    <a:pt x="12642" y="11882"/>
                    <a:pt x="12556" y="12079"/>
                    <a:pt x="12410" y="12150"/>
                  </a:cubicBezTo>
                  <a:cubicBezTo>
                    <a:pt x="12374" y="12164"/>
                    <a:pt x="12344" y="12175"/>
                    <a:pt x="12304" y="12175"/>
                  </a:cubicBezTo>
                  <a:cubicBezTo>
                    <a:pt x="12308" y="12110"/>
                    <a:pt x="12259" y="12049"/>
                    <a:pt x="12192" y="12038"/>
                  </a:cubicBezTo>
                  <a:cubicBezTo>
                    <a:pt x="12031" y="12013"/>
                    <a:pt x="11914" y="11917"/>
                    <a:pt x="11865" y="11776"/>
                  </a:cubicBezTo>
                  <a:cubicBezTo>
                    <a:pt x="11818" y="11649"/>
                    <a:pt x="11839" y="11513"/>
                    <a:pt x="11909" y="11427"/>
                  </a:cubicBezTo>
                  <a:cubicBezTo>
                    <a:pt x="11964" y="11369"/>
                    <a:pt x="12039" y="11337"/>
                    <a:pt x="12133" y="11337"/>
                  </a:cubicBezTo>
                  <a:close/>
                  <a:moveTo>
                    <a:pt x="7994" y="7390"/>
                  </a:moveTo>
                  <a:lnTo>
                    <a:pt x="7994" y="7390"/>
                  </a:lnTo>
                  <a:cubicBezTo>
                    <a:pt x="8479" y="7486"/>
                    <a:pt x="8944" y="7931"/>
                    <a:pt x="9318" y="8664"/>
                  </a:cubicBezTo>
                  <a:cubicBezTo>
                    <a:pt x="9949" y="9906"/>
                    <a:pt x="10151" y="11660"/>
                    <a:pt x="9743" y="12346"/>
                  </a:cubicBezTo>
                  <a:cubicBezTo>
                    <a:pt x="9596" y="12584"/>
                    <a:pt x="9444" y="12756"/>
                    <a:pt x="9288" y="12847"/>
                  </a:cubicBezTo>
                  <a:cubicBezTo>
                    <a:pt x="9015" y="12296"/>
                    <a:pt x="8580" y="11296"/>
                    <a:pt x="8272" y="10245"/>
                  </a:cubicBezTo>
                  <a:cubicBezTo>
                    <a:pt x="7959" y="9199"/>
                    <a:pt x="7772" y="8113"/>
                    <a:pt x="7994" y="7390"/>
                  </a:cubicBezTo>
                  <a:close/>
                  <a:moveTo>
                    <a:pt x="7670" y="7529"/>
                  </a:moveTo>
                  <a:cubicBezTo>
                    <a:pt x="7384" y="9051"/>
                    <a:pt x="8363" y="11615"/>
                    <a:pt x="9015" y="12943"/>
                  </a:cubicBezTo>
                  <a:cubicBezTo>
                    <a:pt x="8985" y="12943"/>
                    <a:pt x="8954" y="12943"/>
                    <a:pt x="8924" y="12938"/>
                  </a:cubicBezTo>
                  <a:cubicBezTo>
                    <a:pt x="8596" y="12903"/>
                    <a:pt x="8251" y="12584"/>
                    <a:pt x="7943" y="12150"/>
                  </a:cubicBezTo>
                  <a:cubicBezTo>
                    <a:pt x="7575" y="11634"/>
                    <a:pt x="7257" y="10963"/>
                    <a:pt x="7085" y="10436"/>
                  </a:cubicBezTo>
                  <a:cubicBezTo>
                    <a:pt x="6826" y="9654"/>
                    <a:pt x="6994" y="8234"/>
                    <a:pt x="7665" y="7532"/>
                  </a:cubicBezTo>
                  <a:cubicBezTo>
                    <a:pt x="7665" y="7532"/>
                    <a:pt x="7668" y="7532"/>
                    <a:pt x="7670" y="7529"/>
                  </a:cubicBezTo>
                  <a:close/>
                  <a:moveTo>
                    <a:pt x="4541" y="13166"/>
                  </a:moveTo>
                  <a:cubicBezTo>
                    <a:pt x="4550" y="13166"/>
                    <a:pt x="4558" y="13168"/>
                    <a:pt x="4569" y="13171"/>
                  </a:cubicBezTo>
                  <a:cubicBezTo>
                    <a:pt x="4660" y="13175"/>
                    <a:pt x="4735" y="13206"/>
                    <a:pt x="4791" y="13246"/>
                  </a:cubicBezTo>
                  <a:cubicBezTo>
                    <a:pt x="4928" y="13342"/>
                    <a:pt x="4972" y="13498"/>
                    <a:pt x="4993" y="13610"/>
                  </a:cubicBezTo>
                  <a:cubicBezTo>
                    <a:pt x="5044" y="13892"/>
                    <a:pt x="4947" y="14216"/>
                    <a:pt x="4791" y="14292"/>
                  </a:cubicBezTo>
                  <a:cubicBezTo>
                    <a:pt x="4786" y="14226"/>
                    <a:pt x="4735" y="14176"/>
                    <a:pt x="4669" y="14165"/>
                  </a:cubicBezTo>
                  <a:cubicBezTo>
                    <a:pt x="4321" y="14130"/>
                    <a:pt x="4135" y="13791"/>
                    <a:pt x="4159" y="13509"/>
                  </a:cubicBezTo>
                  <a:cubicBezTo>
                    <a:pt x="4174" y="13404"/>
                    <a:pt x="4229" y="13170"/>
                    <a:pt x="4507" y="13170"/>
                  </a:cubicBezTo>
                  <a:cubicBezTo>
                    <a:pt x="4511" y="13170"/>
                    <a:pt x="4514" y="13171"/>
                    <a:pt x="4518" y="13171"/>
                  </a:cubicBezTo>
                  <a:cubicBezTo>
                    <a:pt x="4526" y="13168"/>
                    <a:pt x="4533" y="13166"/>
                    <a:pt x="4541" y="13166"/>
                  </a:cubicBezTo>
                  <a:close/>
                  <a:moveTo>
                    <a:pt x="17023" y="1"/>
                  </a:moveTo>
                  <a:cubicBezTo>
                    <a:pt x="16990" y="1"/>
                    <a:pt x="16958" y="13"/>
                    <a:pt x="16932" y="39"/>
                  </a:cubicBezTo>
                  <a:cubicBezTo>
                    <a:pt x="16507" y="418"/>
                    <a:pt x="16139" y="812"/>
                    <a:pt x="15785" y="1191"/>
                  </a:cubicBezTo>
                  <a:cubicBezTo>
                    <a:pt x="15113" y="1904"/>
                    <a:pt x="14476" y="2580"/>
                    <a:pt x="13546" y="3142"/>
                  </a:cubicBezTo>
                  <a:cubicBezTo>
                    <a:pt x="13577" y="2918"/>
                    <a:pt x="13532" y="2697"/>
                    <a:pt x="13415" y="2464"/>
                  </a:cubicBezTo>
                  <a:cubicBezTo>
                    <a:pt x="13374" y="2389"/>
                    <a:pt x="13329" y="2312"/>
                    <a:pt x="13278" y="2242"/>
                  </a:cubicBezTo>
                  <a:cubicBezTo>
                    <a:pt x="12859" y="1656"/>
                    <a:pt x="12051" y="1197"/>
                    <a:pt x="11384" y="948"/>
                  </a:cubicBezTo>
                  <a:cubicBezTo>
                    <a:pt x="11156" y="863"/>
                    <a:pt x="10341" y="577"/>
                    <a:pt x="9621" y="577"/>
                  </a:cubicBezTo>
                  <a:cubicBezTo>
                    <a:pt x="9192" y="577"/>
                    <a:pt x="8797" y="679"/>
                    <a:pt x="8580" y="984"/>
                  </a:cubicBezTo>
                  <a:cubicBezTo>
                    <a:pt x="8463" y="1146"/>
                    <a:pt x="8428" y="1332"/>
                    <a:pt x="8463" y="1535"/>
                  </a:cubicBezTo>
                  <a:cubicBezTo>
                    <a:pt x="8575" y="2116"/>
                    <a:pt x="9298" y="2737"/>
                    <a:pt x="9706" y="3009"/>
                  </a:cubicBezTo>
                  <a:cubicBezTo>
                    <a:pt x="10298" y="3403"/>
                    <a:pt x="11046" y="3601"/>
                    <a:pt x="11930" y="3601"/>
                  </a:cubicBezTo>
                  <a:cubicBezTo>
                    <a:pt x="11996" y="3601"/>
                    <a:pt x="12082" y="3601"/>
                    <a:pt x="12177" y="3606"/>
                  </a:cubicBezTo>
                  <a:cubicBezTo>
                    <a:pt x="12316" y="3606"/>
                    <a:pt x="12447" y="3610"/>
                    <a:pt x="12570" y="3610"/>
                  </a:cubicBezTo>
                  <a:cubicBezTo>
                    <a:pt x="12632" y="3610"/>
                    <a:pt x="12691" y="3609"/>
                    <a:pt x="12749" y="3606"/>
                  </a:cubicBezTo>
                  <a:lnTo>
                    <a:pt x="12749" y="3606"/>
                  </a:lnTo>
                  <a:cubicBezTo>
                    <a:pt x="11874" y="4121"/>
                    <a:pt x="10939" y="4677"/>
                    <a:pt x="10040" y="5278"/>
                  </a:cubicBezTo>
                  <a:cubicBezTo>
                    <a:pt x="9944" y="5313"/>
                    <a:pt x="9853" y="5344"/>
                    <a:pt x="9757" y="5380"/>
                  </a:cubicBezTo>
                  <a:cubicBezTo>
                    <a:pt x="9797" y="4996"/>
                    <a:pt x="9661" y="4622"/>
                    <a:pt x="9363" y="4258"/>
                  </a:cubicBezTo>
                  <a:cubicBezTo>
                    <a:pt x="8504" y="3226"/>
                    <a:pt x="6303" y="2505"/>
                    <a:pt x="5172" y="2505"/>
                  </a:cubicBezTo>
                  <a:cubicBezTo>
                    <a:pt x="5079" y="2505"/>
                    <a:pt x="4994" y="2510"/>
                    <a:pt x="4917" y="2520"/>
                  </a:cubicBezTo>
                  <a:cubicBezTo>
                    <a:pt x="3559" y="2701"/>
                    <a:pt x="3255" y="3323"/>
                    <a:pt x="3195" y="3676"/>
                  </a:cubicBezTo>
                  <a:cubicBezTo>
                    <a:pt x="3078" y="4349"/>
                    <a:pt x="3639" y="5112"/>
                    <a:pt x="4634" y="5622"/>
                  </a:cubicBezTo>
                  <a:cubicBezTo>
                    <a:pt x="5325" y="5975"/>
                    <a:pt x="6166" y="6121"/>
                    <a:pt x="7027" y="6121"/>
                  </a:cubicBezTo>
                  <a:cubicBezTo>
                    <a:pt x="7583" y="6121"/>
                    <a:pt x="8147" y="6061"/>
                    <a:pt x="8686" y="5956"/>
                  </a:cubicBezTo>
                  <a:lnTo>
                    <a:pt x="8686" y="5956"/>
                  </a:lnTo>
                  <a:cubicBezTo>
                    <a:pt x="7681" y="6534"/>
                    <a:pt x="6446" y="6917"/>
                    <a:pt x="5207" y="6917"/>
                  </a:cubicBezTo>
                  <a:cubicBezTo>
                    <a:pt x="4216" y="6917"/>
                    <a:pt x="3222" y="6672"/>
                    <a:pt x="2340" y="6087"/>
                  </a:cubicBezTo>
                  <a:cubicBezTo>
                    <a:pt x="2407" y="5930"/>
                    <a:pt x="2412" y="5753"/>
                    <a:pt x="2351" y="5602"/>
                  </a:cubicBezTo>
                  <a:cubicBezTo>
                    <a:pt x="2335" y="5576"/>
                    <a:pt x="2316" y="5536"/>
                    <a:pt x="2290" y="5501"/>
                  </a:cubicBezTo>
                  <a:cubicBezTo>
                    <a:pt x="2209" y="5390"/>
                    <a:pt x="2062" y="5268"/>
                    <a:pt x="1785" y="5243"/>
                  </a:cubicBezTo>
                  <a:cubicBezTo>
                    <a:pt x="1762" y="5241"/>
                    <a:pt x="1739" y="5240"/>
                    <a:pt x="1716" y="5240"/>
                  </a:cubicBezTo>
                  <a:cubicBezTo>
                    <a:pt x="1472" y="5240"/>
                    <a:pt x="1263" y="5342"/>
                    <a:pt x="1138" y="5532"/>
                  </a:cubicBezTo>
                  <a:cubicBezTo>
                    <a:pt x="1006" y="5733"/>
                    <a:pt x="992" y="5996"/>
                    <a:pt x="1103" y="6208"/>
                  </a:cubicBezTo>
                  <a:cubicBezTo>
                    <a:pt x="1169" y="6329"/>
                    <a:pt x="1269" y="6420"/>
                    <a:pt x="1395" y="6476"/>
                  </a:cubicBezTo>
                  <a:cubicBezTo>
                    <a:pt x="1416" y="6511"/>
                    <a:pt x="1451" y="6542"/>
                    <a:pt x="1497" y="6546"/>
                  </a:cubicBezTo>
                  <a:cubicBezTo>
                    <a:pt x="1552" y="6558"/>
                    <a:pt x="1606" y="6564"/>
                    <a:pt x="1659" y="6564"/>
                  </a:cubicBezTo>
                  <a:cubicBezTo>
                    <a:pt x="1863" y="6564"/>
                    <a:pt x="2053" y="6481"/>
                    <a:pt x="2188" y="6329"/>
                  </a:cubicBezTo>
                  <a:lnTo>
                    <a:pt x="2194" y="6329"/>
                  </a:lnTo>
                  <a:cubicBezTo>
                    <a:pt x="3123" y="6944"/>
                    <a:pt x="4167" y="7202"/>
                    <a:pt x="5205" y="7202"/>
                  </a:cubicBezTo>
                  <a:cubicBezTo>
                    <a:pt x="6351" y="7202"/>
                    <a:pt x="7491" y="6888"/>
                    <a:pt x="8463" y="6395"/>
                  </a:cubicBezTo>
                  <a:lnTo>
                    <a:pt x="8463" y="6395"/>
                  </a:lnTo>
                  <a:lnTo>
                    <a:pt x="8449" y="6405"/>
                  </a:lnTo>
                  <a:cubicBezTo>
                    <a:pt x="8146" y="6642"/>
                    <a:pt x="7838" y="6890"/>
                    <a:pt x="7544" y="7153"/>
                  </a:cubicBezTo>
                  <a:cubicBezTo>
                    <a:pt x="7488" y="7204"/>
                    <a:pt x="7433" y="7253"/>
                    <a:pt x="7372" y="7304"/>
                  </a:cubicBezTo>
                  <a:cubicBezTo>
                    <a:pt x="6842" y="7789"/>
                    <a:pt x="6352" y="8314"/>
                    <a:pt x="5968" y="8881"/>
                  </a:cubicBezTo>
                  <a:cubicBezTo>
                    <a:pt x="5923" y="8951"/>
                    <a:pt x="5877" y="9022"/>
                    <a:pt x="5837" y="9093"/>
                  </a:cubicBezTo>
                  <a:cubicBezTo>
                    <a:pt x="5837" y="8911"/>
                    <a:pt x="5781" y="8769"/>
                    <a:pt x="5700" y="8664"/>
                  </a:cubicBezTo>
                  <a:cubicBezTo>
                    <a:pt x="5660" y="8603"/>
                    <a:pt x="5614" y="8552"/>
                    <a:pt x="5564" y="8512"/>
                  </a:cubicBezTo>
                  <a:cubicBezTo>
                    <a:pt x="5235" y="8239"/>
                    <a:pt x="4625" y="8143"/>
                    <a:pt x="3963" y="8143"/>
                  </a:cubicBezTo>
                  <a:cubicBezTo>
                    <a:pt x="2859" y="8143"/>
                    <a:pt x="1611" y="8412"/>
                    <a:pt x="1279" y="8582"/>
                  </a:cubicBezTo>
                  <a:cubicBezTo>
                    <a:pt x="476" y="8997"/>
                    <a:pt x="1" y="9669"/>
                    <a:pt x="108" y="10250"/>
                  </a:cubicBezTo>
                  <a:cubicBezTo>
                    <a:pt x="163" y="10538"/>
                    <a:pt x="411" y="11049"/>
                    <a:pt x="1502" y="11184"/>
                  </a:cubicBezTo>
                  <a:cubicBezTo>
                    <a:pt x="1601" y="11196"/>
                    <a:pt x="1700" y="11202"/>
                    <a:pt x="1800" y="11202"/>
                  </a:cubicBezTo>
                  <a:cubicBezTo>
                    <a:pt x="2982" y="11202"/>
                    <a:pt x="4198" y="10412"/>
                    <a:pt x="5196" y="9765"/>
                  </a:cubicBezTo>
                  <a:cubicBezTo>
                    <a:pt x="5336" y="9669"/>
                    <a:pt x="5483" y="9578"/>
                    <a:pt x="5620" y="9492"/>
                  </a:cubicBezTo>
                  <a:lnTo>
                    <a:pt x="5620" y="9492"/>
                  </a:lnTo>
                  <a:cubicBezTo>
                    <a:pt x="5210" y="10315"/>
                    <a:pt x="4983" y="11250"/>
                    <a:pt x="4771" y="12164"/>
                  </a:cubicBezTo>
                  <a:cubicBezTo>
                    <a:pt x="4711" y="12413"/>
                    <a:pt x="4655" y="12655"/>
                    <a:pt x="4594" y="12887"/>
                  </a:cubicBezTo>
                  <a:lnTo>
                    <a:pt x="4589" y="12887"/>
                  </a:lnTo>
                  <a:cubicBezTo>
                    <a:pt x="4563" y="12884"/>
                    <a:pt x="4537" y="12883"/>
                    <a:pt x="4512" y="12883"/>
                  </a:cubicBezTo>
                  <a:cubicBezTo>
                    <a:pt x="4113" y="12883"/>
                    <a:pt x="3910" y="13174"/>
                    <a:pt x="3881" y="13479"/>
                  </a:cubicBezTo>
                  <a:cubicBezTo>
                    <a:pt x="3856" y="13736"/>
                    <a:pt x="3947" y="14019"/>
                    <a:pt x="4144" y="14211"/>
                  </a:cubicBezTo>
                  <a:cubicBezTo>
                    <a:pt x="4149" y="14226"/>
                    <a:pt x="4154" y="14236"/>
                    <a:pt x="4165" y="14246"/>
                  </a:cubicBezTo>
                  <a:cubicBezTo>
                    <a:pt x="4385" y="14517"/>
                    <a:pt x="4581" y="14589"/>
                    <a:pt x="4727" y="14589"/>
                  </a:cubicBezTo>
                  <a:cubicBezTo>
                    <a:pt x="4801" y="14589"/>
                    <a:pt x="4863" y="14570"/>
                    <a:pt x="4907" y="14549"/>
                  </a:cubicBezTo>
                  <a:cubicBezTo>
                    <a:pt x="5220" y="14403"/>
                    <a:pt x="5341" y="13933"/>
                    <a:pt x="5271" y="13559"/>
                  </a:cubicBezTo>
                  <a:cubicBezTo>
                    <a:pt x="5245" y="13413"/>
                    <a:pt x="5196" y="13286"/>
                    <a:pt x="5119" y="13180"/>
                  </a:cubicBezTo>
                  <a:cubicBezTo>
                    <a:pt x="5054" y="13085"/>
                    <a:pt x="4968" y="13008"/>
                    <a:pt x="4867" y="12963"/>
                  </a:cubicBezTo>
                  <a:cubicBezTo>
                    <a:pt x="4932" y="12721"/>
                    <a:pt x="4988" y="12467"/>
                    <a:pt x="5044" y="12231"/>
                  </a:cubicBezTo>
                  <a:cubicBezTo>
                    <a:pt x="5311" y="11114"/>
                    <a:pt x="5584" y="9957"/>
                    <a:pt x="6206" y="9042"/>
                  </a:cubicBezTo>
                  <a:cubicBezTo>
                    <a:pt x="6427" y="8714"/>
                    <a:pt x="6686" y="8400"/>
                    <a:pt x="6968" y="8102"/>
                  </a:cubicBezTo>
                  <a:lnTo>
                    <a:pt x="6968" y="8102"/>
                  </a:lnTo>
                  <a:cubicBezTo>
                    <a:pt x="6635" y="8896"/>
                    <a:pt x="6605" y="9886"/>
                    <a:pt x="6817" y="10527"/>
                  </a:cubicBezTo>
                  <a:cubicBezTo>
                    <a:pt x="7050" y="11235"/>
                    <a:pt x="7878" y="13110"/>
                    <a:pt x="8888" y="13220"/>
                  </a:cubicBezTo>
                  <a:cubicBezTo>
                    <a:pt x="8920" y="13224"/>
                    <a:pt x="8952" y="13226"/>
                    <a:pt x="8984" y="13226"/>
                  </a:cubicBezTo>
                  <a:cubicBezTo>
                    <a:pt x="9355" y="13226"/>
                    <a:pt x="9691" y="12978"/>
                    <a:pt x="9985" y="12493"/>
                  </a:cubicBezTo>
                  <a:cubicBezTo>
                    <a:pt x="10445" y="11720"/>
                    <a:pt x="10252" y="9871"/>
                    <a:pt x="9570" y="8537"/>
                  </a:cubicBezTo>
                  <a:cubicBezTo>
                    <a:pt x="9470" y="8340"/>
                    <a:pt x="9358" y="8158"/>
                    <a:pt x="9247" y="7997"/>
                  </a:cubicBezTo>
                  <a:cubicBezTo>
                    <a:pt x="8913" y="7532"/>
                    <a:pt x="8530" y="7234"/>
                    <a:pt x="8120" y="7127"/>
                  </a:cubicBezTo>
                  <a:cubicBezTo>
                    <a:pt x="8120" y="7108"/>
                    <a:pt x="8120" y="7082"/>
                    <a:pt x="8106" y="7057"/>
                  </a:cubicBezTo>
                  <a:cubicBezTo>
                    <a:pt x="8106" y="7052"/>
                    <a:pt x="8100" y="7052"/>
                    <a:pt x="8100" y="7047"/>
                  </a:cubicBezTo>
                  <a:cubicBezTo>
                    <a:pt x="8656" y="6592"/>
                    <a:pt x="9221" y="6183"/>
                    <a:pt x="9737" y="5824"/>
                  </a:cubicBezTo>
                  <a:cubicBezTo>
                    <a:pt x="9979" y="5658"/>
                    <a:pt x="10228" y="5490"/>
                    <a:pt x="10480" y="5329"/>
                  </a:cubicBezTo>
                  <a:lnTo>
                    <a:pt x="10480" y="5329"/>
                  </a:lnTo>
                  <a:cubicBezTo>
                    <a:pt x="10015" y="6077"/>
                    <a:pt x="9717" y="6814"/>
                    <a:pt x="9827" y="7885"/>
                  </a:cubicBezTo>
                  <a:cubicBezTo>
                    <a:pt x="9939" y="9032"/>
                    <a:pt x="10566" y="10867"/>
                    <a:pt x="11586" y="11443"/>
                  </a:cubicBezTo>
                  <a:lnTo>
                    <a:pt x="11586" y="11448"/>
                  </a:lnTo>
                  <a:cubicBezTo>
                    <a:pt x="11546" y="11579"/>
                    <a:pt x="11546" y="11725"/>
                    <a:pt x="11597" y="11872"/>
                  </a:cubicBezTo>
                  <a:cubicBezTo>
                    <a:pt x="11632" y="11963"/>
                    <a:pt x="11677" y="12043"/>
                    <a:pt x="11743" y="12110"/>
                  </a:cubicBezTo>
                  <a:cubicBezTo>
                    <a:pt x="11743" y="12145"/>
                    <a:pt x="11758" y="12185"/>
                    <a:pt x="11783" y="12210"/>
                  </a:cubicBezTo>
                  <a:cubicBezTo>
                    <a:pt x="11979" y="12403"/>
                    <a:pt x="12161" y="12456"/>
                    <a:pt x="12302" y="12456"/>
                  </a:cubicBezTo>
                  <a:cubicBezTo>
                    <a:pt x="12408" y="12456"/>
                    <a:pt x="12490" y="12426"/>
                    <a:pt x="12536" y="12402"/>
                  </a:cubicBezTo>
                  <a:cubicBezTo>
                    <a:pt x="12789" y="12276"/>
                    <a:pt x="12940" y="11968"/>
                    <a:pt x="12900" y="11665"/>
                  </a:cubicBezTo>
                  <a:cubicBezTo>
                    <a:pt x="12884" y="11548"/>
                    <a:pt x="12844" y="11448"/>
                    <a:pt x="12784" y="11361"/>
                  </a:cubicBezTo>
                  <a:cubicBezTo>
                    <a:pt x="12683" y="11215"/>
                    <a:pt x="12516" y="11114"/>
                    <a:pt x="12308" y="11068"/>
                  </a:cubicBezTo>
                  <a:cubicBezTo>
                    <a:pt x="12247" y="11056"/>
                    <a:pt x="12191" y="11050"/>
                    <a:pt x="12140" y="11050"/>
                  </a:cubicBezTo>
                  <a:cubicBezTo>
                    <a:pt x="11939" y="11050"/>
                    <a:pt x="11809" y="11132"/>
                    <a:pt x="11732" y="11200"/>
                  </a:cubicBezTo>
                  <a:cubicBezTo>
                    <a:pt x="10804" y="10685"/>
                    <a:pt x="10217" y="8916"/>
                    <a:pt x="10111" y="7860"/>
                  </a:cubicBezTo>
                  <a:cubicBezTo>
                    <a:pt x="9985" y="6637"/>
                    <a:pt x="10445" y="5859"/>
                    <a:pt x="11056" y="4970"/>
                  </a:cubicBezTo>
                  <a:cubicBezTo>
                    <a:pt x="11061" y="4970"/>
                    <a:pt x="11056" y="4965"/>
                    <a:pt x="11061" y="4960"/>
                  </a:cubicBezTo>
                  <a:lnTo>
                    <a:pt x="11065" y="4956"/>
                  </a:lnTo>
                  <a:cubicBezTo>
                    <a:pt x="11228" y="4854"/>
                    <a:pt x="11389" y="4753"/>
                    <a:pt x="11555" y="4652"/>
                  </a:cubicBezTo>
                  <a:cubicBezTo>
                    <a:pt x="11566" y="4662"/>
                    <a:pt x="11576" y="4667"/>
                    <a:pt x="11592" y="4672"/>
                  </a:cubicBezTo>
                  <a:cubicBezTo>
                    <a:pt x="11096" y="5516"/>
                    <a:pt x="11016" y="6455"/>
                    <a:pt x="11319" y="7633"/>
                  </a:cubicBezTo>
                  <a:cubicBezTo>
                    <a:pt x="11551" y="8557"/>
                    <a:pt x="12420" y="9876"/>
                    <a:pt x="13289" y="9921"/>
                  </a:cubicBezTo>
                  <a:cubicBezTo>
                    <a:pt x="13324" y="9921"/>
                    <a:pt x="13364" y="9921"/>
                    <a:pt x="13404" y="9916"/>
                  </a:cubicBezTo>
                  <a:cubicBezTo>
                    <a:pt x="13486" y="9911"/>
                    <a:pt x="13577" y="9897"/>
                    <a:pt x="13663" y="9855"/>
                  </a:cubicBezTo>
                  <a:cubicBezTo>
                    <a:pt x="13936" y="9745"/>
                    <a:pt x="14223" y="9461"/>
                    <a:pt x="14456" y="8845"/>
                  </a:cubicBezTo>
                  <a:cubicBezTo>
                    <a:pt x="14775" y="8001"/>
                    <a:pt x="14425" y="6532"/>
                    <a:pt x="13688" y="5506"/>
                  </a:cubicBezTo>
                  <a:cubicBezTo>
                    <a:pt x="13637" y="5430"/>
                    <a:pt x="13577" y="5354"/>
                    <a:pt x="13516" y="5278"/>
                  </a:cubicBezTo>
                  <a:cubicBezTo>
                    <a:pt x="13097" y="4774"/>
                    <a:pt x="12616" y="4471"/>
                    <a:pt x="12126" y="4394"/>
                  </a:cubicBezTo>
                  <a:cubicBezTo>
                    <a:pt x="12177" y="4334"/>
                    <a:pt x="12228" y="4273"/>
                    <a:pt x="12278" y="4217"/>
                  </a:cubicBezTo>
                  <a:cubicBezTo>
                    <a:pt x="12733" y="3949"/>
                    <a:pt x="13173" y="3692"/>
                    <a:pt x="13592" y="3450"/>
                  </a:cubicBezTo>
                  <a:cubicBezTo>
                    <a:pt x="14612" y="2853"/>
                    <a:pt x="15284" y="2141"/>
                    <a:pt x="15992" y="1383"/>
                  </a:cubicBezTo>
                  <a:cubicBezTo>
                    <a:pt x="16340" y="1009"/>
                    <a:pt x="16704" y="621"/>
                    <a:pt x="17119" y="246"/>
                  </a:cubicBezTo>
                  <a:cubicBezTo>
                    <a:pt x="17174" y="196"/>
                    <a:pt x="17184" y="115"/>
                    <a:pt x="17139" y="59"/>
                  </a:cubicBezTo>
                  <a:cubicBezTo>
                    <a:pt x="17139" y="54"/>
                    <a:pt x="17133" y="50"/>
                    <a:pt x="17128" y="50"/>
                  </a:cubicBezTo>
                  <a:cubicBezTo>
                    <a:pt x="17098" y="17"/>
                    <a:pt x="17060" y="1"/>
                    <a:pt x="17023"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33"/>
            <p:cNvSpPr/>
            <p:nvPr/>
          </p:nvSpPr>
          <p:spPr>
            <a:xfrm>
              <a:off x="2797025" y="2514975"/>
              <a:ext cx="22750" cy="28175"/>
            </a:xfrm>
            <a:custGeom>
              <a:avLst/>
              <a:gdLst/>
              <a:ahLst/>
              <a:cxnLst/>
              <a:rect l="l" t="t" r="r" b="b"/>
              <a:pathLst>
                <a:path w="910" h="1127" extrusionOk="0">
                  <a:moveTo>
                    <a:pt x="407" y="0"/>
                  </a:moveTo>
                  <a:cubicBezTo>
                    <a:pt x="399" y="0"/>
                    <a:pt x="392" y="2"/>
                    <a:pt x="384" y="5"/>
                  </a:cubicBezTo>
                  <a:cubicBezTo>
                    <a:pt x="380" y="5"/>
                    <a:pt x="377" y="4"/>
                    <a:pt x="373" y="4"/>
                  </a:cubicBezTo>
                  <a:cubicBezTo>
                    <a:pt x="95" y="4"/>
                    <a:pt x="40" y="238"/>
                    <a:pt x="25" y="343"/>
                  </a:cubicBezTo>
                  <a:cubicBezTo>
                    <a:pt x="1" y="625"/>
                    <a:pt x="187" y="964"/>
                    <a:pt x="535" y="999"/>
                  </a:cubicBezTo>
                  <a:cubicBezTo>
                    <a:pt x="601" y="1010"/>
                    <a:pt x="652" y="1060"/>
                    <a:pt x="657" y="1126"/>
                  </a:cubicBezTo>
                  <a:cubicBezTo>
                    <a:pt x="813" y="1050"/>
                    <a:pt x="910" y="726"/>
                    <a:pt x="859" y="444"/>
                  </a:cubicBezTo>
                  <a:cubicBezTo>
                    <a:pt x="838" y="332"/>
                    <a:pt x="794" y="176"/>
                    <a:pt x="657" y="80"/>
                  </a:cubicBezTo>
                  <a:cubicBezTo>
                    <a:pt x="601" y="40"/>
                    <a:pt x="526" y="9"/>
                    <a:pt x="435" y="5"/>
                  </a:cubicBezTo>
                  <a:cubicBezTo>
                    <a:pt x="424" y="2"/>
                    <a:pt x="416" y="0"/>
                    <a:pt x="407"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33"/>
            <p:cNvSpPr/>
            <p:nvPr/>
          </p:nvSpPr>
          <p:spPr>
            <a:xfrm>
              <a:off x="2992150" y="2302250"/>
              <a:ext cx="63925" cy="123150"/>
            </a:xfrm>
            <a:custGeom>
              <a:avLst/>
              <a:gdLst/>
              <a:ahLst/>
              <a:cxnLst/>
              <a:rect l="l" t="t" r="r" b="b"/>
              <a:pathLst>
                <a:path w="2557" h="4926" extrusionOk="0">
                  <a:moveTo>
                    <a:pt x="1" y="0"/>
                  </a:moveTo>
                  <a:lnTo>
                    <a:pt x="1" y="0"/>
                  </a:lnTo>
                  <a:cubicBezTo>
                    <a:pt x="71" y="556"/>
                    <a:pt x="355" y="1147"/>
                    <a:pt x="623" y="1723"/>
                  </a:cubicBezTo>
                  <a:cubicBezTo>
                    <a:pt x="749" y="1980"/>
                    <a:pt x="880" y="2253"/>
                    <a:pt x="980" y="2511"/>
                  </a:cubicBezTo>
                  <a:cubicBezTo>
                    <a:pt x="1158" y="2955"/>
                    <a:pt x="1264" y="3415"/>
                    <a:pt x="1360" y="3865"/>
                  </a:cubicBezTo>
                  <a:cubicBezTo>
                    <a:pt x="1446" y="4233"/>
                    <a:pt x="1521" y="4592"/>
                    <a:pt x="1643" y="4926"/>
                  </a:cubicBezTo>
                  <a:cubicBezTo>
                    <a:pt x="1880" y="4815"/>
                    <a:pt x="2083" y="4532"/>
                    <a:pt x="2249" y="4088"/>
                  </a:cubicBezTo>
                  <a:cubicBezTo>
                    <a:pt x="2557" y="3279"/>
                    <a:pt x="2132" y="1738"/>
                    <a:pt x="1360" y="803"/>
                  </a:cubicBezTo>
                  <a:cubicBezTo>
                    <a:pt x="1052" y="434"/>
                    <a:pt x="582" y="26"/>
                    <a:pt x="1"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33"/>
            <p:cNvSpPr/>
            <p:nvPr/>
          </p:nvSpPr>
          <p:spPr>
            <a:xfrm>
              <a:off x="2977000" y="2311575"/>
              <a:ext cx="49150" cy="115225"/>
            </a:xfrm>
            <a:custGeom>
              <a:avLst/>
              <a:gdLst/>
              <a:ahLst/>
              <a:cxnLst/>
              <a:rect l="l" t="t" r="r" b="b"/>
              <a:pathLst>
                <a:path w="1966" h="4609" extrusionOk="0">
                  <a:moveTo>
                    <a:pt x="390" y="1"/>
                  </a:moveTo>
                  <a:cubicBezTo>
                    <a:pt x="36" y="723"/>
                    <a:pt x="0" y="1526"/>
                    <a:pt x="259" y="2533"/>
                  </a:cubicBezTo>
                  <a:cubicBezTo>
                    <a:pt x="359" y="2936"/>
                    <a:pt x="581" y="3381"/>
                    <a:pt x="849" y="3760"/>
                  </a:cubicBezTo>
                  <a:cubicBezTo>
                    <a:pt x="1183" y="4230"/>
                    <a:pt x="1602" y="4588"/>
                    <a:pt x="1966" y="4608"/>
                  </a:cubicBezTo>
                  <a:cubicBezTo>
                    <a:pt x="1850" y="4265"/>
                    <a:pt x="1768" y="3906"/>
                    <a:pt x="1693" y="3552"/>
                  </a:cubicBezTo>
                  <a:cubicBezTo>
                    <a:pt x="1593" y="3113"/>
                    <a:pt x="1491" y="2663"/>
                    <a:pt x="1320" y="2244"/>
                  </a:cubicBezTo>
                  <a:cubicBezTo>
                    <a:pt x="1223" y="1992"/>
                    <a:pt x="1101" y="1738"/>
                    <a:pt x="975" y="1472"/>
                  </a:cubicBezTo>
                  <a:cubicBezTo>
                    <a:pt x="744" y="987"/>
                    <a:pt x="511" y="491"/>
                    <a:pt x="390"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33"/>
            <p:cNvSpPr/>
            <p:nvPr/>
          </p:nvSpPr>
          <p:spPr>
            <a:xfrm>
              <a:off x="2989125" y="2469225"/>
              <a:ext cx="20600" cy="21000"/>
            </a:xfrm>
            <a:custGeom>
              <a:avLst/>
              <a:gdLst/>
              <a:ahLst/>
              <a:cxnLst/>
              <a:rect l="l" t="t" r="r" b="b"/>
              <a:pathLst>
                <a:path w="824" h="840" extrusionOk="0">
                  <a:moveTo>
                    <a:pt x="315" y="1"/>
                  </a:moveTo>
                  <a:cubicBezTo>
                    <a:pt x="221" y="1"/>
                    <a:pt x="146" y="33"/>
                    <a:pt x="91" y="91"/>
                  </a:cubicBezTo>
                  <a:cubicBezTo>
                    <a:pt x="21" y="177"/>
                    <a:pt x="0" y="313"/>
                    <a:pt x="47" y="440"/>
                  </a:cubicBezTo>
                  <a:cubicBezTo>
                    <a:pt x="96" y="581"/>
                    <a:pt x="213" y="677"/>
                    <a:pt x="374" y="702"/>
                  </a:cubicBezTo>
                  <a:cubicBezTo>
                    <a:pt x="441" y="713"/>
                    <a:pt x="490" y="774"/>
                    <a:pt x="486" y="839"/>
                  </a:cubicBezTo>
                  <a:cubicBezTo>
                    <a:pt x="526" y="839"/>
                    <a:pt x="556" y="828"/>
                    <a:pt x="592" y="814"/>
                  </a:cubicBezTo>
                  <a:cubicBezTo>
                    <a:pt x="738" y="743"/>
                    <a:pt x="824" y="546"/>
                    <a:pt x="804" y="364"/>
                  </a:cubicBezTo>
                  <a:cubicBezTo>
                    <a:pt x="779" y="182"/>
                    <a:pt x="647" y="61"/>
                    <a:pt x="435" y="16"/>
                  </a:cubicBezTo>
                  <a:cubicBezTo>
                    <a:pt x="392" y="6"/>
                    <a:pt x="352" y="1"/>
                    <a:pt x="315"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33"/>
            <p:cNvSpPr/>
            <p:nvPr/>
          </p:nvSpPr>
          <p:spPr>
            <a:xfrm>
              <a:off x="2887975" y="2370575"/>
              <a:ext cx="59500" cy="136425"/>
            </a:xfrm>
            <a:custGeom>
              <a:avLst/>
              <a:gdLst/>
              <a:ahLst/>
              <a:cxnLst/>
              <a:rect l="l" t="t" r="r" b="b"/>
              <a:pathLst>
                <a:path w="2380" h="5457" extrusionOk="0">
                  <a:moveTo>
                    <a:pt x="222" y="0"/>
                  </a:moveTo>
                  <a:lnTo>
                    <a:pt x="222" y="0"/>
                  </a:lnTo>
                  <a:cubicBezTo>
                    <a:pt x="0" y="723"/>
                    <a:pt x="187" y="1809"/>
                    <a:pt x="500" y="2855"/>
                  </a:cubicBezTo>
                  <a:cubicBezTo>
                    <a:pt x="808" y="3906"/>
                    <a:pt x="1243" y="4906"/>
                    <a:pt x="1516" y="5457"/>
                  </a:cubicBezTo>
                  <a:cubicBezTo>
                    <a:pt x="1672" y="5366"/>
                    <a:pt x="1824" y="5194"/>
                    <a:pt x="1971" y="4956"/>
                  </a:cubicBezTo>
                  <a:cubicBezTo>
                    <a:pt x="2379" y="4270"/>
                    <a:pt x="2177" y="2516"/>
                    <a:pt x="1546" y="1274"/>
                  </a:cubicBezTo>
                  <a:cubicBezTo>
                    <a:pt x="1172" y="541"/>
                    <a:pt x="707" y="96"/>
                    <a:pt x="222"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33"/>
            <p:cNvSpPr/>
            <p:nvPr/>
          </p:nvSpPr>
          <p:spPr>
            <a:xfrm>
              <a:off x="2864325" y="2373975"/>
              <a:ext cx="54750" cy="135425"/>
            </a:xfrm>
            <a:custGeom>
              <a:avLst/>
              <a:gdLst/>
              <a:ahLst/>
              <a:cxnLst/>
              <a:rect l="l" t="t" r="r" b="b"/>
              <a:pathLst>
                <a:path w="2190" h="5417" extrusionOk="0">
                  <a:moveTo>
                    <a:pt x="844" y="0"/>
                  </a:moveTo>
                  <a:cubicBezTo>
                    <a:pt x="844" y="1"/>
                    <a:pt x="844" y="2"/>
                    <a:pt x="844" y="3"/>
                  </a:cubicBezTo>
                  <a:lnTo>
                    <a:pt x="844" y="3"/>
                  </a:lnTo>
                  <a:cubicBezTo>
                    <a:pt x="844" y="3"/>
                    <a:pt x="844" y="1"/>
                    <a:pt x="844" y="0"/>
                  </a:cubicBezTo>
                  <a:close/>
                  <a:moveTo>
                    <a:pt x="844" y="3"/>
                  </a:moveTo>
                  <a:lnTo>
                    <a:pt x="844" y="3"/>
                  </a:lnTo>
                  <a:cubicBezTo>
                    <a:pt x="842" y="6"/>
                    <a:pt x="839" y="6"/>
                    <a:pt x="839" y="6"/>
                  </a:cubicBezTo>
                  <a:cubicBezTo>
                    <a:pt x="168" y="708"/>
                    <a:pt x="0" y="2128"/>
                    <a:pt x="259" y="2910"/>
                  </a:cubicBezTo>
                  <a:cubicBezTo>
                    <a:pt x="431" y="3437"/>
                    <a:pt x="749" y="4108"/>
                    <a:pt x="1117" y="4624"/>
                  </a:cubicBezTo>
                  <a:cubicBezTo>
                    <a:pt x="1425" y="5058"/>
                    <a:pt x="1770" y="5377"/>
                    <a:pt x="2098" y="5412"/>
                  </a:cubicBezTo>
                  <a:cubicBezTo>
                    <a:pt x="2128" y="5417"/>
                    <a:pt x="2159" y="5417"/>
                    <a:pt x="2189" y="5417"/>
                  </a:cubicBezTo>
                  <a:cubicBezTo>
                    <a:pt x="1537" y="4089"/>
                    <a:pt x="558" y="1525"/>
                    <a:pt x="844" y="3"/>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33"/>
            <p:cNvSpPr/>
            <p:nvPr/>
          </p:nvSpPr>
          <p:spPr>
            <a:xfrm>
              <a:off x="2702900" y="2414525"/>
              <a:ext cx="125475" cy="44275"/>
            </a:xfrm>
            <a:custGeom>
              <a:avLst/>
              <a:gdLst/>
              <a:ahLst/>
              <a:cxnLst/>
              <a:rect l="l" t="t" r="r" b="b"/>
              <a:pathLst>
                <a:path w="5019" h="1771" extrusionOk="0">
                  <a:moveTo>
                    <a:pt x="4398" y="1"/>
                  </a:moveTo>
                  <a:cubicBezTo>
                    <a:pt x="3859" y="1"/>
                    <a:pt x="3233" y="258"/>
                    <a:pt x="2583" y="526"/>
                  </a:cubicBezTo>
                  <a:cubicBezTo>
                    <a:pt x="1954" y="783"/>
                    <a:pt x="1308" y="1049"/>
                    <a:pt x="738" y="1049"/>
                  </a:cubicBezTo>
                  <a:cubicBezTo>
                    <a:pt x="492" y="1049"/>
                    <a:pt x="261" y="1000"/>
                    <a:pt x="52" y="880"/>
                  </a:cubicBezTo>
                  <a:cubicBezTo>
                    <a:pt x="42" y="870"/>
                    <a:pt x="21" y="859"/>
                    <a:pt x="12" y="844"/>
                  </a:cubicBezTo>
                  <a:lnTo>
                    <a:pt x="12" y="844"/>
                  </a:lnTo>
                  <a:cubicBezTo>
                    <a:pt x="1" y="915"/>
                    <a:pt x="7" y="980"/>
                    <a:pt x="16" y="1052"/>
                  </a:cubicBezTo>
                  <a:cubicBezTo>
                    <a:pt x="82" y="1420"/>
                    <a:pt x="492" y="1668"/>
                    <a:pt x="1163" y="1754"/>
                  </a:cubicBezTo>
                  <a:cubicBezTo>
                    <a:pt x="1255" y="1765"/>
                    <a:pt x="1347" y="1770"/>
                    <a:pt x="1439" y="1770"/>
                  </a:cubicBezTo>
                  <a:cubicBezTo>
                    <a:pt x="2533" y="1770"/>
                    <a:pt x="3663" y="1036"/>
                    <a:pt x="4669" y="379"/>
                  </a:cubicBezTo>
                  <a:cubicBezTo>
                    <a:pt x="4790" y="304"/>
                    <a:pt x="4907" y="227"/>
                    <a:pt x="5018" y="152"/>
                  </a:cubicBezTo>
                  <a:cubicBezTo>
                    <a:pt x="4830" y="45"/>
                    <a:pt x="4621" y="1"/>
                    <a:pt x="4398"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33"/>
            <p:cNvSpPr/>
            <p:nvPr/>
          </p:nvSpPr>
          <p:spPr>
            <a:xfrm>
              <a:off x="2704800" y="2396325"/>
              <a:ext cx="127725" cy="37400"/>
            </a:xfrm>
            <a:custGeom>
              <a:avLst/>
              <a:gdLst/>
              <a:ahLst/>
              <a:cxnLst/>
              <a:rect l="l" t="t" r="r" b="b"/>
              <a:pathLst>
                <a:path w="5109" h="1496" extrusionOk="0">
                  <a:moveTo>
                    <a:pt x="3547" y="1"/>
                  </a:moveTo>
                  <a:cubicBezTo>
                    <a:pt x="2498" y="1"/>
                    <a:pt x="1264" y="260"/>
                    <a:pt x="966" y="416"/>
                  </a:cubicBezTo>
                  <a:cubicBezTo>
                    <a:pt x="486" y="658"/>
                    <a:pt x="137" y="1006"/>
                    <a:pt x="1" y="1349"/>
                  </a:cubicBezTo>
                  <a:cubicBezTo>
                    <a:pt x="17" y="1345"/>
                    <a:pt x="34" y="1343"/>
                    <a:pt x="50" y="1343"/>
                  </a:cubicBezTo>
                  <a:cubicBezTo>
                    <a:pt x="74" y="1343"/>
                    <a:pt x="97" y="1348"/>
                    <a:pt x="117" y="1360"/>
                  </a:cubicBezTo>
                  <a:cubicBezTo>
                    <a:pt x="283" y="1456"/>
                    <a:pt x="469" y="1495"/>
                    <a:pt x="670" y="1495"/>
                  </a:cubicBezTo>
                  <a:cubicBezTo>
                    <a:pt x="1173" y="1495"/>
                    <a:pt x="1773" y="1245"/>
                    <a:pt x="2401" y="986"/>
                  </a:cubicBezTo>
                  <a:cubicBezTo>
                    <a:pt x="2881" y="794"/>
                    <a:pt x="3366" y="592"/>
                    <a:pt x="3825" y="501"/>
                  </a:cubicBezTo>
                  <a:cubicBezTo>
                    <a:pt x="3997" y="465"/>
                    <a:pt x="4165" y="445"/>
                    <a:pt x="4327" y="445"/>
                  </a:cubicBezTo>
                  <a:cubicBezTo>
                    <a:pt x="4606" y="445"/>
                    <a:pt x="4869" y="504"/>
                    <a:pt x="5108" y="647"/>
                  </a:cubicBezTo>
                  <a:cubicBezTo>
                    <a:pt x="5103" y="512"/>
                    <a:pt x="5048" y="400"/>
                    <a:pt x="4937" y="309"/>
                  </a:cubicBezTo>
                  <a:cubicBezTo>
                    <a:pt x="4663" y="82"/>
                    <a:pt x="4134" y="1"/>
                    <a:pt x="3547"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33"/>
            <p:cNvSpPr/>
            <p:nvPr/>
          </p:nvSpPr>
          <p:spPr>
            <a:xfrm>
              <a:off x="2725900" y="2323900"/>
              <a:ext cx="21250" cy="18775"/>
            </a:xfrm>
            <a:custGeom>
              <a:avLst/>
              <a:gdLst/>
              <a:ahLst/>
              <a:cxnLst/>
              <a:rect l="l" t="t" r="r" b="b"/>
              <a:pathLst>
                <a:path w="850" h="751" extrusionOk="0">
                  <a:moveTo>
                    <a:pt x="425" y="1"/>
                  </a:moveTo>
                  <a:cubicBezTo>
                    <a:pt x="237" y="1"/>
                    <a:pt x="138" y="85"/>
                    <a:pt x="87" y="165"/>
                  </a:cubicBezTo>
                  <a:cubicBezTo>
                    <a:pt x="11" y="275"/>
                    <a:pt x="1" y="438"/>
                    <a:pt x="62" y="554"/>
                  </a:cubicBezTo>
                  <a:cubicBezTo>
                    <a:pt x="102" y="624"/>
                    <a:pt x="188" y="715"/>
                    <a:pt x="365" y="715"/>
                  </a:cubicBezTo>
                  <a:cubicBezTo>
                    <a:pt x="395" y="715"/>
                    <a:pt x="425" y="730"/>
                    <a:pt x="451" y="751"/>
                  </a:cubicBezTo>
                  <a:cubicBezTo>
                    <a:pt x="551" y="730"/>
                    <a:pt x="647" y="680"/>
                    <a:pt x="713" y="594"/>
                  </a:cubicBezTo>
                  <a:cubicBezTo>
                    <a:pt x="815" y="473"/>
                    <a:pt x="850" y="312"/>
                    <a:pt x="799" y="190"/>
                  </a:cubicBezTo>
                  <a:cubicBezTo>
                    <a:pt x="743" y="58"/>
                    <a:pt x="587" y="13"/>
                    <a:pt x="470" y="2"/>
                  </a:cubicBezTo>
                  <a:cubicBezTo>
                    <a:pt x="455" y="1"/>
                    <a:pt x="440" y="1"/>
                    <a:pt x="425"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33"/>
            <p:cNvSpPr/>
            <p:nvPr/>
          </p:nvSpPr>
          <p:spPr>
            <a:xfrm>
              <a:off x="2778200" y="2275325"/>
              <a:ext cx="145400" cy="56525"/>
            </a:xfrm>
            <a:custGeom>
              <a:avLst/>
              <a:gdLst/>
              <a:ahLst/>
              <a:cxnLst/>
              <a:rect l="l" t="t" r="r" b="b"/>
              <a:pathLst>
                <a:path w="5816" h="2261" extrusionOk="0">
                  <a:moveTo>
                    <a:pt x="136" y="1"/>
                  </a:moveTo>
                  <a:cubicBezTo>
                    <a:pt x="117" y="47"/>
                    <a:pt x="101" y="96"/>
                    <a:pt x="96" y="142"/>
                  </a:cubicBezTo>
                  <a:cubicBezTo>
                    <a:pt x="1" y="683"/>
                    <a:pt x="516" y="1345"/>
                    <a:pt x="1379" y="1789"/>
                  </a:cubicBezTo>
                  <a:cubicBezTo>
                    <a:pt x="1996" y="2103"/>
                    <a:pt x="2743" y="2244"/>
                    <a:pt x="3517" y="2259"/>
                  </a:cubicBezTo>
                  <a:cubicBezTo>
                    <a:pt x="3562" y="2260"/>
                    <a:pt x="3608" y="2261"/>
                    <a:pt x="3654" y="2261"/>
                  </a:cubicBezTo>
                  <a:cubicBezTo>
                    <a:pt x="4383" y="2261"/>
                    <a:pt x="5131" y="2152"/>
                    <a:pt x="5816" y="1971"/>
                  </a:cubicBezTo>
                  <a:cubicBezTo>
                    <a:pt x="5138" y="1628"/>
                    <a:pt x="4280" y="1486"/>
                    <a:pt x="3451" y="1350"/>
                  </a:cubicBezTo>
                  <a:cubicBezTo>
                    <a:pt x="2218" y="1148"/>
                    <a:pt x="950" y="940"/>
                    <a:pt x="187" y="87"/>
                  </a:cubicBezTo>
                  <a:cubicBezTo>
                    <a:pt x="167" y="66"/>
                    <a:pt x="147" y="31"/>
                    <a:pt x="141"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33"/>
            <p:cNvSpPr/>
            <p:nvPr/>
          </p:nvSpPr>
          <p:spPr>
            <a:xfrm>
              <a:off x="2783875" y="2255575"/>
              <a:ext cx="147425" cy="64600"/>
            </a:xfrm>
            <a:custGeom>
              <a:avLst/>
              <a:gdLst/>
              <a:ahLst/>
              <a:cxnLst/>
              <a:rect l="l" t="t" r="r" b="b"/>
              <a:pathLst>
                <a:path w="5897" h="2584" extrusionOk="0">
                  <a:moveTo>
                    <a:pt x="1565" y="0"/>
                  </a:moveTo>
                  <a:cubicBezTo>
                    <a:pt x="1484" y="0"/>
                    <a:pt x="1410" y="5"/>
                    <a:pt x="1345" y="13"/>
                  </a:cubicBezTo>
                  <a:cubicBezTo>
                    <a:pt x="688" y="104"/>
                    <a:pt x="217" y="316"/>
                    <a:pt x="0" y="629"/>
                  </a:cubicBezTo>
                  <a:cubicBezTo>
                    <a:pt x="5" y="629"/>
                    <a:pt x="10" y="629"/>
                    <a:pt x="15" y="629"/>
                  </a:cubicBezTo>
                  <a:cubicBezTo>
                    <a:pt x="72" y="629"/>
                    <a:pt x="135" y="653"/>
                    <a:pt x="168" y="690"/>
                  </a:cubicBezTo>
                  <a:cubicBezTo>
                    <a:pt x="865" y="1468"/>
                    <a:pt x="2031" y="1655"/>
                    <a:pt x="3269" y="1862"/>
                  </a:cubicBezTo>
                  <a:cubicBezTo>
                    <a:pt x="4184" y="2008"/>
                    <a:pt x="5123" y="2170"/>
                    <a:pt x="5867" y="2584"/>
                  </a:cubicBezTo>
                  <a:cubicBezTo>
                    <a:pt x="5897" y="2271"/>
                    <a:pt x="5790" y="1958"/>
                    <a:pt x="5538" y="1650"/>
                  </a:cubicBezTo>
                  <a:cubicBezTo>
                    <a:pt x="4701" y="650"/>
                    <a:pt x="2565" y="0"/>
                    <a:pt x="1565"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33"/>
            <p:cNvSpPr/>
            <p:nvPr/>
          </p:nvSpPr>
          <p:spPr>
            <a:xfrm>
              <a:off x="2912225" y="2222400"/>
              <a:ext cx="108875" cy="46625"/>
            </a:xfrm>
            <a:custGeom>
              <a:avLst/>
              <a:gdLst/>
              <a:ahLst/>
              <a:cxnLst/>
              <a:rect l="l" t="t" r="r" b="b"/>
              <a:pathLst>
                <a:path w="4355" h="1865" extrusionOk="0">
                  <a:moveTo>
                    <a:pt x="0" y="0"/>
                  </a:moveTo>
                  <a:lnTo>
                    <a:pt x="0" y="0"/>
                  </a:lnTo>
                  <a:cubicBezTo>
                    <a:pt x="0" y="6"/>
                    <a:pt x="5" y="16"/>
                    <a:pt x="5" y="21"/>
                  </a:cubicBezTo>
                  <a:cubicBezTo>
                    <a:pt x="91" y="511"/>
                    <a:pt x="773" y="1082"/>
                    <a:pt x="1122" y="1315"/>
                  </a:cubicBezTo>
                  <a:cubicBezTo>
                    <a:pt x="1653" y="1668"/>
                    <a:pt x="2336" y="1850"/>
                    <a:pt x="3143" y="1850"/>
                  </a:cubicBezTo>
                  <a:cubicBezTo>
                    <a:pt x="3157" y="1850"/>
                    <a:pt x="3170" y="1850"/>
                    <a:pt x="3183" y="1850"/>
                  </a:cubicBezTo>
                  <a:cubicBezTo>
                    <a:pt x="3258" y="1850"/>
                    <a:pt x="3344" y="1856"/>
                    <a:pt x="3445" y="1856"/>
                  </a:cubicBezTo>
                  <a:cubicBezTo>
                    <a:pt x="3555" y="1860"/>
                    <a:pt x="3696" y="1865"/>
                    <a:pt x="3840" y="1865"/>
                  </a:cubicBezTo>
                  <a:cubicBezTo>
                    <a:pt x="4027" y="1865"/>
                    <a:pt x="4220" y="1856"/>
                    <a:pt x="4355" y="1825"/>
                  </a:cubicBezTo>
                  <a:cubicBezTo>
                    <a:pt x="3865" y="1395"/>
                    <a:pt x="3137" y="1238"/>
                    <a:pt x="2370" y="1077"/>
                  </a:cubicBezTo>
                  <a:cubicBezTo>
                    <a:pt x="1465" y="890"/>
                    <a:pt x="535" y="688"/>
                    <a:pt x="0"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33"/>
            <p:cNvSpPr/>
            <p:nvPr/>
          </p:nvSpPr>
          <p:spPr>
            <a:xfrm>
              <a:off x="2914625" y="2207250"/>
              <a:ext cx="111150" cy="55100"/>
            </a:xfrm>
            <a:custGeom>
              <a:avLst/>
              <a:gdLst/>
              <a:ahLst/>
              <a:cxnLst/>
              <a:rect l="l" t="t" r="r" b="b"/>
              <a:pathLst>
                <a:path w="4446" h="2204" extrusionOk="0">
                  <a:moveTo>
                    <a:pt x="782" y="0"/>
                  </a:moveTo>
                  <a:cubicBezTo>
                    <a:pt x="444" y="0"/>
                    <a:pt x="155" y="72"/>
                    <a:pt x="0" y="263"/>
                  </a:cubicBezTo>
                  <a:cubicBezTo>
                    <a:pt x="15" y="273"/>
                    <a:pt x="25" y="284"/>
                    <a:pt x="35" y="298"/>
                  </a:cubicBezTo>
                  <a:cubicBezTo>
                    <a:pt x="485" y="1026"/>
                    <a:pt x="1384" y="1208"/>
                    <a:pt x="2334" y="1410"/>
                  </a:cubicBezTo>
                  <a:cubicBezTo>
                    <a:pt x="3097" y="1567"/>
                    <a:pt x="3875" y="1739"/>
                    <a:pt x="4431" y="2203"/>
                  </a:cubicBezTo>
                  <a:cubicBezTo>
                    <a:pt x="4445" y="2052"/>
                    <a:pt x="4410" y="1895"/>
                    <a:pt x="4324" y="1739"/>
                  </a:cubicBezTo>
                  <a:cubicBezTo>
                    <a:pt x="4006" y="1117"/>
                    <a:pt x="3148" y="617"/>
                    <a:pt x="2451" y="354"/>
                  </a:cubicBezTo>
                  <a:cubicBezTo>
                    <a:pt x="2002" y="186"/>
                    <a:pt x="1328" y="0"/>
                    <a:pt x="782"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33"/>
            <p:cNvSpPr/>
            <p:nvPr/>
          </p:nvSpPr>
          <p:spPr>
            <a:xfrm>
              <a:off x="1871175" y="1552850"/>
              <a:ext cx="858425" cy="1565750"/>
            </a:xfrm>
            <a:custGeom>
              <a:avLst/>
              <a:gdLst/>
              <a:ahLst/>
              <a:cxnLst/>
              <a:rect l="l" t="t" r="r" b="b"/>
              <a:pathLst>
                <a:path w="34337" h="62630" extrusionOk="0">
                  <a:moveTo>
                    <a:pt x="21245" y="3926"/>
                  </a:moveTo>
                  <a:cubicBezTo>
                    <a:pt x="21333" y="3926"/>
                    <a:pt x="21418" y="3944"/>
                    <a:pt x="21498" y="3982"/>
                  </a:cubicBezTo>
                  <a:cubicBezTo>
                    <a:pt x="22261" y="4331"/>
                    <a:pt x="22716" y="6321"/>
                    <a:pt x="22811" y="8024"/>
                  </a:cubicBezTo>
                  <a:cubicBezTo>
                    <a:pt x="22811" y="8059"/>
                    <a:pt x="22822" y="8090"/>
                    <a:pt x="22837" y="8120"/>
                  </a:cubicBezTo>
                  <a:cubicBezTo>
                    <a:pt x="21655" y="8367"/>
                    <a:pt x="20705" y="8580"/>
                    <a:pt x="19968" y="8782"/>
                  </a:cubicBezTo>
                  <a:cubicBezTo>
                    <a:pt x="19609" y="7533"/>
                    <a:pt x="19609" y="4947"/>
                    <a:pt x="20568" y="4214"/>
                  </a:cubicBezTo>
                  <a:cubicBezTo>
                    <a:pt x="20821" y="4022"/>
                    <a:pt x="21044" y="3926"/>
                    <a:pt x="21245" y="3926"/>
                  </a:cubicBezTo>
                  <a:close/>
                  <a:moveTo>
                    <a:pt x="23095" y="8570"/>
                  </a:moveTo>
                  <a:cubicBezTo>
                    <a:pt x="23079" y="8918"/>
                    <a:pt x="22969" y="9272"/>
                    <a:pt x="22771" y="9580"/>
                  </a:cubicBezTo>
                  <a:lnTo>
                    <a:pt x="22650" y="9600"/>
                  </a:lnTo>
                  <a:cubicBezTo>
                    <a:pt x="21399" y="9805"/>
                    <a:pt x="19991" y="10028"/>
                    <a:pt x="18747" y="10028"/>
                  </a:cubicBezTo>
                  <a:cubicBezTo>
                    <a:pt x="18670" y="10028"/>
                    <a:pt x="18594" y="10027"/>
                    <a:pt x="18518" y="10025"/>
                  </a:cubicBezTo>
                  <a:cubicBezTo>
                    <a:pt x="18513" y="9999"/>
                    <a:pt x="18513" y="9974"/>
                    <a:pt x="18513" y="9948"/>
                  </a:cubicBezTo>
                  <a:cubicBezTo>
                    <a:pt x="18618" y="9529"/>
                    <a:pt x="21241" y="8953"/>
                    <a:pt x="23095" y="8570"/>
                  </a:cubicBezTo>
                  <a:close/>
                  <a:moveTo>
                    <a:pt x="20185" y="11798"/>
                  </a:moveTo>
                  <a:lnTo>
                    <a:pt x="20185" y="11798"/>
                  </a:lnTo>
                  <a:cubicBezTo>
                    <a:pt x="20386" y="11838"/>
                    <a:pt x="20589" y="11868"/>
                    <a:pt x="20801" y="11889"/>
                  </a:cubicBezTo>
                  <a:cubicBezTo>
                    <a:pt x="20584" y="11914"/>
                    <a:pt x="20377" y="11959"/>
                    <a:pt x="20200" y="12000"/>
                  </a:cubicBezTo>
                  <a:cubicBezTo>
                    <a:pt x="20195" y="11929"/>
                    <a:pt x="20190" y="11863"/>
                    <a:pt x="20185" y="11798"/>
                  </a:cubicBezTo>
                  <a:close/>
                  <a:moveTo>
                    <a:pt x="22478" y="11879"/>
                  </a:moveTo>
                  <a:lnTo>
                    <a:pt x="22478" y="11879"/>
                  </a:lnTo>
                  <a:cubicBezTo>
                    <a:pt x="22468" y="12110"/>
                    <a:pt x="22454" y="12369"/>
                    <a:pt x="22423" y="12637"/>
                  </a:cubicBezTo>
                  <a:cubicBezTo>
                    <a:pt x="22412" y="12595"/>
                    <a:pt x="22403" y="12560"/>
                    <a:pt x="22387" y="12530"/>
                  </a:cubicBezTo>
                  <a:cubicBezTo>
                    <a:pt x="22266" y="12187"/>
                    <a:pt x="22013" y="12010"/>
                    <a:pt x="21715" y="11924"/>
                  </a:cubicBezTo>
                  <a:cubicBezTo>
                    <a:pt x="21969" y="11924"/>
                    <a:pt x="22226" y="11904"/>
                    <a:pt x="22478" y="11879"/>
                  </a:cubicBezTo>
                  <a:close/>
                  <a:moveTo>
                    <a:pt x="12106" y="13197"/>
                  </a:moveTo>
                  <a:cubicBezTo>
                    <a:pt x="12111" y="13238"/>
                    <a:pt x="12117" y="13278"/>
                    <a:pt x="12126" y="13318"/>
                  </a:cubicBezTo>
                  <a:cubicBezTo>
                    <a:pt x="12111" y="13313"/>
                    <a:pt x="12096" y="13313"/>
                    <a:pt x="12086" y="13308"/>
                  </a:cubicBezTo>
                  <a:cubicBezTo>
                    <a:pt x="12091" y="13268"/>
                    <a:pt x="12096" y="13232"/>
                    <a:pt x="12106" y="13197"/>
                  </a:cubicBezTo>
                  <a:close/>
                  <a:moveTo>
                    <a:pt x="18302" y="6608"/>
                  </a:moveTo>
                  <a:cubicBezTo>
                    <a:pt x="18610" y="6608"/>
                    <a:pt x="18902" y="6803"/>
                    <a:pt x="19180" y="7185"/>
                  </a:cubicBezTo>
                  <a:cubicBezTo>
                    <a:pt x="19199" y="7211"/>
                    <a:pt x="19220" y="7236"/>
                    <a:pt x="19250" y="7251"/>
                  </a:cubicBezTo>
                  <a:cubicBezTo>
                    <a:pt x="19276" y="7887"/>
                    <a:pt x="19366" y="8484"/>
                    <a:pt x="19493" y="8923"/>
                  </a:cubicBezTo>
                  <a:lnTo>
                    <a:pt x="19488" y="8923"/>
                  </a:lnTo>
                  <a:cubicBezTo>
                    <a:pt x="18457" y="9246"/>
                    <a:pt x="17987" y="9564"/>
                    <a:pt x="18017" y="9979"/>
                  </a:cubicBezTo>
                  <a:cubicBezTo>
                    <a:pt x="18068" y="10681"/>
                    <a:pt x="18548" y="11231"/>
                    <a:pt x="19407" y="11576"/>
                  </a:cubicBezTo>
                  <a:cubicBezTo>
                    <a:pt x="19493" y="11611"/>
                    <a:pt x="19584" y="11641"/>
                    <a:pt x="19679" y="11667"/>
                  </a:cubicBezTo>
                  <a:cubicBezTo>
                    <a:pt x="19700" y="11944"/>
                    <a:pt x="19725" y="12222"/>
                    <a:pt x="19761" y="12490"/>
                  </a:cubicBezTo>
                  <a:cubicBezTo>
                    <a:pt x="19735" y="12702"/>
                    <a:pt x="19770" y="13056"/>
                    <a:pt x="19861" y="13455"/>
                  </a:cubicBezTo>
                  <a:cubicBezTo>
                    <a:pt x="19646" y="13009"/>
                    <a:pt x="19174" y="12882"/>
                    <a:pt x="18693" y="12882"/>
                  </a:cubicBezTo>
                  <a:cubicBezTo>
                    <a:pt x="18236" y="12882"/>
                    <a:pt x="17770" y="12997"/>
                    <a:pt x="17506" y="13061"/>
                  </a:cubicBezTo>
                  <a:cubicBezTo>
                    <a:pt x="17457" y="13076"/>
                    <a:pt x="17411" y="13101"/>
                    <a:pt x="17375" y="13141"/>
                  </a:cubicBezTo>
                  <a:cubicBezTo>
                    <a:pt x="17371" y="13127"/>
                    <a:pt x="17371" y="13111"/>
                    <a:pt x="17366" y="13101"/>
                  </a:cubicBezTo>
                  <a:cubicBezTo>
                    <a:pt x="17335" y="12965"/>
                    <a:pt x="17310" y="12838"/>
                    <a:pt x="17285" y="12728"/>
                  </a:cubicBezTo>
                  <a:cubicBezTo>
                    <a:pt x="16967" y="11439"/>
                    <a:pt x="16658" y="9590"/>
                    <a:pt x="16977" y="8115"/>
                  </a:cubicBezTo>
                  <a:cubicBezTo>
                    <a:pt x="17133" y="7388"/>
                    <a:pt x="17648" y="6730"/>
                    <a:pt x="18149" y="6624"/>
                  </a:cubicBezTo>
                  <a:cubicBezTo>
                    <a:pt x="18201" y="6613"/>
                    <a:pt x="18252" y="6608"/>
                    <a:pt x="18302" y="6608"/>
                  </a:cubicBezTo>
                  <a:close/>
                  <a:moveTo>
                    <a:pt x="16285" y="8629"/>
                  </a:moveTo>
                  <a:cubicBezTo>
                    <a:pt x="16320" y="8629"/>
                    <a:pt x="16355" y="8629"/>
                    <a:pt x="16391" y="8630"/>
                  </a:cubicBezTo>
                  <a:cubicBezTo>
                    <a:pt x="16233" y="10065"/>
                    <a:pt x="16512" y="11676"/>
                    <a:pt x="16800" y="12844"/>
                  </a:cubicBezTo>
                  <a:cubicBezTo>
                    <a:pt x="16825" y="12954"/>
                    <a:pt x="16855" y="13076"/>
                    <a:pt x="16886" y="13213"/>
                  </a:cubicBezTo>
                  <a:cubicBezTo>
                    <a:pt x="16946" y="13481"/>
                    <a:pt x="17012" y="13789"/>
                    <a:pt x="17103" y="14097"/>
                  </a:cubicBezTo>
                  <a:cubicBezTo>
                    <a:pt x="16862" y="13827"/>
                    <a:pt x="16485" y="13742"/>
                    <a:pt x="16098" y="13742"/>
                  </a:cubicBezTo>
                  <a:cubicBezTo>
                    <a:pt x="15665" y="13742"/>
                    <a:pt x="15218" y="13848"/>
                    <a:pt x="14930" y="13920"/>
                  </a:cubicBezTo>
                  <a:cubicBezTo>
                    <a:pt x="14673" y="12854"/>
                    <a:pt x="14395" y="11520"/>
                    <a:pt x="14491" y="10459"/>
                  </a:cubicBezTo>
                  <a:cubicBezTo>
                    <a:pt x="14505" y="10434"/>
                    <a:pt x="14521" y="10403"/>
                    <a:pt x="14521" y="10368"/>
                  </a:cubicBezTo>
                  <a:cubicBezTo>
                    <a:pt x="14526" y="10328"/>
                    <a:pt x="14521" y="10287"/>
                    <a:pt x="14511" y="10256"/>
                  </a:cubicBezTo>
                  <a:cubicBezTo>
                    <a:pt x="14577" y="9813"/>
                    <a:pt x="14713" y="9428"/>
                    <a:pt x="14955" y="9146"/>
                  </a:cubicBezTo>
                  <a:cubicBezTo>
                    <a:pt x="15252" y="8796"/>
                    <a:pt x="15687" y="8629"/>
                    <a:pt x="16285" y="8629"/>
                  </a:cubicBezTo>
                  <a:close/>
                  <a:moveTo>
                    <a:pt x="19992" y="13950"/>
                  </a:moveTo>
                  <a:cubicBezTo>
                    <a:pt x="20018" y="14041"/>
                    <a:pt x="20048" y="14132"/>
                    <a:pt x="20078" y="14218"/>
                  </a:cubicBezTo>
                  <a:cubicBezTo>
                    <a:pt x="20059" y="14379"/>
                    <a:pt x="20029" y="14536"/>
                    <a:pt x="19982" y="14693"/>
                  </a:cubicBezTo>
                  <a:cubicBezTo>
                    <a:pt x="20003" y="14445"/>
                    <a:pt x="20018" y="14192"/>
                    <a:pt x="19992" y="13950"/>
                  </a:cubicBezTo>
                  <a:close/>
                  <a:moveTo>
                    <a:pt x="13856" y="10552"/>
                  </a:moveTo>
                  <a:cubicBezTo>
                    <a:pt x="13899" y="10552"/>
                    <a:pt x="13944" y="10553"/>
                    <a:pt x="13990" y="10555"/>
                  </a:cubicBezTo>
                  <a:cubicBezTo>
                    <a:pt x="13905" y="11898"/>
                    <a:pt x="14319" y="13521"/>
                    <a:pt x="14602" y="14637"/>
                  </a:cubicBezTo>
                  <a:lnTo>
                    <a:pt x="14638" y="14773"/>
                  </a:lnTo>
                  <a:lnTo>
                    <a:pt x="14638" y="14778"/>
                  </a:lnTo>
                  <a:cubicBezTo>
                    <a:pt x="14557" y="14762"/>
                    <a:pt x="14474" y="14755"/>
                    <a:pt x="14389" y="14755"/>
                  </a:cubicBezTo>
                  <a:cubicBezTo>
                    <a:pt x="13912" y="14755"/>
                    <a:pt x="13389" y="14977"/>
                    <a:pt x="13106" y="15102"/>
                  </a:cubicBezTo>
                  <a:cubicBezTo>
                    <a:pt x="12985" y="14693"/>
                    <a:pt x="12833" y="14192"/>
                    <a:pt x="12712" y="13677"/>
                  </a:cubicBezTo>
                  <a:cubicBezTo>
                    <a:pt x="12712" y="13667"/>
                    <a:pt x="12717" y="13663"/>
                    <a:pt x="12717" y="13652"/>
                  </a:cubicBezTo>
                  <a:cubicBezTo>
                    <a:pt x="12723" y="13586"/>
                    <a:pt x="12702" y="13521"/>
                    <a:pt x="12667" y="13475"/>
                  </a:cubicBezTo>
                  <a:cubicBezTo>
                    <a:pt x="12450" y="12480"/>
                    <a:pt x="12369" y="11459"/>
                    <a:pt x="12814" y="10934"/>
                  </a:cubicBezTo>
                  <a:cubicBezTo>
                    <a:pt x="13030" y="10679"/>
                    <a:pt x="13379" y="10552"/>
                    <a:pt x="13856" y="10552"/>
                  </a:cubicBezTo>
                  <a:close/>
                  <a:moveTo>
                    <a:pt x="21206" y="12360"/>
                  </a:moveTo>
                  <a:cubicBezTo>
                    <a:pt x="21549" y="12360"/>
                    <a:pt x="21830" y="12444"/>
                    <a:pt x="21923" y="12697"/>
                  </a:cubicBezTo>
                  <a:cubicBezTo>
                    <a:pt x="22044" y="13026"/>
                    <a:pt x="21993" y="13490"/>
                    <a:pt x="21958" y="13894"/>
                  </a:cubicBezTo>
                  <a:cubicBezTo>
                    <a:pt x="21943" y="14006"/>
                    <a:pt x="21932" y="14106"/>
                    <a:pt x="21927" y="14202"/>
                  </a:cubicBezTo>
                  <a:lnTo>
                    <a:pt x="21927" y="14208"/>
                  </a:lnTo>
                  <a:lnTo>
                    <a:pt x="21918" y="14329"/>
                  </a:lnTo>
                  <a:cubicBezTo>
                    <a:pt x="21908" y="14516"/>
                    <a:pt x="21892" y="14717"/>
                    <a:pt x="21847" y="14890"/>
                  </a:cubicBezTo>
                  <a:cubicBezTo>
                    <a:pt x="21817" y="14990"/>
                    <a:pt x="21781" y="15081"/>
                    <a:pt x="21720" y="15153"/>
                  </a:cubicBezTo>
                  <a:cubicBezTo>
                    <a:pt x="21590" y="15318"/>
                    <a:pt x="21491" y="15357"/>
                    <a:pt x="21422" y="15357"/>
                  </a:cubicBezTo>
                  <a:cubicBezTo>
                    <a:pt x="21382" y="15357"/>
                    <a:pt x="21352" y="15344"/>
                    <a:pt x="21332" y="15335"/>
                  </a:cubicBezTo>
                  <a:cubicBezTo>
                    <a:pt x="21205" y="15279"/>
                    <a:pt x="21074" y="15137"/>
                    <a:pt x="20957" y="14950"/>
                  </a:cubicBezTo>
                  <a:cubicBezTo>
                    <a:pt x="20817" y="14738"/>
                    <a:pt x="20689" y="14465"/>
                    <a:pt x="20579" y="14172"/>
                  </a:cubicBezTo>
                  <a:lnTo>
                    <a:pt x="20579" y="14167"/>
                  </a:lnTo>
                  <a:cubicBezTo>
                    <a:pt x="20503" y="13950"/>
                    <a:pt x="20432" y="13728"/>
                    <a:pt x="20377" y="13511"/>
                  </a:cubicBezTo>
                  <a:cubicBezTo>
                    <a:pt x="20271" y="13091"/>
                    <a:pt x="20220" y="12717"/>
                    <a:pt x="20250" y="12525"/>
                  </a:cubicBezTo>
                  <a:cubicBezTo>
                    <a:pt x="20255" y="12515"/>
                    <a:pt x="20260" y="12505"/>
                    <a:pt x="20260" y="12500"/>
                  </a:cubicBezTo>
                  <a:lnTo>
                    <a:pt x="20260" y="12495"/>
                  </a:lnTo>
                  <a:cubicBezTo>
                    <a:pt x="20569" y="12423"/>
                    <a:pt x="20911" y="12360"/>
                    <a:pt x="21206" y="12360"/>
                  </a:cubicBezTo>
                  <a:close/>
                  <a:moveTo>
                    <a:pt x="20412" y="14990"/>
                  </a:moveTo>
                  <a:cubicBezTo>
                    <a:pt x="20614" y="15365"/>
                    <a:pt x="20862" y="15663"/>
                    <a:pt x="21130" y="15785"/>
                  </a:cubicBezTo>
                  <a:cubicBezTo>
                    <a:pt x="21150" y="15794"/>
                    <a:pt x="21170" y="15804"/>
                    <a:pt x="21190" y="15809"/>
                  </a:cubicBezTo>
                  <a:cubicBezTo>
                    <a:pt x="20756" y="15815"/>
                    <a:pt x="20311" y="15839"/>
                    <a:pt x="19866" y="15885"/>
                  </a:cubicBezTo>
                  <a:cubicBezTo>
                    <a:pt x="19871" y="15880"/>
                    <a:pt x="19871" y="15869"/>
                    <a:pt x="19871" y="15860"/>
                  </a:cubicBezTo>
                  <a:cubicBezTo>
                    <a:pt x="20124" y="15638"/>
                    <a:pt x="20295" y="15330"/>
                    <a:pt x="20412" y="14990"/>
                  </a:cubicBezTo>
                  <a:close/>
                  <a:moveTo>
                    <a:pt x="24070" y="11571"/>
                  </a:moveTo>
                  <a:cubicBezTo>
                    <a:pt x="24110" y="11651"/>
                    <a:pt x="24151" y="11737"/>
                    <a:pt x="24191" y="11828"/>
                  </a:cubicBezTo>
                  <a:cubicBezTo>
                    <a:pt x="24520" y="12560"/>
                    <a:pt x="24928" y="13481"/>
                    <a:pt x="25606" y="14157"/>
                  </a:cubicBezTo>
                  <a:cubicBezTo>
                    <a:pt x="25413" y="14269"/>
                    <a:pt x="25217" y="14374"/>
                    <a:pt x="25019" y="14481"/>
                  </a:cubicBezTo>
                  <a:cubicBezTo>
                    <a:pt x="24217" y="14915"/>
                    <a:pt x="23403" y="15360"/>
                    <a:pt x="22666" y="15911"/>
                  </a:cubicBezTo>
                  <a:cubicBezTo>
                    <a:pt x="22660" y="15911"/>
                    <a:pt x="22650" y="15906"/>
                    <a:pt x="22645" y="15906"/>
                  </a:cubicBezTo>
                  <a:cubicBezTo>
                    <a:pt x="22317" y="15860"/>
                    <a:pt x="21978" y="15829"/>
                    <a:pt x="21635" y="15820"/>
                  </a:cubicBezTo>
                  <a:cubicBezTo>
                    <a:pt x="21781" y="15774"/>
                    <a:pt x="21948" y="15668"/>
                    <a:pt x="22109" y="15461"/>
                  </a:cubicBezTo>
                  <a:cubicBezTo>
                    <a:pt x="22357" y="15153"/>
                    <a:pt x="22387" y="14728"/>
                    <a:pt x="22408" y="14379"/>
                  </a:cubicBezTo>
                  <a:cubicBezTo>
                    <a:pt x="22862" y="13698"/>
                    <a:pt x="22958" y="12595"/>
                    <a:pt x="22979" y="11807"/>
                  </a:cubicBezTo>
                  <a:cubicBezTo>
                    <a:pt x="23322" y="11753"/>
                    <a:pt x="23655" y="11676"/>
                    <a:pt x="23969" y="11585"/>
                  </a:cubicBezTo>
                  <a:cubicBezTo>
                    <a:pt x="24004" y="11576"/>
                    <a:pt x="24040" y="11571"/>
                    <a:pt x="24070" y="11571"/>
                  </a:cubicBezTo>
                  <a:close/>
                  <a:moveTo>
                    <a:pt x="17578" y="15293"/>
                  </a:moveTo>
                  <a:cubicBezTo>
                    <a:pt x="17597" y="15335"/>
                    <a:pt x="17623" y="15375"/>
                    <a:pt x="17653" y="15415"/>
                  </a:cubicBezTo>
                  <a:cubicBezTo>
                    <a:pt x="17760" y="15694"/>
                    <a:pt x="17886" y="15960"/>
                    <a:pt x="18028" y="16188"/>
                  </a:cubicBezTo>
                  <a:cubicBezTo>
                    <a:pt x="17779" y="16244"/>
                    <a:pt x="17537" y="16305"/>
                    <a:pt x="17305" y="16370"/>
                  </a:cubicBezTo>
                  <a:cubicBezTo>
                    <a:pt x="17310" y="16324"/>
                    <a:pt x="17310" y="16279"/>
                    <a:pt x="17310" y="16239"/>
                  </a:cubicBezTo>
                  <a:lnTo>
                    <a:pt x="17315" y="16203"/>
                  </a:lnTo>
                  <a:cubicBezTo>
                    <a:pt x="17441" y="15955"/>
                    <a:pt x="17527" y="15652"/>
                    <a:pt x="17578" y="15293"/>
                  </a:cubicBezTo>
                  <a:close/>
                  <a:moveTo>
                    <a:pt x="18717" y="13374"/>
                  </a:moveTo>
                  <a:cubicBezTo>
                    <a:pt x="19060" y="13374"/>
                    <a:pt x="19342" y="13460"/>
                    <a:pt x="19437" y="13717"/>
                  </a:cubicBezTo>
                  <a:cubicBezTo>
                    <a:pt x="19553" y="14041"/>
                    <a:pt x="19507" y="14505"/>
                    <a:pt x="19462" y="14910"/>
                  </a:cubicBezTo>
                  <a:cubicBezTo>
                    <a:pt x="19457" y="15021"/>
                    <a:pt x="19442" y="15122"/>
                    <a:pt x="19437" y="15218"/>
                  </a:cubicBezTo>
                  <a:lnTo>
                    <a:pt x="19427" y="15340"/>
                  </a:lnTo>
                  <a:cubicBezTo>
                    <a:pt x="19422" y="15421"/>
                    <a:pt x="19416" y="15501"/>
                    <a:pt x="19407" y="15587"/>
                  </a:cubicBezTo>
                  <a:cubicBezTo>
                    <a:pt x="19397" y="15713"/>
                    <a:pt x="19376" y="15839"/>
                    <a:pt x="19341" y="15951"/>
                  </a:cubicBezTo>
                  <a:cubicBezTo>
                    <a:pt x="19316" y="16032"/>
                    <a:pt x="19285" y="16107"/>
                    <a:pt x="19234" y="16163"/>
                  </a:cubicBezTo>
                  <a:lnTo>
                    <a:pt x="19234" y="16168"/>
                  </a:lnTo>
                  <a:cubicBezTo>
                    <a:pt x="19101" y="16333"/>
                    <a:pt x="19001" y="16373"/>
                    <a:pt x="18932" y="16373"/>
                  </a:cubicBezTo>
                  <a:cubicBezTo>
                    <a:pt x="18891" y="16373"/>
                    <a:pt x="18861" y="16359"/>
                    <a:pt x="18840" y="16350"/>
                  </a:cubicBezTo>
                  <a:cubicBezTo>
                    <a:pt x="18755" y="16310"/>
                    <a:pt x="18658" y="16228"/>
                    <a:pt x="18573" y="16123"/>
                  </a:cubicBezTo>
                  <a:cubicBezTo>
                    <a:pt x="18563" y="16107"/>
                    <a:pt x="18553" y="16097"/>
                    <a:pt x="18543" y="16082"/>
                  </a:cubicBezTo>
                  <a:cubicBezTo>
                    <a:pt x="18376" y="15855"/>
                    <a:pt x="18219" y="15526"/>
                    <a:pt x="18093" y="15178"/>
                  </a:cubicBezTo>
                  <a:lnTo>
                    <a:pt x="18088" y="15172"/>
                  </a:lnTo>
                  <a:cubicBezTo>
                    <a:pt x="17856" y="14536"/>
                    <a:pt x="17714" y="13834"/>
                    <a:pt x="17765" y="13541"/>
                  </a:cubicBezTo>
                  <a:cubicBezTo>
                    <a:pt x="17765" y="13526"/>
                    <a:pt x="17770" y="13516"/>
                    <a:pt x="17770" y="13511"/>
                  </a:cubicBezTo>
                  <a:cubicBezTo>
                    <a:pt x="18078" y="13438"/>
                    <a:pt x="18421" y="13374"/>
                    <a:pt x="18717" y="13374"/>
                  </a:cubicBezTo>
                  <a:close/>
                  <a:moveTo>
                    <a:pt x="16097" y="14241"/>
                  </a:moveTo>
                  <a:cubicBezTo>
                    <a:pt x="16431" y="14241"/>
                    <a:pt x="16728" y="14321"/>
                    <a:pt x="16825" y="14582"/>
                  </a:cubicBezTo>
                  <a:cubicBezTo>
                    <a:pt x="16941" y="14905"/>
                    <a:pt x="16895" y="15370"/>
                    <a:pt x="16855" y="15774"/>
                  </a:cubicBezTo>
                  <a:cubicBezTo>
                    <a:pt x="16846" y="15869"/>
                    <a:pt x="16835" y="15960"/>
                    <a:pt x="16830" y="16046"/>
                  </a:cubicBezTo>
                  <a:cubicBezTo>
                    <a:pt x="16825" y="16062"/>
                    <a:pt x="16825" y="16077"/>
                    <a:pt x="16825" y="16088"/>
                  </a:cubicBezTo>
                  <a:lnTo>
                    <a:pt x="16815" y="16209"/>
                  </a:lnTo>
                  <a:cubicBezTo>
                    <a:pt x="16809" y="16310"/>
                    <a:pt x="16800" y="16415"/>
                    <a:pt x="16790" y="16522"/>
                  </a:cubicBezTo>
                  <a:cubicBezTo>
                    <a:pt x="16779" y="16618"/>
                    <a:pt x="16760" y="16713"/>
                    <a:pt x="16734" y="16799"/>
                  </a:cubicBezTo>
                  <a:cubicBezTo>
                    <a:pt x="16709" y="16890"/>
                    <a:pt x="16673" y="16967"/>
                    <a:pt x="16622" y="17032"/>
                  </a:cubicBezTo>
                  <a:cubicBezTo>
                    <a:pt x="16592" y="17072"/>
                    <a:pt x="16562" y="17107"/>
                    <a:pt x="16532" y="17133"/>
                  </a:cubicBezTo>
                  <a:cubicBezTo>
                    <a:pt x="16445" y="17217"/>
                    <a:pt x="16374" y="17238"/>
                    <a:pt x="16322" y="17238"/>
                  </a:cubicBezTo>
                  <a:cubicBezTo>
                    <a:pt x="16299" y="17238"/>
                    <a:pt x="16279" y="17234"/>
                    <a:pt x="16264" y="17229"/>
                  </a:cubicBezTo>
                  <a:cubicBezTo>
                    <a:pt x="16249" y="17224"/>
                    <a:pt x="16239" y="17219"/>
                    <a:pt x="16233" y="17219"/>
                  </a:cubicBezTo>
                  <a:cubicBezTo>
                    <a:pt x="16107" y="17158"/>
                    <a:pt x="15986" y="17027"/>
                    <a:pt x="15865" y="16850"/>
                  </a:cubicBezTo>
                  <a:cubicBezTo>
                    <a:pt x="15834" y="16804"/>
                    <a:pt x="15804" y="16748"/>
                    <a:pt x="15769" y="16694"/>
                  </a:cubicBezTo>
                  <a:lnTo>
                    <a:pt x="15774" y="16688"/>
                  </a:lnTo>
                  <a:lnTo>
                    <a:pt x="15769" y="16688"/>
                  </a:lnTo>
                  <a:cubicBezTo>
                    <a:pt x="15694" y="16547"/>
                    <a:pt x="15617" y="16391"/>
                    <a:pt x="15552" y="16223"/>
                  </a:cubicBezTo>
                  <a:cubicBezTo>
                    <a:pt x="15506" y="16118"/>
                    <a:pt x="15461" y="16006"/>
                    <a:pt x="15426" y="15890"/>
                  </a:cubicBezTo>
                  <a:cubicBezTo>
                    <a:pt x="15395" y="15668"/>
                    <a:pt x="15344" y="15445"/>
                    <a:pt x="15244" y="15253"/>
                  </a:cubicBezTo>
                  <a:cubicBezTo>
                    <a:pt x="15209" y="15102"/>
                    <a:pt x="15183" y="14960"/>
                    <a:pt x="15167" y="14834"/>
                  </a:cubicBezTo>
                  <a:lnTo>
                    <a:pt x="15167" y="14829"/>
                  </a:lnTo>
                  <a:cubicBezTo>
                    <a:pt x="15142" y="14652"/>
                    <a:pt x="15137" y="14505"/>
                    <a:pt x="15153" y="14405"/>
                  </a:cubicBezTo>
                  <a:cubicBezTo>
                    <a:pt x="15158" y="14395"/>
                    <a:pt x="15158" y="14384"/>
                    <a:pt x="15158" y="14374"/>
                  </a:cubicBezTo>
                  <a:cubicBezTo>
                    <a:pt x="15407" y="14317"/>
                    <a:pt x="15770" y="14241"/>
                    <a:pt x="16097" y="14241"/>
                  </a:cubicBezTo>
                  <a:close/>
                  <a:moveTo>
                    <a:pt x="6973" y="1936"/>
                  </a:moveTo>
                  <a:lnTo>
                    <a:pt x="6973" y="1936"/>
                  </a:lnTo>
                  <a:cubicBezTo>
                    <a:pt x="6418" y="5583"/>
                    <a:pt x="7008" y="8934"/>
                    <a:pt x="8666" y="11308"/>
                  </a:cubicBezTo>
                  <a:cubicBezTo>
                    <a:pt x="9473" y="12460"/>
                    <a:pt x="10485" y="13283"/>
                    <a:pt x="11541" y="13656"/>
                  </a:cubicBezTo>
                  <a:cubicBezTo>
                    <a:pt x="11697" y="13717"/>
                    <a:pt x="11849" y="13763"/>
                    <a:pt x="12010" y="13798"/>
                  </a:cubicBezTo>
                  <a:cubicBezTo>
                    <a:pt x="12086" y="13819"/>
                    <a:pt x="12162" y="13834"/>
                    <a:pt x="12238" y="13844"/>
                  </a:cubicBezTo>
                  <a:cubicBezTo>
                    <a:pt x="12359" y="14344"/>
                    <a:pt x="12500" y="14824"/>
                    <a:pt x="12626" y="15244"/>
                  </a:cubicBezTo>
                  <a:lnTo>
                    <a:pt x="12637" y="15269"/>
                  </a:lnTo>
                  <a:cubicBezTo>
                    <a:pt x="12702" y="15491"/>
                    <a:pt x="12875" y="15880"/>
                    <a:pt x="13117" y="16289"/>
                  </a:cubicBezTo>
                  <a:cubicBezTo>
                    <a:pt x="13258" y="16648"/>
                    <a:pt x="13460" y="17047"/>
                    <a:pt x="13698" y="17385"/>
                  </a:cubicBezTo>
                  <a:cubicBezTo>
                    <a:pt x="13358" y="17424"/>
                    <a:pt x="13016" y="17444"/>
                    <a:pt x="12671" y="17444"/>
                  </a:cubicBezTo>
                  <a:cubicBezTo>
                    <a:pt x="12389" y="17444"/>
                    <a:pt x="12105" y="17431"/>
                    <a:pt x="11818" y="17406"/>
                  </a:cubicBezTo>
                  <a:cubicBezTo>
                    <a:pt x="11651" y="17391"/>
                    <a:pt x="11485" y="17371"/>
                    <a:pt x="11318" y="17345"/>
                  </a:cubicBezTo>
                  <a:cubicBezTo>
                    <a:pt x="9918" y="17149"/>
                    <a:pt x="8503" y="16643"/>
                    <a:pt x="7165" y="15839"/>
                  </a:cubicBezTo>
                  <a:cubicBezTo>
                    <a:pt x="4254" y="14097"/>
                    <a:pt x="2168" y="11247"/>
                    <a:pt x="1552" y="8251"/>
                  </a:cubicBezTo>
                  <a:lnTo>
                    <a:pt x="1552" y="8251"/>
                  </a:lnTo>
                  <a:cubicBezTo>
                    <a:pt x="2719" y="9570"/>
                    <a:pt x="4068" y="10868"/>
                    <a:pt x="5533" y="11469"/>
                  </a:cubicBezTo>
                  <a:cubicBezTo>
                    <a:pt x="5548" y="11474"/>
                    <a:pt x="5563" y="11480"/>
                    <a:pt x="5579" y="11480"/>
                  </a:cubicBezTo>
                  <a:cubicBezTo>
                    <a:pt x="5599" y="11601"/>
                    <a:pt x="5705" y="11681"/>
                    <a:pt x="5821" y="11681"/>
                  </a:cubicBezTo>
                  <a:cubicBezTo>
                    <a:pt x="5826" y="11681"/>
                    <a:pt x="5842" y="11676"/>
                    <a:pt x="5851" y="11676"/>
                  </a:cubicBezTo>
                  <a:cubicBezTo>
                    <a:pt x="5987" y="11662"/>
                    <a:pt x="6084" y="11535"/>
                    <a:pt x="6064" y="11399"/>
                  </a:cubicBezTo>
                  <a:cubicBezTo>
                    <a:pt x="5856" y="9837"/>
                    <a:pt x="5781" y="5093"/>
                    <a:pt x="6973" y="1936"/>
                  </a:cubicBezTo>
                  <a:close/>
                  <a:moveTo>
                    <a:pt x="14381" y="15243"/>
                  </a:moveTo>
                  <a:cubicBezTo>
                    <a:pt x="14557" y="15243"/>
                    <a:pt x="14699" y="15294"/>
                    <a:pt x="14778" y="15426"/>
                  </a:cubicBezTo>
                  <a:lnTo>
                    <a:pt x="14778" y="15430"/>
                  </a:lnTo>
                  <a:cubicBezTo>
                    <a:pt x="14824" y="15617"/>
                    <a:pt x="14880" y="15815"/>
                    <a:pt x="14941" y="16011"/>
                  </a:cubicBezTo>
                  <a:cubicBezTo>
                    <a:pt x="14960" y="16148"/>
                    <a:pt x="14971" y="16284"/>
                    <a:pt x="14981" y="16421"/>
                  </a:cubicBezTo>
                  <a:cubicBezTo>
                    <a:pt x="14990" y="16517"/>
                    <a:pt x="14996" y="16603"/>
                    <a:pt x="15006" y="16688"/>
                  </a:cubicBezTo>
                  <a:lnTo>
                    <a:pt x="15016" y="16795"/>
                  </a:lnTo>
                  <a:cubicBezTo>
                    <a:pt x="15027" y="16900"/>
                    <a:pt x="15041" y="17016"/>
                    <a:pt x="15041" y="17123"/>
                  </a:cubicBezTo>
                  <a:lnTo>
                    <a:pt x="15041" y="17149"/>
                  </a:lnTo>
                  <a:cubicBezTo>
                    <a:pt x="15046" y="17280"/>
                    <a:pt x="15032" y="17406"/>
                    <a:pt x="14981" y="17497"/>
                  </a:cubicBezTo>
                  <a:cubicBezTo>
                    <a:pt x="14890" y="17670"/>
                    <a:pt x="14814" y="17700"/>
                    <a:pt x="14762" y="17700"/>
                  </a:cubicBezTo>
                  <a:cubicBezTo>
                    <a:pt x="14744" y="17700"/>
                    <a:pt x="14729" y="17697"/>
                    <a:pt x="14718" y="17694"/>
                  </a:cubicBezTo>
                  <a:cubicBezTo>
                    <a:pt x="14577" y="17658"/>
                    <a:pt x="14410" y="17512"/>
                    <a:pt x="14248" y="17305"/>
                  </a:cubicBezTo>
                  <a:cubicBezTo>
                    <a:pt x="13971" y="16956"/>
                    <a:pt x="13703" y="16441"/>
                    <a:pt x="13546" y="16037"/>
                  </a:cubicBezTo>
                  <a:cubicBezTo>
                    <a:pt x="13460" y="15820"/>
                    <a:pt x="13409" y="15627"/>
                    <a:pt x="13409" y="15517"/>
                  </a:cubicBezTo>
                  <a:cubicBezTo>
                    <a:pt x="13730" y="15376"/>
                    <a:pt x="14098" y="15243"/>
                    <a:pt x="14381" y="15243"/>
                  </a:cubicBezTo>
                  <a:close/>
                  <a:moveTo>
                    <a:pt x="29365" y="19250"/>
                  </a:moveTo>
                  <a:lnTo>
                    <a:pt x="29365" y="19250"/>
                  </a:lnTo>
                  <a:cubicBezTo>
                    <a:pt x="29359" y="19301"/>
                    <a:pt x="29354" y="19346"/>
                    <a:pt x="29349" y="19392"/>
                  </a:cubicBezTo>
                  <a:cubicBezTo>
                    <a:pt x="29046" y="22029"/>
                    <a:pt x="25449" y="24590"/>
                    <a:pt x="23716" y="25818"/>
                  </a:cubicBezTo>
                  <a:cubicBezTo>
                    <a:pt x="23711" y="25823"/>
                    <a:pt x="23711" y="25823"/>
                    <a:pt x="23706" y="25828"/>
                  </a:cubicBezTo>
                  <a:lnTo>
                    <a:pt x="23701" y="25413"/>
                  </a:lnTo>
                  <a:cubicBezTo>
                    <a:pt x="25369" y="24004"/>
                    <a:pt x="27596" y="21508"/>
                    <a:pt x="29365" y="19250"/>
                  </a:cubicBezTo>
                  <a:close/>
                  <a:moveTo>
                    <a:pt x="29769" y="12147"/>
                  </a:moveTo>
                  <a:lnTo>
                    <a:pt x="29769" y="12147"/>
                  </a:lnTo>
                  <a:cubicBezTo>
                    <a:pt x="30193" y="12329"/>
                    <a:pt x="30587" y="12546"/>
                    <a:pt x="30946" y="12798"/>
                  </a:cubicBezTo>
                  <a:cubicBezTo>
                    <a:pt x="32467" y="13859"/>
                    <a:pt x="33325" y="15445"/>
                    <a:pt x="33507" y="17506"/>
                  </a:cubicBezTo>
                  <a:cubicBezTo>
                    <a:pt x="33826" y="21216"/>
                    <a:pt x="32220" y="24676"/>
                    <a:pt x="29097" y="26985"/>
                  </a:cubicBezTo>
                  <a:cubicBezTo>
                    <a:pt x="27334" y="28288"/>
                    <a:pt x="25455" y="29380"/>
                    <a:pt x="23767" y="30077"/>
                  </a:cubicBezTo>
                  <a:cubicBezTo>
                    <a:pt x="23746" y="28859"/>
                    <a:pt x="23732" y="27642"/>
                    <a:pt x="23716" y="26434"/>
                  </a:cubicBezTo>
                  <a:cubicBezTo>
                    <a:pt x="23807" y="26369"/>
                    <a:pt x="23903" y="26297"/>
                    <a:pt x="24004" y="26222"/>
                  </a:cubicBezTo>
                  <a:cubicBezTo>
                    <a:pt x="25793" y="24954"/>
                    <a:pt x="29511" y="22307"/>
                    <a:pt x="29844" y="19452"/>
                  </a:cubicBezTo>
                  <a:cubicBezTo>
                    <a:pt x="29874" y="19174"/>
                    <a:pt x="29874" y="18901"/>
                    <a:pt x="29844" y="18634"/>
                  </a:cubicBezTo>
                  <a:cubicBezTo>
                    <a:pt x="30350" y="17972"/>
                    <a:pt x="30804" y="17340"/>
                    <a:pt x="31178" y="16779"/>
                  </a:cubicBezTo>
                  <a:cubicBezTo>
                    <a:pt x="31194" y="16764"/>
                    <a:pt x="31199" y="16748"/>
                    <a:pt x="31203" y="16734"/>
                  </a:cubicBezTo>
                  <a:cubicBezTo>
                    <a:pt x="31214" y="16713"/>
                    <a:pt x="31219" y="16699"/>
                    <a:pt x="31224" y="16683"/>
                  </a:cubicBezTo>
                  <a:cubicBezTo>
                    <a:pt x="31234" y="16648"/>
                    <a:pt x="31234" y="16608"/>
                    <a:pt x="31219" y="16567"/>
                  </a:cubicBezTo>
                  <a:lnTo>
                    <a:pt x="31219" y="16562"/>
                  </a:lnTo>
                  <a:cubicBezTo>
                    <a:pt x="30769" y="14915"/>
                    <a:pt x="30259" y="13430"/>
                    <a:pt x="29769" y="12147"/>
                  </a:cubicBezTo>
                  <a:close/>
                  <a:moveTo>
                    <a:pt x="26643" y="7290"/>
                  </a:moveTo>
                  <a:cubicBezTo>
                    <a:pt x="26799" y="7290"/>
                    <a:pt x="26964" y="7315"/>
                    <a:pt x="27141" y="7372"/>
                  </a:cubicBezTo>
                  <a:cubicBezTo>
                    <a:pt x="27218" y="7544"/>
                    <a:pt x="27318" y="7751"/>
                    <a:pt x="27430" y="7994"/>
                  </a:cubicBezTo>
                  <a:cubicBezTo>
                    <a:pt x="27803" y="8782"/>
                    <a:pt x="28328" y="9898"/>
                    <a:pt x="28904" y="11303"/>
                  </a:cubicBezTo>
                  <a:cubicBezTo>
                    <a:pt x="28981" y="11494"/>
                    <a:pt x="29062" y="11697"/>
                    <a:pt x="29142" y="11904"/>
                  </a:cubicBezTo>
                  <a:cubicBezTo>
                    <a:pt x="29673" y="13248"/>
                    <a:pt x="30224" y="14814"/>
                    <a:pt x="30714" y="16582"/>
                  </a:cubicBezTo>
                  <a:cubicBezTo>
                    <a:pt x="30415" y="17016"/>
                    <a:pt x="30077" y="17492"/>
                    <a:pt x="29703" y="17997"/>
                  </a:cubicBezTo>
                  <a:cubicBezTo>
                    <a:pt x="29582" y="18159"/>
                    <a:pt x="29456" y="18325"/>
                    <a:pt x="29324" y="18497"/>
                  </a:cubicBezTo>
                  <a:cubicBezTo>
                    <a:pt x="27607" y="20735"/>
                    <a:pt x="25353" y="23302"/>
                    <a:pt x="23630" y="24823"/>
                  </a:cubicBezTo>
                  <a:cubicBezTo>
                    <a:pt x="23484" y="24954"/>
                    <a:pt x="23338" y="25080"/>
                    <a:pt x="23201" y="25192"/>
                  </a:cubicBezTo>
                  <a:lnTo>
                    <a:pt x="23211" y="25707"/>
                  </a:lnTo>
                  <a:lnTo>
                    <a:pt x="23211" y="25980"/>
                  </a:lnTo>
                  <a:cubicBezTo>
                    <a:pt x="23211" y="26045"/>
                    <a:pt x="23216" y="26115"/>
                    <a:pt x="23216" y="26182"/>
                  </a:cubicBezTo>
                  <a:cubicBezTo>
                    <a:pt x="23216" y="26334"/>
                    <a:pt x="23221" y="26485"/>
                    <a:pt x="23221" y="26642"/>
                  </a:cubicBezTo>
                  <a:cubicBezTo>
                    <a:pt x="23236" y="27899"/>
                    <a:pt x="23256" y="29163"/>
                    <a:pt x="23277" y="30436"/>
                  </a:cubicBezTo>
                  <a:lnTo>
                    <a:pt x="23277" y="30456"/>
                  </a:lnTo>
                  <a:cubicBezTo>
                    <a:pt x="23307" y="32360"/>
                    <a:pt x="23352" y="34276"/>
                    <a:pt x="23424" y="36195"/>
                  </a:cubicBezTo>
                  <a:cubicBezTo>
                    <a:pt x="21690" y="35750"/>
                    <a:pt x="19927" y="35447"/>
                    <a:pt x="18215" y="35155"/>
                  </a:cubicBezTo>
                  <a:lnTo>
                    <a:pt x="17482" y="35034"/>
                  </a:lnTo>
                  <a:cubicBezTo>
                    <a:pt x="16627" y="34892"/>
                    <a:pt x="15132" y="34640"/>
                    <a:pt x="13885" y="34240"/>
                  </a:cubicBezTo>
                  <a:cubicBezTo>
                    <a:pt x="14051" y="32330"/>
                    <a:pt x="14197" y="30380"/>
                    <a:pt x="14157" y="28480"/>
                  </a:cubicBezTo>
                  <a:lnTo>
                    <a:pt x="14157" y="28480"/>
                  </a:lnTo>
                  <a:cubicBezTo>
                    <a:pt x="14384" y="28687"/>
                    <a:pt x="14633" y="28850"/>
                    <a:pt x="14890" y="28965"/>
                  </a:cubicBezTo>
                  <a:cubicBezTo>
                    <a:pt x="14920" y="28976"/>
                    <a:pt x="14955" y="28986"/>
                    <a:pt x="14990" y="28986"/>
                  </a:cubicBezTo>
                  <a:cubicBezTo>
                    <a:pt x="15081" y="28986"/>
                    <a:pt x="15172" y="28930"/>
                    <a:pt x="15214" y="28834"/>
                  </a:cubicBezTo>
                  <a:cubicBezTo>
                    <a:pt x="15274" y="28713"/>
                    <a:pt x="15214" y="28566"/>
                    <a:pt x="15087" y="28510"/>
                  </a:cubicBezTo>
                  <a:cubicBezTo>
                    <a:pt x="12996" y="27591"/>
                    <a:pt x="11954" y="22403"/>
                    <a:pt x="11828" y="17900"/>
                  </a:cubicBezTo>
                  <a:lnTo>
                    <a:pt x="11828" y="17900"/>
                  </a:lnTo>
                  <a:cubicBezTo>
                    <a:pt x="12111" y="17926"/>
                    <a:pt x="12394" y="17942"/>
                    <a:pt x="12677" y="17942"/>
                  </a:cubicBezTo>
                  <a:cubicBezTo>
                    <a:pt x="13147" y="17942"/>
                    <a:pt x="13612" y="17906"/>
                    <a:pt x="14071" y="17840"/>
                  </a:cubicBezTo>
                  <a:cubicBezTo>
                    <a:pt x="14239" y="18007"/>
                    <a:pt x="14421" y="18133"/>
                    <a:pt x="14602" y="18173"/>
                  </a:cubicBezTo>
                  <a:cubicBezTo>
                    <a:pt x="14647" y="18184"/>
                    <a:pt x="14703" y="18194"/>
                    <a:pt x="14769" y="18194"/>
                  </a:cubicBezTo>
                  <a:cubicBezTo>
                    <a:pt x="14960" y="18194"/>
                    <a:pt x="15218" y="18108"/>
                    <a:pt x="15421" y="17734"/>
                  </a:cubicBezTo>
                  <a:cubicBezTo>
                    <a:pt x="15456" y="17658"/>
                    <a:pt x="15486" y="17583"/>
                    <a:pt x="15506" y="17506"/>
                  </a:cubicBezTo>
                  <a:cubicBezTo>
                    <a:pt x="15577" y="17487"/>
                    <a:pt x="15643" y="17461"/>
                    <a:pt x="15708" y="17436"/>
                  </a:cubicBezTo>
                  <a:cubicBezTo>
                    <a:pt x="15815" y="17537"/>
                    <a:pt x="15916" y="17618"/>
                    <a:pt x="16027" y="17669"/>
                  </a:cubicBezTo>
                  <a:cubicBezTo>
                    <a:pt x="16102" y="17704"/>
                    <a:pt x="16209" y="17734"/>
                    <a:pt x="16324" y="17734"/>
                  </a:cubicBezTo>
                  <a:cubicBezTo>
                    <a:pt x="16522" y="17734"/>
                    <a:pt x="16769" y="17648"/>
                    <a:pt x="17012" y="17345"/>
                  </a:cubicBezTo>
                  <a:cubicBezTo>
                    <a:pt x="17112" y="17214"/>
                    <a:pt x="17179" y="17067"/>
                    <a:pt x="17219" y="16911"/>
                  </a:cubicBezTo>
                  <a:cubicBezTo>
                    <a:pt x="17593" y="16799"/>
                    <a:pt x="17982" y="16704"/>
                    <a:pt x="18376" y="16622"/>
                  </a:cubicBezTo>
                  <a:cubicBezTo>
                    <a:pt x="18462" y="16699"/>
                    <a:pt x="18548" y="16759"/>
                    <a:pt x="18639" y="16804"/>
                  </a:cubicBezTo>
                  <a:cubicBezTo>
                    <a:pt x="18714" y="16835"/>
                    <a:pt x="18816" y="16870"/>
                    <a:pt x="18937" y="16870"/>
                  </a:cubicBezTo>
                  <a:cubicBezTo>
                    <a:pt x="19134" y="16870"/>
                    <a:pt x="19376" y="16785"/>
                    <a:pt x="19624" y="16476"/>
                  </a:cubicBezTo>
                  <a:cubicBezTo>
                    <a:pt x="19639" y="16451"/>
                    <a:pt x="19654" y="16431"/>
                    <a:pt x="19670" y="16410"/>
                  </a:cubicBezTo>
                  <a:cubicBezTo>
                    <a:pt x="20218" y="16344"/>
                    <a:pt x="20761" y="16309"/>
                    <a:pt x="21274" y="16309"/>
                  </a:cubicBezTo>
                  <a:cubicBezTo>
                    <a:pt x="21573" y="16309"/>
                    <a:pt x="21862" y="16321"/>
                    <a:pt x="22135" y="16345"/>
                  </a:cubicBezTo>
                  <a:cubicBezTo>
                    <a:pt x="21423" y="16981"/>
                    <a:pt x="20817" y="17755"/>
                    <a:pt x="20417" y="18790"/>
                  </a:cubicBezTo>
                  <a:cubicBezTo>
                    <a:pt x="20372" y="18917"/>
                    <a:pt x="20432" y="19063"/>
                    <a:pt x="20558" y="19108"/>
                  </a:cubicBezTo>
                  <a:cubicBezTo>
                    <a:pt x="20589" y="19124"/>
                    <a:pt x="20619" y="19129"/>
                    <a:pt x="20649" y="19129"/>
                  </a:cubicBezTo>
                  <a:cubicBezTo>
                    <a:pt x="20750" y="19129"/>
                    <a:pt x="20841" y="19068"/>
                    <a:pt x="20882" y="18967"/>
                  </a:cubicBezTo>
                  <a:cubicBezTo>
                    <a:pt x="21696" y="16850"/>
                    <a:pt x="23504" y="15869"/>
                    <a:pt x="25257" y="14915"/>
                  </a:cubicBezTo>
                  <a:cubicBezTo>
                    <a:pt x="25509" y="14778"/>
                    <a:pt x="25758" y="14642"/>
                    <a:pt x="26005" y="14505"/>
                  </a:cubicBezTo>
                  <a:cubicBezTo>
                    <a:pt x="26166" y="14627"/>
                    <a:pt x="26344" y="14733"/>
                    <a:pt x="26530" y="14819"/>
                  </a:cubicBezTo>
                  <a:cubicBezTo>
                    <a:pt x="26565" y="14834"/>
                    <a:pt x="26601" y="14845"/>
                    <a:pt x="26637" y="14845"/>
                  </a:cubicBezTo>
                  <a:cubicBezTo>
                    <a:pt x="26733" y="14845"/>
                    <a:pt x="26819" y="14789"/>
                    <a:pt x="26864" y="14698"/>
                  </a:cubicBezTo>
                  <a:cubicBezTo>
                    <a:pt x="26919" y="14577"/>
                    <a:pt x="26864" y="14425"/>
                    <a:pt x="26742" y="14369"/>
                  </a:cubicBezTo>
                  <a:cubicBezTo>
                    <a:pt x="26546" y="14279"/>
                    <a:pt x="26369" y="14162"/>
                    <a:pt x="26202" y="14031"/>
                  </a:cubicBezTo>
                  <a:cubicBezTo>
                    <a:pt x="26192" y="14020"/>
                    <a:pt x="26187" y="14015"/>
                    <a:pt x="26182" y="14015"/>
                  </a:cubicBezTo>
                  <a:lnTo>
                    <a:pt x="26176" y="14011"/>
                  </a:lnTo>
                  <a:cubicBezTo>
                    <a:pt x="25439" y="13390"/>
                    <a:pt x="24984" y="12394"/>
                    <a:pt x="24641" y="11625"/>
                  </a:cubicBezTo>
                  <a:cubicBezTo>
                    <a:pt x="24620" y="11585"/>
                    <a:pt x="24606" y="11541"/>
                    <a:pt x="24585" y="11499"/>
                  </a:cubicBezTo>
                  <a:cubicBezTo>
                    <a:pt x="24570" y="11464"/>
                    <a:pt x="24550" y="11424"/>
                    <a:pt x="24534" y="11389"/>
                  </a:cubicBezTo>
                  <a:cubicBezTo>
                    <a:pt x="24863" y="11257"/>
                    <a:pt x="25161" y="11100"/>
                    <a:pt x="25413" y="10928"/>
                  </a:cubicBezTo>
                  <a:cubicBezTo>
                    <a:pt x="25535" y="10848"/>
                    <a:pt x="25646" y="10757"/>
                    <a:pt x="25747" y="10666"/>
                  </a:cubicBezTo>
                  <a:cubicBezTo>
                    <a:pt x="25849" y="10575"/>
                    <a:pt x="25854" y="10413"/>
                    <a:pt x="25763" y="10317"/>
                  </a:cubicBezTo>
                  <a:cubicBezTo>
                    <a:pt x="25712" y="10264"/>
                    <a:pt x="25645" y="10238"/>
                    <a:pt x="25578" y="10238"/>
                  </a:cubicBezTo>
                  <a:cubicBezTo>
                    <a:pt x="25517" y="10238"/>
                    <a:pt x="25456" y="10259"/>
                    <a:pt x="25409" y="10303"/>
                  </a:cubicBezTo>
                  <a:cubicBezTo>
                    <a:pt x="25131" y="10560"/>
                    <a:pt x="24737" y="10783"/>
                    <a:pt x="24277" y="10959"/>
                  </a:cubicBezTo>
                  <a:cubicBezTo>
                    <a:pt x="24241" y="10937"/>
                    <a:pt x="24199" y="10925"/>
                    <a:pt x="24155" y="10925"/>
                  </a:cubicBezTo>
                  <a:cubicBezTo>
                    <a:pt x="24119" y="10925"/>
                    <a:pt x="24081" y="10933"/>
                    <a:pt x="24045" y="10949"/>
                  </a:cubicBezTo>
                  <a:cubicBezTo>
                    <a:pt x="23989" y="10979"/>
                    <a:pt x="23954" y="11025"/>
                    <a:pt x="23928" y="11075"/>
                  </a:cubicBezTo>
                  <a:cubicBezTo>
                    <a:pt x="23914" y="11086"/>
                    <a:pt x="23898" y="11091"/>
                    <a:pt x="23883" y="11091"/>
                  </a:cubicBezTo>
                  <a:cubicBezTo>
                    <a:pt x="23585" y="11140"/>
                    <a:pt x="23282" y="11207"/>
                    <a:pt x="22984" y="11273"/>
                  </a:cubicBezTo>
                  <a:cubicBezTo>
                    <a:pt x="22867" y="11303"/>
                    <a:pt x="22757" y="11333"/>
                    <a:pt x="22640" y="11359"/>
                  </a:cubicBezTo>
                  <a:cubicBezTo>
                    <a:pt x="22589" y="11368"/>
                    <a:pt x="22539" y="11373"/>
                    <a:pt x="22489" y="11378"/>
                  </a:cubicBezTo>
                  <a:cubicBezTo>
                    <a:pt x="22178" y="11415"/>
                    <a:pt x="21864" y="11434"/>
                    <a:pt x="21555" y="11434"/>
                  </a:cubicBezTo>
                  <a:cubicBezTo>
                    <a:pt x="21061" y="11434"/>
                    <a:pt x="20582" y="11385"/>
                    <a:pt x="20150" y="11282"/>
                  </a:cubicBezTo>
                  <a:cubicBezTo>
                    <a:pt x="19978" y="11242"/>
                    <a:pt x="19810" y="11196"/>
                    <a:pt x="19654" y="11136"/>
                  </a:cubicBezTo>
                  <a:cubicBezTo>
                    <a:pt x="19628" y="11131"/>
                    <a:pt x="19609" y="11121"/>
                    <a:pt x="19588" y="11110"/>
                  </a:cubicBezTo>
                  <a:cubicBezTo>
                    <a:pt x="19194" y="10954"/>
                    <a:pt x="18907" y="10762"/>
                    <a:pt x="18725" y="10524"/>
                  </a:cubicBezTo>
                  <a:lnTo>
                    <a:pt x="18760" y="10524"/>
                  </a:lnTo>
                  <a:cubicBezTo>
                    <a:pt x="20038" y="10524"/>
                    <a:pt x="21463" y="10292"/>
                    <a:pt x="22731" y="10090"/>
                  </a:cubicBezTo>
                  <a:lnTo>
                    <a:pt x="22958" y="10049"/>
                  </a:lnTo>
                  <a:cubicBezTo>
                    <a:pt x="23024" y="10039"/>
                    <a:pt x="23084" y="10004"/>
                    <a:pt x="23125" y="9948"/>
                  </a:cubicBezTo>
                  <a:cubicBezTo>
                    <a:pt x="23433" y="9510"/>
                    <a:pt x="23595" y="8983"/>
                    <a:pt x="23595" y="8468"/>
                  </a:cubicBezTo>
                  <a:lnTo>
                    <a:pt x="24014" y="8382"/>
                  </a:lnTo>
                  <a:cubicBezTo>
                    <a:pt x="24494" y="8281"/>
                    <a:pt x="24893" y="8044"/>
                    <a:pt x="25278" y="7812"/>
                  </a:cubicBezTo>
                  <a:cubicBezTo>
                    <a:pt x="25735" y="7539"/>
                    <a:pt x="26147" y="7290"/>
                    <a:pt x="26643" y="7290"/>
                  </a:cubicBezTo>
                  <a:close/>
                  <a:moveTo>
                    <a:pt x="24206" y="41955"/>
                  </a:moveTo>
                  <a:cubicBezTo>
                    <a:pt x="24595" y="42193"/>
                    <a:pt x="24928" y="42450"/>
                    <a:pt x="25187" y="42727"/>
                  </a:cubicBezTo>
                  <a:cubicBezTo>
                    <a:pt x="24879" y="42986"/>
                    <a:pt x="24620" y="43203"/>
                    <a:pt x="24303" y="43345"/>
                  </a:cubicBezTo>
                  <a:cubicBezTo>
                    <a:pt x="24266" y="42879"/>
                    <a:pt x="24236" y="42419"/>
                    <a:pt x="24206" y="41955"/>
                  </a:cubicBezTo>
                  <a:close/>
                  <a:moveTo>
                    <a:pt x="13663" y="29536"/>
                  </a:moveTo>
                  <a:lnTo>
                    <a:pt x="13663" y="29536"/>
                  </a:lnTo>
                  <a:cubicBezTo>
                    <a:pt x="13647" y="31037"/>
                    <a:pt x="13530" y="32567"/>
                    <a:pt x="13404" y="34073"/>
                  </a:cubicBezTo>
                  <a:cubicBezTo>
                    <a:pt x="12651" y="33791"/>
                    <a:pt x="12056" y="33442"/>
                    <a:pt x="11854" y="33022"/>
                  </a:cubicBezTo>
                  <a:cubicBezTo>
                    <a:pt x="11814" y="32932"/>
                    <a:pt x="11725" y="32880"/>
                    <a:pt x="11633" y="32880"/>
                  </a:cubicBezTo>
                  <a:cubicBezTo>
                    <a:pt x="11597" y="32880"/>
                    <a:pt x="11559" y="32889"/>
                    <a:pt x="11525" y="32906"/>
                  </a:cubicBezTo>
                  <a:cubicBezTo>
                    <a:pt x="11404" y="32962"/>
                    <a:pt x="11348" y="33108"/>
                    <a:pt x="11409" y="33234"/>
                  </a:cubicBezTo>
                  <a:cubicBezTo>
                    <a:pt x="11681" y="33810"/>
                    <a:pt x="12434" y="34251"/>
                    <a:pt x="13360" y="34589"/>
                  </a:cubicBezTo>
                  <a:cubicBezTo>
                    <a:pt x="13516" y="34645"/>
                    <a:pt x="13677" y="34700"/>
                    <a:pt x="13845" y="34750"/>
                  </a:cubicBezTo>
                  <a:cubicBezTo>
                    <a:pt x="15051" y="35130"/>
                    <a:pt x="16441" y="35361"/>
                    <a:pt x="17401" y="35519"/>
                  </a:cubicBezTo>
                  <a:lnTo>
                    <a:pt x="18128" y="35645"/>
                  </a:lnTo>
                  <a:cubicBezTo>
                    <a:pt x="19882" y="35943"/>
                    <a:pt x="21685" y="36251"/>
                    <a:pt x="23443" y="36716"/>
                  </a:cubicBezTo>
                  <a:lnTo>
                    <a:pt x="23944" y="36853"/>
                  </a:lnTo>
                  <a:cubicBezTo>
                    <a:pt x="24140" y="36907"/>
                    <a:pt x="24338" y="36963"/>
                    <a:pt x="24534" y="37028"/>
                  </a:cubicBezTo>
                  <a:cubicBezTo>
                    <a:pt x="27379" y="37903"/>
                    <a:pt x="29208" y="39085"/>
                    <a:pt x="29965" y="40530"/>
                  </a:cubicBezTo>
                  <a:cubicBezTo>
                    <a:pt x="30415" y="41400"/>
                    <a:pt x="30476" y="42384"/>
                    <a:pt x="30133" y="43450"/>
                  </a:cubicBezTo>
                  <a:cubicBezTo>
                    <a:pt x="29410" y="45724"/>
                    <a:pt x="26479" y="47801"/>
                    <a:pt x="24818" y="48573"/>
                  </a:cubicBezTo>
                  <a:cubicBezTo>
                    <a:pt x="24625" y="47008"/>
                    <a:pt x="24474" y="45436"/>
                    <a:pt x="24348" y="43860"/>
                  </a:cubicBezTo>
                  <a:cubicBezTo>
                    <a:pt x="24798" y="43693"/>
                    <a:pt x="25136" y="43415"/>
                    <a:pt x="25485" y="43117"/>
                  </a:cubicBezTo>
                  <a:cubicBezTo>
                    <a:pt x="25681" y="43425"/>
                    <a:pt x="25782" y="43753"/>
                    <a:pt x="25782" y="44107"/>
                  </a:cubicBezTo>
                  <a:cubicBezTo>
                    <a:pt x="25782" y="44243"/>
                    <a:pt x="25894" y="44355"/>
                    <a:pt x="26031" y="44355"/>
                  </a:cubicBezTo>
                  <a:cubicBezTo>
                    <a:pt x="26166" y="44355"/>
                    <a:pt x="26278" y="44243"/>
                    <a:pt x="26278" y="44107"/>
                  </a:cubicBezTo>
                  <a:cubicBezTo>
                    <a:pt x="26278" y="42970"/>
                    <a:pt x="25485" y="42081"/>
                    <a:pt x="24166" y="41363"/>
                  </a:cubicBezTo>
                  <a:cubicBezTo>
                    <a:pt x="24004" y="41272"/>
                    <a:pt x="23837" y="41188"/>
                    <a:pt x="23655" y="41101"/>
                  </a:cubicBezTo>
                  <a:cubicBezTo>
                    <a:pt x="21235" y="39954"/>
                    <a:pt x="17436" y="39262"/>
                    <a:pt x="13577" y="38661"/>
                  </a:cubicBezTo>
                  <a:cubicBezTo>
                    <a:pt x="13566" y="38656"/>
                    <a:pt x="13556" y="38656"/>
                    <a:pt x="13546" y="38656"/>
                  </a:cubicBezTo>
                  <a:cubicBezTo>
                    <a:pt x="13374" y="38625"/>
                    <a:pt x="13213" y="38595"/>
                    <a:pt x="13050" y="38565"/>
                  </a:cubicBezTo>
                  <a:cubicBezTo>
                    <a:pt x="11343" y="38252"/>
                    <a:pt x="10055" y="37751"/>
                    <a:pt x="9464" y="37175"/>
                  </a:cubicBezTo>
                  <a:cubicBezTo>
                    <a:pt x="8589" y="36317"/>
                    <a:pt x="8241" y="35382"/>
                    <a:pt x="8443" y="34402"/>
                  </a:cubicBezTo>
                  <a:cubicBezTo>
                    <a:pt x="8878" y="32224"/>
                    <a:pt x="11758" y="30324"/>
                    <a:pt x="13663" y="29536"/>
                  </a:cubicBezTo>
                  <a:close/>
                  <a:moveTo>
                    <a:pt x="12793" y="46887"/>
                  </a:moveTo>
                  <a:lnTo>
                    <a:pt x="12793" y="46887"/>
                  </a:lnTo>
                  <a:cubicBezTo>
                    <a:pt x="12723" y="48932"/>
                    <a:pt x="12647" y="51033"/>
                    <a:pt x="12607" y="53115"/>
                  </a:cubicBezTo>
                  <a:cubicBezTo>
                    <a:pt x="11763" y="53586"/>
                    <a:pt x="10100" y="54004"/>
                    <a:pt x="8241" y="54358"/>
                  </a:cubicBezTo>
                  <a:cubicBezTo>
                    <a:pt x="6376" y="54712"/>
                    <a:pt x="4315" y="55000"/>
                    <a:pt x="2673" y="55217"/>
                  </a:cubicBezTo>
                  <a:cubicBezTo>
                    <a:pt x="4952" y="54267"/>
                    <a:pt x="6423" y="53106"/>
                    <a:pt x="7751" y="52050"/>
                  </a:cubicBezTo>
                  <a:cubicBezTo>
                    <a:pt x="8393" y="51544"/>
                    <a:pt x="8999" y="51070"/>
                    <a:pt x="9631" y="50676"/>
                  </a:cubicBezTo>
                  <a:cubicBezTo>
                    <a:pt x="9746" y="50599"/>
                    <a:pt x="9783" y="50448"/>
                    <a:pt x="9711" y="50331"/>
                  </a:cubicBezTo>
                  <a:cubicBezTo>
                    <a:pt x="9662" y="50258"/>
                    <a:pt x="9583" y="50218"/>
                    <a:pt x="9502" y="50218"/>
                  </a:cubicBezTo>
                  <a:cubicBezTo>
                    <a:pt x="9467" y="50218"/>
                    <a:pt x="9432" y="50226"/>
                    <a:pt x="9398" y="50240"/>
                  </a:cubicBezTo>
                  <a:cubicBezTo>
                    <a:pt x="9378" y="50236"/>
                    <a:pt x="9358" y="50221"/>
                    <a:pt x="9337" y="50221"/>
                  </a:cubicBezTo>
                  <a:cubicBezTo>
                    <a:pt x="7927" y="49953"/>
                    <a:pt x="5402" y="49261"/>
                    <a:pt x="4012" y="48214"/>
                  </a:cubicBezTo>
                  <a:cubicBezTo>
                    <a:pt x="6735" y="48149"/>
                    <a:pt x="10413" y="47775"/>
                    <a:pt x="12793" y="46887"/>
                  </a:cubicBezTo>
                  <a:close/>
                  <a:moveTo>
                    <a:pt x="13521" y="39150"/>
                  </a:moveTo>
                  <a:cubicBezTo>
                    <a:pt x="16608" y="39635"/>
                    <a:pt x="21090" y="40339"/>
                    <a:pt x="23690" y="41666"/>
                  </a:cubicBezTo>
                  <a:cubicBezTo>
                    <a:pt x="23732" y="42329"/>
                    <a:pt x="23781" y="42986"/>
                    <a:pt x="23837" y="43643"/>
                  </a:cubicBezTo>
                  <a:lnTo>
                    <a:pt x="23837" y="43662"/>
                  </a:lnTo>
                  <a:cubicBezTo>
                    <a:pt x="23837" y="43693"/>
                    <a:pt x="23837" y="43718"/>
                    <a:pt x="23842" y="43744"/>
                  </a:cubicBezTo>
                  <a:cubicBezTo>
                    <a:pt x="23979" y="45492"/>
                    <a:pt x="24145" y="47230"/>
                    <a:pt x="24363" y="48967"/>
                  </a:cubicBezTo>
                  <a:cubicBezTo>
                    <a:pt x="24919" y="53449"/>
                    <a:pt x="25141" y="56910"/>
                    <a:pt x="25444" y="62074"/>
                  </a:cubicBezTo>
                  <a:lnTo>
                    <a:pt x="25444" y="62079"/>
                  </a:lnTo>
                  <a:cubicBezTo>
                    <a:pt x="24018" y="61815"/>
                    <a:pt x="22510" y="61730"/>
                    <a:pt x="20977" y="61730"/>
                  </a:cubicBezTo>
                  <a:cubicBezTo>
                    <a:pt x="19573" y="61730"/>
                    <a:pt x="18147" y="61801"/>
                    <a:pt x="16744" y="61871"/>
                  </a:cubicBezTo>
                  <a:cubicBezTo>
                    <a:pt x="15410" y="61932"/>
                    <a:pt x="14148" y="61997"/>
                    <a:pt x="12910" y="62002"/>
                  </a:cubicBezTo>
                  <a:cubicBezTo>
                    <a:pt x="12894" y="60097"/>
                    <a:pt x="12955" y="58148"/>
                    <a:pt x="13015" y="56258"/>
                  </a:cubicBezTo>
                  <a:cubicBezTo>
                    <a:pt x="13045" y="55319"/>
                    <a:pt x="13076" y="54344"/>
                    <a:pt x="13096" y="53383"/>
                  </a:cubicBezTo>
                  <a:lnTo>
                    <a:pt x="13096" y="53379"/>
                  </a:lnTo>
                  <a:cubicBezTo>
                    <a:pt x="13178" y="53297"/>
                    <a:pt x="13192" y="53171"/>
                    <a:pt x="13127" y="53075"/>
                  </a:cubicBezTo>
                  <a:cubicBezTo>
                    <a:pt x="13122" y="53064"/>
                    <a:pt x="13111" y="53060"/>
                    <a:pt x="13106" y="53050"/>
                  </a:cubicBezTo>
                  <a:lnTo>
                    <a:pt x="13106" y="53045"/>
                  </a:lnTo>
                  <a:cubicBezTo>
                    <a:pt x="13147" y="50888"/>
                    <a:pt x="13223" y="48705"/>
                    <a:pt x="13299" y="46588"/>
                  </a:cubicBezTo>
                  <a:cubicBezTo>
                    <a:pt x="13374" y="44431"/>
                    <a:pt x="13450" y="42198"/>
                    <a:pt x="13490" y="39994"/>
                  </a:cubicBezTo>
                  <a:cubicBezTo>
                    <a:pt x="13495" y="39717"/>
                    <a:pt x="13505" y="39434"/>
                    <a:pt x="13521" y="39150"/>
                  </a:cubicBezTo>
                  <a:close/>
                  <a:moveTo>
                    <a:pt x="7564" y="1"/>
                  </a:moveTo>
                  <a:cubicBezTo>
                    <a:pt x="7544" y="1"/>
                    <a:pt x="7524" y="1"/>
                    <a:pt x="7509" y="6"/>
                  </a:cubicBezTo>
                  <a:cubicBezTo>
                    <a:pt x="7488" y="10"/>
                    <a:pt x="7468" y="15"/>
                    <a:pt x="7453" y="26"/>
                  </a:cubicBezTo>
                  <a:cubicBezTo>
                    <a:pt x="7437" y="31"/>
                    <a:pt x="7428" y="41"/>
                    <a:pt x="7412" y="52"/>
                  </a:cubicBezTo>
                  <a:cubicBezTo>
                    <a:pt x="7407" y="56"/>
                    <a:pt x="7402" y="56"/>
                    <a:pt x="7402" y="61"/>
                  </a:cubicBezTo>
                  <a:cubicBezTo>
                    <a:pt x="7382" y="76"/>
                    <a:pt x="7372" y="92"/>
                    <a:pt x="7362" y="106"/>
                  </a:cubicBezTo>
                  <a:cubicBezTo>
                    <a:pt x="7357" y="112"/>
                    <a:pt x="7351" y="117"/>
                    <a:pt x="7351" y="122"/>
                  </a:cubicBezTo>
                  <a:cubicBezTo>
                    <a:pt x="5406" y="2901"/>
                    <a:pt x="5311" y="8509"/>
                    <a:pt x="5513" y="10919"/>
                  </a:cubicBezTo>
                  <a:cubicBezTo>
                    <a:pt x="3987" y="10216"/>
                    <a:pt x="2562" y="8691"/>
                    <a:pt x="1365" y="7276"/>
                  </a:cubicBezTo>
                  <a:cubicBezTo>
                    <a:pt x="1365" y="7271"/>
                    <a:pt x="1360" y="7271"/>
                    <a:pt x="1360" y="7266"/>
                  </a:cubicBezTo>
                  <a:cubicBezTo>
                    <a:pt x="1349" y="7255"/>
                    <a:pt x="1340" y="7246"/>
                    <a:pt x="1330" y="7241"/>
                  </a:cubicBezTo>
                  <a:cubicBezTo>
                    <a:pt x="1319" y="7230"/>
                    <a:pt x="1304" y="7220"/>
                    <a:pt x="1289" y="7211"/>
                  </a:cubicBezTo>
                  <a:cubicBezTo>
                    <a:pt x="1279" y="7206"/>
                    <a:pt x="1269" y="7200"/>
                    <a:pt x="1258" y="7200"/>
                  </a:cubicBezTo>
                  <a:cubicBezTo>
                    <a:pt x="1249" y="7195"/>
                    <a:pt x="1244" y="7190"/>
                    <a:pt x="1234" y="7190"/>
                  </a:cubicBezTo>
                  <a:cubicBezTo>
                    <a:pt x="1228" y="7190"/>
                    <a:pt x="1218" y="7185"/>
                    <a:pt x="1213" y="7185"/>
                  </a:cubicBezTo>
                  <a:cubicBezTo>
                    <a:pt x="1198" y="7180"/>
                    <a:pt x="1183" y="7180"/>
                    <a:pt x="1167" y="7180"/>
                  </a:cubicBezTo>
                  <a:lnTo>
                    <a:pt x="1143" y="7180"/>
                  </a:lnTo>
                  <a:cubicBezTo>
                    <a:pt x="1137" y="7180"/>
                    <a:pt x="1132" y="7185"/>
                    <a:pt x="1127" y="7185"/>
                  </a:cubicBezTo>
                  <a:cubicBezTo>
                    <a:pt x="1113" y="7185"/>
                    <a:pt x="1097" y="7190"/>
                    <a:pt x="1087" y="7195"/>
                  </a:cubicBezTo>
                  <a:lnTo>
                    <a:pt x="1082" y="7195"/>
                  </a:lnTo>
                  <a:cubicBezTo>
                    <a:pt x="1072" y="7200"/>
                    <a:pt x="1057" y="7206"/>
                    <a:pt x="1046" y="7215"/>
                  </a:cubicBezTo>
                  <a:cubicBezTo>
                    <a:pt x="1032" y="7220"/>
                    <a:pt x="1022" y="7230"/>
                    <a:pt x="1011" y="7241"/>
                  </a:cubicBezTo>
                  <a:cubicBezTo>
                    <a:pt x="996" y="7251"/>
                    <a:pt x="981" y="7266"/>
                    <a:pt x="971" y="7281"/>
                  </a:cubicBezTo>
                  <a:cubicBezTo>
                    <a:pt x="955" y="7301"/>
                    <a:pt x="945" y="7321"/>
                    <a:pt x="936" y="7342"/>
                  </a:cubicBezTo>
                  <a:lnTo>
                    <a:pt x="936" y="7346"/>
                  </a:lnTo>
                  <a:cubicBezTo>
                    <a:pt x="931" y="7357"/>
                    <a:pt x="931" y="7372"/>
                    <a:pt x="925" y="7382"/>
                  </a:cubicBezTo>
                  <a:cubicBezTo>
                    <a:pt x="920" y="7402"/>
                    <a:pt x="920" y="7428"/>
                    <a:pt x="925" y="7458"/>
                  </a:cubicBezTo>
                  <a:lnTo>
                    <a:pt x="925" y="7468"/>
                  </a:lnTo>
                  <a:cubicBezTo>
                    <a:pt x="1309" y="10914"/>
                    <a:pt x="3603" y="14283"/>
                    <a:pt x="6908" y="16263"/>
                  </a:cubicBezTo>
                  <a:cubicBezTo>
                    <a:pt x="8332" y="17112"/>
                    <a:pt x="9837" y="17648"/>
                    <a:pt x="11329" y="17846"/>
                  </a:cubicBezTo>
                  <a:cubicBezTo>
                    <a:pt x="11399" y="21589"/>
                    <a:pt x="12086" y="25849"/>
                    <a:pt x="13642" y="27910"/>
                  </a:cubicBezTo>
                  <a:cubicBezTo>
                    <a:pt x="13657" y="28279"/>
                    <a:pt x="13668" y="28642"/>
                    <a:pt x="13668" y="29011"/>
                  </a:cubicBezTo>
                  <a:cubicBezTo>
                    <a:pt x="13647" y="29011"/>
                    <a:pt x="13626" y="29016"/>
                    <a:pt x="13607" y="29026"/>
                  </a:cubicBezTo>
                  <a:cubicBezTo>
                    <a:pt x="11601" y="29820"/>
                    <a:pt x="8443" y="31886"/>
                    <a:pt x="7958" y="34300"/>
                  </a:cubicBezTo>
                  <a:cubicBezTo>
                    <a:pt x="7721" y="35458"/>
                    <a:pt x="8115" y="36543"/>
                    <a:pt x="9120" y="37529"/>
                  </a:cubicBezTo>
                  <a:cubicBezTo>
                    <a:pt x="9984" y="38378"/>
                    <a:pt x="11777" y="38838"/>
                    <a:pt x="13026" y="39070"/>
                  </a:cubicBezTo>
                  <a:cubicBezTo>
                    <a:pt x="13015" y="39378"/>
                    <a:pt x="13005" y="39682"/>
                    <a:pt x="12996" y="39985"/>
                  </a:cubicBezTo>
                  <a:cubicBezTo>
                    <a:pt x="12955" y="42116"/>
                    <a:pt x="12884" y="44284"/>
                    <a:pt x="12808" y="46376"/>
                  </a:cubicBezTo>
                  <a:lnTo>
                    <a:pt x="12808" y="46381"/>
                  </a:lnTo>
                  <a:cubicBezTo>
                    <a:pt x="12798" y="46380"/>
                    <a:pt x="12789" y="46379"/>
                    <a:pt x="12780" y="46379"/>
                  </a:cubicBezTo>
                  <a:cubicBezTo>
                    <a:pt x="12754" y="46379"/>
                    <a:pt x="12728" y="46383"/>
                    <a:pt x="12702" y="46391"/>
                  </a:cubicBezTo>
                  <a:cubicBezTo>
                    <a:pt x="10201" y="47351"/>
                    <a:pt x="6108" y="47715"/>
                    <a:pt x="3366" y="47735"/>
                  </a:cubicBezTo>
                  <a:cubicBezTo>
                    <a:pt x="3350" y="47735"/>
                    <a:pt x="3340" y="47740"/>
                    <a:pt x="3326" y="47740"/>
                  </a:cubicBezTo>
                  <a:cubicBezTo>
                    <a:pt x="3310" y="47745"/>
                    <a:pt x="3289" y="47745"/>
                    <a:pt x="3275" y="47750"/>
                  </a:cubicBezTo>
                  <a:cubicBezTo>
                    <a:pt x="3254" y="47760"/>
                    <a:pt x="3240" y="47770"/>
                    <a:pt x="3224" y="47780"/>
                  </a:cubicBezTo>
                  <a:cubicBezTo>
                    <a:pt x="3214" y="47785"/>
                    <a:pt x="3204" y="47790"/>
                    <a:pt x="3194" y="47801"/>
                  </a:cubicBezTo>
                  <a:lnTo>
                    <a:pt x="3194" y="47806"/>
                  </a:lnTo>
                  <a:cubicBezTo>
                    <a:pt x="3179" y="47815"/>
                    <a:pt x="3168" y="47836"/>
                    <a:pt x="3158" y="47851"/>
                  </a:cubicBezTo>
                  <a:cubicBezTo>
                    <a:pt x="3153" y="47861"/>
                    <a:pt x="3144" y="47871"/>
                    <a:pt x="3138" y="47887"/>
                  </a:cubicBezTo>
                  <a:cubicBezTo>
                    <a:pt x="3133" y="47892"/>
                    <a:pt x="3133" y="47906"/>
                    <a:pt x="3128" y="47917"/>
                  </a:cubicBezTo>
                  <a:cubicBezTo>
                    <a:pt x="3123" y="47937"/>
                    <a:pt x="3118" y="47957"/>
                    <a:pt x="3118" y="47978"/>
                  </a:cubicBezTo>
                  <a:lnTo>
                    <a:pt x="3118" y="47983"/>
                  </a:lnTo>
                  <a:cubicBezTo>
                    <a:pt x="3118" y="47997"/>
                    <a:pt x="3123" y="48008"/>
                    <a:pt x="3123" y="48018"/>
                  </a:cubicBezTo>
                  <a:cubicBezTo>
                    <a:pt x="3128" y="48032"/>
                    <a:pt x="3128" y="48053"/>
                    <a:pt x="3138" y="48074"/>
                  </a:cubicBezTo>
                  <a:cubicBezTo>
                    <a:pt x="3144" y="48088"/>
                    <a:pt x="3158" y="48104"/>
                    <a:pt x="3163" y="48123"/>
                  </a:cubicBezTo>
                  <a:cubicBezTo>
                    <a:pt x="3174" y="48134"/>
                    <a:pt x="3179" y="48144"/>
                    <a:pt x="3184" y="48154"/>
                  </a:cubicBezTo>
                  <a:lnTo>
                    <a:pt x="3189" y="48154"/>
                  </a:lnTo>
                  <a:lnTo>
                    <a:pt x="3189" y="48160"/>
                  </a:lnTo>
                  <a:cubicBezTo>
                    <a:pt x="4320" y="49342"/>
                    <a:pt x="6831" y="50200"/>
                    <a:pt x="8817" y="50620"/>
                  </a:cubicBezTo>
                  <a:cubicBezTo>
                    <a:pt x="8363" y="50943"/>
                    <a:pt x="7913" y="51297"/>
                    <a:pt x="7442" y="51665"/>
                  </a:cubicBezTo>
                  <a:cubicBezTo>
                    <a:pt x="5740" y="53015"/>
                    <a:pt x="3811" y="54545"/>
                    <a:pt x="183" y="55556"/>
                  </a:cubicBezTo>
                  <a:cubicBezTo>
                    <a:pt x="167" y="55556"/>
                    <a:pt x="162" y="55566"/>
                    <a:pt x="152" y="55571"/>
                  </a:cubicBezTo>
                  <a:cubicBezTo>
                    <a:pt x="132" y="55576"/>
                    <a:pt x="117" y="55581"/>
                    <a:pt x="106" y="55591"/>
                  </a:cubicBezTo>
                  <a:cubicBezTo>
                    <a:pt x="97" y="55601"/>
                    <a:pt x="82" y="55617"/>
                    <a:pt x="71" y="55627"/>
                  </a:cubicBezTo>
                  <a:cubicBezTo>
                    <a:pt x="61" y="55636"/>
                    <a:pt x="52" y="55647"/>
                    <a:pt x="41" y="55657"/>
                  </a:cubicBezTo>
                  <a:cubicBezTo>
                    <a:pt x="31" y="55671"/>
                    <a:pt x="26" y="55687"/>
                    <a:pt x="21" y="55702"/>
                  </a:cubicBezTo>
                  <a:cubicBezTo>
                    <a:pt x="15" y="55718"/>
                    <a:pt x="11" y="55732"/>
                    <a:pt x="6" y="55748"/>
                  </a:cubicBezTo>
                  <a:cubicBezTo>
                    <a:pt x="1" y="55762"/>
                    <a:pt x="1" y="55778"/>
                    <a:pt x="1" y="55799"/>
                  </a:cubicBezTo>
                  <a:lnTo>
                    <a:pt x="1" y="55829"/>
                  </a:lnTo>
                  <a:cubicBezTo>
                    <a:pt x="1" y="55834"/>
                    <a:pt x="6" y="55839"/>
                    <a:pt x="6" y="55844"/>
                  </a:cubicBezTo>
                  <a:lnTo>
                    <a:pt x="6" y="55859"/>
                  </a:lnTo>
                  <a:cubicBezTo>
                    <a:pt x="11" y="55874"/>
                    <a:pt x="15" y="55879"/>
                    <a:pt x="21" y="55890"/>
                  </a:cubicBezTo>
                  <a:cubicBezTo>
                    <a:pt x="26" y="55904"/>
                    <a:pt x="31" y="55914"/>
                    <a:pt x="36" y="55925"/>
                  </a:cubicBezTo>
                  <a:cubicBezTo>
                    <a:pt x="46" y="55939"/>
                    <a:pt x="57" y="55950"/>
                    <a:pt x="71" y="55960"/>
                  </a:cubicBezTo>
                  <a:cubicBezTo>
                    <a:pt x="76" y="55970"/>
                    <a:pt x="87" y="55981"/>
                    <a:pt x="92" y="55986"/>
                  </a:cubicBezTo>
                  <a:cubicBezTo>
                    <a:pt x="106" y="55995"/>
                    <a:pt x="122" y="56005"/>
                    <a:pt x="137" y="56016"/>
                  </a:cubicBezTo>
                  <a:cubicBezTo>
                    <a:pt x="148" y="56021"/>
                    <a:pt x="157" y="56026"/>
                    <a:pt x="162" y="56026"/>
                  </a:cubicBezTo>
                  <a:cubicBezTo>
                    <a:pt x="192" y="56035"/>
                    <a:pt x="218" y="56041"/>
                    <a:pt x="248" y="56041"/>
                  </a:cubicBezTo>
                  <a:cubicBezTo>
                    <a:pt x="258" y="56041"/>
                    <a:pt x="269" y="56041"/>
                    <a:pt x="283" y="56035"/>
                  </a:cubicBezTo>
                  <a:cubicBezTo>
                    <a:pt x="658" y="55986"/>
                    <a:pt x="1183" y="55914"/>
                    <a:pt x="1815" y="55834"/>
                  </a:cubicBezTo>
                  <a:cubicBezTo>
                    <a:pt x="4891" y="55429"/>
                    <a:pt x="10413" y="54701"/>
                    <a:pt x="12596" y="53671"/>
                  </a:cubicBezTo>
                  <a:lnTo>
                    <a:pt x="12596" y="53677"/>
                  </a:lnTo>
                  <a:cubicBezTo>
                    <a:pt x="12576" y="54535"/>
                    <a:pt x="12546" y="55399"/>
                    <a:pt x="12520" y="56243"/>
                  </a:cubicBezTo>
                  <a:cubicBezTo>
                    <a:pt x="12460" y="58178"/>
                    <a:pt x="12394" y="60174"/>
                    <a:pt x="12414" y="62123"/>
                  </a:cubicBezTo>
                  <a:cubicBezTo>
                    <a:pt x="12414" y="62189"/>
                    <a:pt x="12444" y="62245"/>
                    <a:pt x="12485" y="62286"/>
                  </a:cubicBezTo>
                  <a:lnTo>
                    <a:pt x="12485" y="62291"/>
                  </a:lnTo>
                  <a:lnTo>
                    <a:pt x="12490" y="62296"/>
                  </a:lnTo>
                  <a:cubicBezTo>
                    <a:pt x="12511" y="62412"/>
                    <a:pt x="12607" y="62498"/>
                    <a:pt x="12728" y="62498"/>
                  </a:cubicBezTo>
                  <a:cubicBezTo>
                    <a:pt x="14036" y="62498"/>
                    <a:pt x="15426" y="62431"/>
                    <a:pt x="16769" y="62361"/>
                  </a:cubicBezTo>
                  <a:cubicBezTo>
                    <a:pt x="18160" y="62294"/>
                    <a:pt x="19574" y="62224"/>
                    <a:pt x="20964" y="62224"/>
                  </a:cubicBezTo>
                  <a:cubicBezTo>
                    <a:pt x="22588" y="62224"/>
                    <a:pt x="24178" y="62319"/>
                    <a:pt x="25656" y="62624"/>
                  </a:cubicBezTo>
                  <a:cubicBezTo>
                    <a:pt x="25677" y="62624"/>
                    <a:pt x="25691" y="62629"/>
                    <a:pt x="25707" y="62629"/>
                  </a:cubicBezTo>
                  <a:lnTo>
                    <a:pt x="25717" y="62629"/>
                  </a:lnTo>
                  <a:cubicBezTo>
                    <a:pt x="25721" y="62629"/>
                    <a:pt x="25728" y="62629"/>
                    <a:pt x="25732" y="62624"/>
                  </a:cubicBezTo>
                  <a:cubicBezTo>
                    <a:pt x="25742" y="62624"/>
                    <a:pt x="25752" y="62624"/>
                    <a:pt x="25763" y="62619"/>
                  </a:cubicBezTo>
                  <a:lnTo>
                    <a:pt x="25768" y="62619"/>
                  </a:lnTo>
                  <a:cubicBezTo>
                    <a:pt x="25782" y="62613"/>
                    <a:pt x="25798" y="62609"/>
                    <a:pt x="25812" y="62599"/>
                  </a:cubicBezTo>
                  <a:lnTo>
                    <a:pt x="25828" y="62599"/>
                  </a:lnTo>
                  <a:cubicBezTo>
                    <a:pt x="25838" y="62594"/>
                    <a:pt x="25843" y="62583"/>
                    <a:pt x="25849" y="62583"/>
                  </a:cubicBezTo>
                  <a:cubicBezTo>
                    <a:pt x="25854" y="62578"/>
                    <a:pt x="25863" y="62573"/>
                    <a:pt x="25868" y="62569"/>
                  </a:cubicBezTo>
                  <a:cubicBezTo>
                    <a:pt x="25879" y="62564"/>
                    <a:pt x="25889" y="62553"/>
                    <a:pt x="25894" y="62543"/>
                  </a:cubicBezTo>
                  <a:cubicBezTo>
                    <a:pt x="25898" y="62538"/>
                    <a:pt x="25909" y="62528"/>
                    <a:pt x="25914" y="62518"/>
                  </a:cubicBezTo>
                  <a:cubicBezTo>
                    <a:pt x="25929" y="62492"/>
                    <a:pt x="25945" y="62462"/>
                    <a:pt x="25949" y="62431"/>
                  </a:cubicBezTo>
                  <a:cubicBezTo>
                    <a:pt x="25954" y="62422"/>
                    <a:pt x="25949" y="62407"/>
                    <a:pt x="25949" y="62396"/>
                  </a:cubicBezTo>
                  <a:cubicBezTo>
                    <a:pt x="25954" y="62377"/>
                    <a:pt x="25954" y="62356"/>
                    <a:pt x="25954" y="62336"/>
                  </a:cubicBezTo>
                  <a:cubicBezTo>
                    <a:pt x="25651" y="57072"/>
                    <a:pt x="25434" y="53586"/>
                    <a:pt x="24879" y="49089"/>
                  </a:cubicBezTo>
                  <a:cubicBezTo>
                    <a:pt x="26803" y="48251"/>
                    <a:pt x="29839" y="46012"/>
                    <a:pt x="30608" y="43602"/>
                  </a:cubicBezTo>
                  <a:cubicBezTo>
                    <a:pt x="30991" y="42405"/>
                    <a:pt x="30921" y="41293"/>
                    <a:pt x="30401" y="40298"/>
                  </a:cubicBezTo>
                  <a:cubicBezTo>
                    <a:pt x="29587" y="38732"/>
                    <a:pt x="27657" y="37473"/>
                    <a:pt x="24681" y="36554"/>
                  </a:cubicBezTo>
                  <a:cubicBezTo>
                    <a:pt x="24429" y="36478"/>
                    <a:pt x="24175" y="36403"/>
                    <a:pt x="23923" y="36331"/>
                  </a:cubicBezTo>
                  <a:cubicBezTo>
                    <a:pt x="23858" y="34421"/>
                    <a:pt x="23812" y="32512"/>
                    <a:pt x="23777" y="30613"/>
                  </a:cubicBezTo>
                  <a:cubicBezTo>
                    <a:pt x="25546" y="29900"/>
                    <a:pt x="27535" y="28759"/>
                    <a:pt x="29395" y="27384"/>
                  </a:cubicBezTo>
                  <a:cubicBezTo>
                    <a:pt x="32654" y="24964"/>
                    <a:pt x="34337" y="21351"/>
                    <a:pt x="34003" y="17466"/>
                  </a:cubicBezTo>
                  <a:cubicBezTo>
                    <a:pt x="33810" y="15279"/>
                    <a:pt x="32856" y="13526"/>
                    <a:pt x="31234" y="12389"/>
                  </a:cubicBezTo>
                  <a:cubicBezTo>
                    <a:pt x="30718" y="12030"/>
                    <a:pt x="30138" y="11737"/>
                    <a:pt x="29517" y="11504"/>
                  </a:cubicBezTo>
                  <a:cubicBezTo>
                    <a:pt x="28885" y="9908"/>
                    <a:pt x="28288" y="8650"/>
                    <a:pt x="27880" y="7782"/>
                  </a:cubicBezTo>
                  <a:cubicBezTo>
                    <a:pt x="27743" y="7493"/>
                    <a:pt x="27631" y="7260"/>
                    <a:pt x="27551" y="7074"/>
                  </a:cubicBezTo>
                  <a:cubicBezTo>
                    <a:pt x="27546" y="7064"/>
                    <a:pt x="27540" y="7054"/>
                    <a:pt x="27531" y="7043"/>
                  </a:cubicBezTo>
                  <a:cubicBezTo>
                    <a:pt x="27526" y="7034"/>
                    <a:pt x="27516" y="7024"/>
                    <a:pt x="27510" y="7013"/>
                  </a:cubicBezTo>
                  <a:lnTo>
                    <a:pt x="27486" y="6987"/>
                  </a:lnTo>
                  <a:cubicBezTo>
                    <a:pt x="27475" y="6978"/>
                    <a:pt x="27465" y="6973"/>
                    <a:pt x="27455" y="6968"/>
                  </a:cubicBezTo>
                  <a:cubicBezTo>
                    <a:pt x="27449" y="6957"/>
                    <a:pt x="27440" y="6952"/>
                    <a:pt x="27425" y="6947"/>
                  </a:cubicBezTo>
                  <a:cubicBezTo>
                    <a:pt x="27419" y="6947"/>
                    <a:pt x="27414" y="6943"/>
                    <a:pt x="27409" y="6943"/>
                  </a:cubicBezTo>
                  <a:cubicBezTo>
                    <a:pt x="27404" y="6943"/>
                    <a:pt x="27400" y="6938"/>
                    <a:pt x="27395" y="6938"/>
                  </a:cubicBezTo>
                  <a:cubicBezTo>
                    <a:pt x="27125" y="6837"/>
                    <a:pt x="26875" y="6795"/>
                    <a:pt x="26641" y="6795"/>
                  </a:cubicBezTo>
                  <a:cubicBezTo>
                    <a:pt x="26004" y="6795"/>
                    <a:pt x="25490" y="7106"/>
                    <a:pt x="25024" y="7388"/>
                  </a:cubicBezTo>
                  <a:cubicBezTo>
                    <a:pt x="24656" y="7605"/>
                    <a:pt x="24308" y="7817"/>
                    <a:pt x="23914" y="7892"/>
                  </a:cubicBezTo>
                  <a:lnTo>
                    <a:pt x="23509" y="7983"/>
                  </a:lnTo>
                  <a:cubicBezTo>
                    <a:pt x="23469" y="7925"/>
                    <a:pt x="23400" y="7890"/>
                    <a:pt x="23329" y="7890"/>
                  </a:cubicBezTo>
                  <a:cubicBezTo>
                    <a:pt x="23320" y="7890"/>
                    <a:pt x="23311" y="7891"/>
                    <a:pt x="23302" y="7892"/>
                  </a:cubicBezTo>
                  <a:cubicBezTo>
                    <a:pt x="23247" y="7069"/>
                    <a:pt x="22958" y="4108"/>
                    <a:pt x="21706" y="3532"/>
                  </a:cubicBezTo>
                  <a:cubicBezTo>
                    <a:pt x="21559" y="3464"/>
                    <a:pt x="21405" y="3429"/>
                    <a:pt x="21246" y="3429"/>
                  </a:cubicBezTo>
                  <a:cubicBezTo>
                    <a:pt x="20936" y="3429"/>
                    <a:pt x="20606" y="3560"/>
                    <a:pt x="20265" y="3820"/>
                  </a:cubicBezTo>
                  <a:cubicBezTo>
                    <a:pt x="19588" y="4336"/>
                    <a:pt x="19311" y="5427"/>
                    <a:pt x="19255" y="6523"/>
                  </a:cubicBezTo>
                  <a:cubicBezTo>
                    <a:pt x="18913" y="6207"/>
                    <a:pt x="18580" y="6112"/>
                    <a:pt x="18302" y="6112"/>
                  </a:cubicBezTo>
                  <a:cubicBezTo>
                    <a:pt x="18211" y="6112"/>
                    <a:pt x="18125" y="6122"/>
                    <a:pt x="18047" y="6139"/>
                  </a:cubicBezTo>
                  <a:cubicBezTo>
                    <a:pt x="17254" y="6306"/>
                    <a:pt x="16664" y="7206"/>
                    <a:pt x="16492" y="8008"/>
                  </a:cubicBezTo>
                  <a:cubicBezTo>
                    <a:pt x="16482" y="8048"/>
                    <a:pt x="16471" y="8094"/>
                    <a:pt x="16466" y="8135"/>
                  </a:cubicBezTo>
                  <a:cubicBezTo>
                    <a:pt x="16412" y="8132"/>
                    <a:pt x="16358" y="8131"/>
                    <a:pt x="16305" y="8131"/>
                  </a:cubicBezTo>
                  <a:cubicBezTo>
                    <a:pt x="15555" y="8131"/>
                    <a:pt x="14974" y="8364"/>
                    <a:pt x="14582" y="8822"/>
                  </a:cubicBezTo>
                  <a:cubicBezTo>
                    <a:pt x="14293" y="9155"/>
                    <a:pt x="14127" y="9585"/>
                    <a:pt x="14046" y="10065"/>
                  </a:cubicBezTo>
                  <a:cubicBezTo>
                    <a:pt x="13973" y="10060"/>
                    <a:pt x="13902" y="10058"/>
                    <a:pt x="13833" y="10058"/>
                  </a:cubicBezTo>
                  <a:cubicBezTo>
                    <a:pt x="13216" y="10058"/>
                    <a:pt x="12748" y="10243"/>
                    <a:pt x="12434" y="10615"/>
                  </a:cubicBezTo>
                  <a:cubicBezTo>
                    <a:pt x="12197" y="10893"/>
                    <a:pt x="12071" y="11252"/>
                    <a:pt x="12020" y="11662"/>
                  </a:cubicBezTo>
                  <a:cubicBezTo>
                    <a:pt x="12005" y="11681"/>
                    <a:pt x="11989" y="11702"/>
                    <a:pt x="11980" y="11732"/>
                  </a:cubicBezTo>
                  <a:cubicBezTo>
                    <a:pt x="11838" y="12106"/>
                    <a:pt x="11717" y="12591"/>
                    <a:pt x="11616" y="13162"/>
                  </a:cubicBezTo>
                  <a:cubicBezTo>
                    <a:pt x="10692" y="12803"/>
                    <a:pt x="9797" y="12061"/>
                    <a:pt x="9074" y="11025"/>
                  </a:cubicBezTo>
                  <a:cubicBezTo>
                    <a:pt x="7236" y="8388"/>
                    <a:pt x="6771" y="4482"/>
                    <a:pt x="7806" y="304"/>
                  </a:cubicBezTo>
                  <a:lnTo>
                    <a:pt x="7806" y="283"/>
                  </a:lnTo>
                  <a:cubicBezTo>
                    <a:pt x="7817" y="234"/>
                    <a:pt x="7806" y="183"/>
                    <a:pt x="7787" y="137"/>
                  </a:cubicBezTo>
                  <a:lnTo>
                    <a:pt x="7782" y="132"/>
                  </a:lnTo>
                  <a:cubicBezTo>
                    <a:pt x="7771" y="112"/>
                    <a:pt x="7761" y="96"/>
                    <a:pt x="7751" y="87"/>
                  </a:cubicBezTo>
                  <a:cubicBezTo>
                    <a:pt x="7741" y="71"/>
                    <a:pt x="7731" y="61"/>
                    <a:pt x="7715" y="56"/>
                  </a:cubicBezTo>
                  <a:cubicBezTo>
                    <a:pt x="7710" y="46"/>
                    <a:pt x="7710" y="46"/>
                    <a:pt x="7705" y="41"/>
                  </a:cubicBezTo>
                  <a:cubicBezTo>
                    <a:pt x="7696" y="31"/>
                    <a:pt x="7680" y="26"/>
                    <a:pt x="7665" y="21"/>
                  </a:cubicBezTo>
                  <a:cubicBezTo>
                    <a:pt x="7650" y="10"/>
                    <a:pt x="7635" y="6"/>
                    <a:pt x="7619" y="6"/>
                  </a:cubicBezTo>
                  <a:cubicBezTo>
                    <a:pt x="7600" y="1"/>
                    <a:pt x="7579" y="1"/>
                    <a:pt x="7564"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33"/>
            <p:cNvSpPr/>
            <p:nvPr/>
          </p:nvSpPr>
          <p:spPr>
            <a:xfrm>
              <a:off x="2173325" y="1882750"/>
              <a:ext cx="1025" cy="3075"/>
            </a:xfrm>
            <a:custGeom>
              <a:avLst/>
              <a:gdLst/>
              <a:ahLst/>
              <a:cxnLst/>
              <a:rect l="l" t="t" r="r" b="b"/>
              <a:pathLst>
                <a:path w="41" h="123" extrusionOk="0">
                  <a:moveTo>
                    <a:pt x="20" y="1"/>
                  </a:moveTo>
                  <a:cubicBezTo>
                    <a:pt x="10" y="36"/>
                    <a:pt x="5" y="72"/>
                    <a:pt x="0" y="112"/>
                  </a:cubicBezTo>
                  <a:cubicBezTo>
                    <a:pt x="10" y="117"/>
                    <a:pt x="25" y="117"/>
                    <a:pt x="40" y="122"/>
                  </a:cubicBezTo>
                  <a:cubicBezTo>
                    <a:pt x="31" y="82"/>
                    <a:pt x="25" y="42"/>
                    <a:pt x="20"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33"/>
            <p:cNvSpPr/>
            <p:nvPr/>
          </p:nvSpPr>
          <p:spPr>
            <a:xfrm>
              <a:off x="1909950" y="1601225"/>
              <a:ext cx="303675" cy="387725"/>
            </a:xfrm>
            <a:custGeom>
              <a:avLst/>
              <a:gdLst/>
              <a:ahLst/>
              <a:cxnLst/>
              <a:rect l="l" t="t" r="r" b="b"/>
              <a:pathLst>
                <a:path w="12147" h="15509" extrusionOk="0">
                  <a:moveTo>
                    <a:pt x="6016" y="9120"/>
                  </a:moveTo>
                  <a:cubicBezTo>
                    <a:pt x="6114" y="9120"/>
                    <a:pt x="6207" y="9182"/>
                    <a:pt x="6245" y="9277"/>
                  </a:cubicBezTo>
                  <a:cubicBezTo>
                    <a:pt x="6422" y="9746"/>
                    <a:pt x="6796" y="10236"/>
                    <a:pt x="7341" y="10737"/>
                  </a:cubicBezTo>
                  <a:cubicBezTo>
                    <a:pt x="7443" y="10828"/>
                    <a:pt x="7448" y="10984"/>
                    <a:pt x="7357" y="11085"/>
                  </a:cubicBezTo>
                  <a:cubicBezTo>
                    <a:pt x="7306" y="11141"/>
                    <a:pt x="7241" y="11166"/>
                    <a:pt x="7175" y="11166"/>
                  </a:cubicBezTo>
                  <a:cubicBezTo>
                    <a:pt x="7115" y="11166"/>
                    <a:pt x="7054" y="11141"/>
                    <a:pt x="7008" y="11101"/>
                  </a:cubicBezTo>
                  <a:cubicBezTo>
                    <a:pt x="6402" y="10550"/>
                    <a:pt x="5993" y="10000"/>
                    <a:pt x="5781" y="9459"/>
                  </a:cubicBezTo>
                  <a:cubicBezTo>
                    <a:pt x="5730" y="9333"/>
                    <a:pt x="5795" y="9186"/>
                    <a:pt x="5922" y="9140"/>
                  </a:cubicBezTo>
                  <a:cubicBezTo>
                    <a:pt x="5953" y="9126"/>
                    <a:pt x="5985" y="9120"/>
                    <a:pt x="6016" y="9120"/>
                  </a:cubicBezTo>
                  <a:close/>
                  <a:moveTo>
                    <a:pt x="7818" y="11187"/>
                  </a:moveTo>
                  <a:cubicBezTo>
                    <a:pt x="7874" y="11187"/>
                    <a:pt x="7929" y="11205"/>
                    <a:pt x="7973" y="11243"/>
                  </a:cubicBezTo>
                  <a:cubicBezTo>
                    <a:pt x="8110" y="11348"/>
                    <a:pt x="8267" y="11460"/>
                    <a:pt x="8402" y="11546"/>
                  </a:cubicBezTo>
                  <a:cubicBezTo>
                    <a:pt x="8519" y="11621"/>
                    <a:pt x="8554" y="11772"/>
                    <a:pt x="8484" y="11889"/>
                  </a:cubicBezTo>
                  <a:cubicBezTo>
                    <a:pt x="8433" y="11964"/>
                    <a:pt x="8353" y="12005"/>
                    <a:pt x="8272" y="12005"/>
                  </a:cubicBezTo>
                  <a:cubicBezTo>
                    <a:pt x="8225" y="12005"/>
                    <a:pt x="8181" y="11989"/>
                    <a:pt x="8141" y="11964"/>
                  </a:cubicBezTo>
                  <a:cubicBezTo>
                    <a:pt x="7989" y="11868"/>
                    <a:pt x="7812" y="11747"/>
                    <a:pt x="7665" y="11626"/>
                  </a:cubicBezTo>
                  <a:cubicBezTo>
                    <a:pt x="7559" y="11540"/>
                    <a:pt x="7539" y="11383"/>
                    <a:pt x="7625" y="11278"/>
                  </a:cubicBezTo>
                  <a:cubicBezTo>
                    <a:pt x="7673" y="11217"/>
                    <a:pt x="7746" y="11187"/>
                    <a:pt x="7818" y="11187"/>
                  </a:cubicBezTo>
                  <a:close/>
                  <a:moveTo>
                    <a:pt x="5422" y="1"/>
                  </a:moveTo>
                  <a:lnTo>
                    <a:pt x="5422" y="1"/>
                  </a:lnTo>
                  <a:cubicBezTo>
                    <a:pt x="4230" y="3158"/>
                    <a:pt x="4305" y="7902"/>
                    <a:pt x="4513" y="9464"/>
                  </a:cubicBezTo>
                  <a:cubicBezTo>
                    <a:pt x="4533" y="9600"/>
                    <a:pt x="4436" y="9727"/>
                    <a:pt x="4300" y="9741"/>
                  </a:cubicBezTo>
                  <a:cubicBezTo>
                    <a:pt x="4291" y="9741"/>
                    <a:pt x="4275" y="9746"/>
                    <a:pt x="4270" y="9746"/>
                  </a:cubicBezTo>
                  <a:cubicBezTo>
                    <a:pt x="4154" y="9746"/>
                    <a:pt x="4048" y="9666"/>
                    <a:pt x="4028" y="9545"/>
                  </a:cubicBezTo>
                  <a:cubicBezTo>
                    <a:pt x="4012" y="9545"/>
                    <a:pt x="3997" y="9539"/>
                    <a:pt x="3982" y="9534"/>
                  </a:cubicBezTo>
                  <a:cubicBezTo>
                    <a:pt x="2517" y="8933"/>
                    <a:pt x="1168" y="7635"/>
                    <a:pt x="1" y="6316"/>
                  </a:cubicBezTo>
                  <a:lnTo>
                    <a:pt x="1" y="6316"/>
                  </a:lnTo>
                  <a:cubicBezTo>
                    <a:pt x="617" y="9312"/>
                    <a:pt x="2703" y="12162"/>
                    <a:pt x="5614" y="13904"/>
                  </a:cubicBezTo>
                  <a:cubicBezTo>
                    <a:pt x="6952" y="14708"/>
                    <a:pt x="8367" y="15214"/>
                    <a:pt x="9767" y="15410"/>
                  </a:cubicBezTo>
                  <a:cubicBezTo>
                    <a:pt x="9934" y="15436"/>
                    <a:pt x="10100" y="15456"/>
                    <a:pt x="10267" y="15471"/>
                  </a:cubicBezTo>
                  <a:cubicBezTo>
                    <a:pt x="10554" y="15496"/>
                    <a:pt x="10838" y="15509"/>
                    <a:pt x="11120" y="15509"/>
                  </a:cubicBezTo>
                  <a:cubicBezTo>
                    <a:pt x="11465" y="15509"/>
                    <a:pt x="11807" y="15489"/>
                    <a:pt x="12147" y="15450"/>
                  </a:cubicBezTo>
                  <a:cubicBezTo>
                    <a:pt x="11909" y="15112"/>
                    <a:pt x="11707" y="14713"/>
                    <a:pt x="11566" y="14354"/>
                  </a:cubicBezTo>
                  <a:cubicBezTo>
                    <a:pt x="11324" y="13945"/>
                    <a:pt x="11151" y="13556"/>
                    <a:pt x="11086" y="13334"/>
                  </a:cubicBezTo>
                  <a:lnTo>
                    <a:pt x="11075" y="13309"/>
                  </a:lnTo>
                  <a:cubicBezTo>
                    <a:pt x="10949" y="12889"/>
                    <a:pt x="10808" y="12409"/>
                    <a:pt x="10687" y="11909"/>
                  </a:cubicBezTo>
                  <a:cubicBezTo>
                    <a:pt x="10611" y="11899"/>
                    <a:pt x="10535" y="11884"/>
                    <a:pt x="10459" y="11863"/>
                  </a:cubicBezTo>
                  <a:cubicBezTo>
                    <a:pt x="10298" y="11828"/>
                    <a:pt x="10146" y="11782"/>
                    <a:pt x="9990" y="11721"/>
                  </a:cubicBezTo>
                  <a:cubicBezTo>
                    <a:pt x="8934" y="11348"/>
                    <a:pt x="7922" y="10525"/>
                    <a:pt x="7115" y="9373"/>
                  </a:cubicBezTo>
                  <a:cubicBezTo>
                    <a:pt x="5457" y="6999"/>
                    <a:pt x="4867" y="3648"/>
                    <a:pt x="5422"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33"/>
            <p:cNvSpPr/>
            <p:nvPr/>
          </p:nvSpPr>
          <p:spPr>
            <a:xfrm>
              <a:off x="2180375" y="1816625"/>
              <a:ext cx="56750" cy="113775"/>
            </a:xfrm>
            <a:custGeom>
              <a:avLst/>
              <a:gdLst/>
              <a:ahLst/>
              <a:cxnLst/>
              <a:rect l="l" t="t" r="r" b="b"/>
              <a:pathLst>
                <a:path w="2270" h="4551" extrusionOk="0">
                  <a:moveTo>
                    <a:pt x="1488" y="1"/>
                  </a:moveTo>
                  <a:cubicBezTo>
                    <a:pt x="1011" y="1"/>
                    <a:pt x="662" y="128"/>
                    <a:pt x="446" y="383"/>
                  </a:cubicBezTo>
                  <a:cubicBezTo>
                    <a:pt x="1" y="908"/>
                    <a:pt x="82" y="1929"/>
                    <a:pt x="299" y="2924"/>
                  </a:cubicBezTo>
                  <a:cubicBezTo>
                    <a:pt x="334" y="2970"/>
                    <a:pt x="355" y="3035"/>
                    <a:pt x="349" y="3101"/>
                  </a:cubicBezTo>
                  <a:cubicBezTo>
                    <a:pt x="349" y="3112"/>
                    <a:pt x="344" y="3116"/>
                    <a:pt x="344" y="3126"/>
                  </a:cubicBezTo>
                  <a:cubicBezTo>
                    <a:pt x="465" y="3641"/>
                    <a:pt x="617" y="4142"/>
                    <a:pt x="738" y="4551"/>
                  </a:cubicBezTo>
                  <a:cubicBezTo>
                    <a:pt x="1021" y="4426"/>
                    <a:pt x="1544" y="4204"/>
                    <a:pt x="2021" y="4204"/>
                  </a:cubicBezTo>
                  <a:cubicBezTo>
                    <a:pt x="2106" y="4204"/>
                    <a:pt x="2189" y="4211"/>
                    <a:pt x="2270" y="4227"/>
                  </a:cubicBezTo>
                  <a:lnTo>
                    <a:pt x="2270" y="4222"/>
                  </a:lnTo>
                  <a:lnTo>
                    <a:pt x="2234" y="4086"/>
                  </a:lnTo>
                  <a:cubicBezTo>
                    <a:pt x="1951" y="2970"/>
                    <a:pt x="1537" y="1347"/>
                    <a:pt x="1622" y="4"/>
                  </a:cubicBezTo>
                  <a:cubicBezTo>
                    <a:pt x="1576" y="2"/>
                    <a:pt x="1531" y="1"/>
                    <a:pt x="1488"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33"/>
            <p:cNvSpPr/>
            <p:nvPr/>
          </p:nvSpPr>
          <p:spPr>
            <a:xfrm>
              <a:off x="2206400" y="1933900"/>
              <a:ext cx="40950" cy="61475"/>
            </a:xfrm>
            <a:custGeom>
              <a:avLst/>
              <a:gdLst/>
              <a:ahLst/>
              <a:cxnLst/>
              <a:rect l="l" t="t" r="r" b="b"/>
              <a:pathLst>
                <a:path w="1638" h="2459" extrusionOk="0">
                  <a:moveTo>
                    <a:pt x="972" y="1"/>
                  </a:moveTo>
                  <a:cubicBezTo>
                    <a:pt x="689" y="1"/>
                    <a:pt x="321" y="134"/>
                    <a:pt x="0" y="275"/>
                  </a:cubicBezTo>
                  <a:cubicBezTo>
                    <a:pt x="0" y="385"/>
                    <a:pt x="51" y="578"/>
                    <a:pt x="137" y="795"/>
                  </a:cubicBezTo>
                  <a:cubicBezTo>
                    <a:pt x="294" y="1199"/>
                    <a:pt x="562" y="1714"/>
                    <a:pt x="839" y="2063"/>
                  </a:cubicBezTo>
                  <a:cubicBezTo>
                    <a:pt x="1001" y="2270"/>
                    <a:pt x="1168" y="2416"/>
                    <a:pt x="1309" y="2452"/>
                  </a:cubicBezTo>
                  <a:cubicBezTo>
                    <a:pt x="1320" y="2455"/>
                    <a:pt x="1335" y="2458"/>
                    <a:pt x="1353" y="2458"/>
                  </a:cubicBezTo>
                  <a:cubicBezTo>
                    <a:pt x="1405" y="2458"/>
                    <a:pt x="1481" y="2428"/>
                    <a:pt x="1572" y="2255"/>
                  </a:cubicBezTo>
                  <a:cubicBezTo>
                    <a:pt x="1623" y="2164"/>
                    <a:pt x="1637" y="2038"/>
                    <a:pt x="1632" y="1907"/>
                  </a:cubicBezTo>
                  <a:lnTo>
                    <a:pt x="1632" y="1881"/>
                  </a:lnTo>
                  <a:cubicBezTo>
                    <a:pt x="1632" y="1774"/>
                    <a:pt x="1618" y="1658"/>
                    <a:pt x="1607" y="1553"/>
                  </a:cubicBezTo>
                  <a:lnTo>
                    <a:pt x="1597" y="1446"/>
                  </a:lnTo>
                  <a:cubicBezTo>
                    <a:pt x="1587" y="1361"/>
                    <a:pt x="1581" y="1275"/>
                    <a:pt x="1572" y="1179"/>
                  </a:cubicBezTo>
                  <a:cubicBezTo>
                    <a:pt x="1562" y="1042"/>
                    <a:pt x="1551" y="906"/>
                    <a:pt x="1532" y="769"/>
                  </a:cubicBezTo>
                  <a:cubicBezTo>
                    <a:pt x="1471" y="573"/>
                    <a:pt x="1415" y="375"/>
                    <a:pt x="1369" y="188"/>
                  </a:cubicBezTo>
                  <a:lnTo>
                    <a:pt x="1369" y="184"/>
                  </a:lnTo>
                  <a:cubicBezTo>
                    <a:pt x="1290" y="52"/>
                    <a:pt x="1148" y="1"/>
                    <a:pt x="972"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33"/>
            <p:cNvSpPr/>
            <p:nvPr/>
          </p:nvSpPr>
          <p:spPr>
            <a:xfrm>
              <a:off x="2231050" y="1768550"/>
              <a:ext cx="67700" cy="136725"/>
            </a:xfrm>
            <a:custGeom>
              <a:avLst/>
              <a:gdLst/>
              <a:ahLst/>
              <a:cxnLst/>
              <a:rect l="l" t="t" r="r" b="b"/>
              <a:pathLst>
                <a:path w="2708" h="5469" extrusionOk="0">
                  <a:moveTo>
                    <a:pt x="1890" y="1"/>
                  </a:moveTo>
                  <a:cubicBezTo>
                    <a:pt x="1292" y="1"/>
                    <a:pt x="857" y="168"/>
                    <a:pt x="560" y="518"/>
                  </a:cubicBezTo>
                  <a:cubicBezTo>
                    <a:pt x="318" y="800"/>
                    <a:pt x="182" y="1185"/>
                    <a:pt x="116" y="1628"/>
                  </a:cubicBezTo>
                  <a:cubicBezTo>
                    <a:pt x="126" y="1659"/>
                    <a:pt x="131" y="1700"/>
                    <a:pt x="126" y="1740"/>
                  </a:cubicBezTo>
                  <a:cubicBezTo>
                    <a:pt x="126" y="1775"/>
                    <a:pt x="110" y="1806"/>
                    <a:pt x="96" y="1831"/>
                  </a:cubicBezTo>
                  <a:cubicBezTo>
                    <a:pt x="0" y="2892"/>
                    <a:pt x="278" y="4226"/>
                    <a:pt x="535" y="5292"/>
                  </a:cubicBezTo>
                  <a:cubicBezTo>
                    <a:pt x="823" y="5220"/>
                    <a:pt x="1270" y="5114"/>
                    <a:pt x="1703" y="5114"/>
                  </a:cubicBezTo>
                  <a:cubicBezTo>
                    <a:pt x="2090" y="5114"/>
                    <a:pt x="2467" y="5199"/>
                    <a:pt x="2708" y="5469"/>
                  </a:cubicBezTo>
                  <a:cubicBezTo>
                    <a:pt x="2617" y="5161"/>
                    <a:pt x="2551" y="4853"/>
                    <a:pt x="2491" y="4585"/>
                  </a:cubicBezTo>
                  <a:cubicBezTo>
                    <a:pt x="2460" y="4448"/>
                    <a:pt x="2430" y="4326"/>
                    <a:pt x="2405" y="4216"/>
                  </a:cubicBezTo>
                  <a:cubicBezTo>
                    <a:pt x="2117" y="3048"/>
                    <a:pt x="1838" y="1437"/>
                    <a:pt x="1996" y="2"/>
                  </a:cubicBezTo>
                  <a:cubicBezTo>
                    <a:pt x="1960" y="1"/>
                    <a:pt x="1925" y="1"/>
                    <a:pt x="1890"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33"/>
            <p:cNvSpPr/>
            <p:nvPr/>
          </p:nvSpPr>
          <p:spPr>
            <a:xfrm>
              <a:off x="2303800" y="1935175"/>
              <a:ext cx="18075" cy="26950"/>
            </a:xfrm>
            <a:custGeom>
              <a:avLst/>
              <a:gdLst/>
              <a:ahLst/>
              <a:cxnLst/>
              <a:rect l="l" t="t" r="r" b="b"/>
              <a:pathLst>
                <a:path w="723" h="1078" extrusionOk="0">
                  <a:moveTo>
                    <a:pt x="273" y="0"/>
                  </a:moveTo>
                  <a:cubicBezTo>
                    <a:pt x="222" y="359"/>
                    <a:pt x="136" y="662"/>
                    <a:pt x="10" y="910"/>
                  </a:cubicBezTo>
                  <a:lnTo>
                    <a:pt x="5" y="946"/>
                  </a:lnTo>
                  <a:cubicBezTo>
                    <a:pt x="5" y="986"/>
                    <a:pt x="5" y="1031"/>
                    <a:pt x="0" y="1077"/>
                  </a:cubicBezTo>
                  <a:cubicBezTo>
                    <a:pt x="232" y="1012"/>
                    <a:pt x="474" y="951"/>
                    <a:pt x="723" y="895"/>
                  </a:cubicBezTo>
                  <a:cubicBezTo>
                    <a:pt x="581" y="667"/>
                    <a:pt x="455" y="401"/>
                    <a:pt x="348" y="122"/>
                  </a:cubicBezTo>
                  <a:cubicBezTo>
                    <a:pt x="318" y="82"/>
                    <a:pt x="292" y="42"/>
                    <a:pt x="273"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33"/>
            <p:cNvSpPr/>
            <p:nvPr/>
          </p:nvSpPr>
          <p:spPr>
            <a:xfrm>
              <a:off x="2249600" y="1908875"/>
              <a:ext cx="45125" cy="74925"/>
            </a:xfrm>
            <a:custGeom>
              <a:avLst/>
              <a:gdLst/>
              <a:ahLst/>
              <a:cxnLst/>
              <a:rect l="l" t="t" r="r" b="b"/>
              <a:pathLst>
                <a:path w="1805" h="2997" extrusionOk="0">
                  <a:moveTo>
                    <a:pt x="960" y="0"/>
                  </a:moveTo>
                  <a:cubicBezTo>
                    <a:pt x="633" y="0"/>
                    <a:pt x="270" y="76"/>
                    <a:pt x="21" y="133"/>
                  </a:cubicBezTo>
                  <a:cubicBezTo>
                    <a:pt x="21" y="143"/>
                    <a:pt x="21" y="154"/>
                    <a:pt x="16" y="164"/>
                  </a:cubicBezTo>
                  <a:cubicBezTo>
                    <a:pt x="0" y="264"/>
                    <a:pt x="5" y="411"/>
                    <a:pt x="30" y="588"/>
                  </a:cubicBezTo>
                  <a:lnTo>
                    <a:pt x="30" y="593"/>
                  </a:lnTo>
                  <a:cubicBezTo>
                    <a:pt x="46" y="719"/>
                    <a:pt x="72" y="861"/>
                    <a:pt x="107" y="1012"/>
                  </a:cubicBezTo>
                  <a:cubicBezTo>
                    <a:pt x="207" y="1204"/>
                    <a:pt x="258" y="1427"/>
                    <a:pt x="289" y="1649"/>
                  </a:cubicBezTo>
                  <a:cubicBezTo>
                    <a:pt x="324" y="1765"/>
                    <a:pt x="369" y="1877"/>
                    <a:pt x="415" y="1982"/>
                  </a:cubicBezTo>
                  <a:cubicBezTo>
                    <a:pt x="480" y="2150"/>
                    <a:pt x="557" y="2306"/>
                    <a:pt x="632" y="2447"/>
                  </a:cubicBezTo>
                  <a:lnTo>
                    <a:pt x="637" y="2447"/>
                  </a:lnTo>
                  <a:lnTo>
                    <a:pt x="632" y="2453"/>
                  </a:lnTo>
                  <a:cubicBezTo>
                    <a:pt x="667" y="2507"/>
                    <a:pt x="697" y="2563"/>
                    <a:pt x="728" y="2609"/>
                  </a:cubicBezTo>
                  <a:cubicBezTo>
                    <a:pt x="849" y="2786"/>
                    <a:pt x="970" y="2917"/>
                    <a:pt x="1096" y="2978"/>
                  </a:cubicBezTo>
                  <a:cubicBezTo>
                    <a:pt x="1102" y="2978"/>
                    <a:pt x="1112" y="2983"/>
                    <a:pt x="1127" y="2988"/>
                  </a:cubicBezTo>
                  <a:cubicBezTo>
                    <a:pt x="1142" y="2993"/>
                    <a:pt x="1162" y="2997"/>
                    <a:pt x="1185" y="2997"/>
                  </a:cubicBezTo>
                  <a:cubicBezTo>
                    <a:pt x="1237" y="2997"/>
                    <a:pt x="1308" y="2976"/>
                    <a:pt x="1395" y="2892"/>
                  </a:cubicBezTo>
                  <a:cubicBezTo>
                    <a:pt x="1425" y="2866"/>
                    <a:pt x="1455" y="2831"/>
                    <a:pt x="1485" y="2791"/>
                  </a:cubicBezTo>
                  <a:cubicBezTo>
                    <a:pt x="1536" y="2726"/>
                    <a:pt x="1572" y="2649"/>
                    <a:pt x="1597" y="2558"/>
                  </a:cubicBezTo>
                  <a:cubicBezTo>
                    <a:pt x="1623" y="2472"/>
                    <a:pt x="1642" y="2377"/>
                    <a:pt x="1653" y="2281"/>
                  </a:cubicBezTo>
                  <a:cubicBezTo>
                    <a:pt x="1663" y="2174"/>
                    <a:pt x="1672" y="2069"/>
                    <a:pt x="1678" y="1968"/>
                  </a:cubicBezTo>
                  <a:lnTo>
                    <a:pt x="1688" y="1847"/>
                  </a:lnTo>
                  <a:cubicBezTo>
                    <a:pt x="1688" y="1836"/>
                    <a:pt x="1688" y="1821"/>
                    <a:pt x="1693" y="1805"/>
                  </a:cubicBezTo>
                  <a:cubicBezTo>
                    <a:pt x="1698" y="1719"/>
                    <a:pt x="1709" y="1628"/>
                    <a:pt x="1718" y="1533"/>
                  </a:cubicBezTo>
                  <a:cubicBezTo>
                    <a:pt x="1758" y="1129"/>
                    <a:pt x="1804" y="664"/>
                    <a:pt x="1688" y="341"/>
                  </a:cubicBezTo>
                  <a:cubicBezTo>
                    <a:pt x="1591" y="80"/>
                    <a:pt x="1294" y="0"/>
                    <a:pt x="960"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33"/>
            <p:cNvSpPr/>
            <p:nvPr/>
          </p:nvSpPr>
          <p:spPr>
            <a:xfrm>
              <a:off x="2314000" y="1887200"/>
              <a:ext cx="46025" cy="74975"/>
            </a:xfrm>
            <a:custGeom>
              <a:avLst/>
              <a:gdLst/>
              <a:ahLst/>
              <a:cxnLst/>
              <a:rect l="l" t="t" r="r" b="b"/>
              <a:pathLst>
                <a:path w="1841" h="2999" extrusionOk="0">
                  <a:moveTo>
                    <a:pt x="1004" y="0"/>
                  </a:moveTo>
                  <a:cubicBezTo>
                    <a:pt x="708" y="0"/>
                    <a:pt x="365" y="64"/>
                    <a:pt x="57" y="137"/>
                  </a:cubicBezTo>
                  <a:cubicBezTo>
                    <a:pt x="57" y="142"/>
                    <a:pt x="52" y="152"/>
                    <a:pt x="52" y="167"/>
                  </a:cubicBezTo>
                  <a:cubicBezTo>
                    <a:pt x="1" y="460"/>
                    <a:pt x="143" y="1162"/>
                    <a:pt x="375" y="1798"/>
                  </a:cubicBezTo>
                  <a:lnTo>
                    <a:pt x="380" y="1804"/>
                  </a:lnTo>
                  <a:cubicBezTo>
                    <a:pt x="506" y="2152"/>
                    <a:pt x="663" y="2481"/>
                    <a:pt x="830" y="2708"/>
                  </a:cubicBezTo>
                  <a:cubicBezTo>
                    <a:pt x="840" y="2723"/>
                    <a:pt x="850" y="2733"/>
                    <a:pt x="860" y="2749"/>
                  </a:cubicBezTo>
                  <a:cubicBezTo>
                    <a:pt x="945" y="2854"/>
                    <a:pt x="1042" y="2936"/>
                    <a:pt x="1127" y="2976"/>
                  </a:cubicBezTo>
                  <a:cubicBezTo>
                    <a:pt x="1148" y="2985"/>
                    <a:pt x="1178" y="2999"/>
                    <a:pt x="1219" y="2999"/>
                  </a:cubicBezTo>
                  <a:cubicBezTo>
                    <a:pt x="1288" y="2999"/>
                    <a:pt x="1388" y="2959"/>
                    <a:pt x="1521" y="2794"/>
                  </a:cubicBezTo>
                  <a:lnTo>
                    <a:pt x="1521" y="2789"/>
                  </a:lnTo>
                  <a:cubicBezTo>
                    <a:pt x="1572" y="2733"/>
                    <a:pt x="1603" y="2658"/>
                    <a:pt x="1628" y="2577"/>
                  </a:cubicBezTo>
                  <a:cubicBezTo>
                    <a:pt x="1663" y="2465"/>
                    <a:pt x="1684" y="2339"/>
                    <a:pt x="1694" y="2213"/>
                  </a:cubicBezTo>
                  <a:cubicBezTo>
                    <a:pt x="1703" y="2127"/>
                    <a:pt x="1709" y="2047"/>
                    <a:pt x="1714" y="1966"/>
                  </a:cubicBezTo>
                  <a:lnTo>
                    <a:pt x="1724" y="1844"/>
                  </a:lnTo>
                  <a:cubicBezTo>
                    <a:pt x="1729" y="1748"/>
                    <a:pt x="1744" y="1647"/>
                    <a:pt x="1749" y="1536"/>
                  </a:cubicBezTo>
                  <a:cubicBezTo>
                    <a:pt x="1794" y="1131"/>
                    <a:pt x="1840" y="667"/>
                    <a:pt x="1724" y="343"/>
                  </a:cubicBezTo>
                  <a:cubicBezTo>
                    <a:pt x="1629" y="86"/>
                    <a:pt x="1347" y="0"/>
                    <a:pt x="1004"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33"/>
            <p:cNvSpPr/>
            <p:nvPr/>
          </p:nvSpPr>
          <p:spPr>
            <a:xfrm>
              <a:off x="2370725" y="1901575"/>
              <a:ext cx="2425" cy="18625"/>
            </a:xfrm>
            <a:custGeom>
              <a:avLst/>
              <a:gdLst/>
              <a:ahLst/>
              <a:cxnLst/>
              <a:rect l="l" t="t" r="r" b="b"/>
              <a:pathLst>
                <a:path w="97" h="745" extrusionOk="0">
                  <a:moveTo>
                    <a:pt x="10" y="1"/>
                  </a:moveTo>
                  <a:cubicBezTo>
                    <a:pt x="36" y="243"/>
                    <a:pt x="21" y="496"/>
                    <a:pt x="0" y="744"/>
                  </a:cubicBezTo>
                  <a:cubicBezTo>
                    <a:pt x="47" y="587"/>
                    <a:pt x="77" y="430"/>
                    <a:pt x="96" y="269"/>
                  </a:cubicBezTo>
                  <a:cubicBezTo>
                    <a:pt x="66" y="183"/>
                    <a:pt x="36" y="92"/>
                    <a:pt x="10"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33"/>
            <p:cNvSpPr/>
            <p:nvPr/>
          </p:nvSpPr>
          <p:spPr>
            <a:xfrm>
              <a:off x="2367825" y="1927600"/>
              <a:ext cx="33125" cy="22400"/>
            </a:xfrm>
            <a:custGeom>
              <a:avLst/>
              <a:gdLst/>
              <a:ahLst/>
              <a:cxnLst/>
              <a:rect l="l" t="t" r="r" b="b"/>
              <a:pathLst>
                <a:path w="1325" h="896" extrusionOk="0">
                  <a:moveTo>
                    <a:pt x="546" y="0"/>
                  </a:moveTo>
                  <a:cubicBezTo>
                    <a:pt x="429" y="340"/>
                    <a:pt x="258" y="648"/>
                    <a:pt x="5" y="870"/>
                  </a:cubicBezTo>
                  <a:cubicBezTo>
                    <a:pt x="5" y="879"/>
                    <a:pt x="5" y="890"/>
                    <a:pt x="0" y="895"/>
                  </a:cubicBezTo>
                  <a:cubicBezTo>
                    <a:pt x="445" y="849"/>
                    <a:pt x="890" y="825"/>
                    <a:pt x="1324" y="819"/>
                  </a:cubicBezTo>
                  <a:cubicBezTo>
                    <a:pt x="1304" y="814"/>
                    <a:pt x="1284" y="804"/>
                    <a:pt x="1264" y="795"/>
                  </a:cubicBezTo>
                  <a:cubicBezTo>
                    <a:pt x="996" y="673"/>
                    <a:pt x="748" y="375"/>
                    <a:pt x="546"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33"/>
            <p:cNvSpPr/>
            <p:nvPr/>
          </p:nvSpPr>
          <p:spPr>
            <a:xfrm>
              <a:off x="2375775" y="1847775"/>
              <a:ext cx="15425" cy="5100"/>
            </a:xfrm>
            <a:custGeom>
              <a:avLst/>
              <a:gdLst/>
              <a:ahLst/>
              <a:cxnLst/>
              <a:rect l="l" t="t" r="r" b="b"/>
              <a:pathLst>
                <a:path w="617" h="204" extrusionOk="0">
                  <a:moveTo>
                    <a:pt x="1" y="1"/>
                  </a:moveTo>
                  <a:lnTo>
                    <a:pt x="1" y="1"/>
                  </a:lnTo>
                  <a:cubicBezTo>
                    <a:pt x="6" y="66"/>
                    <a:pt x="11" y="132"/>
                    <a:pt x="16" y="203"/>
                  </a:cubicBezTo>
                  <a:cubicBezTo>
                    <a:pt x="193" y="162"/>
                    <a:pt x="400" y="117"/>
                    <a:pt x="617" y="92"/>
                  </a:cubicBezTo>
                  <a:cubicBezTo>
                    <a:pt x="405" y="71"/>
                    <a:pt x="202" y="41"/>
                    <a:pt x="1"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33"/>
            <p:cNvSpPr/>
            <p:nvPr/>
          </p:nvSpPr>
          <p:spPr>
            <a:xfrm>
              <a:off x="2287600" y="1718025"/>
              <a:ext cx="80125" cy="171225"/>
            </a:xfrm>
            <a:custGeom>
              <a:avLst/>
              <a:gdLst/>
              <a:ahLst/>
              <a:cxnLst/>
              <a:rect l="l" t="t" r="r" b="b"/>
              <a:pathLst>
                <a:path w="3205" h="6849" extrusionOk="0">
                  <a:moveTo>
                    <a:pt x="1645" y="1"/>
                  </a:moveTo>
                  <a:cubicBezTo>
                    <a:pt x="1595" y="1"/>
                    <a:pt x="1544" y="6"/>
                    <a:pt x="1492" y="17"/>
                  </a:cubicBezTo>
                  <a:cubicBezTo>
                    <a:pt x="991" y="123"/>
                    <a:pt x="476" y="781"/>
                    <a:pt x="320" y="1508"/>
                  </a:cubicBezTo>
                  <a:cubicBezTo>
                    <a:pt x="1" y="2983"/>
                    <a:pt x="310" y="4832"/>
                    <a:pt x="628" y="6121"/>
                  </a:cubicBezTo>
                  <a:cubicBezTo>
                    <a:pt x="653" y="6231"/>
                    <a:pt x="678" y="6358"/>
                    <a:pt x="709" y="6494"/>
                  </a:cubicBezTo>
                  <a:cubicBezTo>
                    <a:pt x="714" y="6504"/>
                    <a:pt x="714" y="6520"/>
                    <a:pt x="718" y="6534"/>
                  </a:cubicBezTo>
                  <a:cubicBezTo>
                    <a:pt x="754" y="6494"/>
                    <a:pt x="800" y="6469"/>
                    <a:pt x="849" y="6454"/>
                  </a:cubicBezTo>
                  <a:cubicBezTo>
                    <a:pt x="1113" y="6390"/>
                    <a:pt x="1579" y="6275"/>
                    <a:pt x="2036" y="6275"/>
                  </a:cubicBezTo>
                  <a:cubicBezTo>
                    <a:pt x="2517" y="6275"/>
                    <a:pt x="2989" y="6402"/>
                    <a:pt x="3204" y="6848"/>
                  </a:cubicBezTo>
                  <a:cubicBezTo>
                    <a:pt x="3113" y="6449"/>
                    <a:pt x="3078" y="6095"/>
                    <a:pt x="3104" y="5883"/>
                  </a:cubicBezTo>
                  <a:cubicBezTo>
                    <a:pt x="3068" y="5615"/>
                    <a:pt x="3043" y="5337"/>
                    <a:pt x="3022" y="5060"/>
                  </a:cubicBezTo>
                  <a:cubicBezTo>
                    <a:pt x="2927" y="5034"/>
                    <a:pt x="2836" y="5004"/>
                    <a:pt x="2750" y="4969"/>
                  </a:cubicBezTo>
                  <a:cubicBezTo>
                    <a:pt x="1891" y="4624"/>
                    <a:pt x="1411" y="4074"/>
                    <a:pt x="1360" y="3372"/>
                  </a:cubicBezTo>
                  <a:cubicBezTo>
                    <a:pt x="1330" y="2957"/>
                    <a:pt x="1800" y="2639"/>
                    <a:pt x="2831" y="2316"/>
                  </a:cubicBezTo>
                  <a:lnTo>
                    <a:pt x="2836" y="2316"/>
                  </a:lnTo>
                  <a:cubicBezTo>
                    <a:pt x="2709" y="1877"/>
                    <a:pt x="2619" y="1280"/>
                    <a:pt x="2593" y="644"/>
                  </a:cubicBezTo>
                  <a:cubicBezTo>
                    <a:pt x="2563" y="629"/>
                    <a:pt x="2542" y="604"/>
                    <a:pt x="2523" y="578"/>
                  </a:cubicBezTo>
                  <a:cubicBezTo>
                    <a:pt x="2245" y="196"/>
                    <a:pt x="1953" y="1"/>
                    <a:pt x="1645"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33"/>
            <p:cNvSpPr/>
            <p:nvPr/>
          </p:nvSpPr>
          <p:spPr>
            <a:xfrm>
              <a:off x="2414050" y="1849800"/>
              <a:ext cx="19075" cy="18975"/>
            </a:xfrm>
            <a:custGeom>
              <a:avLst/>
              <a:gdLst/>
              <a:ahLst/>
              <a:cxnLst/>
              <a:rect l="l" t="t" r="r" b="b"/>
              <a:pathLst>
                <a:path w="763" h="759" extrusionOk="0">
                  <a:moveTo>
                    <a:pt x="763" y="1"/>
                  </a:moveTo>
                  <a:cubicBezTo>
                    <a:pt x="511" y="26"/>
                    <a:pt x="254" y="46"/>
                    <a:pt x="0" y="46"/>
                  </a:cubicBezTo>
                  <a:cubicBezTo>
                    <a:pt x="298" y="132"/>
                    <a:pt x="551" y="309"/>
                    <a:pt x="672" y="652"/>
                  </a:cubicBezTo>
                  <a:cubicBezTo>
                    <a:pt x="688" y="682"/>
                    <a:pt x="697" y="717"/>
                    <a:pt x="708" y="759"/>
                  </a:cubicBezTo>
                  <a:cubicBezTo>
                    <a:pt x="739" y="491"/>
                    <a:pt x="753" y="232"/>
                    <a:pt x="763"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33"/>
            <p:cNvSpPr/>
            <p:nvPr/>
          </p:nvSpPr>
          <p:spPr>
            <a:xfrm>
              <a:off x="2376675" y="1861825"/>
              <a:ext cx="45600" cy="74975"/>
            </a:xfrm>
            <a:custGeom>
              <a:avLst/>
              <a:gdLst/>
              <a:ahLst/>
              <a:cxnLst/>
              <a:rect l="l" t="t" r="r" b="b"/>
              <a:pathLst>
                <a:path w="1824" h="2999" extrusionOk="0">
                  <a:moveTo>
                    <a:pt x="986" y="1"/>
                  </a:moveTo>
                  <a:cubicBezTo>
                    <a:pt x="691" y="1"/>
                    <a:pt x="349" y="64"/>
                    <a:pt x="40" y="136"/>
                  </a:cubicBezTo>
                  <a:lnTo>
                    <a:pt x="40" y="141"/>
                  </a:lnTo>
                  <a:cubicBezTo>
                    <a:pt x="40" y="146"/>
                    <a:pt x="35" y="156"/>
                    <a:pt x="30" y="166"/>
                  </a:cubicBezTo>
                  <a:cubicBezTo>
                    <a:pt x="0" y="358"/>
                    <a:pt x="51" y="732"/>
                    <a:pt x="157" y="1152"/>
                  </a:cubicBezTo>
                  <a:cubicBezTo>
                    <a:pt x="212" y="1369"/>
                    <a:pt x="283" y="1591"/>
                    <a:pt x="359" y="1808"/>
                  </a:cubicBezTo>
                  <a:lnTo>
                    <a:pt x="359" y="1813"/>
                  </a:lnTo>
                  <a:cubicBezTo>
                    <a:pt x="469" y="2106"/>
                    <a:pt x="597" y="2379"/>
                    <a:pt x="737" y="2591"/>
                  </a:cubicBezTo>
                  <a:cubicBezTo>
                    <a:pt x="854" y="2778"/>
                    <a:pt x="985" y="2920"/>
                    <a:pt x="1112" y="2976"/>
                  </a:cubicBezTo>
                  <a:cubicBezTo>
                    <a:pt x="1132" y="2985"/>
                    <a:pt x="1162" y="2998"/>
                    <a:pt x="1202" y="2998"/>
                  </a:cubicBezTo>
                  <a:cubicBezTo>
                    <a:pt x="1271" y="2998"/>
                    <a:pt x="1370" y="2959"/>
                    <a:pt x="1500" y="2794"/>
                  </a:cubicBezTo>
                  <a:cubicBezTo>
                    <a:pt x="1561" y="2722"/>
                    <a:pt x="1597" y="2631"/>
                    <a:pt x="1627" y="2531"/>
                  </a:cubicBezTo>
                  <a:cubicBezTo>
                    <a:pt x="1672" y="2358"/>
                    <a:pt x="1688" y="2157"/>
                    <a:pt x="1698" y="1970"/>
                  </a:cubicBezTo>
                  <a:lnTo>
                    <a:pt x="1707" y="1849"/>
                  </a:lnTo>
                  <a:lnTo>
                    <a:pt x="1707" y="1843"/>
                  </a:lnTo>
                  <a:cubicBezTo>
                    <a:pt x="1712" y="1747"/>
                    <a:pt x="1723" y="1647"/>
                    <a:pt x="1738" y="1535"/>
                  </a:cubicBezTo>
                  <a:cubicBezTo>
                    <a:pt x="1773" y="1131"/>
                    <a:pt x="1824" y="667"/>
                    <a:pt x="1703" y="338"/>
                  </a:cubicBezTo>
                  <a:cubicBezTo>
                    <a:pt x="1610" y="85"/>
                    <a:pt x="1329" y="1"/>
                    <a:pt x="986"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33"/>
            <p:cNvSpPr/>
            <p:nvPr/>
          </p:nvSpPr>
          <p:spPr>
            <a:xfrm>
              <a:off x="2333975" y="1767075"/>
              <a:ext cx="114600" cy="36475"/>
            </a:xfrm>
            <a:custGeom>
              <a:avLst/>
              <a:gdLst/>
              <a:ahLst/>
              <a:cxnLst/>
              <a:rect l="l" t="t" r="r" b="b"/>
              <a:pathLst>
                <a:path w="4584" h="1459" extrusionOk="0">
                  <a:moveTo>
                    <a:pt x="4583" y="1"/>
                  </a:moveTo>
                  <a:cubicBezTo>
                    <a:pt x="2729" y="384"/>
                    <a:pt x="106" y="960"/>
                    <a:pt x="1" y="1379"/>
                  </a:cubicBezTo>
                  <a:cubicBezTo>
                    <a:pt x="1" y="1405"/>
                    <a:pt x="1" y="1430"/>
                    <a:pt x="6" y="1456"/>
                  </a:cubicBezTo>
                  <a:cubicBezTo>
                    <a:pt x="82" y="1458"/>
                    <a:pt x="158" y="1459"/>
                    <a:pt x="235" y="1459"/>
                  </a:cubicBezTo>
                  <a:cubicBezTo>
                    <a:pt x="1479" y="1459"/>
                    <a:pt x="2887" y="1236"/>
                    <a:pt x="4138" y="1031"/>
                  </a:cubicBezTo>
                  <a:lnTo>
                    <a:pt x="4259" y="1011"/>
                  </a:lnTo>
                  <a:cubicBezTo>
                    <a:pt x="4457" y="703"/>
                    <a:pt x="4567" y="349"/>
                    <a:pt x="4583"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33"/>
            <p:cNvSpPr/>
            <p:nvPr/>
          </p:nvSpPr>
          <p:spPr>
            <a:xfrm>
              <a:off x="2361400" y="1650975"/>
              <a:ext cx="80700" cy="121450"/>
            </a:xfrm>
            <a:custGeom>
              <a:avLst/>
              <a:gdLst/>
              <a:ahLst/>
              <a:cxnLst/>
              <a:rect l="l" t="t" r="r" b="b"/>
              <a:pathLst>
                <a:path w="3228" h="4858" extrusionOk="0">
                  <a:moveTo>
                    <a:pt x="1636" y="1"/>
                  </a:moveTo>
                  <a:cubicBezTo>
                    <a:pt x="1435" y="1"/>
                    <a:pt x="1212" y="97"/>
                    <a:pt x="959" y="289"/>
                  </a:cubicBezTo>
                  <a:cubicBezTo>
                    <a:pt x="0" y="1022"/>
                    <a:pt x="0" y="3608"/>
                    <a:pt x="359" y="4857"/>
                  </a:cubicBezTo>
                  <a:cubicBezTo>
                    <a:pt x="1096" y="4655"/>
                    <a:pt x="2046" y="4442"/>
                    <a:pt x="3228" y="4195"/>
                  </a:cubicBezTo>
                  <a:cubicBezTo>
                    <a:pt x="3213" y="4165"/>
                    <a:pt x="3202" y="4134"/>
                    <a:pt x="3202" y="4099"/>
                  </a:cubicBezTo>
                  <a:cubicBezTo>
                    <a:pt x="3107" y="2396"/>
                    <a:pt x="2652" y="406"/>
                    <a:pt x="1889" y="57"/>
                  </a:cubicBezTo>
                  <a:cubicBezTo>
                    <a:pt x="1809" y="19"/>
                    <a:pt x="1724" y="1"/>
                    <a:pt x="1636"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33"/>
            <p:cNvSpPr/>
            <p:nvPr/>
          </p:nvSpPr>
          <p:spPr>
            <a:xfrm>
              <a:off x="2412050" y="1842100"/>
              <a:ext cx="99300" cy="108525"/>
            </a:xfrm>
            <a:custGeom>
              <a:avLst/>
              <a:gdLst/>
              <a:ahLst/>
              <a:cxnLst/>
              <a:rect l="l" t="t" r="r" b="b"/>
              <a:pathLst>
                <a:path w="3972" h="4341" extrusionOk="0">
                  <a:moveTo>
                    <a:pt x="2435" y="1"/>
                  </a:moveTo>
                  <a:cubicBezTo>
                    <a:pt x="2405" y="1"/>
                    <a:pt x="2369" y="6"/>
                    <a:pt x="2334" y="15"/>
                  </a:cubicBezTo>
                  <a:cubicBezTo>
                    <a:pt x="2020" y="106"/>
                    <a:pt x="1687" y="183"/>
                    <a:pt x="1344" y="237"/>
                  </a:cubicBezTo>
                  <a:cubicBezTo>
                    <a:pt x="1323" y="1025"/>
                    <a:pt x="1227" y="2128"/>
                    <a:pt x="773" y="2809"/>
                  </a:cubicBezTo>
                  <a:cubicBezTo>
                    <a:pt x="752" y="3158"/>
                    <a:pt x="722" y="3583"/>
                    <a:pt x="474" y="3891"/>
                  </a:cubicBezTo>
                  <a:cubicBezTo>
                    <a:pt x="313" y="4098"/>
                    <a:pt x="146" y="4204"/>
                    <a:pt x="0" y="4250"/>
                  </a:cubicBezTo>
                  <a:cubicBezTo>
                    <a:pt x="343" y="4259"/>
                    <a:pt x="682" y="4290"/>
                    <a:pt x="1010" y="4336"/>
                  </a:cubicBezTo>
                  <a:cubicBezTo>
                    <a:pt x="1015" y="4336"/>
                    <a:pt x="1025" y="4341"/>
                    <a:pt x="1031" y="4341"/>
                  </a:cubicBezTo>
                  <a:cubicBezTo>
                    <a:pt x="1768" y="3790"/>
                    <a:pt x="2582" y="3345"/>
                    <a:pt x="3384" y="2911"/>
                  </a:cubicBezTo>
                  <a:cubicBezTo>
                    <a:pt x="3582" y="2804"/>
                    <a:pt x="3778" y="2699"/>
                    <a:pt x="3971" y="2587"/>
                  </a:cubicBezTo>
                  <a:cubicBezTo>
                    <a:pt x="3293" y="1911"/>
                    <a:pt x="2885" y="990"/>
                    <a:pt x="2556" y="258"/>
                  </a:cubicBezTo>
                  <a:cubicBezTo>
                    <a:pt x="2516" y="167"/>
                    <a:pt x="2475" y="81"/>
                    <a:pt x="2435"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33"/>
            <p:cNvSpPr/>
            <p:nvPr/>
          </p:nvSpPr>
          <p:spPr>
            <a:xfrm>
              <a:off x="2464050" y="1856500"/>
              <a:ext cx="252800" cy="448275"/>
            </a:xfrm>
            <a:custGeom>
              <a:avLst/>
              <a:gdLst/>
              <a:ahLst/>
              <a:cxnLst/>
              <a:rect l="l" t="t" r="r" b="b"/>
              <a:pathLst>
                <a:path w="10112" h="17931" extrusionOk="0">
                  <a:moveTo>
                    <a:pt x="8068" y="8275"/>
                  </a:moveTo>
                  <a:cubicBezTo>
                    <a:pt x="8196" y="8275"/>
                    <a:pt x="8298" y="8371"/>
                    <a:pt x="8307" y="8498"/>
                  </a:cubicBezTo>
                  <a:cubicBezTo>
                    <a:pt x="8398" y="9569"/>
                    <a:pt x="8045" y="10777"/>
                    <a:pt x="7302" y="11884"/>
                  </a:cubicBezTo>
                  <a:cubicBezTo>
                    <a:pt x="7251" y="11959"/>
                    <a:pt x="7176" y="11999"/>
                    <a:pt x="7094" y="11999"/>
                  </a:cubicBezTo>
                  <a:cubicBezTo>
                    <a:pt x="7049" y="11999"/>
                    <a:pt x="6999" y="11985"/>
                    <a:pt x="6954" y="11954"/>
                  </a:cubicBezTo>
                  <a:cubicBezTo>
                    <a:pt x="6842" y="11878"/>
                    <a:pt x="6812" y="11726"/>
                    <a:pt x="6887" y="11611"/>
                  </a:cubicBezTo>
                  <a:cubicBezTo>
                    <a:pt x="7281" y="11019"/>
                    <a:pt x="7929" y="9837"/>
                    <a:pt x="7817" y="8538"/>
                  </a:cubicBezTo>
                  <a:cubicBezTo>
                    <a:pt x="7802" y="8403"/>
                    <a:pt x="7903" y="8281"/>
                    <a:pt x="8039" y="8277"/>
                  </a:cubicBezTo>
                  <a:cubicBezTo>
                    <a:pt x="8049" y="8275"/>
                    <a:pt x="8058" y="8275"/>
                    <a:pt x="8068" y="8275"/>
                  </a:cubicBezTo>
                  <a:close/>
                  <a:moveTo>
                    <a:pt x="6389" y="12406"/>
                  </a:moveTo>
                  <a:cubicBezTo>
                    <a:pt x="6437" y="12406"/>
                    <a:pt x="6486" y="12420"/>
                    <a:pt x="6529" y="12449"/>
                  </a:cubicBezTo>
                  <a:cubicBezTo>
                    <a:pt x="6640" y="12535"/>
                    <a:pt x="6665" y="12687"/>
                    <a:pt x="6584" y="12798"/>
                  </a:cubicBezTo>
                  <a:cubicBezTo>
                    <a:pt x="6327" y="13157"/>
                    <a:pt x="6033" y="13491"/>
                    <a:pt x="5716" y="13799"/>
                  </a:cubicBezTo>
                  <a:cubicBezTo>
                    <a:pt x="5670" y="13848"/>
                    <a:pt x="5604" y="13869"/>
                    <a:pt x="5543" y="13869"/>
                  </a:cubicBezTo>
                  <a:cubicBezTo>
                    <a:pt x="5478" y="13869"/>
                    <a:pt x="5417" y="13843"/>
                    <a:pt x="5366" y="13794"/>
                  </a:cubicBezTo>
                  <a:cubicBezTo>
                    <a:pt x="5271" y="13697"/>
                    <a:pt x="5275" y="13535"/>
                    <a:pt x="5371" y="13444"/>
                  </a:cubicBezTo>
                  <a:cubicBezTo>
                    <a:pt x="5670" y="13157"/>
                    <a:pt x="5942" y="12838"/>
                    <a:pt x="6180" y="12510"/>
                  </a:cubicBezTo>
                  <a:cubicBezTo>
                    <a:pt x="6233" y="12442"/>
                    <a:pt x="6311" y="12406"/>
                    <a:pt x="6389" y="12406"/>
                  </a:cubicBezTo>
                  <a:close/>
                  <a:moveTo>
                    <a:pt x="6054" y="1"/>
                  </a:moveTo>
                  <a:cubicBezTo>
                    <a:pt x="6544" y="1284"/>
                    <a:pt x="7054" y="2769"/>
                    <a:pt x="7504" y="4416"/>
                  </a:cubicBezTo>
                  <a:lnTo>
                    <a:pt x="7504" y="4421"/>
                  </a:lnTo>
                  <a:cubicBezTo>
                    <a:pt x="7519" y="4462"/>
                    <a:pt x="7519" y="4502"/>
                    <a:pt x="7509" y="4537"/>
                  </a:cubicBezTo>
                  <a:cubicBezTo>
                    <a:pt x="7504" y="4553"/>
                    <a:pt x="7499" y="4567"/>
                    <a:pt x="7488" y="4588"/>
                  </a:cubicBezTo>
                  <a:cubicBezTo>
                    <a:pt x="7484" y="4602"/>
                    <a:pt x="7479" y="4618"/>
                    <a:pt x="7463" y="4633"/>
                  </a:cubicBezTo>
                  <a:cubicBezTo>
                    <a:pt x="7089" y="5194"/>
                    <a:pt x="6635" y="5826"/>
                    <a:pt x="6129" y="6488"/>
                  </a:cubicBezTo>
                  <a:cubicBezTo>
                    <a:pt x="6159" y="6755"/>
                    <a:pt x="6159" y="7028"/>
                    <a:pt x="6129" y="7306"/>
                  </a:cubicBezTo>
                  <a:cubicBezTo>
                    <a:pt x="5796" y="10161"/>
                    <a:pt x="2078" y="12808"/>
                    <a:pt x="289" y="14076"/>
                  </a:cubicBezTo>
                  <a:cubicBezTo>
                    <a:pt x="188" y="14151"/>
                    <a:pt x="92" y="14223"/>
                    <a:pt x="1" y="14288"/>
                  </a:cubicBezTo>
                  <a:cubicBezTo>
                    <a:pt x="17" y="15496"/>
                    <a:pt x="31" y="16713"/>
                    <a:pt x="52" y="17931"/>
                  </a:cubicBezTo>
                  <a:cubicBezTo>
                    <a:pt x="1740" y="17234"/>
                    <a:pt x="3619" y="16142"/>
                    <a:pt x="5382" y="14839"/>
                  </a:cubicBezTo>
                  <a:cubicBezTo>
                    <a:pt x="8505" y="12530"/>
                    <a:pt x="10111" y="9070"/>
                    <a:pt x="9792" y="5360"/>
                  </a:cubicBezTo>
                  <a:cubicBezTo>
                    <a:pt x="9610" y="3299"/>
                    <a:pt x="8752" y="1713"/>
                    <a:pt x="7231" y="652"/>
                  </a:cubicBezTo>
                  <a:cubicBezTo>
                    <a:pt x="6872" y="400"/>
                    <a:pt x="6478" y="183"/>
                    <a:pt x="6054"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33"/>
            <p:cNvSpPr/>
            <p:nvPr/>
          </p:nvSpPr>
          <p:spPr>
            <a:xfrm>
              <a:off x="1938000" y="2725000"/>
              <a:ext cx="253025" cy="208275"/>
            </a:xfrm>
            <a:custGeom>
              <a:avLst/>
              <a:gdLst/>
              <a:ahLst/>
              <a:cxnLst/>
              <a:rect l="l" t="t" r="r" b="b"/>
              <a:pathLst>
                <a:path w="10121" h="8331" extrusionOk="0">
                  <a:moveTo>
                    <a:pt x="7665" y="1491"/>
                  </a:moveTo>
                  <a:cubicBezTo>
                    <a:pt x="7784" y="1491"/>
                    <a:pt x="7890" y="1576"/>
                    <a:pt x="7912" y="1692"/>
                  </a:cubicBezTo>
                  <a:cubicBezTo>
                    <a:pt x="7938" y="1829"/>
                    <a:pt x="7847" y="1960"/>
                    <a:pt x="7716" y="1985"/>
                  </a:cubicBezTo>
                  <a:cubicBezTo>
                    <a:pt x="7528" y="2016"/>
                    <a:pt x="7346" y="2062"/>
                    <a:pt x="7164" y="2097"/>
                  </a:cubicBezTo>
                  <a:cubicBezTo>
                    <a:pt x="6674" y="2207"/>
                    <a:pt x="6170" y="2319"/>
                    <a:pt x="5644" y="2319"/>
                  </a:cubicBezTo>
                  <a:cubicBezTo>
                    <a:pt x="5564" y="2319"/>
                    <a:pt x="5473" y="2319"/>
                    <a:pt x="5391" y="2309"/>
                  </a:cubicBezTo>
                  <a:cubicBezTo>
                    <a:pt x="5249" y="2298"/>
                    <a:pt x="5149" y="2183"/>
                    <a:pt x="5159" y="2046"/>
                  </a:cubicBezTo>
                  <a:cubicBezTo>
                    <a:pt x="5169" y="1913"/>
                    <a:pt x="5285" y="1813"/>
                    <a:pt x="5413" y="1813"/>
                  </a:cubicBezTo>
                  <a:cubicBezTo>
                    <a:pt x="5416" y="1813"/>
                    <a:pt x="5419" y="1813"/>
                    <a:pt x="5422" y="1813"/>
                  </a:cubicBezTo>
                  <a:cubicBezTo>
                    <a:pt x="5499" y="1819"/>
                    <a:pt x="5576" y="1822"/>
                    <a:pt x="5652" y="1822"/>
                  </a:cubicBezTo>
                  <a:cubicBezTo>
                    <a:pt x="6120" y="1822"/>
                    <a:pt x="6575" y="1721"/>
                    <a:pt x="7054" y="1617"/>
                  </a:cubicBezTo>
                  <a:cubicBezTo>
                    <a:pt x="7245" y="1571"/>
                    <a:pt x="7432" y="1531"/>
                    <a:pt x="7619" y="1496"/>
                  </a:cubicBezTo>
                  <a:cubicBezTo>
                    <a:pt x="7634" y="1493"/>
                    <a:pt x="7650" y="1491"/>
                    <a:pt x="7665" y="1491"/>
                  </a:cubicBezTo>
                  <a:close/>
                  <a:moveTo>
                    <a:pt x="10120" y="1"/>
                  </a:moveTo>
                  <a:cubicBezTo>
                    <a:pt x="7740" y="889"/>
                    <a:pt x="4062" y="1263"/>
                    <a:pt x="1339" y="1328"/>
                  </a:cubicBezTo>
                  <a:cubicBezTo>
                    <a:pt x="2729" y="2375"/>
                    <a:pt x="5254" y="3067"/>
                    <a:pt x="6664" y="3335"/>
                  </a:cubicBezTo>
                  <a:cubicBezTo>
                    <a:pt x="6685" y="3335"/>
                    <a:pt x="6705" y="3350"/>
                    <a:pt x="6725" y="3354"/>
                  </a:cubicBezTo>
                  <a:cubicBezTo>
                    <a:pt x="6759" y="3340"/>
                    <a:pt x="6794" y="3332"/>
                    <a:pt x="6829" y="3332"/>
                  </a:cubicBezTo>
                  <a:cubicBezTo>
                    <a:pt x="6910" y="3332"/>
                    <a:pt x="6989" y="3372"/>
                    <a:pt x="7038" y="3445"/>
                  </a:cubicBezTo>
                  <a:cubicBezTo>
                    <a:pt x="7110" y="3562"/>
                    <a:pt x="7073" y="3713"/>
                    <a:pt x="6958" y="3790"/>
                  </a:cubicBezTo>
                  <a:cubicBezTo>
                    <a:pt x="6326" y="4184"/>
                    <a:pt x="5720" y="4658"/>
                    <a:pt x="5078" y="5164"/>
                  </a:cubicBezTo>
                  <a:cubicBezTo>
                    <a:pt x="3750" y="6220"/>
                    <a:pt x="2279" y="7381"/>
                    <a:pt x="0" y="8331"/>
                  </a:cubicBezTo>
                  <a:cubicBezTo>
                    <a:pt x="1642" y="8114"/>
                    <a:pt x="3703" y="7826"/>
                    <a:pt x="5568" y="7472"/>
                  </a:cubicBezTo>
                  <a:cubicBezTo>
                    <a:pt x="7427" y="7118"/>
                    <a:pt x="9090" y="6700"/>
                    <a:pt x="9934" y="6229"/>
                  </a:cubicBezTo>
                  <a:cubicBezTo>
                    <a:pt x="9974" y="4147"/>
                    <a:pt x="10050" y="2046"/>
                    <a:pt x="10120"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33"/>
            <p:cNvSpPr/>
            <p:nvPr/>
          </p:nvSpPr>
          <p:spPr>
            <a:xfrm>
              <a:off x="2166875" y="1735075"/>
              <a:ext cx="472150" cy="722675"/>
            </a:xfrm>
            <a:custGeom>
              <a:avLst/>
              <a:gdLst/>
              <a:ahLst/>
              <a:cxnLst/>
              <a:rect l="l" t="t" r="r" b="b"/>
              <a:pathLst>
                <a:path w="18886" h="28907" extrusionOk="0">
                  <a:moveTo>
                    <a:pt x="3893" y="11563"/>
                  </a:moveTo>
                  <a:cubicBezTo>
                    <a:pt x="4059" y="11563"/>
                    <a:pt x="4229" y="11567"/>
                    <a:pt x="4405" y="11577"/>
                  </a:cubicBezTo>
                  <a:cubicBezTo>
                    <a:pt x="4542" y="11588"/>
                    <a:pt x="4643" y="11703"/>
                    <a:pt x="4633" y="11840"/>
                  </a:cubicBezTo>
                  <a:cubicBezTo>
                    <a:pt x="4629" y="11975"/>
                    <a:pt x="4518" y="12073"/>
                    <a:pt x="4388" y="12073"/>
                  </a:cubicBezTo>
                  <a:cubicBezTo>
                    <a:pt x="4382" y="12073"/>
                    <a:pt x="4376" y="12073"/>
                    <a:pt x="4370" y="12073"/>
                  </a:cubicBezTo>
                  <a:cubicBezTo>
                    <a:pt x="4202" y="12063"/>
                    <a:pt x="4039" y="12058"/>
                    <a:pt x="3880" y="12058"/>
                  </a:cubicBezTo>
                  <a:cubicBezTo>
                    <a:pt x="3302" y="12058"/>
                    <a:pt x="2788" y="12124"/>
                    <a:pt x="2325" y="12259"/>
                  </a:cubicBezTo>
                  <a:cubicBezTo>
                    <a:pt x="2304" y="12264"/>
                    <a:pt x="2278" y="12269"/>
                    <a:pt x="2259" y="12269"/>
                  </a:cubicBezTo>
                  <a:cubicBezTo>
                    <a:pt x="2147" y="12269"/>
                    <a:pt x="2052" y="12199"/>
                    <a:pt x="2017" y="12087"/>
                  </a:cubicBezTo>
                  <a:cubicBezTo>
                    <a:pt x="1980" y="11956"/>
                    <a:pt x="2057" y="11819"/>
                    <a:pt x="2188" y="11784"/>
                  </a:cubicBezTo>
                  <a:cubicBezTo>
                    <a:pt x="2701" y="11632"/>
                    <a:pt x="3260" y="11563"/>
                    <a:pt x="3893" y="11563"/>
                  </a:cubicBezTo>
                  <a:close/>
                  <a:moveTo>
                    <a:pt x="4713" y="13321"/>
                  </a:moveTo>
                  <a:cubicBezTo>
                    <a:pt x="4784" y="13321"/>
                    <a:pt x="4853" y="13352"/>
                    <a:pt x="4901" y="13411"/>
                  </a:cubicBezTo>
                  <a:cubicBezTo>
                    <a:pt x="4987" y="13522"/>
                    <a:pt x="4972" y="13673"/>
                    <a:pt x="4866" y="13764"/>
                  </a:cubicBezTo>
                  <a:cubicBezTo>
                    <a:pt x="4547" y="14022"/>
                    <a:pt x="4300" y="14396"/>
                    <a:pt x="4174" y="14806"/>
                  </a:cubicBezTo>
                  <a:cubicBezTo>
                    <a:pt x="4139" y="14911"/>
                    <a:pt x="4042" y="14983"/>
                    <a:pt x="3936" y="14983"/>
                  </a:cubicBezTo>
                  <a:cubicBezTo>
                    <a:pt x="3911" y="14983"/>
                    <a:pt x="3885" y="14977"/>
                    <a:pt x="3860" y="14972"/>
                  </a:cubicBezTo>
                  <a:cubicBezTo>
                    <a:pt x="3734" y="14927"/>
                    <a:pt x="3658" y="14790"/>
                    <a:pt x="3698" y="14659"/>
                  </a:cubicBezTo>
                  <a:cubicBezTo>
                    <a:pt x="3860" y="14153"/>
                    <a:pt x="4158" y="13699"/>
                    <a:pt x="4552" y="13381"/>
                  </a:cubicBezTo>
                  <a:cubicBezTo>
                    <a:pt x="4599" y="13341"/>
                    <a:pt x="4656" y="13321"/>
                    <a:pt x="4713" y="13321"/>
                  </a:cubicBezTo>
                  <a:close/>
                  <a:moveTo>
                    <a:pt x="4193" y="21914"/>
                  </a:moveTo>
                  <a:cubicBezTo>
                    <a:pt x="4330" y="21914"/>
                    <a:pt x="4442" y="22025"/>
                    <a:pt x="4442" y="22161"/>
                  </a:cubicBezTo>
                  <a:lnTo>
                    <a:pt x="4442" y="22333"/>
                  </a:lnTo>
                  <a:cubicBezTo>
                    <a:pt x="4442" y="23000"/>
                    <a:pt x="4436" y="23697"/>
                    <a:pt x="4375" y="24374"/>
                  </a:cubicBezTo>
                  <a:cubicBezTo>
                    <a:pt x="4365" y="24506"/>
                    <a:pt x="4260" y="24602"/>
                    <a:pt x="4128" y="24602"/>
                  </a:cubicBezTo>
                  <a:lnTo>
                    <a:pt x="4108" y="24602"/>
                  </a:lnTo>
                  <a:cubicBezTo>
                    <a:pt x="3971" y="24592"/>
                    <a:pt x="3871" y="24471"/>
                    <a:pt x="3880" y="24329"/>
                  </a:cubicBezTo>
                  <a:cubicBezTo>
                    <a:pt x="3941" y="23672"/>
                    <a:pt x="3946" y="23021"/>
                    <a:pt x="3946" y="22328"/>
                  </a:cubicBezTo>
                  <a:lnTo>
                    <a:pt x="3946" y="22156"/>
                  </a:lnTo>
                  <a:cubicBezTo>
                    <a:pt x="3946" y="22020"/>
                    <a:pt x="4057" y="21914"/>
                    <a:pt x="4193" y="21914"/>
                  </a:cubicBezTo>
                  <a:close/>
                  <a:moveTo>
                    <a:pt x="4128" y="25334"/>
                  </a:moveTo>
                  <a:cubicBezTo>
                    <a:pt x="4269" y="25334"/>
                    <a:pt x="4375" y="25446"/>
                    <a:pt x="4375" y="25582"/>
                  </a:cubicBezTo>
                  <a:lnTo>
                    <a:pt x="4375" y="26097"/>
                  </a:lnTo>
                  <a:cubicBezTo>
                    <a:pt x="4375" y="26234"/>
                    <a:pt x="4269" y="26344"/>
                    <a:pt x="4128" y="26344"/>
                  </a:cubicBezTo>
                  <a:cubicBezTo>
                    <a:pt x="3992" y="26344"/>
                    <a:pt x="3880" y="26234"/>
                    <a:pt x="3880" y="26097"/>
                  </a:cubicBezTo>
                  <a:lnTo>
                    <a:pt x="3880" y="25582"/>
                  </a:lnTo>
                  <a:cubicBezTo>
                    <a:pt x="3880" y="25446"/>
                    <a:pt x="3992" y="25334"/>
                    <a:pt x="4128" y="25334"/>
                  </a:cubicBezTo>
                  <a:close/>
                  <a:moveTo>
                    <a:pt x="14815" y="1"/>
                  </a:moveTo>
                  <a:cubicBezTo>
                    <a:pt x="14319" y="1"/>
                    <a:pt x="13907" y="250"/>
                    <a:pt x="13450" y="523"/>
                  </a:cubicBezTo>
                  <a:cubicBezTo>
                    <a:pt x="13065" y="755"/>
                    <a:pt x="12666" y="992"/>
                    <a:pt x="12186" y="1093"/>
                  </a:cubicBezTo>
                  <a:lnTo>
                    <a:pt x="11767" y="1179"/>
                  </a:lnTo>
                  <a:cubicBezTo>
                    <a:pt x="11767" y="1694"/>
                    <a:pt x="11605" y="2221"/>
                    <a:pt x="11297" y="2659"/>
                  </a:cubicBezTo>
                  <a:cubicBezTo>
                    <a:pt x="11256" y="2715"/>
                    <a:pt x="11196" y="2750"/>
                    <a:pt x="11130" y="2760"/>
                  </a:cubicBezTo>
                  <a:lnTo>
                    <a:pt x="10903" y="2801"/>
                  </a:lnTo>
                  <a:cubicBezTo>
                    <a:pt x="9635" y="3003"/>
                    <a:pt x="8210" y="3235"/>
                    <a:pt x="6932" y="3235"/>
                  </a:cubicBezTo>
                  <a:lnTo>
                    <a:pt x="6897" y="3235"/>
                  </a:lnTo>
                  <a:cubicBezTo>
                    <a:pt x="7079" y="3473"/>
                    <a:pt x="7366" y="3665"/>
                    <a:pt x="7760" y="3821"/>
                  </a:cubicBezTo>
                  <a:cubicBezTo>
                    <a:pt x="7781" y="3832"/>
                    <a:pt x="7800" y="3842"/>
                    <a:pt x="7826" y="3847"/>
                  </a:cubicBezTo>
                  <a:cubicBezTo>
                    <a:pt x="7982" y="3907"/>
                    <a:pt x="8150" y="3953"/>
                    <a:pt x="8322" y="3993"/>
                  </a:cubicBezTo>
                  <a:cubicBezTo>
                    <a:pt x="8754" y="4096"/>
                    <a:pt x="9233" y="4145"/>
                    <a:pt x="9727" y="4145"/>
                  </a:cubicBezTo>
                  <a:cubicBezTo>
                    <a:pt x="10036" y="4145"/>
                    <a:pt x="10350" y="4126"/>
                    <a:pt x="10661" y="4089"/>
                  </a:cubicBezTo>
                  <a:cubicBezTo>
                    <a:pt x="10711" y="4084"/>
                    <a:pt x="10761" y="4079"/>
                    <a:pt x="10812" y="4070"/>
                  </a:cubicBezTo>
                  <a:cubicBezTo>
                    <a:pt x="10929" y="4044"/>
                    <a:pt x="11039" y="4014"/>
                    <a:pt x="11156" y="3984"/>
                  </a:cubicBezTo>
                  <a:cubicBezTo>
                    <a:pt x="11454" y="3918"/>
                    <a:pt x="11757" y="3851"/>
                    <a:pt x="12055" y="3802"/>
                  </a:cubicBezTo>
                  <a:cubicBezTo>
                    <a:pt x="12070" y="3802"/>
                    <a:pt x="12086" y="3797"/>
                    <a:pt x="12100" y="3786"/>
                  </a:cubicBezTo>
                  <a:cubicBezTo>
                    <a:pt x="12126" y="3736"/>
                    <a:pt x="12161" y="3690"/>
                    <a:pt x="12217" y="3660"/>
                  </a:cubicBezTo>
                  <a:cubicBezTo>
                    <a:pt x="12253" y="3644"/>
                    <a:pt x="12291" y="3636"/>
                    <a:pt x="12327" y="3636"/>
                  </a:cubicBezTo>
                  <a:cubicBezTo>
                    <a:pt x="12371" y="3636"/>
                    <a:pt x="12413" y="3648"/>
                    <a:pt x="12449" y="3670"/>
                  </a:cubicBezTo>
                  <a:cubicBezTo>
                    <a:pt x="12909" y="3494"/>
                    <a:pt x="13303" y="3271"/>
                    <a:pt x="13581" y="3014"/>
                  </a:cubicBezTo>
                  <a:cubicBezTo>
                    <a:pt x="13628" y="2970"/>
                    <a:pt x="13689" y="2949"/>
                    <a:pt x="13750" y="2949"/>
                  </a:cubicBezTo>
                  <a:cubicBezTo>
                    <a:pt x="13817" y="2949"/>
                    <a:pt x="13884" y="2975"/>
                    <a:pt x="13935" y="3028"/>
                  </a:cubicBezTo>
                  <a:cubicBezTo>
                    <a:pt x="14026" y="3124"/>
                    <a:pt x="14021" y="3286"/>
                    <a:pt x="13919" y="3377"/>
                  </a:cubicBezTo>
                  <a:cubicBezTo>
                    <a:pt x="13818" y="3468"/>
                    <a:pt x="13707" y="3559"/>
                    <a:pt x="13585" y="3639"/>
                  </a:cubicBezTo>
                  <a:cubicBezTo>
                    <a:pt x="13333" y="3811"/>
                    <a:pt x="13035" y="3968"/>
                    <a:pt x="12706" y="4100"/>
                  </a:cubicBezTo>
                  <a:cubicBezTo>
                    <a:pt x="12722" y="4135"/>
                    <a:pt x="12742" y="4175"/>
                    <a:pt x="12757" y="4210"/>
                  </a:cubicBezTo>
                  <a:cubicBezTo>
                    <a:pt x="12778" y="4252"/>
                    <a:pt x="12792" y="4296"/>
                    <a:pt x="12813" y="4336"/>
                  </a:cubicBezTo>
                  <a:cubicBezTo>
                    <a:pt x="13156" y="5105"/>
                    <a:pt x="13611" y="6101"/>
                    <a:pt x="14348" y="6722"/>
                  </a:cubicBezTo>
                  <a:lnTo>
                    <a:pt x="14354" y="6726"/>
                  </a:lnTo>
                  <a:cubicBezTo>
                    <a:pt x="14359" y="6726"/>
                    <a:pt x="14364" y="6731"/>
                    <a:pt x="14374" y="6742"/>
                  </a:cubicBezTo>
                  <a:cubicBezTo>
                    <a:pt x="14541" y="6873"/>
                    <a:pt x="14718" y="6990"/>
                    <a:pt x="14914" y="7080"/>
                  </a:cubicBezTo>
                  <a:cubicBezTo>
                    <a:pt x="15036" y="7136"/>
                    <a:pt x="15091" y="7288"/>
                    <a:pt x="15036" y="7409"/>
                  </a:cubicBezTo>
                  <a:cubicBezTo>
                    <a:pt x="14991" y="7500"/>
                    <a:pt x="14905" y="7556"/>
                    <a:pt x="14809" y="7556"/>
                  </a:cubicBezTo>
                  <a:cubicBezTo>
                    <a:pt x="14773" y="7556"/>
                    <a:pt x="14737" y="7545"/>
                    <a:pt x="14702" y="7530"/>
                  </a:cubicBezTo>
                  <a:cubicBezTo>
                    <a:pt x="14516" y="7444"/>
                    <a:pt x="14338" y="7338"/>
                    <a:pt x="14177" y="7216"/>
                  </a:cubicBezTo>
                  <a:cubicBezTo>
                    <a:pt x="13930" y="7353"/>
                    <a:pt x="13681" y="7489"/>
                    <a:pt x="13429" y="7626"/>
                  </a:cubicBezTo>
                  <a:cubicBezTo>
                    <a:pt x="11676" y="8580"/>
                    <a:pt x="9868" y="9561"/>
                    <a:pt x="9054" y="11678"/>
                  </a:cubicBezTo>
                  <a:cubicBezTo>
                    <a:pt x="9013" y="11779"/>
                    <a:pt x="8922" y="11840"/>
                    <a:pt x="8821" y="11840"/>
                  </a:cubicBezTo>
                  <a:cubicBezTo>
                    <a:pt x="8791" y="11840"/>
                    <a:pt x="8761" y="11835"/>
                    <a:pt x="8730" y="11819"/>
                  </a:cubicBezTo>
                  <a:cubicBezTo>
                    <a:pt x="8604" y="11774"/>
                    <a:pt x="8544" y="11628"/>
                    <a:pt x="8589" y="11501"/>
                  </a:cubicBezTo>
                  <a:cubicBezTo>
                    <a:pt x="8989" y="10466"/>
                    <a:pt x="9595" y="9692"/>
                    <a:pt x="10307" y="9056"/>
                  </a:cubicBezTo>
                  <a:cubicBezTo>
                    <a:pt x="10034" y="9032"/>
                    <a:pt x="9745" y="9020"/>
                    <a:pt x="9446" y="9020"/>
                  </a:cubicBezTo>
                  <a:cubicBezTo>
                    <a:pt x="8933" y="9020"/>
                    <a:pt x="8390" y="9055"/>
                    <a:pt x="7842" y="9121"/>
                  </a:cubicBezTo>
                  <a:cubicBezTo>
                    <a:pt x="7826" y="9142"/>
                    <a:pt x="7811" y="9162"/>
                    <a:pt x="7796" y="9187"/>
                  </a:cubicBezTo>
                  <a:cubicBezTo>
                    <a:pt x="7548" y="9496"/>
                    <a:pt x="7306" y="9581"/>
                    <a:pt x="7109" y="9581"/>
                  </a:cubicBezTo>
                  <a:cubicBezTo>
                    <a:pt x="6988" y="9581"/>
                    <a:pt x="6886" y="9546"/>
                    <a:pt x="6811" y="9515"/>
                  </a:cubicBezTo>
                  <a:cubicBezTo>
                    <a:pt x="6720" y="9470"/>
                    <a:pt x="6634" y="9410"/>
                    <a:pt x="6548" y="9333"/>
                  </a:cubicBezTo>
                  <a:cubicBezTo>
                    <a:pt x="6154" y="9415"/>
                    <a:pt x="5765" y="9510"/>
                    <a:pt x="5391" y="9622"/>
                  </a:cubicBezTo>
                  <a:cubicBezTo>
                    <a:pt x="5351" y="9778"/>
                    <a:pt x="5284" y="9925"/>
                    <a:pt x="5184" y="10056"/>
                  </a:cubicBezTo>
                  <a:cubicBezTo>
                    <a:pt x="4941" y="10359"/>
                    <a:pt x="4694" y="10445"/>
                    <a:pt x="4496" y="10445"/>
                  </a:cubicBezTo>
                  <a:cubicBezTo>
                    <a:pt x="4381" y="10445"/>
                    <a:pt x="4274" y="10415"/>
                    <a:pt x="4199" y="10380"/>
                  </a:cubicBezTo>
                  <a:cubicBezTo>
                    <a:pt x="4088" y="10329"/>
                    <a:pt x="3987" y="10248"/>
                    <a:pt x="3880" y="10147"/>
                  </a:cubicBezTo>
                  <a:cubicBezTo>
                    <a:pt x="3815" y="10172"/>
                    <a:pt x="3749" y="10198"/>
                    <a:pt x="3678" y="10217"/>
                  </a:cubicBezTo>
                  <a:cubicBezTo>
                    <a:pt x="3658" y="10294"/>
                    <a:pt x="3628" y="10369"/>
                    <a:pt x="3593" y="10445"/>
                  </a:cubicBezTo>
                  <a:cubicBezTo>
                    <a:pt x="3390" y="10819"/>
                    <a:pt x="3132" y="10905"/>
                    <a:pt x="2941" y="10905"/>
                  </a:cubicBezTo>
                  <a:cubicBezTo>
                    <a:pt x="2875" y="10905"/>
                    <a:pt x="2819" y="10895"/>
                    <a:pt x="2774" y="10884"/>
                  </a:cubicBezTo>
                  <a:cubicBezTo>
                    <a:pt x="2593" y="10844"/>
                    <a:pt x="2411" y="10718"/>
                    <a:pt x="2243" y="10551"/>
                  </a:cubicBezTo>
                  <a:cubicBezTo>
                    <a:pt x="1784" y="10617"/>
                    <a:pt x="1319" y="10653"/>
                    <a:pt x="849" y="10653"/>
                  </a:cubicBezTo>
                  <a:cubicBezTo>
                    <a:pt x="566" y="10653"/>
                    <a:pt x="283" y="10637"/>
                    <a:pt x="0" y="10611"/>
                  </a:cubicBezTo>
                  <a:lnTo>
                    <a:pt x="0" y="10611"/>
                  </a:lnTo>
                  <a:cubicBezTo>
                    <a:pt x="126" y="15114"/>
                    <a:pt x="1168" y="20302"/>
                    <a:pt x="3259" y="21221"/>
                  </a:cubicBezTo>
                  <a:cubicBezTo>
                    <a:pt x="3386" y="21277"/>
                    <a:pt x="3446" y="21424"/>
                    <a:pt x="3386" y="21545"/>
                  </a:cubicBezTo>
                  <a:cubicBezTo>
                    <a:pt x="3344" y="21641"/>
                    <a:pt x="3253" y="21697"/>
                    <a:pt x="3162" y="21697"/>
                  </a:cubicBezTo>
                  <a:cubicBezTo>
                    <a:pt x="3127" y="21697"/>
                    <a:pt x="3092" y="21687"/>
                    <a:pt x="3062" y="21676"/>
                  </a:cubicBezTo>
                  <a:cubicBezTo>
                    <a:pt x="2805" y="21561"/>
                    <a:pt x="2556" y="21398"/>
                    <a:pt x="2329" y="21191"/>
                  </a:cubicBezTo>
                  <a:lnTo>
                    <a:pt x="2329" y="21191"/>
                  </a:lnTo>
                  <a:cubicBezTo>
                    <a:pt x="2369" y="23091"/>
                    <a:pt x="2223" y="25041"/>
                    <a:pt x="2057" y="26951"/>
                  </a:cubicBezTo>
                  <a:cubicBezTo>
                    <a:pt x="3304" y="27351"/>
                    <a:pt x="4799" y="27603"/>
                    <a:pt x="5654" y="27745"/>
                  </a:cubicBezTo>
                  <a:lnTo>
                    <a:pt x="6387" y="27866"/>
                  </a:lnTo>
                  <a:cubicBezTo>
                    <a:pt x="8099" y="28158"/>
                    <a:pt x="9862" y="28461"/>
                    <a:pt x="11596" y="28906"/>
                  </a:cubicBezTo>
                  <a:cubicBezTo>
                    <a:pt x="11524" y="26987"/>
                    <a:pt x="11479" y="25071"/>
                    <a:pt x="11449" y="23167"/>
                  </a:cubicBezTo>
                  <a:lnTo>
                    <a:pt x="11449" y="23147"/>
                  </a:lnTo>
                  <a:cubicBezTo>
                    <a:pt x="11428" y="21874"/>
                    <a:pt x="11408" y="20610"/>
                    <a:pt x="11393" y="19353"/>
                  </a:cubicBezTo>
                  <a:cubicBezTo>
                    <a:pt x="11393" y="19196"/>
                    <a:pt x="11388" y="19045"/>
                    <a:pt x="11388" y="18893"/>
                  </a:cubicBezTo>
                  <a:cubicBezTo>
                    <a:pt x="11388" y="18826"/>
                    <a:pt x="11383" y="18756"/>
                    <a:pt x="11383" y="18691"/>
                  </a:cubicBezTo>
                  <a:lnTo>
                    <a:pt x="11383" y="18418"/>
                  </a:lnTo>
                  <a:lnTo>
                    <a:pt x="11373" y="17903"/>
                  </a:lnTo>
                  <a:cubicBezTo>
                    <a:pt x="11510" y="17791"/>
                    <a:pt x="11656" y="17665"/>
                    <a:pt x="11802" y="17534"/>
                  </a:cubicBezTo>
                  <a:cubicBezTo>
                    <a:pt x="13525" y="16013"/>
                    <a:pt x="15779" y="13446"/>
                    <a:pt x="17496" y="11208"/>
                  </a:cubicBezTo>
                  <a:cubicBezTo>
                    <a:pt x="17628" y="11036"/>
                    <a:pt x="17754" y="10870"/>
                    <a:pt x="17875" y="10708"/>
                  </a:cubicBezTo>
                  <a:cubicBezTo>
                    <a:pt x="18249" y="10203"/>
                    <a:pt x="18587" y="9727"/>
                    <a:pt x="18886" y="9293"/>
                  </a:cubicBezTo>
                  <a:cubicBezTo>
                    <a:pt x="18396" y="7525"/>
                    <a:pt x="17845" y="5959"/>
                    <a:pt x="17314" y="4615"/>
                  </a:cubicBezTo>
                  <a:cubicBezTo>
                    <a:pt x="17234" y="4408"/>
                    <a:pt x="17153" y="4205"/>
                    <a:pt x="17076" y="4014"/>
                  </a:cubicBezTo>
                  <a:cubicBezTo>
                    <a:pt x="16500" y="2609"/>
                    <a:pt x="15975" y="1493"/>
                    <a:pt x="15602" y="705"/>
                  </a:cubicBezTo>
                  <a:cubicBezTo>
                    <a:pt x="15490" y="462"/>
                    <a:pt x="15390" y="255"/>
                    <a:pt x="15313" y="83"/>
                  </a:cubicBezTo>
                  <a:cubicBezTo>
                    <a:pt x="15136" y="26"/>
                    <a:pt x="14971" y="1"/>
                    <a:pt x="14815"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33"/>
            <p:cNvSpPr/>
            <p:nvPr/>
          </p:nvSpPr>
          <p:spPr>
            <a:xfrm>
              <a:off x="2077200" y="2291250"/>
              <a:ext cx="555875" cy="475950"/>
            </a:xfrm>
            <a:custGeom>
              <a:avLst/>
              <a:gdLst/>
              <a:ahLst/>
              <a:cxnLst/>
              <a:rect l="l" t="t" r="r" b="b"/>
              <a:pathLst>
                <a:path w="22235" h="19038" extrusionOk="0">
                  <a:moveTo>
                    <a:pt x="1194" y="4248"/>
                  </a:moveTo>
                  <a:cubicBezTo>
                    <a:pt x="1228" y="4248"/>
                    <a:pt x="1261" y="4255"/>
                    <a:pt x="1293" y="4269"/>
                  </a:cubicBezTo>
                  <a:cubicBezTo>
                    <a:pt x="1420" y="4325"/>
                    <a:pt x="1475" y="4472"/>
                    <a:pt x="1420" y="4598"/>
                  </a:cubicBezTo>
                  <a:cubicBezTo>
                    <a:pt x="1137" y="5240"/>
                    <a:pt x="1360" y="5927"/>
                    <a:pt x="2081" y="6644"/>
                  </a:cubicBezTo>
                  <a:cubicBezTo>
                    <a:pt x="2178" y="6746"/>
                    <a:pt x="2178" y="6897"/>
                    <a:pt x="2081" y="6998"/>
                  </a:cubicBezTo>
                  <a:cubicBezTo>
                    <a:pt x="2031" y="7044"/>
                    <a:pt x="1971" y="7068"/>
                    <a:pt x="1905" y="7068"/>
                  </a:cubicBezTo>
                  <a:cubicBezTo>
                    <a:pt x="1845" y="7068"/>
                    <a:pt x="1778" y="7044"/>
                    <a:pt x="1733" y="6998"/>
                  </a:cubicBezTo>
                  <a:cubicBezTo>
                    <a:pt x="859" y="6128"/>
                    <a:pt x="596" y="5230"/>
                    <a:pt x="966" y="4396"/>
                  </a:cubicBezTo>
                  <a:cubicBezTo>
                    <a:pt x="1010" y="4303"/>
                    <a:pt x="1101" y="4248"/>
                    <a:pt x="1194" y="4248"/>
                  </a:cubicBezTo>
                  <a:close/>
                  <a:moveTo>
                    <a:pt x="8229" y="7735"/>
                  </a:moveTo>
                  <a:cubicBezTo>
                    <a:pt x="8268" y="7735"/>
                    <a:pt x="8309" y="7745"/>
                    <a:pt x="8346" y="7765"/>
                  </a:cubicBezTo>
                  <a:cubicBezTo>
                    <a:pt x="9377" y="8296"/>
                    <a:pt x="10599" y="8463"/>
                    <a:pt x="11777" y="8625"/>
                  </a:cubicBezTo>
                  <a:cubicBezTo>
                    <a:pt x="12984" y="8791"/>
                    <a:pt x="14232" y="8963"/>
                    <a:pt x="15304" y="9530"/>
                  </a:cubicBezTo>
                  <a:cubicBezTo>
                    <a:pt x="15449" y="9600"/>
                    <a:pt x="15591" y="9686"/>
                    <a:pt x="15728" y="9782"/>
                  </a:cubicBezTo>
                  <a:cubicBezTo>
                    <a:pt x="15768" y="9807"/>
                    <a:pt x="15799" y="9842"/>
                    <a:pt x="15819" y="9882"/>
                  </a:cubicBezTo>
                  <a:cubicBezTo>
                    <a:pt x="15844" y="9943"/>
                    <a:pt x="15850" y="10004"/>
                    <a:pt x="15829" y="10069"/>
                  </a:cubicBezTo>
                  <a:cubicBezTo>
                    <a:pt x="15819" y="10090"/>
                    <a:pt x="15808" y="10106"/>
                    <a:pt x="15799" y="10120"/>
                  </a:cubicBezTo>
                  <a:cubicBezTo>
                    <a:pt x="15753" y="10196"/>
                    <a:pt x="15673" y="10232"/>
                    <a:pt x="15596" y="10232"/>
                  </a:cubicBezTo>
                  <a:cubicBezTo>
                    <a:pt x="15546" y="10232"/>
                    <a:pt x="15500" y="10216"/>
                    <a:pt x="15460" y="10190"/>
                  </a:cubicBezTo>
                  <a:cubicBezTo>
                    <a:pt x="15414" y="10166"/>
                    <a:pt x="15374" y="10136"/>
                    <a:pt x="15334" y="10110"/>
                  </a:cubicBezTo>
                  <a:cubicBezTo>
                    <a:pt x="14288" y="9469"/>
                    <a:pt x="13035" y="9297"/>
                    <a:pt x="11711" y="9120"/>
                  </a:cubicBezTo>
                  <a:cubicBezTo>
                    <a:pt x="10489" y="8948"/>
                    <a:pt x="9225" y="8777"/>
                    <a:pt x="8120" y="8205"/>
                  </a:cubicBezTo>
                  <a:cubicBezTo>
                    <a:pt x="7998" y="8140"/>
                    <a:pt x="7952" y="7993"/>
                    <a:pt x="8013" y="7867"/>
                  </a:cubicBezTo>
                  <a:cubicBezTo>
                    <a:pt x="8055" y="7783"/>
                    <a:pt x="8140" y="7735"/>
                    <a:pt x="8229" y="7735"/>
                  </a:cubicBezTo>
                  <a:close/>
                  <a:moveTo>
                    <a:pt x="16821" y="10513"/>
                  </a:moveTo>
                  <a:cubicBezTo>
                    <a:pt x="16884" y="10513"/>
                    <a:pt x="16948" y="10537"/>
                    <a:pt x="16995" y="10584"/>
                  </a:cubicBezTo>
                  <a:cubicBezTo>
                    <a:pt x="17219" y="10808"/>
                    <a:pt x="17445" y="11015"/>
                    <a:pt x="17688" y="11211"/>
                  </a:cubicBezTo>
                  <a:cubicBezTo>
                    <a:pt x="17795" y="11302"/>
                    <a:pt x="17809" y="11454"/>
                    <a:pt x="17723" y="11561"/>
                  </a:cubicBezTo>
                  <a:cubicBezTo>
                    <a:pt x="17673" y="11621"/>
                    <a:pt x="17602" y="11656"/>
                    <a:pt x="17531" y="11656"/>
                  </a:cubicBezTo>
                  <a:cubicBezTo>
                    <a:pt x="17476" y="11656"/>
                    <a:pt x="17420" y="11636"/>
                    <a:pt x="17375" y="11596"/>
                  </a:cubicBezTo>
                  <a:cubicBezTo>
                    <a:pt x="17117" y="11388"/>
                    <a:pt x="16880" y="11171"/>
                    <a:pt x="16647" y="10934"/>
                  </a:cubicBezTo>
                  <a:cubicBezTo>
                    <a:pt x="16552" y="10838"/>
                    <a:pt x="16552" y="10681"/>
                    <a:pt x="16647" y="10584"/>
                  </a:cubicBezTo>
                  <a:cubicBezTo>
                    <a:pt x="16695" y="10537"/>
                    <a:pt x="16758" y="10513"/>
                    <a:pt x="16821" y="10513"/>
                  </a:cubicBezTo>
                  <a:close/>
                  <a:moveTo>
                    <a:pt x="20760" y="12323"/>
                  </a:moveTo>
                  <a:cubicBezTo>
                    <a:pt x="20896" y="12323"/>
                    <a:pt x="21008" y="12429"/>
                    <a:pt x="21008" y="12566"/>
                  </a:cubicBezTo>
                  <a:cubicBezTo>
                    <a:pt x="21008" y="13632"/>
                    <a:pt x="20300" y="14819"/>
                    <a:pt x="19628" y="15404"/>
                  </a:cubicBezTo>
                  <a:cubicBezTo>
                    <a:pt x="19583" y="15441"/>
                    <a:pt x="19527" y="15460"/>
                    <a:pt x="19471" y="15460"/>
                  </a:cubicBezTo>
                  <a:cubicBezTo>
                    <a:pt x="19401" y="15460"/>
                    <a:pt x="19330" y="15435"/>
                    <a:pt x="19280" y="15380"/>
                  </a:cubicBezTo>
                  <a:cubicBezTo>
                    <a:pt x="19194" y="15273"/>
                    <a:pt x="19199" y="15117"/>
                    <a:pt x="19305" y="15031"/>
                  </a:cubicBezTo>
                  <a:cubicBezTo>
                    <a:pt x="19901" y="14511"/>
                    <a:pt x="20512" y="13450"/>
                    <a:pt x="20512" y="12571"/>
                  </a:cubicBezTo>
                  <a:cubicBezTo>
                    <a:pt x="20512" y="12434"/>
                    <a:pt x="20623" y="12323"/>
                    <a:pt x="20760" y="12323"/>
                  </a:cubicBezTo>
                  <a:close/>
                  <a:moveTo>
                    <a:pt x="5422" y="0"/>
                  </a:moveTo>
                  <a:cubicBezTo>
                    <a:pt x="3517" y="788"/>
                    <a:pt x="637" y="2688"/>
                    <a:pt x="202" y="4866"/>
                  </a:cubicBezTo>
                  <a:cubicBezTo>
                    <a:pt x="0" y="5846"/>
                    <a:pt x="348" y="6781"/>
                    <a:pt x="1223" y="7639"/>
                  </a:cubicBezTo>
                  <a:cubicBezTo>
                    <a:pt x="1814" y="8215"/>
                    <a:pt x="3102" y="8716"/>
                    <a:pt x="4809" y="9029"/>
                  </a:cubicBezTo>
                  <a:cubicBezTo>
                    <a:pt x="4972" y="9059"/>
                    <a:pt x="5133" y="9089"/>
                    <a:pt x="5305" y="9120"/>
                  </a:cubicBezTo>
                  <a:cubicBezTo>
                    <a:pt x="5315" y="9120"/>
                    <a:pt x="5325" y="9120"/>
                    <a:pt x="5336" y="9125"/>
                  </a:cubicBezTo>
                  <a:cubicBezTo>
                    <a:pt x="9195" y="9726"/>
                    <a:pt x="12994" y="10418"/>
                    <a:pt x="15414" y="11565"/>
                  </a:cubicBezTo>
                  <a:cubicBezTo>
                    <a:pt x="15596" y="11652"/>
                    <a:pt x="15763" y="11736"/>
                    <a:pt x="15925" y="11827"/>
                  </a:cubicBezTo>
                  <a:cubicBezTo>
                    <a:pt x="17244" y="12545"/>
                    <a:pt x="18037" y="13434"/>
                    <a:pt x="18037" y="14571"/>
                  </a:cubicBezTo>
                  <a:cubicBezTo>
                    <a:pt x="18037" y="14707"/>
                    <a:pt x="17925" y="14819"/>
                    <a:pt x="17790" y="14819"/>
                  </a:cubicBezTo>
                  <a:cubicBezTo>
                    <a:pt x="17653" y="14819"/>
                    <a:pt x="17541" y="14707"/>
                    <a:pt x="17541" y="14571"/>
                  </a:cubicBezTo>
                  <a:cubicBezTo>
                    <a:pt x="17541" y="14217"/>
                    <a:pt x="17440" y="13889"/>
                    <a:pt x="17244" y="13581"/>
                  </a:cubicBezTo>
                  <a:cubicBezTo>
                    <a:pt x="16895" y="13879"/>
                    <a:pt x="16557" y="14157"/>
                    <a:pt x="16107" y="14324"/>
                  </a:cubicBezTo>
                  <a:cubicBezTo>
                    <a:pt x="16233" y="15900"/>
                    <a:pt x="16384" y="17472"/>
                    <a:pt x="16577" y="19037"/>
                  </a:cubicBezTo>
                  <a:cubicBezTo>
                    <a:pt x="18238" y="18265"/>
                    <a:pt x="21169" y="16188"/>
                    <a:pt x="21892" y="13914"/>
                  </a:cubicBezTo>
                  <a:cubicBezTo>
                    <a:pt x="22235" y="12848"/>
                    <a:pt x="22174" y="11864"/>
                    <a:pt x="21724" y="10994"/>
                  </a:cubicBezTo>
                  <a:cubicBezTo>
                    <a:pt x="20967" y="9549"/>
                    <a:pt x="19138" y="8367"/>
                    <a:pt x="16293" y="7492"/>
                  </a:cubicBezTo>
                  <a:cubicBezTo>
                    <a:pt x="16097" y="7427"/>
                    <a:pt x="15899" y="7371"/>
                    <a:pt x="15703" y="7317"/>
                  </a:cubicBezTo>
                  <a:lnTo>
                    <a:pt x="15202" y="7180"/>
                  </a:lnTo>
                  <a:cubicBezTo>
                    <a:pt x="13444" y="6715"/>
                    <a:pt x="11641" y="6407"/>
                    <a:pt x="9887" y="6109"/>
                  </a:cubicBezTo>
                  <a:lnTo>
                    <a:pt x="9160" y="5983"/>
                  </a:lnTo>
                  <a:cubicBezTo>
                    <a:pt x="8200" y="5825"/>
                    <a:pt x="6810" y="5594"/>
                    <a:pt x="5604" y="5214"/>
                  </a:cubicBezTo>
                  <a:cubicBezTo>
                    <a:pt x="5436" y="5164"/>
                    <a:pt x="5275" y="5109"/>
                    <a:pt x="5119" y="5053"/>
                  </a:cubicBezTo>
                  <a:cubicBezTo>
                    <a:pt x="4193" y="4715"/>
                    <a:pt x="3440" y="4274"/>
                    <a:pt x="3168" y="3698"/>
                  </a:cubicBezTo>
                  <a:cubicBezTo>
                    <a:pt x="3107" y="3572"/>
                    <a:pt x="3163" y="3426"/>
                    <a:pt x="3284" y="3370"/>
                  </a:cubicBezTo>
                  <a:cubicBezTo>
                    <a:pt x="3318" y="3353"/>
                    <a:pt x="3356" y="3344"/>
                    <a:pt x="3392" y="3344"/>
                  </a:cubicBezTo>
                  <a:cubicBezTo>
                    <a:pt x="3484" y="3344"/>
                    <a:pt x="3573" y="3396"/>
                    <a:pt x="3613" y="3486"/>
                  </a:cubicBezTo>
                  <a:cubicBezTo>
                    <a:pt x="3815" y="3906"/>
                    <a:pt x="4410" y="4255"/>
                    <a:pt x="5163" y="4537"/>
                  </a:cubicBezTo>
                  <a:cubicBezTo>
                    <a:pt x="5289" y="3031"/>
                    <a:pt x="5406" y="1501"/>
                    <a:pt x="5422"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33"/>
            <p:cNvSpPr/>
            <p:nvPr/>
          </p:nvSpPr>
          <p:spPr>
            <a:xfrm>
              <a:off x="2193500" y="2531600"/>
              <a:ext cx="313775" cy="573225"/>
            </a:xfrm>
            <a:custGeom>
              <a:avLst/>
              <a:gdLst/>
              <a:ahLst/>
              <a:cxnLst/>
              <a:rect l="l" t="t" r="r" b="b"/>
              <a:pathLst>
                <a:path w="12551" h="22929" extrusionOk="0">
                  <a:moveTo>
                    <a:pt x="2547" y="1542"/>
                  </a:moveTo>
                  <a:cubicBezTo>
                    <a:pt x="2684" y="1542"/>
                    <a:pt x="2795" y="1653"/>
                    <a:pt x="2795" y="1795"/>
                  </a:cubicBezTo>
                  <a:lnTo>
                    <a:pt x="2795" y="4957"/>
                  </a:lnTo>
                  <a:cubicBezTo>
                    <a:pt x="2795" y="5093"/>
                    <a:pt x="2684" y="5205"/>
                    <a:pt x="2547" y="5205"/>
                  </a:cubicBezTo>
                  <a:cubicBezTo>
                    <a:pt x="2411" y="5205"/>
                    <a:pt x="2300" y="5093"/>
                    <a:pt x="2300" y="4957"/>
                  </a:cubicBezTo>
                  <a:lnTo>
                    <a:pt x="2300" y="1795"/>
                  </a:lnTo>
                  <a:cubicBezTo>
                    <a:pt x="2300" y="1653"/>
                    <a:pt x="2411" y="1542"/>
                    <a:pt x="2547" y="1542"/>
                  </a:cubicBezTo>
                  <a:close/>
                  <a:moveTo>
                    <a:pt x="2477" y="7418"/>
                  </a:moveTo>
                  <a:cubicBezTo>
                    <a:pt x="2613" y="7422"/>
                    <a:pt x="2729" y="7524"/>
                    <a:pt x="2729" y="7660"/>
                  </a:cubicBezTo>
                  <a:cubicBezTo>
                    <a:pt x="2745" y="8115"/>
                    <a:pt x="2694" y="8585"/>
                    <a:pt x="2593" y="9015"/>
                  </a:cubicBezTo>
                  <a:cubicBezTo>
                    <a:pt x="2568" y="9131"/>
                    <a:pt x="2467" y="9206"/>
                    <a:pt x="2356" y="9206"/>
                  </a:cubicBezTo>
                  <a:cubicBezTo>
                    <a:pt x="2335" y="9206"/>
                    <a:pt x="2316" y="9206"/>
                    <a:pt x="2295" y="9201"/>
                  </a:cubicBezTo>
                  <a:cubicBezTo>
                    <a:pt x="2164" y="9171"/>
                    <a:pt x="2083" y="9034"/>
                    <a:pt x="2113" y="8903"/>
                  </a:cubicBezTo>
                  <a:cubicBezTo>
                    <a:pt x="2204" y="8514"/>
                    <a:pt x="2244" y="8089"/>
                    <a:pt x="2234" y="7676"/>
                  </a:cubicBezTo>
                  <a:cubicBezTo>
                    <a:pt x="2234" y="7539"/>
                    <a:pt x="2340" y="7422"/>
                    <a:pt x="2477" y="7418"/>
                  </a:cubicBezTo>
                  <a:close/>
                  <a:moveTo>
                    <a:pt x="9981" y="8326"/>
                  </a:moveTo>
                  <a:cubicBezTo>
                    <a:pt x="10106" y="8326"/>
                    <a:pt x="10217" y="8429"/>
                    <a:pt x="10221" y="8560"/>
                  </a:cubicBezTo>
                  <a:cubicBezTo>
                    <a:pt x="10252" y="9227"/>
                    <a:pt x="10349" y="9894"/>
                    <a:pt x="10440" y="10540"/>
                  </a:cubicBezTo>
                  <a:cubicBezTo>
                    <a:pt x="10571" y="11454"/>
                    <a:pt x="10707" y="12394"/>
                    <a:pt x="10676" y="13359"/>
                  </a:cubicBezTo>
                  <a:cubicBezTo>
                    <a:pt x="10671" y="13496"/>
                    <a:pt x="10561" y="13597"/>
                    <a:pt x="10429" y="13597"/>
                  </a:cubicBezTo>
                  <a:lnTo>
                    <a:pt x="10414" y="13597"/>
                  </a:lnTo>
                  <a:cubicBezTo>
                    <a:pt x="10282" y="13592"/>
                    <a:pt x="10172" y="13480"/>
                    <a:pt x="10177" y="13345"/>
                  </a:cubicBezTo>
                  <a:cubicBezTo>
                    <a:pt x="10212" y="12424"/>
                    <a:pt x="10081" y="11505"/>
                    <a:pt x="9949" y="10616"/>
                  </a:cubicBezTo>
                  <a:cubicBezTo>
                    <a:pt x="9858" y="9954"/>
                    <a:pt x="9757" y="9272"/>
                    <a:pt x="9727" y="8585"/>
                  </a:cubicBezTo>
                  <a:cubicBezTo>
                    <a:pt x="9722" y="8448"/>
                    <a:pt x="9823" y="8332"/>
                    <a:pt x="9964" y="8327"/>
                  </a:cubicBezTo>
                  <a:cubicBezTo>
                    <a:pt x="9970" y="8327"/>
                    <a:pt x="9976" y="8326"/>
                    <a:pt x="9981" y="8326"/>
                  </a:cubicBezTo>
                  <a:close/>
                  <a:moveTo>
                    <a:pt x="10679" y="14974"/>
                  </a:moveTo>
                  <a:cubicBezTo>
                    <a:pt x="10804" y="14974"/>
                    <a:pt x="10915" y="15066"/>
                    <a:pt x="10930" y="15194"/>
                  </a:cubicBezTo>
                  <a:cubicBezTo>
                    <a:pt x="11005" y="15775"/>
                    <a:pt x="11040" y="16370"/>
                    <a:pt x="11076" y="16952"/>
                  </a:cubicBezTo>
                  <a:cubicBezTo>
                    <a:pt x="11091" y="17209"/>
                    <a:pt x="11107" y="17467"/>
                    <a:pt x="11126" y="17724"/>
                  </a:cubicBezTo>
                  <a:cubicBezTo>
                    <a:pt x="11137" y="17861"/>
                    <a:pt x="11030" y="17977"/>
                    <a:pt x="10894" y="17987"/>
                  </a:cubicBezTo>
                  <a:lnTo>
                    <a:pt x="10879" y="17987"/>
                  </a:lnTo>
                  <a:cubicBezTo>
                    <a:pt x="10748" y="17987"/>
                    <a:pt x="10641" y="17892"/>
                    <a:pt x="10631" y="17760"/>
                  </a:cubicBezTo>
                  <a:cubicBezTo>
                    <a:pt x="10611" y="17502"/>
                    <a:pt x="10596" y="17244"/>
                    <a:pt x="10580" y="16982"/>
                  </a:cubicBezTo>
                  <a:cubicBezTo>
                    <a:pt x="10545" y="16411"/>
                    <a:pt x="10510" y="15819"/>
                    <a:pt x="10440" y="15254"/>
                  </a:cubicBezTo>
                  <a:cubicBezTo>
                    <a:pt x="10419" y="15117"/>
                    <a:pt x="10515" y="14996"/>
                    <a:pt x="10652" y="14975"/>
                  </a:cubicBezTo>
                  <a:cubicBezTo>
                    <a:pt x="10661" y="14975"/>
                    <a:pt x="10670" y="14974"/>
                    <a:pt x="10679" y="14974"/>
                  </a:cubicBezTo>
                  <a:close/>
                  <a:moveTo>
                    <a:pt x="628" y="0"/>
                  </a:moveTo>
                  <a:cubicBezTo>
                    <a:pt x="612" y="284"/>
                    <a:pt x="602" y="567"/>
                    <a:pt x="597" y="844"/>
                  </a:cubicBezTo>
                  <a:cubicBezTo>
                    <a:pt x="557" y="3048"/>
                    <a:pt x="481" y="5281"/>
                    <a:pt x="406" y="7438"/>
                  </a:cubicBezTo>
                  <a:cubicBezTo>
                    <a:pt x="330" y="9555"/>
                    <a:pt x="254" y="11738"/>
                    <a:pt x="213" y="13895"/>
                  </a:cubicBezTo>
                  <a:lnTo>
                    <a:pt x="213" y="13900"/>
                  </a:lnTo>
                  <a:cubicBezTo>
                    <a:pt x="218" y="13910"/>
                    <a:pt x="229" y="13914"/>
                    <a:pt x="234" y="13925"/>
                  </a:cubicBezTo>
                  <a:cubicBezTo>
                    <a:pt x="299" y="14021"/>
                    <a:pt x="285" y="14147"/>
                    <a:pt x="203" y="14229"/>
                  </a:cubicBezTo>
                  <a:lnTo>
                    <a:pt x="203" y="14233"/>
                  </a:lnTo>
                  <a:cubicBezTo>
                    <a:pt x="183" y="15194"/>
                    <a:pt x="152" y="16169"/>
                    <a:pt x="122" y="17108"/>
                  </a:cubicBezTo>
                  <a:cubicBezTo>
                    <a:pt x="62" y="18998"/>
                    <a:pt x="1" y="20947"/>
                    <a:pt x="17" y="22852"/>
                  </a:cubicBezTo>
                  <a:cubicBezTo>
                    <a:pt x="1255" y="22847"/>
                    <a:pt x="2517" y="22782"/>
                    <a:pt x="3851" y="22721"/>
                  </a:cubicBezTo>
                  <a:cubicBezTo>
                    <a:pt x="5254" y="22651"/>
                    <a:pt x="6680" y="22580"/>
                    <a:pt x="8084" y="22580"/>
                  </a:cubicBezTo>
                  <a:cubicBezTo>
                    <a:pt x="9617" y="22580"/>
                    <a:pt x="11125" y="22665"/>
                    <a:pt x="12551" y="22929"/>
                  </a:cubicBezTo>
                  <a:lnTo>
                    <a:pt x="12551" y="22924"/>
                  </a:lnTo>
                  <a:cubicBezTo>
                    <a:pt x="12248" y="17760"/>
                    <a:pt x="12026" y="14299"/>
                    <a:pt x="11470" y="9817"/>
                  </a:cubicBezTo>
                  <a:cubicBezTo>
                    <a:pt x="11252" y="8080"/>
                    <a:pt x="11086" y="6342"/>
                    <a:pt x="10949" y="4594"/>
                  </a:cubicBezTo>
                  <a:cubicBezTo>
                    <a:pt x="10944" y="4568"/>
                    <a:pt x="10944" y="4543"/>
                    <a:pt x="10944" y="4512"/>
                  </a:cubicBezTo>
                  <a:lnTo>
                    <a:pt x="10944" y="4493"/>
                  </a:lnTo>
                  <a:cubicBezTo>
                    <a:pt x="10888" y="3836"/>
                    <a:pt x="10839" y="3179"/>
                    <a:pt x="10797" y="2516"/>
                  </a:cubicBezTo>
                  <a:cubicBezTo>
                    <a:pt x="8197" y="1189"/>
                    <a:pt x="3715" y="485"/>
                    <a:pt x="628"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33"/>
            <p:cNvSpPr/>
            <p:nvPr/>
          </p:nvSpPr>
          <p:spPr>
            <a:xfrm>
              <a:off x="2053200" y="1829225"/>
              <a:ext cx="42975" cy="51175"/>
            </a:xfrm>
            <a:custGeom>
              <a:avLst/>
              <a:gdLst/>
              <a:ahLst/>
              <a:cxnLst/>
              <a:rect l="l" t="t" r="r" b="b"/>
              <a:pathLst>
                <a:path w="1719" h="2047" extrusionOk="0">
                  <a:moveTo>
                    <a:pt x="286" y="0"/>
                  </a:moveTo>
                  <a:cubicBezTo>
                    <a:pt x="255" y="0"/>
                    <a:pt x="223" y="6"/>
                    <a:pt x="192" y="20"/>
                  </a:cubicBezTo>
                  <a:cubicBezTo>
                    <a:pt x="65" y="66"/>
                    <a:pt x="0" y="213"/>
                    <a:pt x="51" y="339"/>
                  </a:cubicBezTo>
                  <a:cubicBezTo>
                    <a:pt x="263" y="880"/>
                    <a:pt x="672" y="1430"/>
                    <a:pt x="1278" y="1981"/>
                  </a:cubicBezTo>
                  <a:cubicBezTo>
                    <a:pt x="1324" y="2021"/>
                    <a:pt x="1385" y="2046"/>
                    <a:pt x="1445" y="2046"/>
                  </a:cubicBezTo>
                  <a:cubicBezTo>
                    <a:pt x="1511" y="2046"/>
                    <a:pt x="1576" y="2021"/>
                    <a:pt x="1627" y="1965"/>
                  </a:cubicBezTo>
                  <a:cubicBezTo>
                    <a:pt x="1718" y="1864"/>
                    <a:pt x="1713" y="1708"/>
                    <a:pt x="1611" y="1617"/>
                  </a:cubicBezTo>
                  <a:cubicBezTo>
                    <a:pt x="1066" y="1116"/>
                    <a:pt x="692" y="626"/>
                    <a:pt x="515" y="157"/>
                  </a:cubicBezTo>
                  <a:cubicBezTo>
                    <a:pt x="477" y="62"/>
                    <a:pt x="384" y="0"/>
                    <a:pt x="286"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33"/>
            <p:cNvSpPr/>
            <p:nvPr/>
          </p:nvSpPr>
          <p:spPr>
            <a:xfrm>
              <a:off x="2098425" y="1880875"/>
              <a:ext cx="25400" cy="20500"/>
            </a:xfrm>
            <a:custGeom>
              <a:avLst/>
              <a:gdLst/>
              <a:ahLst/>
              <a:cxnLst/>
              <a:rect l="l" t="t" r="r" b="b"/>
              <a:pathLst>
                <a:path w="1016" h="820" extrusionOk="0">
                  <a:moveTo>
                    <a:pt x="279" y="1"/>
                  </a:moveTo>
                  <a:cubicBezTo>
                    <a:pt x="207" y="1"/>
                    <a:pt x="134" y="31"/>
                    <a:pt x="86" y="92"/>
                  </a:cubicBezTo>
                  <a:cubicBezTo>
                    <a:pt x="0" y="197"/>
                    <a:pt x="20" y="354"/>
                    <a:pt x="126" y="440"/>
                  </a:cubicBezTo>
                  <a:cubicBezTo>
                    <a:pt x="273" y="561"/>
                    <a:pt x="450" y="682"/>
                    <a:pt x="602" y="778"/>
                  </a:cubicBezTo>
                  <a:cubicBezTo>
                    <a:pt x="642" y="803"/>
                    <a:pt x="686" y="819"/>
                    <a:pt x="733" y="819"/>
                  </a:cubicBezTo>
                  <a:cubicBezTo>
                    <a:pt x="814" y="819"/>
                    <a:pt x="894" y="778"/>
                    <a:pt x="945" y="703"/>
                  </a:cubicBezTo>
                  <a:cubicBezTo>
                    <a:pt x="1015" y="586"/>
                    <a:pt x="980" y="435"/>
                    <a:pt x="863" y="360"/>
                  </a:cubicBezTo>
                  <a:cubicBezTo>
                    <a:pt x="728" y="274"/>
                    <a:pt x="571" y="162"/>
                    <a:pt x="434" y="57"/>
                  </a:cubicBezTo>
                  <a:cubicBezTo>
                    <a:pt x="390" y="19"/>
                    <a:pt x="335" y="1"/>
                    <a:pt x="279"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33"/>
            <p:cNvSpPr/>
            <p:nvPr/>
          </p:nvSpPr>
          <p:spPr>
            <a:xfrm>
              <a:off x="2634325" y="2063350"/>
              <a:ext cx="39675" cy="93150"/>
            </a:xfrm>
            <a:custGeom>
              <a:avLst/>
              <a:gdLst/>
              <a:ahLst/>
              <a:cxnLst/>
              <a:rect l="l" t="t" r="r" b="b"/>
              <a:pathLst>
                <a:path w="1587" h="3726" extrusionOk="0">
                  <a:moveTo>
                    <a:pt x="1257" y="1"/>
                  </a:moveTo>
                  <a:cubicBezTo>
                    <a:pt x="1247" y="1"/>
                    <a:pt x="1238" y="1"/>
                    <a:pt x="1228" y="3"/>
                  </a:cubicBezTo>
                  <a:cubicBezTo>
                    <a:pt x="1092" y="7"/>
                    <a:pt x="991" y="129"/>
                    <a:pt x="1006" y="264"/>
                  </a:cubicBezTo>
                  <a:cubicBezTo>
                    <a:pt x="1118" y="1563"/>
                    <a:pt x="470" y="2745"/>
                    <a:pt x="76" y="3337"/>
                  </a:cubicBezTo>
                  <a:cubicBezTo>
                    <a:pt x="1" y="3452"/>
                    <a:pt x="31" y="3604"/>
                    <a:pt x="143" y="3680"/>
                  </a:cubicBezTo>
                  <a:cubicBezTo>
                    <a:pt x="188" y="3711"/>
                    <a:pt x="238" y="3725"/>
                    <a:pt x="283" y="3725"/>
                  </a:cubicBezTo>
                  <a:cubicBezTo>
                    <a:pt x="365" y="3725"/>
                    <a:pt x="440" y="3685"/>
                    <a:pt x="491" y="3610"/>
                  </a:cubicBezTo>
                  <a:cubicBezTo>
                    <a:pt x="1234" y="2503"/>
                    <a:pt x="1587" y="1295"/>
                    <a:pt x="1496" y="224"/>
                  </a:cubicBezTo>
                  <a:cubicBezTo>
                    <a:pt x="1487" y="97"/>
                    <a:pt x="1385" y="1"/>
                    <a:pt x="1257"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33"/>
            <p:cNvSpPr/>
            <p:nvPr/>
          </p:nvSpPr>
          <p:spPr>
            <a:xfrm>
              <a:off x="2595800" y="2166625"/>
              <a:ext cx="34900" cy="36600"/>
            </a:xfrm>
            <a:custGeom>
              <a:avLst/>
              <a:gdLst/>
              <a:ahLst/>
              <a:cxnLst/>
              <a:rect l="l" t="t" r="r" b="b"/>
              <a:pathLst>
                <a:path w="1396" h="1464" extrusionOk="0">
                  <a:moveTo>
                    <a:pt x="1119" y="1"/>
                  </a:moveTo>
                  <a:cubicBezTo>
                    <a:pt x="1041" y="1"/>
                    <a:pt x="963" y="37"/>
                    <a:pt x="910" y="105"/>
                  </a:cubicBezTo>
                  <a:cubicBezTo>
                    <a:pt x="672" y="433"/>
                    <a:pt x="400" y="752"/>
                    <a:pt x="101" y="1039"/>
                  </a:cubicBezTo>
                  <a:cubicBezTo>
                    <a:pt x="5" y="1130"/>
                    <a:pt x="1" y="1292"/>
                    <a:pt x="96" y="1389"/>
                  </a:cubicBezTo>
                  <a:cubicBezTo>
                    <a:pt x="147" y="1438"/>
                    <a:pt x="208" y="1464"/>
                    <a:pt x="273" y="1464"/>
                  </a:cubicBezTo>
                  <a:cubicBezTo>
                    <a:pt x="334" y="1464"/>
                    <a:pt x="400" y="1443"/>
                    <a:pt x="446" y="1394"/>
                  </a:cubicBezTo>
                  <a:cubicBezTo>
                    <a:pt x="763" y="1086"/>
                    <a:pt x="1057" y="752"/>
                    <a:pt x="1314" y="393"/>
                  </a:cubicBezTo>
                  <a:cubicBezTo>
                    <a:pt x="1395" y="282"/>
                    <a:pt x="1370" y="130"/>
                    <a:pt x="1259" y="44"/>
                  </a:cubicBezTo>
                  <a:cubicBezTo>
                    <a:pt x="1216" y="15"/>
                    <a:pt x="1167" y="1"/>
                    <a:pt x="1119"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33"/>
            <p:cNvSpPr/>
            <p:nvPr/>
          </p:nvSpPr>
          <p:spPr>
            <a:xfrm>
              <a:off x="2092075" y="2397425"/>
              <a:ext cx="39600" cy="70550"/>
            </a:xfrm>
            <a:custGeom>
              <a:avLst/>
              <a:gdLst/>
              <a:ahLst/>
              <a:cxnLst/>
              <a:rect l="l" t="t" r="r" b="b"/>
              <a:pathLst>
                <a:path w="1584" h="2822" extrusionOk="0">
                  <a:moveTo>
                    <a:pt x="599" y="1"/>
                  </a:moveTo>
                  <a:cubicBezTo>
                    <a:pt x="506" y="1"/>
                    <a:pt x="415" y="56"/>
                    <a:pt x="371" y="149"/>
                  </a:cubicBezTo>
                  <a:cubicBezTo>
                    <a:pt x="1" y="983"/>
                    <a:pt x="264" y="1881"/>
                    <a:pt x="1138" y="2751"/>
                  </a:cubicBezTo>
                  <a:cubicBezTo>
                    <a:pt x="1183" y="2797"/>
                    <a:pt x="1250" y="2821"/>
                    <a:pt x="1310" y="2821"/>
                  </a:cubicBezTo>
                  <a:cubicBezTo>
                    <a:pt x="1376" y="2821"/>
                    <a:pt x="1436" y="2797"/>
                    <a:pt x="1486" y="2751"/>
                  </a:cubicBezTo>
                  <a:cubicBezTo>
                    <a:pt x="1583" y="2650"/>
                    <a:pt x="1583" y="2499"/>
                    <a:pt x="1486" y="2397"/>
                  </a:cubicBezTo>
                  <a:cubicBezTo>
                    <a:pt x="765" y="1680"/>
                    <a:pt x="542" y="993"/>
                    <a:pt x="825" y="351"/>
                  </a:cubicBezTo>
                  <a:cubicBezTo>
                    <a:pt x="880" y="225"/>
                    <a:pt x="825" y="78"/>
                    <a:pt x="698" y="22"/>
                  </a:cubicBezTo>
                  <a:cubicBezTo>
                    <a:pt x="666" y="8"/>
                    <a:pt x="633" y="1"/>
                    <a:pt x="599"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33"/>
            <p:cNvSpPr/>
            <p:nvPr/>
          </p:nvSpPr>
          <p:spPr>
            <a:xfrm>
              <a:off x="2276000" y="2484625"/>
              <a:ext cx="197450" cy="62425"/>
            </a:xfrm>
            <a:custGeom>
              <a:avLst/>
              <a:gdLst/>
              <a:ahLst/>
              <a:cxnLst/>
              <a:rect l="l" t="t" r="r" b="b"/>
              <a:pathLst>
                <a:path w="7898" h="2497" extrusionOk="0">
                  <a:moveTo>
                    <a:pt x="277" y="0"/>
                  </a:moveTo>
                  <a:cubicBezTo>
                    <a:pt x="188" y="0"/>
                    <a:pt x="103" y="48"/>
                    <a:pt x="61" y="132"/>
                  </a:cubicBezTo>
                  <a:cubicBezTo>
                    <a:pt x="0" y="258"/>
                    <a:pt x="46" y="405"/>
                    <a:pt x="168" y="470"/>
                  </a:cubicBezTo>
                  <a:cubicBezTo>
                    <a:pt x="1273" y="1042"/>
                    <a:pt x="2537" y="1213"/>
                    <a:pt x="3759" y="1385"/>
                  </a:cubicBezTo>
                  <a:cubicBezTo>
                    <a:pt x="5083" y="1562"/>
                    <a:pt x="6336" y="1734"/>
                    <a:pt x="7382" y="2375"/>
                  </a:cubicBezTo>
                  <a:cubicBezTo>
                    <a:pt x="7422" y="2401"/>
                    <a:pt x="7462" y="2431"/>
                    <a:pt x="7508" y="2455"/>
                  </a:cubicBezTo>
                  <a:cubicBezTo>
                    <a:pt x="7548" y="2481"/>
                    <a:pt x="7594" y="2497"/>
                    <a:pt x="7644" y="2497"/>
                  </a:cubicBezTo>
                  <a:cubicBezTo>
                    <a:pt x="7721" y="2497"/>
                    <a:pt x="7801" y="2461"/>
                    <a:pt x="7847" y="2385"/>
                  </a:cubicBezTo>
                  <a:cubicBezTo>
                    <a:pt x="7856" y="2371"/>
                    <a:pt x="7867" y="2355"/>
                    <a:pt x="7877" y="2334"/>
                  </a:cubicBezTo>
                  <a:cubicBezTo>
                    <a:pt x="7898" y="2269"/>
                    <a:pt x="7892" y="2208"/>
                    <a:pt x="7867" y="2147"/>
                  </a:cubicBezTo>
                  <a:cubicBezTo>
                    <a:pt x="7847" y="2107"/>
                    <a:pt x="7816" y="2072"/>
                    <a:pt x="7776" y="2047"/>
                  </a:cubicBezTo>
                  <a:cubicBezTo>
                    <a:pt x="7639" y="1951"/>
                    <a:pt x="7497" y="1865"/>
                    <a:pt x="7352" y="1795"/>
                  </a:cubicBezTo>
                  <a:cubicBezTo>
                    <a:pt x="6280" y="1228"/>
                    <a:pt x="5032" y="1056"/>
                    <a:pt x="3825" y="890"/>
                  </a:cubicBezTo>
                  <a:cubicBezTo>
                    <a:pt x="2647" y="728"/>
                    <a:pt x="1425" y="561"/>
                    <a:pt x="394" y="30"/>
                  </a:cubicBezTo>
                  <a:cubicBezTo>
                    <a:pt x="357" y="10"/>
                    <a:pt x="316" y="0"/>
                    <a:pt x="277"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33"/>
            <p:cNvSpPr/>
            <p:nvPr/>
          </p:nvSpPr>
          <p:spPr>
            <a:xfrm>
              <a:off x="2490975" y="2554050"/>
              <a:ext cx="31475" cy="28625"/>
            </a:xfrm>
            <a:custGeom>
              <a:avLst/>
              <a:gdLst/>
              <a:ahLst/>
              <a:cxnLst/>
              <a:rect l="l" t="t" r="r" b="b"/>
              <a:pathLst>
                <a:path w="1259" h="1145" extrusionOk="0">
                  <a:moveTo>
                    <a:pt x="270" y="1"/>
                  </a:moveTo>
                  <a:cubicBezTo>
                    <a:pt x="207" y="1"/>
                    <a:pt x="144" y="25"/>
                    <a:pt x="96" y="72"/>
                  </a:cubicBezTo>
                  <a:cubicBezTo>
                    <a:pt x="1" y="169"/>
                    <a:pt x="1" y="326"/>
                    <a:pt x="96" y="422"/>
                  </a:cubicBezTo>
                  <a:cubicBezTo>
                    <a:pt x="329" y="659"/>
                    <a:pt x="566" y="876"/>
                    <a:pt x="824" y="1084"/>
                  </a:cubicBezTo>
                  <a:cubicBezTo>
                    <a:pt x="869" y="1124"/>
                    <a:pt x="925" y="1144"/>
                    <a:pt x="980" y="1144"/>
                  </a:cubicBezTo>
                  <a:cubicBezTo>
                    <a:pt x="1051" y="1144"/>
                    <a:pt x="1122" y="1109"/>
                    <a:pt x="1172" y="1049"/>
                  </a:cubicBezTo>
                  <a:cubicBezTo>
                    <a:pt x="1258" y="942"/>
                    <a:pt x="1244" y="790"/>
                    <a:pt x="1137" y="699"/>
                  </a:cubicBezTo>
                  <a:cubicBezTo>
                    <a:pt x="894" y="503"/>
                    <a:pt x="668" y="296"/>
                    <a:pt x="444" y="72"/>
                  </a:cubicBezTo>
                  <a:cubicBezTo>
                    <a:pt x="397" y="25"/>
                    <a:pt x="333" y="1"/>
                    <a:pt x="270"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33"/>
            <p:cNvSpPr/>
            <p:nvPr/>
          </p:nvSpPr>
          <p:spPr>
            <a:xfrm>
              <a:off x="2066700" y="2762275"/>
              <a:ext cx="69750" cy="20700"/>
            </a:xfrm>
            <a:custGeom>
              <a:avLst/>
              <a:gdLst/>
              <a:ahLst/>
              <a:cxnLst/>
              <a:rect l="l" t="t" r="r" b="b"/>
              <a:pathLst>
                <a:path w="2790" h="828" extrusionOk="0">
                  <a:moveTo>
                    <a:pt x="2517" y="0"/>
                  </a:moveTo>
                  <a:cubicBezTo>
                    <a:pt x="2502" y="0"/>
                    <a:pt x="2486" y="2"/>
                    <a:pt x="2471" y="5"/>
                  </a:cubicBezTo>
                  <a:cubicBezTo>
                    <a:pt x="2284" y="40"/>
                    <a:pt x="2097" y="80"/>
                    <a:pt x="1906" y="126"/>
                  </a:cubicBezTo>
                  <a:cubicBezTo>
                    <a:pt x="1427" y="230"/>
                    <a:pt x="972" y="331"/>
                    <a:pt x="504" y="331"/>
                  </a:cubicBezTo>
                  <a:cubicBezTo>
                    <a:pt x="428" y="331"/>
                    <a:pt x="351" y="328"/>
                    <a:pt x="274" y="322"/>
                  </a:cubicBezTo>
                  <a:cubicBezTo>
                    <a:pt x="271" y="322"/>
                    <a:pt x="268" y="322"/>
                    <a:pt x="265" y="322"/>
                  </a:cubicBezTo>
                  <a:cubicBezTo>
                    <a:pt x="137" y="322"/>
                    <a:pt x="21" y="422"/>
                    <a:pt x="11" y="555"/>
                  </a:cubicBezTo>
                  <a:cubicBezTo>
                    <a:pt x="1" y="692"/>
                    <a:pt x="101" y="807"/>
                    <a:pt x="243" y="818"/>
                  </a:cubicBezTo>
                  <a:cubicBezTo>
                    <a:pt x="325" y="828"/>
                    <a:pt x="416" y="828"/>
                    <a:pt x="496" y="828"/>
                  </a:cubicBezTo>
                  <a:cubicBezTo>
                    <a:pt x="1022" y="828"/>
                    <a:pt x="1526" y="716"/>
                    <a:pt x="2016" y="606"/>
                  </a:cubicBezTo>
                  <a:cubicBezTo>
                    <a:pt x="2198" y="571"/>
                    <a:pt x="2380" y="525"/>
                    <a:pt x="2568" y="494"/>
                  </a:cubicBezTo>
                  <a:cubicBezTo>
                    <a:pt x="2699" y="469"/>
                    <a:pt x="2790" y="338"/>
                    <a:pt x="2764" y="201"/>
                  </a:cubicBezTo>
                  <a:cubicBezTo>
                    <a:pt x="2742" y="85"/>
                    <a:pt x="2636" y="0"/>
                    <a:pt x="2517"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33"/>
            <p:cNvSpPr/>
            <p:nvPr/>
          </p:nvSpPr>
          <p:spPr>
            <a:xfrm>
              <a:off x="2557025" y="2599325"/>
              <a:ext cx="45375" cy="78450"/>
            </a:xfrm>
            <a:custGeom>
              <a:avLst/>
              <a:gdLst/>
              <a:ahLst/>
              <a:cxnLst/>
              <a:rect l="l" t="t" r="r" b="b"/>
              <a:pathLst>
                <a:path w="1815" h="3138" extrusionOk="0">
                  <a:moveTo>
                    <a:pt x="1567" y="0"/>
                  </a:moveTo>
                  <a:cubicBezTo>
                    <a:pt x="1430" y="0"/>
                    <a:pt x="1319" y="111"/>
                    <a:pt x="1319" y="248"/>
                  </a:cubicBezTo>
                  <a:cubicBezTo>
                    <a:pt x="1319" y="1127"/>
                    <a:pt x="708" y="2188"/>
                    <a:pt x="112" y="2708"/>
                  </a:cubicBezTo>
                  <a:cubicBezTo>
                    <a:pt x="6" y="2794"/>
                    <a:pt x="1" y="2950"/>
                    <a:pt x="87" y="3057"/>
                  </a:cubicBezTo>
                  <a:cubicBezTo>
                    <a:pt x="137" y="3112"/>
                    <a:pt x="208" y="3137"/>
                    <a:pt x="278" y="3137"/>
                  </a:cubicBezTo>
                  <a:cubicBezTo>
                    <a:pt x="334" y="3137"/>
                    <a:pt x="390" y="3118"/>
                    <a:pt x="435" y="3081"/>
                  </a:cubicBezTo>
                  <a:cubicBezTo>
                    <a:pt x="1107" y="2496"/>
                    <a:pt x="1815" y="1309"/>
                    <a:pt x="1815" y="243"/>
                  </a:cubicBezTo>
                  <a:cubicBezTo>
                    <a:pt x="1815" y="106"/>
                    <a:pt x="1703" y="0"/>
                    <a:pt x="1567"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33"/>
            <p:cNvSpPr/>
            <p:nvPr/>
          </p:nvSpPr>
          <p:spPr>
            <a:xfrm>
              <a:off x="2216375" y="2024125"/>
              <a:ext cx="66575" cy="17675"/>
            </a:xfrm>
            <a:custGeom>
              <a:avLst/>
              <a:gdLst/>
              <a:ahLst/>
              <a:cxnLst/>
              <a:rect l="l" t="t" r="r" b="b"/>
              <a:pathLst>
                <a:path w="2663" h="707" extrusionOk="0">
                  <a:moveTo>
                    <a:pt x="1913" y="1"/>
                  </a:moveTo>
                  <a:cubicBezTo>
                    <a:pt x="1280" y="1"/>
                    <a:pt x="721" y="70"/>
                    <a:pt x="208" y="222"/>
                  </a:cubicBezTo>
                  <a:cubicBezTo>
                    <a:pt x="77" y="257"/>
                    <a:pt x="0" y="394"/>
                    <a:pt x="37" y="525"/>
                  </a:cubicBezTo>
                  <a:cubicBezTo>
                    <a:pt x="72" y="637"/>
                    <a:pt x="167" y="707"/>
                    <a:pt x="279" y="707"/>
                  </a:cubicBezTo>
                  <a:cubicBezTo>
                    <a:pt x="298" y="707"/>
                    <a:pt x="324" y="702"/>
                    <a:pt x="345" y="697"/>
                  </a:cubicBezTo>
                  <a:cubicBezTo>
                    <a:pt x="808" y="562"/>
                    <a:pt x="1322" y="496"/>
                    <a:pt x="1900" y="496"/>
                  </a:cubicBezTo>
                  <a:cubicBezTo>
                    <a:pt x="2059" y="496"/>
                    <a:pt x="2222" y="501"/>
                    <a:pt x="2390" y="511"/>
                  </a:cubicBezTo>
                  <a:cubicBezTo>
                    <a:pt x="2396" y="511"/>
                    <a:pt x="2402" y="511"/>
                    <a:pt x="2408" y="511"/>
                  </a:cubicBezTo>
                  <a:cubicBezTo>
                    <a:pt x="2538" y="511"/>
                    <a:pt x="2649" y="413"/>
                    <a:pt x="2653" y="278"/>
                  </a:cubicBezTo>
                  <a:cubicBezTo>
                    <a:pt x="2663" y="141"/>
                    <a:pt x="2562" y="26"/>
                    <a:pt x="2425" y="15"/>
                  </a:cubicBezTo>
                  <a:cubicBezTo>
                    <a:pt x="2249" y="5"/>
                    <a:pt x="2079" y="1"/>
                    <a:pt x="1913"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33"/>
            <p:cNvSpPr/>
            <p:nvPr/>
          </p:nvSpPr>
          <p:spPr>
            <a:xfrm>
              <a:off x="2258325" y="2068075"/>
              <a:ext cx="33250" cy="41575"/>
            </a:xfrm>
            <a:custGeom>
              <a:avLst/>
              <a:gdLst/>
              <a:ahLst/>
              <a:cxnLst/>
              <a:rect l="l" t="t" r="r" b="b"/>
              <a:pathLst>
                <a:path w="1330" h="1663" extrusionOk="0">
                  <a:moveTo>
                    <a:pt x="1055" y="1"/>
                  </a:moveTo>
                  <a:cubicBezTo>
                    <a:pt x="998" y="1"/>
                    <a:pt x="941" y="21"/>
                    <a:pt x="894" y="61"/>
                  </a:cubicBezTo>
                  <a:cubicBezTo>
                    <a:pt x="500" y="379"/>
                    <a:pt x="202" y="833"/>
                    <a:pt x="40" y="1339"/>
                  </a:cubicBezTo>
                  <a:cubicBezTo>
                    <a:pt x="0" y="1470"/>
                    <a:pt x="76" y="1607"/>
                    <a:pt x="202" y="1652"/>
                  </a:cubicBezTo>
                  <a:cubicBezTo>
                    <a:pt x="227" y="1657"/>
                    <a:pt x="253" y="1663"/>
                    <a:pt x="278" y="1663"/>
                  </a:cubicBezTo>
                  <a:cubicBezTo>
                    <a:pt x="384" y="1663"/>
                    <a:pt x="481" y="1591"/>
                    <a:pt x="516" y="1486"/>
                  </a:cubicBezTo>
                  <a:cubicBezTo>
                    <a:pt x="642" y="1076"/>
                    <a:pt x="889" y="702"/>
                    <a:pt x="1208" y="444"/>
                  </a:cubicBezTo>
                  <a:cubicBezTo>
                    <a:pt x="1314" y="353"/>
                    <a:pt x="1329" y="202"/>
                    <a:pt x="1243" y="91"/>
                  </a:cubicBezTo>
                  <a:cubicBezTo>
                    <a:pt x="1195" y="32"/>
                    <a:pt x="1126" y="1"/>
                    <a:pt x="1055"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33"/>
            <p:cNvSpPr/>
            <p:nvPr/>
          </p:nvSpPr>
          <p:spPr>
            <a:xfrm>
              <a:off x="2263625" y="2282900"/>
              <a:ext cx="14300" cy="67225"/>
            </a:xfrm>
            <a:custGeom>
              <a:avLst/>
              <a:gdLst/>
              <a:ahLst/>
              <a:cxnLst/>
              <a:rect l="l" t="t" r="r" b="b"/>
              <a:pathLst>
                <a:path w="572" h="2689" extrusionOk="0">
                  <a:moveTo>
                    <a:pt x="323" y="1"/>
                  </a:moveTo>
                  <a:cubicBezTo>
                    <a:pt x="187" y="1"/>
                    <a:pt x="76" y="107"/>
                    <a:pt x="76" y="243"/>
                  </a:cubicBezTo>
                  <a:lnTo>
                    <a:pt x="76" y="415"/>
                  </a:lnTo>
                  <a:cubicBezTo>
                    <a:pt x="76" y="1108"/>
                    <a:pt x="71" y="1759"/>
                    <a:pt x="10" y="2416"/>
                  </a:cubicBezTo>
                  <a:cubicBezTo>
                    <a:pt x="1" y="2558"/>
                    <a:pt x="101" y="2679"/>
                    <a:pt x="238" y="2689"/>
                  </a:cubicBezTo>
                  <a:lnTo>
                    <a:pt x="258" y="2689"/>
                  </a:lnTo>
                  <a:cubicBezTo>
                    <a:pt x="390" y="2689"/>
                    <a:pt x="495" y="2593"/>
                    <a:pt x="505" y="2461"/>
                  </a:cubicBezTo>
                  <a:cubicBezTo>
                    <a:pt x="566" y="1784"/>
                    <a:pt x="572" y="1087"/>
                    <a:pt x="572" y="420"/>
                  </a:cubicBezTo>
                  <a:lnTo>
                    <a:pt x="572" y="248"/>
                  </a:lnTo>
                  <a:cubicBezTo>
                    <a:pt x="572" y="112"/>
                    <a:pt x="460" y="1"/>
                    <a:pt x="323"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33"/>
            <p:cNvSpPr/>
            <p:nvPr/>
          </p:nvSpPr>
          <p:spPr>
            <a:xfrm>
              <a:off x="2263875" y="2368425"/>
              <a:ext cx="12375" cy="25275"/>
            </a:xfrm>
            <a:custGeom>
              <a:avLst/>
              <a:gdLst/>
              <a:ahLst/>
              <a:cxnLst/>
              <a:rect l="l" t="t" r="r" b="b"/>
              <a:pathLst>
                <a:path w="495" h="1011" extrusionOk="0">
                  <a:moveTo>
                    <a:pt x="248" y="0"/>
                  </a:moveTo>
                  <a:cubicBezTo>
                    <a:pt x="112" y="0"/>
                    <a:pt x="0" y="112"/>
                    <a:pt x="0" y="248"/>
                  </a:cubicBezTo>
                  <a:lnTo>
                    <a:pt x="0" y="763"/>
                  </a:lnTo>
                  <a:cubicBezTo>
                    <a:pt x="0" y="900"/>
                    <a:pt x="112" y="1010"/>
                    <a:pt x="248" y="1010"/>
                  </a:cubicBezTo>
                  <a:cubicBezTo>
                    <a:pt x="389" y="1010"/>
                    <a:pt x="495" y="900"/>
                    <a:pt x="495" y="763"/>
                  </a:cubicBezTo>
                  <a:lnTo>
                    <a:pt x="495" y="248"/>
                  </a:lnTo>
                  <a:cubicBezTo>
                    <a:pt x="495" y="112"/>
                    <a:pt x="389" y="0"/>
                    <a:pt x="248"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33"/>
            <p:cNvSpPr/>
            <p:nvPr/>
          </p:nvSpPr>
          <p:spPr>
            <a:xfrm>
              <a:off x="2250975" y="2570125"/>
              <a:ext cx="12400" cy="91600"/>
            </a:xfrm>
            <a:custGeom>
              <a:avLst/>
              <a:gdLst/>
              <a:ahLst/>
              <a:cxnLst/>
              <a:rect l="l" t="t" r="r" b="b"/>
              <a:pathLst>
                <a:path w="496" h="3664" extrusionOk="0">
                  <a:moveTo>
                    <a:pt x="248" y="1"/>
                  </a:moveTo>
                  <a:cubicBezTo>
                    <a:pt x="112" y="1"/>
                    <a:pt x="1" y="112"/>
                    <a:pt x="1" y="254"/>
                  </a:cubicBezTo>
                  <a:lnTo>
                    <a:pt x="1" y="3416"/>
                  </a:lnTo>
                  <a:cubicBezTo>
                    <a:pt x="1" y="3552"/>
                    <a:pt x="112" y="3664"/>
                    <a:pt x="248" y="3664"/>
                  </a:cubicBezTo>
                  <a:cubicBezTo>
                    <a:pt x="385" y="3664"/>
                    <a:pt x="496" y="3552"/>
                    <a:pt x="496" y="3416"/>
                  </a:cubicBezTo>
                  <a:lnTo>
                    <a:pt x="496" y="254"/>
                  </a:lnTo>
                  <a:cubicBezTo>
                    <a:pt x="496" y="112"/>
                    <a:pt x="385" y="1"/>
                    <a:pt x="248"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33"/>
            <p:cNvSpPr/>
            <p:nvPr/>
          </p:nvSpPr>
          <p:spPr>
            <a:xfrm>
              <a:off x="2245550" y="2717025"/>
              <a:ext cx="16575" cy="44750"/>
            </a:xfrm>
            <a:custGeom>
              <a:avLst/>
              <a:gdLst/>
              <a:ahLst/>
              <a:cxnLst/>
              <a:rect l="l" t="t" r="r" b="b"/>
              <a:pathLst>
                <a:path w="663" h="1790" extrusionOk="0">
                  <a:moveTo>
                    <a:pt x="395" y="1"/>
                  </a:moveTo>
                  <a:cubicBezTo>
                    <a:pt x="258" y="5"/>
                    <a:pt x="152" y="122"/>
                    <a:pt x="152" y="259"/>
                  </a:cubicBezTo>
                  <a:cubicBezTo>
                    <a:pt x="162" y="672"/>
                    <a:pt x="122" y="1097"/>
                    <a:pt x="31" y="1486"/>
                  </a:cubicBezTo>
                  <a:cubicBezTo>
                    <a:pt x="1" y="1617"/>
                    <a:pt x="82" y="1754"/>
                    <a:pt x="213" y="1784"/>
                  </a:cubicBezTo>
                  <a:cubicBezTo>
                    <a:pt x="234" y="1789"/>
                    <a:pt x="253" y="1789"/>
                    <a:pt x="274" y="1789"/>
                  </a:cubicBezTo>
                  <a:cubicBezTo>
                    <a:pt x="385" y="1789"/>
                    <a:pt x="486" y="1714"/>
                    <a:pt x="511" y="1598"/>
                  </a:cubicBezTo>
                  <a:cubicBezTo>
                    <a:pt x="612" y="1168"/>
                    <a:pt x="663" y="698"/>
                    <a:pt x="647" y="243"/>
                  </a:cubicBezTo>
                  <a:cubicBezTo>
                    <a:pt x="647" y="107"/>
                    <a:pt x="531" y="5"/>
                    <a:pt x="395"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33"/>
            <p:cNvSpPr/>
            <p:nvPr/>
          </p:nvSpPr>
          <p:spPr>
            <a:xfrm>
              <a:off x="2436525" y="2739750"/>
              <a:ext cx="24650" cy="131775"/>
            </a:xfrm>
            <a:custGeom>
              <a:avLst/>
              <a:gdLst/>
              <a:ahLst/>
              <a:cxnLst/>
              <a:rect l="l" t="t" r="r" b="b"/>
              <a:pathLst>
                <a:path w="986" h="5271" extrusionOk="0">
                  <a:moveTo>
                    <a:pt x="260" y="0"/>
                  </a:moveTo>
                  <a:cubicBezTo>
                    <a:pt x="255" y="0"/>
                    <a:pt x="249" y="1"/>
                    <a:pt x="243" y="1"/>
                  </a:cubicBezTo>
                  <a:cubicBezTo>
                    <a:pt x="102" y="6"/>
                    <a:pt x="1" y="122"/>
                    <a:pt x="6" y="259"/>
                  </a:cubicBezTo>
                  <a:cubicBezTo>
                    <a:pt x="36" y="946"/>
                    <a:pt x="137" y="1628"/>
                    <a:pt x="228" y="2290"/>
                  </a:cubicBezTo>
                  <a:cubicBezTo>
                    <a:pt x="360" y="3179"/>
                    <a:pt x="491" y="4098"/>
                    <a:pt x="456" y="5019"/>
                  </a:cubicBezTo>
                  <a:cubicBezTo>
                    <a:pt x="451" y="5154"/>
                    <a:pt x="561" y="5266"/>
                    <a:pt x="693" y="5271"/>
                  </a:cubicBezTo>
                  <a:lnTo>
                    <a:pt x="708" y="5271"/>
                  </a:lnTo>
                  <a:cubicBezTo>
                    <a:pt x="840" y="5271"/>
                    <a:pt x="950" y="5170"/>
                    <a:pt x="955" y="5033"/>
                  </a:cubicBezTo>
                  <a:cubicBezTo>
                    <a:pt x="986" y="4068"/>
                    <a:pt x="850" y="3128"/>
                    <a:pt x="719" y="2214"/>
                  </a:cubicBezTo>
                  <a:cubicBezTo>
                    <a:pt x="628" y="1568"/>
                    <a:pt x="531" y="901"/>
                    <a:pt x="500" y="234"/>
                  </a:cubicBezTo>
                  <a:cubicBezTo>
                    <a:pt x="496" y="103"/>
                    <a:pt x="385" y="0"/>
                    <a:pt x="260"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33"/>
            <p:cNvSpPr/>
            <p:nvPr/>
          </p:nvSpPr>
          <p:spPr>
            <a:xfrm>
              <a:off x="2453975" y="2905950"/>
              <a:ext cx="17950" cy="75350"/>
            </a:xfrm>
            <a:custGeom>
              <a:avLst/>
              <a:gdLst/>
              <a:ahLst/>
              <a:cxnLst/>
              <a:rect l="l" t="t" r="r" b="b"/>
              <a:pathLst>
                <a:path w="718" h="3014" extrusionOk="0">
                  <a:moveTo>
                    <a:pt x="260" y="0"/>
                  </a:moveTo>
                  <a:cubicBezTo>
                    <a:pt x="251" y="0"/>
                    <a:pt x="242" y="1"/>
                    <a:pt x="233" y="1"/>
                  </a:cubicBezTo>
                  <a:cubicBezTo>
                    <a:pt x="96" y="22"/>
                    <a:pt x="0" y="143"/>
                    <a:pt x="21" y="280"/>
                  </a:cubicBezTo>
                  <a:cubicBezTo>
                    <a:pt x="91" y="845"/>
                    <a:pt x="126" y="1437"/>
                    <a:pt x="161" y="2008"/>
                  </a:cubicBezTo>
                  <a:cubicBezTo>
                    <a:pt x="177" y="2270"/>
                    <a:pt x="192" y="2528"/>
                    <a:pt x="212" y="2786"/>
                  </a:cubicBezTo>
                  <a:cubicBezTo>
                    <a:pt x="222" y="2918"/>
                    <a:pt x="329" y="3013"/>
                    <a:pt x="460" y="3013"/>
                  </a:cubicBezTo>
                  <a:lnTo>
                    <a:pt x="475" y="3013"/>
                  </a:lnTo>
                  <a:cubicBezTo>
                    <a:pt x="611" y="3003"/>
                    <a:pt x="718" y="2887"/>
                    <a:pt x="707" y="2750"/>
                  </a:cubicBezTo>
                  <a:cubicBezTo>
                    <a:pt x="688" y="2493"/>
                    <a:pt x="672" y="2235"/>
                    <a:pt x="657" y="1978"/>
                  </a:cubicBezTo>
                  <a:cubicBezTo>
                    <a:pt x="621" y="1396"/>
                    <a:pt x="586" y="801"/>
                    <a:pt x="511" y="220"/>
                  </a:cubicBezTo>
                  <a:cubicBezTo>
                    <a:pt x="496" y="92"/>
                    <a:pt x="385" y="0"/>
                    <a:pt x="260"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33"/>
            <p:cNvSpPr/>
            <p:nvPr/>
          </p:nvSpPr>
          <p:spPr>
            <a:xfrm>
              <a:off x="2118600" y="2077775"/>
              <a:ext cx="29475" cy="80225"/>
            </a:xfrm>
            <a:custGeom>
              <a:avLst/>
              <a:gdLst/>
              <a:ahLst/>
              <a:cxnLst/>
              <a:rect l="l" t="t" r="r" b="b"/>
              <a:pathLst>
                <a:path w="1179" h="3209" extrusionOk="0">
                  <a:moveTo>
                    <a:pt x="310" y="1"/>
                  </a:moveTo>
                  <a:cubicBezTo>
                    <a:pt x="182" y="1"/>
                    <a:pt x="72" y="104"/>
                    <a:pt x="67" y="233"/>
                  </a:cubicBezTo>
                  <a:cubicBezTo>
                    <a:pt x="1" y="1294"/>
                    <a:pt x="229" y="2336"/>
                    <a:pt x="683" y="3087"/>
                  </a:cubicBezTo>
                  <a:cubicBezTo>
                    <a:pt x="728" y="3169"/>
                    <a:pt x="809" y="3209"/>
                    <a:pt x="896" y="3209"/>
                  </a:cubicBezTo>
                  <a:cubicBezTo>
                    <a:pt x="936" y="3209"/>
                    <a:pt x="982" y="3199"/>
                    <a:pt x="1022" y="3174"/>
                  </a:cubicBezTo>
                  <a:cubicBezTo>
                    <a:pt x="1138" y="3103"/>
                    <a:pt x="1178" y="2952"/>
                    <a:pt x="1108" y="2835"/>
                  </a:cubicBezTo>
                  <a:cubicBezTo>
                    <a:pt x="704" y="2163"/>
                    <a:pt x="501" y="1224"/>
                    <a:pt x="562" y="263"/>
                  </a:cubicBezTo>
                  <a:cubicBezTo>
                    <a:pt x="567" y="128"/>
                    <a:pt x="466" y="11"/>
                    <a:pt x="329" y="2"/>
                  </a:cubicBezTo>
                  <a:cubicBezTo>
                    <a:pt x="323" y="1"/>
                    <a:pt x="316" y="1"/>
                    <a:pt x="310"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33"/>
            <p:cNvSpPr/>
            <p:nvPr/>
          </p:nvSpPr>
          <p:spPr>
            <a:xfrm>
              <a:off x="2653925" y="2539525"/>
              <a:ext cx="29925" cy="88225"/>
            </a:xfrm>
            <a:custGeom>
              <a:avLst/>
              <a:gdLst/>
              <a:ahLst/>
              <a:cxnLst/>
              <a:rect l="l" t="t" r="r" b="b"/>
              <a:pathLst>
                <a:path w="1197" h="3529" extrusionOk="0">
                  <a:moveTo>
                    <a:pt x="275" y="1"/>
                  </a:moveTo>
                  <a:cubicBezTo>
                    <a:pt x="210" y="1"/>
                    <a:pt x="145" y="26"/>
                    <a:pt x="96" y="78"/>
                  </a:cubicBezTo>
                  <a:cubicBezTo>
                    <a:pt x="0" y="175"/>
                    <a:pt x="5" y="331"/>
                    <a:pt x="101" y="427"/>
                  </a:cubicBezTo>
                  <a:cubicBezTo>
                    <a:pt x="626" y="932"/>
                    <a:pt x="642" y="2372"/>
                    <a:pt x="480" y="3241"/>
                  </a:cubicBezTo>
                  <a:cubicBezTo>
                    <a:pt x="460" y="3372"/>
                    <a:pt x="546" y="3503"/>
                    <a:pt x="682" y="3528"/>
                  </a:cubicBezTo>
                  <a:lnTo>
                    <a:pt x="728" y="3528"/>
                  </a:lnTo>
                  <a:cubicBezTo>
                    <a:pt x="844" y="3528"/>
                    <a:pt x="950" y="3448"/>
                    <a:pt x="970" y="3327"/>
                  </a:cubicBezTo>
                  <a:cubicBezTo>
                    <a:pt x="1117" y="2518"/>
                    <a:pt x="1197" y="791"/>
                    <a:pt x="444" y="68"/>
                  </a:cubicBezTo>
                  <a:cubicBezTo>
                    <a:pt x="397" y="23"/>
                    <a:pt x="336" y="1"/>
                    <a:pt x="275"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33"/>
            <p:cNvSpPr/>
            <p:nvPr/>
          </p:nvSpPr>
          <p:spPr>
            <a:xfrm>
              <a:off x="2643950" y="2667075"/>
              <a:ext cx="18575" cy="26875"/>
            </a:xfrm>
            <a:custGeom>
              <a:avLst/>
              <a:gdLst/>
              <a:ahLst/>
              <a:cxnLst/>
              <a:rect l="l" t="t" r="r" b="b"/>
              <a:pathLst>
                <a:path w="743" h="1075" extrusionOk="0">
                  <a:moveTo>
                    <a:pt x="476" y="0"/>
                  </a:moveTo>
                  <a:cubicBezTo>
                    <a:pt x="353" y="0"/>
                    <a:pt x="246" y="95"/>
                    <a:pt x="232" y="220"/>
                  </a:cubicBezTo>
                  <a:cubicBezTo>
                    <a:pt x="212" y="382"/>
                    <a:pt x="157" y="548"/>
                    <a:pt x="71" y="705"/>
                  </a:cubicBezTo>
                  <a:cubicBezTo>
                    <a:pt x="0" y="826"/>
                    <a:pt x="45" y="978"/>
                    <a:pt x="166" y="1044"/>
                  </a:cubicBezTo>
                  <a:cubicBezTo>
                    <a:pt x="201" y="1064"/>
                    <a:pt x="243" y="1075"/>
                    <a:pt x="288" y="1075"/>
                  </a:cubicBezTo>
                  <a:cubicBezTo>
                    <a:pt x="374" y="1075"/>
                    <a:pt x="455" y="1029"/>
                    <a:pt x="500" y="953"/>
                  </a:cubicBezTo>
                  <a:cubicBezTo>
                    <a:pt x="621" y="735"/>
                    <a:pt x="697" y="504"/>
                    <a:pt x="728" y="276"/>
                  </a:cubicBezTo>
                  <a:cubicBezTo>
                    <a:pt x="742" y="140"/>
                    <a:pt x="646" y="19"/>
                    <a:pt x="509" y="3"/>
                  </a:cubicBezTo>
                  <a:cubicBezTo>
                    <a:pt x="498" y="1"/>
                    <a:pt x="487" y="0"/>
                    <a:pt x="476"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33"/>
            <p:cNvSpPr/>
            <p:nvPr/>
          </p:nvSpPr>
          <p:spPr>
            <a:xfrm>
              <a:off x="1976400" y="2705775"/>
              <a:ext cx="56225" cy="14075"/>
            </a:xfrm>
            <a:custGeom>
              <a:avLst/>
              <a:gdLst/>
              <a:ahLst/>
              <a:cxnLst/>
              <a:rect l="l" t="t" r="r" b="b"/>
              <a:pathLst>
                <a:path w="2249" h="563" extrusionOk="0">
                  <a:moveTo>
                    <a:pt x="247" y="0"/>
                  </a:moveTo>
                  <a:cubicBezTo>
                    <a:pt x="126" y="0"/>
                    <a:pt x="10" y="108"/>
                    <a:pt x="5" y="238"/>
                  </a:cubicBezTo>
                  <a:cubicBezTo>
                    <a:pt x="1" y="375"/>
                    <a:pt x="106" y="491"/>
                    <a:pt x="243" y="497"/>
                  </a:cubicBezTo>
                  <a:lnTo>
                    <a:pt x="693" y="516"/>
                  </a:lnTo>
                  <a:cubicBezTo>
                    <a:pt x="1117" y="537"/>
                    <a:pt x="1556" y="557"/>
                    <a:pt x="1996" y="562"/>
                  </a:cubicBezTo>
                  <a:cubicBezTo>
                    <a:pt x="2132" y="562"/>
                    <a:pt x="2244" y="451"/>
                    <a:pt x="2244" y="315"/>
                  </a:cubicBezTo>
                  <a:cubicBezTo>
                    <a:pt x="2249" y="178"/>
                    <a:pt x="2137" y="66"/>
                    <a:pt x="2001" y="66"/>
                  </a:cubicBezTo>
                  <a:cubicBezTo>
                    <a:pt x="1572" y="61"/>
                    <a:pt x="1137" y="42"/>
                    <a:pt x="712" y="21"/>
                  </a:cubicBezTo>
                  <a:lnTo>
                    <a:pt x="263" y="1"/>
                  </a:lnTo>
                  <a:cubicBezTo>
                    <a:pt x="257" y="0"/>
                    <a:pt x="252" y="0"/>
                    <a:pt x="247"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 name="Google Shape;1688;p33">
            <a:extLst>
              <a:ext uri="{FF2B5EF4-FFF2-40B4-BE49-F238E27FC236}">
                <a16:creationId xmlns:a16="http://schemas.microsoft.com/office/drawing/2014/main" id="{4F1A3BAF-8AF5-4256-4C27-14A5DA3503D3}"/>
              </a:ext>
            </a:extLst>
          </p:cNvPr>
          <p:cNvGrpSpPr/>
          <p:nvPr/>
        </p:nvGrpSpPr>
        <p:grpSpPr>
          <a:xfrm rot="3527978">
            <a:off x="1301035" y="1500448"/>
            <a:ext cx="490639" cy="762215"/>
            <a:chOff x="4671425" y="3647427"/>
            <a:chExt cx="455075" cy="647800"/>
          </a:xfrm>
        </p:grpSpPr>
        <p:sp>
          <p:nvSpPr>
            <p:cNvPr id="3" name="Google Shape;1689;p33">
              <a:extLst>
                <a:ext uri="{FF2B5EF4-FFF2-40B4-BE49-F238E27FC236}">
                  <a16:creationId xmlns:a16="http://schemas.microsoft.com/office/drawing/2014/main" id="{0549C048-DD73-6854-5FB7-E19306CD3A4E}"/>
                </a:ext>
              </a:extLst>
            </p:cNvPr>
            <p:cNvSpPr/>
            <p:nvPr/>
          </p:nvSpPr>
          <p:spPr>
            <a:xfrm>
              <a:off x="4671425" y="3647427"/>
              <a:ext cx="455075" cy="647800"/>
            </a:xfrm>
            <a:custGeom>
              <a:avLst/>
              <a:gdLst/>
              <a:ahLst/>
              <a:cxnLst/>
              <a:rect l="l" t="t" r="r" b="b"/>
              <a:pathLst>
                <a:path w="18203" h="25912" extrusionOk="0">
                  <a:moveTo>
                    <a:pt x="17815" y="288"/>
                  </a:moveTo>
                  <a:cubicBezTo>
                    <a:pt x="17521" y="500"/>
                    <a:pt x="17092" y="758"/>
                    <a:pt x="16682" y="1015"/>
                  </a:cubicBezTo>
                  <a:cubicBezTo>
                    <a:pt x="16157" y="1334"/>
                    <a:pt x="15621" y="1663"/>
                    <a:pt x="15309" y="1905"/>
                  </a:cubicBezTo>
                  <a:cubicBezTo>
                    <a:pt x="15036" y="2122"/>
                    <a:pt x="14763" y="2370"/>
                    <a:pt x="14495" y="2607"/>
                  </a:cubicBezTo>
                  <a:cubicBezTo>
                    <a:pt x="14152" y="2920"/>
                    <a:pt x="13793" y="3239"/>
                    <a:pt x="13424" y="3506"/>
                  </a:cubicBezTo>
                  <a:cubicBezTo>
                    <a:pt x="13394" y="3486"/>
                    <a:pt x="13359" y="3471"/>
                    <a:pt x="13322" y="3471"/>
                  </a:cubicBezTo>
                  <a:cubicBezTo>
                    <a:pt x="13919" y="2456"/>
                    <a:pt x="15344" y="576"/>
                    <a:pt x="17815" y="288"/>
                  </a:cubicBezTo>
                  <a:close/>
                  <a:moveTo>
                    <a:pt x="17729" y="662"/>
                  </a:moveTo>
                  <a:lnTo>
                    <a:pt x="17729" y="662"/>
                  </a:lnTo>
                  <a:cubicBezTo>
                    <a:pt x="17011" y="1789"/>
                    <a:pt x="14687" y="3345"/>
                    <a:pt x="13424" y="3834"/>
                  </a:cubicBezTo>
                  <a:cubicBezTo>
                    <a:pt x="13439" y="3825"/>
                    <a:pt x="13450" y="3809"/>
                    <a:pt x="13459" y="3799"/>
                  </a:cubicBezTo>
                  <a:cubicBezTo>
                    <a:pt x="13884" y="3512"/>
                    <a:pt x="14283" y="3153"/>
                    <a:pt x="14672" y="2804"/>
                  </a:cubicBezTo>
                  <a:cubicBezTo>
                    <a:pt x="14945" y="2552"/>
                    <a:pt x="15202" y="2319"/>
                    <a:pt x="15470" y="2111"/>
                  </a:cubicBezTo>
                  <a:cubicBezTo>
                    <a:pt x="15768" y="1880"/>
                    <a:pt x="16304" y="1551"/>
                    <a:pt x="16819" y="1232"/>
                  </a:cubicBezTo>
                  <a:cubicBezTo>
                    <a:pt x="17148" y="1031"/>
                    <a:pt x="17461" y="838"/>
                    <a:pt x="17729" y="662"/>
                  </a:cubicBezTo>
                  <a:close/>
                  <a:moveTo>
                    <a:pt x="11650" y="758"/>
                  </a:moveTo>
                  <a:cubicBezTo>
                    <a:pt x="11473" y="1097"/>
                    <a:pt x="11347" y="1486"/>
                    <a:pt x="11221" y="1864"/>
                  </a:cubicBezTo>
                  <a:cubicBezTo>
                    <a:pt x="11079" y="2299"/>
                    <a:pt x="10934" y="2743"/>
                    <a:pt x="10721" y="3097"/>
                  </a:cubicBezTo>
                  <a:cubicBezTo>
                    <a:pt x="9973" y="4340"/>
                    <a:pt x="9448" y="5618"/>
                    <a:pt x="9034" y="6760"/>
                  </a:cubicBezTo>
                  <a:cubicBezTo>
                    <a:pt x="9393" y="3997"/>
                    <a:pt x="10256" y="2020"/>
                    <a:pt x="11650" y="758"/>
                  </a:cubicBezTo>
                  <a:close/>
                  <a:moveTo>
                    <a:pt x="12130" y="485"/>
                  </a:moveTo>
                  <a:lnTo>
                    <a:pt x="12130" y="485"/>
                  </a:lnTo>
                  <a:cubicBezTo>
                    <a:pt x="12261" y="2456"/>
                    <a:pt x="10503" y="5072"/>
                    <a:pt x="9297" y="6791"/>
                  </a:cubicBezTo>
                  <a:cubicBezTo>
                    <a:pt x="9710" y="5674"/>
                    <a:pt x="10221" y="4436"/>
                    <a:pt x="10943" y="3228"/>
                  </a:cubicBezTo>
                  <a:cubicBezTo>
                    <a:pt x="11165" y="2855"/>
                    <a:pt x="11322" y="2395"/>
                    <a:pt x="11468" y="1945"/>
                  </a:cubicBezTo>
                  <a:cubicBezTo>
                    <a:pt x="11645" y="1414"/>
                    <a:pt x="11827" y="864"/>
                    <a:pt x="12130" y="485"/>
                  </a:cubicBezTo>
                  <a:close/>
                  <a:moveTo>
                    <a:pt x="14071" y="6755"/>
                  </a:moveTo>
                  <a:lnTo>
                    <a:pt x="14071" y="6755"/>
                  </a:lnTo>
                  <a:cubicBezTo>
                    <a:pt x="13399" y="6937"/>
                    <a:pt x="12793" y="7169"/>
                    <a:pt x="12065" y="7584"/>
                  </a:cubicBezTo>
                  <a:cubicBezTo>
                    <a:pt x="11388" y="7968"/>
                    <a:pt x="10675" y="8265"/>
                    <a:pt x="9878" y="8493"/>
                  </a:cubicBezTo>
                  <a:cubicBezTo>
                    <a:pt x="9675" y="8554"/>
                    <a:pt x="9463" y="8619"/>
                    <a:pt x="9241" y="8696"/>
                  </a:cubicBezTo>
                  <a:cubicBezTo>
                    <a:pt x="8781" y="8852"/>
                    <a:pt x="8276" y="9013"/>
                    <a:pt x="7816" y="9074"/>
                  </a:cubicBezTo>
                  <a:cubicBezTo>
                    <a:pt x="9099" y="7861"/>
                    <a:pt x="11964" y="6998"/>
                    <a:pt x="14071" y="6755"/>
                  </a:cubicBezTo>
                  <a:close/>
                  <a:moveTo>
                    <a:pt x="14616" y="6891"/>
                  </a:moveTo>
                  <a:cubicBezTo>
                    <a:pt x="13480" y="7992"/>
                    <a:pt x="11317" y="8957"/>
                    <a:pt x="10055" y="9307"/>
                  </a:cubicBezTo>
                  <a:cubicBezTo>
                    <a:pt x="9793" y="9381"/>
                    <a:pt x="9552" y="9408"/>
                    <a:pt x="9322" y="9408"/>
                  </a:cubicBezTo>
                  <a:cubicBezTo>
                    <a:pt x="9000" y="9408"/>
                    <a:pt x="8699" y="9355"/>
                    <a:pt x="8387" y="9302"/>
                  </a:cubicBezTo>
                  <a:cubicBezTo>
                    <a:pt x="8332" y="9291"/>
                    <a:pt x="8266" y="9281"/>
                    <a:pt x="8210" y="9272"/>
                  </a:cubicBezTo>
                  <a:cubicBezTo>
                    <a:pt x="8584" y="9190"/>
                    <a:pt x="8968" y="9064"/>
                    <a:pt x="9327" y="8943"/>
                  </a:cubicBezTo>
                  <a:cubicBezTo>
                    <a:pt x="9544" y="8871"/>
                    <a:pt x="9751" y="8801"/>
                    <a:pt x="9943" y="8745"/>
                  </a:cubicBezTo>
                  <a:cubicBezTo>
                    <a:pt x="10766" y="8514"/>
                    <a:pt x="11504" y="8204"/>
                    <a:pt x="12191" y="7810"/>
                  </a:cubicBezTo>
                  <a:cubicBezTo>
                    <a:pt x="13065" y="7311"/>
                    <a:pt x="13758" y="7089"/>
                    <a:pt x="14616" y="6891"/>
                  </a:cubicBezTo>
                  <a:close/>
                  <a:moveTo>
                    <a:pt x="4426" y="3172"/>
                  </a:moveTo>
                  <a:cubicBezTo>
                    <a:pt x="5629" y="4881"/>
                    <a:pt x="5421" y="8311"/>
                    <a:pt x="5265" y="10858"/>
                  </a:cubicBezTo>
                  <a:cubicBezTo>
                    <a:pt x="5229" y="11387"/>
                    <a:pt x="5204" y="11879"/>
                    <a:pt x="5184" y="12313"/>
                  </a:cubicBezTo>
                  <a:cubicBezTo>
                    <a:pt x="5174" y="12262"/>
                    <a:pt x="5163" y="12217"/>
                    <a:pt x="5149" y="12166"/>
                  </a:cubicBezTo>
                  <a:cubicBezTo>
                    <a:pt x="4865" y="11014"/>
                    <a:pt x="4557" y="9650"/>
                    <a:pt x="4466" y="8255"/>
                  </a:cubicBezTo>
                  <a:cubicBezTo>
                    <a:pt x="4405" y="7316"/>
                    <a:pt x="4416" y="6401"/>
                    <a:pt x="4447" y="5320"/>
                  </a:cubicBezTo>
                  <a:cubicBezTo>
                    <a:pt x="4456" y="5002"/>
                    <a:pt x="4440" y="4664"/>
                    <a:pt x="4431" y="4335"/>
                  </a:cubicBezTo>
                  <a:cubicBezTo>
                    <a:pt x="4416" y="3941"/>
                    <a:pt x="4400" y="3547"/>
                    <a:pt x="4426" y="3172"/>
                  </a:cubicBezTo>
                  <a:close/>
                  <a:moveTo>
                    <a:pt x="4153" y="3300"/>
                  </a:moveTo>
                  <a:lnTo>
                    <a:pt x="4153" y="3300"/>
                  </a:lnTo>
                  <a:cubicBezTo>
                    <a:pt x="4143" y="3643"/>
                    <a:pt x="4158" y="3997"/>
                    <a:pt x="4174" y="4345"/>
                  </a:cubicBezTo>
                  <a:cubicBezTo>
                    <a:pt x="4183" y="4669"/>
                    <a:pt x="4198" y="5002"/>
                    <a:pt x="4188" y="5315"/>
                  </a:cubicBezTo>
                  <a:cubicBezTo>
                    <a:pt x="4153" y="6401"/>
                    <a:pt x="4148" y="7325"/>
                    <a:pt x="4209" y="8271"/>
                  </a:cubicBezTo>
                  <a:cubicBezTo>
                    <a:pt x="4305" y="9690"/>
                    <a:pt x="4608" y="11065"/>
                    <a:pt x="4895" y="12231"/>
                  </a:cubicBezTo>
                  <a:cubicBezTo>
                    <a:pt x="4921" y="12327"/>
                    <a:pt x="4946" y="12424"/>
                    <a:pt x="4972" y="12520"/>
                  </a:cubicBezTo>
                  <a:cubicBezTo>
                    <a:pt x="5012" y="12676"/>
                    <a:pt x="5053" y="12833"/>
                    <a:pt x="5088" y="12989"/>
                  </a:cubicBezTo>
                  <a:cubicBezTo>
                    <a:pt x="3395" y="10277"/>
                    <a:pt x="2637" y="6052"/>
                    <a:pt x="4153" y="3300"/>
                  </a:cubicBezTo>
                  <a:close/>
                  <a:moveTo>
                    <a:pt x="5168" y="13121"/>
                  </a:moveTo>
                  <a:lnTo>
                    <a:pt x="5174" y="13126"/>
                  </a:lnTo>
                  <a:lnTo>
                    <a:pt x="5174" y="13136"/>
                  </a:lnTo>
                  <a:cubicBezTo>
                    <a:pt x="5174" y="13131"/>
                    <a:pt x="5174" y="13126"/>
                    <a:pt x="5168" y="13121"/>
                  </a:cubicBezTo>
                  <a:close/>
                  <a:moveTo>
                    <a:pt x="8073" y="10478"/>
                  </a:moveTo>
                  <a:lnTo>
                    <a:pt x="8073" y="10478"/>
                  </a:lnTo>
                  <a:cubicBezTo>
                    <a:pt x="8043" y="11079"/>
                    <a:pt x="7502" y="11842"/>
                    <a:pt x="7094" y="12413"/>
                  </a:cubicBezTo>
                  <a:cubicBezTo>
                    <a:pt x="6987" y="12565"/>
                    <a:pt x="6891" y="12707"/>
                    <a:pt x="6811" y="12828"/>
                  </a:cubicBezTo>
                  <a:cubicBezTo>
                    <a:pt x="6704" y="12994"/>
                    <a:pt x="6578" y="13176"/>
                    <a:pt x="6441" y="13374"/>
                  </a:cubicBezTo>
                  <a:cubicBezTo>
                    <a:pt x="6229" y="13686"/>
                    <a:pt x="5997" y="14031"/>
                    <a:pt x="5780" y="14379"/>
                  </a:cubicBezTo>
                  <a:cubicBezTo>
                    <a:pt x="5911" y="14036"/>
                    <a:pt x="6053" y="13691"/>
                    <a:pt x="6214" y="13328"/>
                  </a:cubicBezTo>
                  <a:lnTo>
                    <a:pt x="6296" y="13136"/>
                  </a:lnTo>
                  <a:cubicBezTo>
                    <a:pt x="6618" y="12404"/>
                    <a:pt x="7336" y="10746"/>
                    <a:pt x="8073" y="10478"/>
                  </a:cubicBezTo>
                  <a:close/>
                  <a:moveTo>
                    <a:pt x="2647" y="10862"/>
                  </a:moveTo>
                  <a:cubicBezTo>
                    <a:pt x="2749" y="10883"/>
                    <a:pt x="2870" y="11252"/>
                    <a:pt x="2920" y="11408"/>
                  </a:cubicBezTo>
                  <a:lnTo>
                    <a:pt x="2945" y="11484"/>
                  </a:lnTo>
                  <a:cubicBezTo>
                    <a:pt x="3244" y="12348"/>
                    <a:pt x="3319" y="13313"/>
                    <a:pt x="3395" y="14243"/>
                  </a:cubicBezTo>
                  <a:lnTo>
                    <a:pt x="3426" y="14631"/>
                  </a:lnTo>
                  <a:cubicBezTo>
                    <a:pt x="3486" y="15314"/>
                    <a:pt x="3552" y="16032"/>
                    <a:pt x="3658" y="16743"/>
                  </a:cubicBezTo>
                  <a:cubicBezTo>
                    <a:pt x="3481" y="16263"/>
                    <a:pt x="3309" y="15778"/>
                    <a:pt x="3148" y="15293"/>
                  </a:cubicBezTo>
                  <a:lnTo>
                    <a:pt x="3137" y="15248"/>
                  </a:lnTo>
                  <a:cubicBezTo>
                    <a:pt x="2915" y="14576"/>
                    <a:pt x="2693" y="13879"/>
                    <a:pt x="2591" y="13171"/>
                  </a:cubicBezTo>
                  <a:cubicBezTo>
                    <a:pt x="2582" y="13115"/>
                    <a:pt x="2567" y="13040"/>
                    <a:pt x="2556" y="12954"/>
                  </a:cubicBezTo>
                  <a:cubicBezTo>
                    <a:pt x="2470" y="12444"/>
                    <a:pt x="2279" y="11252"/>
                    <a:pt x="2537" y="10949"/>
                  </a:cubicBezTo>
                  <a:cubicBezTo>
                    <a:pt x="2587" y="10888"/>
                    <a:pt x="2628" y="10867"/>
                    <a:pt x="2642" y="10867"/>
                  </a:cubicBezTo>
                  <a:lnTo>
                    <a:pt x="2647" y="10862"/>
                  </a:lnTo>
                  <a:close/>
                  <a:moveTo>
                    <a:pt x="8316" y="12590"/>
                  </a:moveTo>
                  <a:cubicBezTo>
                    <a:pt x="8099" y="13348"/>
                    <a:pt x="7508" y="14071"/>
                    <a:pt x="7017" y="14667"/>
                  </a:cubicBezTo>
                  <a:lnTo>
                    <a:pt x="6987" y="14703"/>
                  </a:lnTo>
                  <a:cubicBezTo>
                    <a:pt x="6781" y="14950"/>
                    <a:pt x="6478" y="15237"/>
                    <a:pt x="6154" y="15536"/>
                  </a:cubicBezTo>
                  <a:cubicBezTo>
                    <a:pt x="5704" y="15955"/>
                    <a:pt x="5219" y="16405"/>
                    <a:pt x="4890" y="16869"/>
                  </a:cubicBezTo>
                  <a:cubicBezTo>
                    <a:pt x="4956" y="16673"/>
                    <a:pt x="5042" y="16475"/>
                    <a:pt x="5153" y="16268"/>
                  </a:cubicBezTo>
                  <a:cubicBezTo>
                    <a:pt x="5158" y="16268"/>
                    <a:pt x="5158" y="16274"/>
                    <a:pt x="5163" y="16274"/>
                  </a:cubicBezTo>
                  <a:cubicBezTo>
                    <a:pt x="5219" y="16263"/>
                    <a:pt x="5265" y="16223"/>
                    <a:pt x="5275" y="16162"/>
                  </a:cubicBezTo>
                  <a:cubicBezTo>
                    <a:pt x="5284" y="16112"/>
                    <a:pt x="5300" y="16056"/>
                    <a:pt x="5310" y="16006"/>
                  </a:cubicBezTo>
                  <a:cubicBezTo>
                    <a:pt x="5896" y="15061"/>
                    <a:pt x="6866" y="14071"/>
                    <a:pt x="7700" y="13222"/>
                  </a:cubicBezTo>
                  <a:cubicBezTo>
                    <a:pt x="7917" y="13005"/>
                    <a:pt x="8124" y="12793"/>
                    <a:pt x="8316" y="12590"/>
                  </a:cubicBezTo>
                  <a:close/>
                  <a:moveTo>
                    <a:pt x="8584" y="12606"/>
                  </a:moveTo>
                  <a:lnTo>
                    <a:pt x="8584" y="12606"/>
                  </a:lnTo>
                  <a:cubicBezTo>
                    <a:pt x="8600" y="14535"/>
                    <a:pt x="6588" y="16657"/>
                    <a:pt x="4911" y="17329"/>
                  </a:cubicBezTo>
                  <a:cubicBezTo>
                    <a:pt x="5189" y="16789"/>
                    <a:pt x="5785" y="16233"/>
                    <a:pt x="6331" y="15728"/>
                  </a:cubicBezTo>
                  <a:cubicBezTo>
                    <a:pt x="6659" y="15419"/>
                    <a:pt x="6972" y="15132"/>
                    <a:pt x="7189" y="14869"/>
                  </a:cubicBezTo>
                  <a:lnTo>
                    <a:pt x="7215" y="14834"/>
                  </a:lnTo>
                  <a:cubicBezTo>
                    <a:pt x="7735" y="14202"/>
                    <a:pt x="8362" y="13434"/>
                    <a:pt x="8584" y="12606"/>
                  </a:cubicBezTo>
                  <a:close/>
                  <a:moveTo>
                    <a:pt x="536" y="15657"/>
                  </a:moveTo>
                  <a:lnTo>
                    <a:pt x="536" y="15657"/>
                  </a:lnTo>
                  <a:cubicBezTo>
                    <a:pt x="1991" y="16557"/>
                    <a:pt x="3976" y="18977"/>
                    <a:pt x="4622" y="20861"/>
                  </a:cubicBezTo>
                  <a:cubicBezTo>
                    <a:pt x="4643" y="20967"/>
                    <a:pt x="4664" y="21073"/>
                    <a:pt x="4689" y="21179"/>
                  </a:cubicBezTo>
                  <a:cubicBezTo>
                    <a:pt x="2925" y="19795"/>
                    <a:pt x="1455" y="17602"/>
                    <a:pt x="627" y="15915"/>
                  </a:cubicBezTo>
                  <a:cubicBezTo>
                    <a:pt x="597" y="15850"/>
                    <a:pt x="576" y="15789"/>
                    <a:pt x="555" y="15728"/>
                  </a:cubicBezTo>
                  <a:cubicBezTo>
                    <a:pt x="551" y="15708"/>
                    <a:pt x="541" y="15682"/>
                    <a:pt x="536" y="15657"/>
                  </a:cubicBezTo>
                  <a:close/>
                  <a:moveTo>
                    <a:pt x="439" y="16116"/>
                  </a:moveTo>
                  <a:lnTo>
                    <a:pt x="439" y="16116"/>
                  </a:lnTo>
                  <a:cubicBezTo>
                    <a:pt x="1273" y="17795"/>
                    <a:pt x="2724" y="19942"/>
                    <a:pt x="4456" y="21330"/>
                  </a:cubicBezTo>
                  <a:cubicBezTo>
                    <a:pt x="2319" y="20689"/>
                    <a:pt x="566" y="18401"/>
                    <a:pt x="439" y="16116"/>
                  </a:cubicBezTo>
                  <a:close/>
                  <a:moveTo>
                    <a:pt x="18062" y="0"/>
                  </a:moveTo>
                  <a:cubicBezTo>
                    <a:pt x="14868" y="213"/>
                    <a:pt x="13273" y="2946"/>
                    <a:pt x="12863" y="3779"/>
                  </a:cubicBezTo>
                  <a:cubicBezTo>
                    <a:pt x="12848" y="3804"/>
                    <a:pt x="12848" y="3830"/>
                    <a:pt x="12853" y="3860"/>
                  </a:cubicBezTo>
                  <a:cubicBezTo>
                    <a:pt x="12837" y="3865"/>
                    <a:pt x="12823" y="3870"/>
                    <a:pt x="12807" y="3881"/>
                  </a:cubicBezTo>
                  <a:cubicBezTo>
                    <a:pt x="12753" y="3906"/>
                    <a:pt x="12732" y="3967"/>
                    <a:pt x="12737" y="4021"/>
                  </a:cubicBezTo>
                  <a:cubicBezTo>
                    <a:pt x="12646" y="4123"/>
                    <a:pt x="12555" y="4229"/>
                    <a:pt x="12469" y="4335"/>
                  </a:cubicBezTo>
                  <a:cubicBezTo>
                    <a:pt x="12105" y="4760"/>
                    <a:pt x="11762" y="5163"/>
                    <a:pt x="11363" y="5537"/>
                  </a:cubicBezTo>
                  <a:cubicBezTo>
                    <a:pt x="10843" y="6022"/>
                    <a:pt x="10261" y="6472"/>
                    <a:pt x="9701" y="6907"/>
                  </a:cubicBezTo>
                  <a:cubicBezTo>
                    <a:pt x="9574" y="7003"/>
                    <a:pt x="9453" y="7103"/>
                    <a:pt x="9327" y="7204"/>
                  </a:cubicBezTo>
                  <a:cubicBezTo>
                    <a:pt x="9327" y="7204"/>
                    <a:pt x="9327" y="7199"/>
                    <a:pt x="9332" y="7199"/>
                  </a:cubicBezTo>
                  <a:cubicBezTo>
                    <a:pt x="10696" y="5254"/>
                    <a:pt x="12757" y="2314"/>
                    <a:pt x="12352" y="117"/>
                  </a:cubicBezTo>
                  <a:cubicBezTo>
                    <a:pt x="12343" y="71"/>
                    <a:pt x="12312" y="36"/>
                    <a:pt x="12272" y="20"/>
                  </a:cubicBezTo>
                  <a:cubicBezTo>
                    <a:pt x="12255" y="12"/>
                    <a:pt x="12238" y="8"/>
                    <a:pt x="12220" y="8"/>
                  </a:cubicBezTo>
                  <a:cubicBezTo>
                    <a:pt x="12196" y="8"/>
                    <a:pt x="12172" y="16"/>
                    <a:pt x="12151" y="31"/>
                  </a:cubicBezTo>
                  <a:cubicBezTo>
                    <a:pt x="10165" y="1384"/>
                    <a:pt x="9034" y="3830"/>
                    <a:pt x="8690" y="7502"/>
                  </a:cubicBezTo>
                  <a:cubicBezTo>
                    <a:pt x="8680" y="7568"/>
                    <a:pt x="8726" y="7624"/>
                    <a:pt x="8786" y="7639"/>
                  </a:cubicBezTo>
                  <a:cubicBezTo>
                    <a:pt x="8579" y="7806"/>
                    <a:pt x="8372" y="7978"/>
                    <a:pt x="8175" y="8155"/>
                  </a:cubicBezTo>
                  <a:cubicBezTo>
                    <a:pt x="7811" y="8477"/>
                    <a:pt x="7497" y="8831"/>
                    <a:pt x="7215" y="9190"/>
                  </a:cubicBezTo>
                  <a:lnTo>
                    <a:pt x="7175" y="9246"/>
                  </a:lnTo>
                  <a:cubicBezTo>
                    <a:pt x="7138" y="9286"/>
                    <a:pt x="7108" y="9326"/>
                    <a:pt x="7078" y="9372"/>
                  </a:cubicBezTo>
                  <a:lnTo>
                    <a:pt x="7068" y="9382"/>
                  </a:lnTo>
                  <a:cubicBezTo>
                    <a:pt x="6704" y="9883"/>
                    <a:pt x="6396" y="10403"/>
                    <a:pt x="6133" y="10944"/>
                  </a:cubicBezTo>
                  <a:cubicBezTo>
                    <a:pt x="5865" y="11484"/>
                    <a:pt x="5643" y="12035"/>
                    <a:pt x="5436" y="12585"/>
                  </a:cubicBezTo>
                  <a:cubicBezTo>
                    <a:pt x="5452" y="12091"/>
                    <a:pt x="5482" y="11509"/>
                    <a:pt x="5522" y="10872"/>
                  </a:cubicBezTo>
                  <a:cubicBezTo>
                    <a:pt x="5694" y="8129"/>
                    <a:pt x="5921" y="4380"/>
                    <a:pt x="4396" y="2713"/>
                  </a:cubicBezTo>
                  <a:cubicBezTo>
                    <a:pt x="4369" y="2686"/>
                    <a:pt x="4339" y="2672"/>
                    <a:pt x="4304" y="2672"/>
                  </a:cubicBezTo>
                  <a:cubicBezTo>
                    <a:pt x="4299" y="2672"/>
                    <a:pt x="4294" y="2672"/>
                    <a:pt x="4289" y="2673"/>
                  </a:cubicBezTo>
                  <a:cubicBezTo>
                    <a:pt x="4249" y="2678"/>
                    <a:pt x="4214" y="2698"/>
                    <a:pt x="4193" y="2729"/>
                  </a:cubicBezTo>
                  <a:cubicBezTo>
                    <a:pt x="2197" y="5653"/>
                    <a:pt x="3107" y="10590"/>
                    <a:pt x="5093" y="13485"/>
                  </a:cubicBezTo>
                  <a:cubicBezTo>
                    <a:pt x="5098" y="13490"/>
                    <a:pt x="5107" y="13490"/>
                    <a:pt x="5113" y="13500"/>
                  </a:cubicBezTo>
                  <a:cubicBezTo>
                    <a:pt x="4739" y="14647"/>
                    <a:pt x="4477" y="16041"/>
                    <a:pt x="4405" y="17501"/>
                  </a:cubicBezTo>
                  <a:cubicBezTo>
                    <a:pt x="4360" y="17531"/>
                    <a:pt x="4340" y="17587"/>
                    <a:pt x="4350" y="17643"/>
                  </a:cubicBezTo>
                  <a:cubicBezTo>
                    <a:pt x="4360" y="17668"/>
                    <a:pt x="4375" y="17693"/>
                    <a:pt x="4396" y="17713"/>
                  </a:cubicBezTo>
                  <a:cubicBezTo>
                    <a:pt x="4386" y="18072"/>
                    <a:pt x="4386" y="18431"/>
                    <a:pt x="4396" y="18790"/>
                  </a:cubicBezTo>
                  <a:cubicBezTo>
                    <a:pt x="4370" y="18699"/>
                    <a:pt x="4350" y="18608"/>
                    <a:pt x="4314" y="18511"/>
                  </a:cubicBezTo>
                  <a:cubicBezTo>
                    <a:pt x="4295" y="18415"/>
                    <a:pt x="4265" y="18324"/>
                    <a:pt x="4239" y="18234"/>
                  </a:cubicBezTo>
                  <a:cubicBezTo>
                    <a:pt x="4179" y="18002"/>
                    <a:pt x="4118" y="17784"/>
                    <a:pt x="4083" y="17613"/>
                  </a:cubicBezTo>
                  <a:cubicBezTo>
                    <a:pt x="3865" y="16612"/>
                    <a:pt x="3769" y="15582"/>
                    <a:pt x="3689" y="14612"/>
                  </a:cubicBezTo>
                  <a:lnTo>
                    <a:pt x="3652" y="14222"/>
                  </a:lnTo>
                  <a:cubicBezTo>
                    <a:pt x="3577" y="13273"/>
                    <a:pt x="3501" y="12292"/>
                    <a:pt x="3193" y="11403"/>
                  </a:cubicBezTo>
                  <a:lnTo>
                    <a:pt x="3167" y="11322"/>
                  </a:lnTo>
                  <a:cubicBezTo>
                    <a:pt x="3062" y="11009"/>
                    <a:pt x="2941" y="10655"/>
                    <a:pt x="2698" y="10610"/>
                  </a:cubicBezTo>
                  <a:cubicBezTo>
                    <a:pt x="2679" y="10606"/>
                    <a:pt x="2660" y="10604"/>
                    <a:pt x="2641" y="10604"/>
                  </a:cubicBezTo>
                  <a:cubicBezTo>
                    <a:pt x="2539" y="10604"/>
                    <a:pt x="2437" y="10662"/>
                    <a:pt x="2339" y="10781"/>
                  </a:cubicBezTo>
                  <a:cubicBezTo>
                    <a:pt x="2026" y="11145"/>
                    <a:pt x="2152" y="12115"/>
                    <a:pt x="2299" y="13000"/>
                  </a:cubicBezTo>
                  <a:cubicBezTo>
                    <a:pt x="2314" y="13085"/>
                    <a:pt x="2325" y="13157"/>
                    <a:pt x="2334" y="13212"/>
                  </a:cubicBezTo>
                  <a:cubicBezTo>
                    <a:pt x="2440" y="13940"/>
                    <a:pt x="2668" y="14647"/>
                    <a:pt x="2890" y="15328"/>
                  </a:cubicBezTo>
                  <a:lnTo>
                    <a:pt x="2905" y="15374"/>
                  </a:lnTo>
                  <a:cubicBezTo>
                    <a:pt x="3188" y="16253"/>
                    <a:pt x="3526" y="17123"/>
                    <a:pt x="3845" y="17966"/>
                  </a:cubicBezTo>
                  <a:lnTo>
                    <a:pt x="3860" y="18012"/>
                  </a:lnTo>
                  <a:cubicBezTo>
                    <a:pt x="3936" y="18208"/>
                    <a:pt x="4006" y="18396"/>
                    <a:pt x="4067" y="18583"/>
                  </a:cubicBezTo>
                  <a:cubicBezTo>
                    <a:pt x="4148" y="18881"/>
                    <a:pt x="4219" y="19189"/>
                    <a:pt x="4254" y="19436"/>
                  </a:cubicBezTo>
                  <a:cubicBezTo>
                    <a:pt x="3269" y="17683"/>
                    <a:pt x="1607" y="15895"/>
                    <a:pt x="385" y="15274"/>
                  </a:cubicBezTo>
                  <a:cubicBezTo>
                    <a:pt x="364" y="15263"/>
                    <a:pt x="342" y="15258"/>
                    <a:pt x="322" y="15258"/>
                  </a:cubicBezTo>
                  <a:cubicBezTo>
                    <a:pt x="301" y="15258"/>
                    <a:pt x="281" y="15263"/>
                    <a:pt x="263" y="15274"/>
                  </a:cubicBezTo>
                  <a:cubicBezTo>
                    <a:pt x="227" y="15293"/>
                    <a:pt x="203" y="15328"/>
                    <a:pt x="197" y="15369"/>
                  </a:cubicBezTo>
                  <a:cubicBezTo>
                    <a:pt x="147" y="15414"/>
                    <a:pt x="142" y="15496"/>
                    <a:pt x="187" y="15547"/>
                  </a:cubicBezTo>
                  <a:cubicBezTo>
                    <a:pt x="0" y="18305"/>
                    <a:pt x="2152" y="21169"/>
                    <a:pt x="4810" y="21684"/>
                  </a:cubicBezTo>
                  <a:cubicBezTo>
                    <a:pt x="5249" y="23347"/>
                    <a:pt x="6068" y="24847"/>
                    <a:pt x="7397" y="25873"/>
                  </a:cubicBezTo>
                  <a:cubicBezTo>
                    <a:pt x="7427" y="25899"/>
                    <a:pt x="7466" y="25912"/>
                    <a:pt x="7505" y="25912"/>
                  </a:cubicBezTo>
                  <a:cubicBezTo>
                    <a:pt x="7518" y="25912"/>
                    <a:pt x="7531" y="25910"/>
                    <a:pt x="7543" y="25908"/>
                  </a:cubicBezTo>
                  <a:cubicBezTo>
                    <a:pt x="7593" y="25903"/>
                    <a:pt x="7639" y="25877"/>
                    <a:pt x="7670" y="25837"/>
                  </a:cubicBezTo>
                  <a:cubicBezTo>
                    <a:pt x="7735" y="25751"/>
                    <a:pt x="7720" y="25630"/>
                    <a:pt x="7634" y="25565"/>
                  </a:cubicBezTo>
                  <a:cubicBezTo>
                    <a:pt x="6396" y="24610"/>
                    <a:pt x="5623" y="23210"/>
                    <a:pt x="5198" y="21654"/>
                  </a:cubicBezTo>
                  <a:cubicBezTo>
                    <a:pt x="5204" y="21614"/>
                    <a:pt x="5193" y="21579"/>
                    <a:pt x="5168" y="21549"/>
                  </a:cubicBezTo>
                  <a:cubicBezTo>
                    <a:pt x="4845" y="20306"/>
                    <a:pt x="4734" y="18961"/>
                    <a:pt x="4785" y="17662"/>
                  </a:cubicBezTo>
                  <a:lnTo>
                    <a:pt x="4785" y="17653"/>
                  </a:lnTo>
                  <a:cubicBezTo>
                    <a:pt x="6744" y="16986"/>
                    <a:pt x="9286" y="14262"/>
                    <a:pt x="8781" y="12005"/>
                  </a:cubicBezTo>
                  <a:cubicBezTo>
                    <a:pt x="8766" y="11959"/>
                    <a:pt x="8730" y="11919"/>
                    <a:pt x="8684" y="11909"/>
                  </a:cubicBezTo>
                  <a:cubicBezTo>
                    <a:pt x="8675" y="11907"/>
                    <a:pt x="8665" y="11905"/>
                    <a:pt x="8655" y="11905"/>
                  </a:cubicBezTo>
                  <a:cubicBezTo>
                    <a:pt x="8619" y="11905"/>
                    <a:pt x="8581" y="11921"/>
                    <a:pt x="8553" y="11949"/>
                  </a:cubicBezTo>
                  <a:cubicBezTo>
                    <a:pt x="8266" y="12277"/>
                    <a:pt x="7902" y="12646"/>
                    <a:pt x="7513" y="13040"/>
                  </a:cubicBezTo>
                  <a:cubicBezTo>
                    <a:pt x="6932" y="13637"/>
                    <a:pt x="6280" y="14304"/>
                    <a:pt x="5734" y="14980"/>
                  </a:cubicBezTo>
                  <a:cubicBezTo>
                    <a:pt x="6007" y="14475"/>
                    <a:pt x="6350" y="13970"/>
                    <a:pt x="6659" y="13520"/>
                  </a:cubicBezTo>
                  <a:cubicBezTo>
                    <a:pt x="6790" y="13323"/>
                    <a:pt x="6921" y="13136"/>
                    <a:pt x="7028" y="12970"/>
                  </a:cubicBezTo>
                  <a:cubicBezTo>
                    <a:pt x="7108" y="12849"/>
                    <a:pt x="7205" y="12716"/>
                    <a:pt x="7311" y="12565"/>
                  </a:cubicBezTo>
                  <a:cubicBezTo>
                    <a:pt x="7770" y="11914"/>
                    <a:pt x="8407" y="11014"/>
                    <a:pt x="8327" y="10302"/>
                  </a:cubicBezTo>
                  <a:cubicBezTo>
                    <a:pt x="8321" y="10266"/>
                    <a:pt x="8306" y="10236"/>
                    <a:pt x="8276" y="10211"/>
                  </a:cubicBezTo>
                  <a:cubicBezTo>
                    <a:pt x="8255" y="10194"/>
                    <a:pt x="8230" y="10185"/>
                    <a:pt x="8202" y="10185"/>
                  </a:cubicBezTo>
                  <a:cubicBezTo>
                    <a:pt x="8197" y="10185"/>
                    <a:pt x="8191" y="10185"/>
                    <a:pt x="8185" y="10186"/>
                  </a:cubicBezTo>
                  <a:lnTo>
                    <a:pt x="8164" y="10191"/>
                  </a:lnTo>
                  <a:cubicBezTo>
                    <a:pt x="7240" y="10322"/>
                    <a:pt x="6472" y="12080"/>
                    <a:pt x="6058" y="13035"/>
                  </a:cubicBezTo>
                  <a:lnTo>
                    <a:pt x="5977" y="13222"/>
                  </a:lnTo>
                  <a:cubicBezTo>
                    <a:pt x="5543" y="14202"/>
                    <a:pt x="5235" y="15066"/>
                    <a:pt x="4932" y="16112"/>
                  </a:cubicBezTo>
                  <a:lnTo>
                    <a:pt x="4932" y="16147"/>
                  </a:lnTo>
                  <a:cubicBezTo>
                    <a:pt x="4926" y="16158"/>
                    <a:pt x="4921" y="16167"/>
                    <a:pt x="4911" y="16177"/>
                  </a:cubicBezTo>
                  <a:cubicBezTo>
                    <a:pt x="5053" y="15146"/>
                    <a:pt x="5280" y="14192"/>
                    <a:pt x="5568" y="13374"/>
                  </a:cubicBezTo>
                  <a:cubicBezTo>
                    <a:pt x="6042" y="12030"/>
                    <a:pt x="6583" y="10645"/>
                    <a:pt x="7508" y="9447"/>
                  </a:cubicBezTo>
                  <a:cubicBezTo>
                    <a:pt x="7800" y="9463"/>
                    <a:pt x="8078" y="9508"/>
                    <a:pt x="8346" y="9559"/>
                  </a:cubicBezTo>
                  <a:cubicBezTo>
                    <a:pt x="8663" y="9610"/>
                    <a:pt x="8987" y="9667"/>
                    <a:pt x="9339" y="9667"/>
                  </a:cubicBezTo>
                  <a:cubicBezTo>
                    <a:pt x="9470" y="9667"/>
                    <a:pt x="9605" y="9659"/>
                    <a:pt x="9745" y="9640"/>
                  </a:cubicBezTo>
                  <a:cubicBezTo>
                    <a:pt x="9867" y="9620"/>
                    <a:pt x="9994" y="9594"/>
                    <a:pt x="10120" y="9559"/>
                  </a:cubicBezTo>
                  <a:cubicBezTo>
                    <a:pt x="11620" y="9144"/>
                    <a:pt x="14187" y="7962"/>
                    <a:pt x="15197" y="6639"/>
                  </a:cubicBezTo>
                  <a:cubicBezTo>
                    <a:pt x="15227" y="6598"/>
                    <a:pt x="15232" y="6543"/>
                    <a:pt x="15208" y="6497"/>
                  </a:cubicBezTo>
                  <a:cubicBezTo>
                    <a:pt x="15187" y="6457"/>
                    <a:pt x="15141" y="6427"/>
                    <a:pt x="15092" y="6427"/>
                  </a:cubicBezTo>
                  <a:cubicBezTo>
                    <a:pt x="13641" y="6441"/>
                    <a:pt x="10953" y="6957"/>
                    <a:pt x="9043" y="7927"/>
                  </a:cubicBezTo>
                  <a:cubicBezTo>
                    <a:pt x="9337" y="7684"/>
                    <a:pt x="9640" y="7447"/>
                    <a:pt x="9938" y="7220"/>
                  </a:cubicBezTo>
                  <a:cubicBezTo>
                    <a:pt x="10509" y="6775"/>
                    <a:pt x="11095" y="6320"/>
                    <a:pt x="11631" y="5821"/>
                  </a:cubicBezTo>
                  <a:cubicBezTo>
                    <a:pt x="12044" y="5436"/>
                    <a:pt x="12413" y="5002"/>
                    <a:pt x="12767" y="4587"/>
                  </a:cubicBezTo>
                  <a:cubicBezTo>
                    <a:pt x="12874" y="4461"/>
                    <a:pt x="12979" y="4335"/>
                    <a:pt x="13091" y="4209"/>
                  </a:cubicBezTo>
                  <a:lnTo>
                    <a:pt x="13110" y="4209"/>
                  </a:lnTo>
                  <a:cubicBezTo>
                    <a:pt x="13116" y="4209"/>
                    <a:pt x="13121" y="4209"/>
                    <a:pt x="13121" y="4203"/>
                  </a:cubicBezTo>
                  <a:cubicBezTo>
                    <a:pt x="14283" y="3921"/>
                    <a:pt x="17748" y="1733"/>
                    <a:pt x="18158" y="339"/>
                  </a:cubicBezTo>
                  <a:cubicBezTo>
                    <a:pt x="18168" y="323"/>
                    <a:pt x="18168" y="313"/>
                    <a:pt x="18173" y="293"/>
                  </a:cubicBezTo>
                  <a:cubicBezTo>
                    <a:pt x="18188" y="243"/>
                    <a:pt x="18193" y="192"/>
                    <a:pt x="18198" y="141"/>
                  </a:cubicBezTo>
                  <a:cubicBezTo>
                    <a:pt x="18203" y="106"/>
                    <a:pt x="18188" y="66"/>
                    <a:pt x="18163" y="40"/>
                  </a:cubicBezTo>
                  <a:cubicBezTo>
                    <a:pt x="18137" y="15"/>
                    <a:pt x="18097" y="0"/>
                    <a:pt x="18062"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 name="Google Shape;1690;p33">
              <a:extLst>
                <a:ext uri="{FF2B5EF4-FFF2-40B4-BE49-F238E27FC236}">
                  <a16:creationId xmlns:a16="http://schemas.microsoft.com/office/drawing/2014/main" id="{FF6F26DE-1A2A-A05C-1E10-2525B8B45ACD}"/>
                </a:ext>
              </a:extLst>
            </p:cNvPr>
            <p:cNvSpPr/>
            <p:nvPr/>
          </p:nvSpPr>
          <p:spPr>
            <a:xfrm>
              <a:off x="4682400" y="4050325"/>
              <a:ext cx="100450" cy="130375"/>
            </a:xfrm>
            <a:custGeom>
              <a:avLst/>
              <a:gdLst/>
              <a:ahLst/>
              <a:cxnLst/>
              <a:rect l="l" t="t" r="r" b="b"/>
              <a:pathLst>
                <a:path w="4018" h="5215" extrusionOk="0">
                  <a:moveTo>
                    <a:pt x="0" y="0"/>
                  </a:moveTo>
                  <a:lnTo>
                    <a:pt x="0" y="0"/>
                  </a:lnTo>
                  <a:cubicBezTo>
                    <a:pt x="127" y="2285"/>
                    <a:pt x="1880" y="4573"/>
                    <a:pt x="4017" y="5214"/>
                  </a:cubicBezTo>
                  <a:cubicBezTo>
                    <a:pt x="2285" y="3826"/>
                    <a:pt x="834" y="1679"/>
                    <a:pt x="0"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691;p33">
              <a:extLst>
                <a:ext uri="{FF2B5EF4-FFF2-40B4-BE49-F238E27FC236}">
                  <a16:creationId xmlns:a16="http://schemas.microsoft.com/office/drawing/2014/main" id="{3CBE4D8C-8DB2-0062-B41D-86B9EB9E02D2}"/>
                </a:ext>
              </a:extLst>
            </p:cNvPr>
            <p:cNvSpPr/>
            <p:nvPr/>
          </p:nvSpPr>
          <p:spPr>
            <a:xfrm>
              <a:off x="4684825" y="4038825"/>
              <a:ext cx="103850" cy="138075"/>
            </a:xfrm>
            <a:custGeom>
              <a:avLst/>
              <a:gdLst/>
              <a:ahLst/>
              <a:cxnLst/>
              <a:rect l="l" t="t" r="r" b="b"/>
              <a:pathLst>
                <a:path w="4154" h="5523" extrusionOk="0">
                  <a:moveTo>
                    <a:pt x="0" y="1"/>
                  </a:moveTo>
                  <a:lnTo>
                    <a:pt x="0" y="1"/>
                  </a:lnTo>
                  <a:cubicBezTo>
                    <a:pt x="5" y="26"/>
                    <a:pt x="15" y="52"/>
                    <a:pt x="19" y="72"/>
                  </a:cubicBezTo>
                  <a:cubicBezTo>
                    <a:pt x="40" y="133"/>
                    <a:pt x="61" y="194"/>
                    <a:pt x="91" y="259"/>
                  </a:cubicBezTo>
                  <a:cubicBezTo>
                    <a:pt x="919" y="1946"/>
                    <a:pt x="2389" y="4139"/>
                    <a:pt x="4153" y="5523"/>
                  </a:cubicBezTo>
                  <a:cubicBezTo>
                    <a:pt x="4128" y="5417"/>
                    <a:pt x="4107" y="5311"/>
                    <a:pt x="4086" y="5205"/>
                  </a:cubicBezTo>
                  <a:cubicBezTo>
                    <a:pt x="3440" y="3321"/>
                    <a:pt x="1455" y="901"/>
                    <a:pt x="0"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692;p33">
              <a:extLst>
                <a:ext uri="{FF2B5EF4-FFF2-40B4-BE49-F238E27FC236}">
                  <a16:creationId xmlns:a16="http://schemas.microsoft.com/office/drawing/2014/main" id="{24A0B14D-82D5-DDA4-475D-00A8BD918358}"/>
                </a:ext>
              </a:extLst>
            </p:cNvPr>
            <p:cNvSpPr/>
            <p:nvPr/>
          </p:nvSpPr>
          <p:spPr>
            <a:xfrm>
              <a:off x="4794175" y="3962575"/>
              <a:ext cx="92250" cy="118075"/>
            </a:xfrm>
            <a:custGeom>
              <a:avLst/>
              <a:gdLst/>
              <a:ahLst/>
              <a:cxnLst/>
              <a:rect l="l" t="t" r="r" b="b"/>
              <a:pathLst>
                <a:path w="3690" h="4723" extrusionOk="0">
                  <a:moveTo>
                    <a:pt x="3674" y="0"/>
                  </a:moveTo>
                  <a:lnTo>
                    <a:pt x="3674" y="0"/>
                  </a:lnTo>
                  <a:cubicBezTo>
                    <a:pt x="3452" y="828"/>
                    <a:pt x="2825" y="1596"/>
                    <a:pt x="2305" y="2228"/>
                  </a:cubicBezTo>
                  <a:lnTo>
                    <a:pt x="2279" y="2263"/>
                  </a:lnTo>
                  <a:cubicBezTo>
                    <a:pt x="2062" y="2526"/>
                    <a:pt x="1749" y="2813"/>
                    <a:pt x="1421" y="3122"/>
                  </a:cubicBezTo>
                  <a:cubicBezTo>
                    <a:pt x="875" y="3627"/>
                    <a:pt x="279" y="4183"/>
                    <a:pt x="1" y="4723"/>
                  </a:cubicBezTo>
                  <a:cubicBezTo>
                    <a:pt x="1678" y="4051"/>
                    <a:pt x="3690" y="1929"/>
                    <a:pt x="3674"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693;p33">
              <a:extLst>
                <a:ext uri="{FF2B5EF4-FFF2-40B4-BE49-F238E27FC236}">
                  <a16:creationId xmlns:a16="http://schemas.microsoft.com/office/drawing/2014/main" id="{94771BD2-4522-D4F6-8BA9-859B34C5267F}"/>
                </a:ext>
              </a:extLst>
            </p:cNvPr>
            <p:cNvSpPr/>
            <p:nvPr/>
          </p:nvSpPr>
          <p:spPr>
            <a:xfrm>
              <a:off x="4793675" y="3962175"/>
              <a:ext cx="85650" cy="107000"/>
            </a:xfrm>
            <a:custGeom>
              <a:avLst/>
              <a:gdLst/>
              <a:ahLst/>
              <a:cxnLst/>
              <a:rect l="l" t="t" r="r" b="b"/>
              <a:pathLst>
                <a:path w="3426" h="4280" extrusionOk="0">
                  <a:moveTo>
                    <a:pt x="3426" y="0"/>
                  </a:moveTo>
                  <a:cubicBezTo>
                    <a:pt x="3234" y="203"/>
                    <a:pt x="3027" y="415"/>
                    <a:pt x="2810" y="632"/>
                  </a:cubicBezTo>
                  <a:cubicBezTo>
                    <a:pt x="1976" y="1481"/>
                    <a:pt x="1006" y="2471"/>
                    <a:pt x="420" y="3416"/>
                  </a:cubicBezTo>
                  <a:cubicBezTo>
                    <a:pt x="410" y="3466"/>
                    <a:pt x="394" y="3522"/>
                    <a:pt x="385" y="3572"/>
                  </a:cubicBezTo>
                  <a:cubicBezTo>
                    <a:pt x="375" y="3633"/>
                    <a:pt x="329" y="3673"/>
                    <a:pt x="273" y="3684"/>
                  </a:cubicBezTo>
                  <a:cubicBezTo>
                    <a:pt x="268" y="3684"/>
                    <a:pt x="268" y="3678"/>
                    <a:pt x="263" y="3678"/>
                  </a:cubicBezTo>
                  <a:cubicBezTo>
                    <a:pt x="152" y="3885"/>
                    <a:pt x="66" y="4083"/>
                    <a:pt x="0" y="4279"/>
                  </a:cubicBezTo>
                  <a:cubicBezTo>
                    <a:pt x="329" y="3815"/>
                    <a:pt x="814" y="3365"/>
                    <a:pt x="1264" y="2946"/>
                  </a:cubicBezTo>
                  <a:cubicBezTo>
                    <a:pt x="1588" y="2647"/>
                    <a:pt x="1891" y="2360"/>
                    <a:pt x="2097" y="2113"/>
                  </a:cubicBezTo>
                  <a:lnTo>
                    <a:pt x="2127" y="2077"/>
                  </a:lnTo>
                  <a:cubicBezTo>
                    <a:pt x="2618" y="1481"/>
                    <a:pt x="3209" y="758"/>
                    <a:pt x="3426"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694;p33">
              <a:extLst>
                <a:ext uri="{FF2B5EF4-FFF2-40B4-BE49-F238E27FC236}">
                  <a16:creationId xmlns:a16="http://schemas.microsoft.com/office/drawing/2014/main" id="{93B07306-CE7D-7B58-CDD2-2E38980A3875}"/>
                </a:ext>
              </a:extLst>
            </p:cNvPr>
            <p:cNvSpPr/>
            <p:nvPr/>
          </p:nvSpPr>
          <p:spPr>
            <a:xfrm>
              <a:off x="4815925" y="3909375"/>
              <a:ext cx="57350" cy="97525"/>
            </a:xfrm>
            <a:custGeom>
              <a:avLst/>
              <a:gdLst/>
              <a:ahLst/>
              <a:cxnLst/>
              <a:rect l="l" t="t" r="r" b="b"/>
              <a:pathLst>
                <a:path w="2294" h="3901" extrusionOk="0">
                  <a:moveTo>
                    <a:pt x="2293" y="0"/>
                  </a:moveTo>
                  <a:cubicBezTo>
                    <a:pt x="1556" y="268"/>
                    <a:pt x="838" y="1926"/>
                    <a:pt x="516" y="2658"/>
                  </a:cubicBezTo>
                  <a:lnTo>
                    <a:pt x="434" y="2850"/>
                  </a:lnTo>
                  <a:cubicBezTo>
                    <a:pt x="273" y="3213"/>
                    <a:pt x="131" y="3558"/>
                    <a:pt x="0" y="3901"/>
                  </a:cubicBezTo>
                  <a:cubicBezTo>
                    <a:pt x="217" y="3553"/>
                    <a:pt x="449" y="3208"/>
                    <a:pt x="661" y="2896"/>
                  </a:cubicBezTo>
                  <a:cubicBezTo>
                    <a:pt x="798" y="2698"/>
                    <a:pt x="924" y="2516"/>
                    <a:pt x="1031" y="2350"/>
                  </a:cubicBezTo>
                  <a:cubicBezTo>
                    <a:pt x="1111" y="2229"/>
                    <a:pt x="1207" y="2087"/>
                    <a:pt x="1314" y="1935"/>
                  </a:cubicBezTo>
                  <a:cubicBezTo>
                    <a:pt x="1722" y="1364"/>
                    <a:pt x="2263" y="601"/>
                    <a:pt x="2293"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695;p33">
              <a:extLst>
                <a:ext uri="{FF2B5EF4-FFF2-40B4-BE49-F238E27FC236}">
                  <a16:creationId xmlns:a16="http://schemas.microsoft.com/office/drawing/2014/main" id="{639338C5-9B95-05F2-DF40-3D3935135AC6}"/>
                </a:ext>
              </a:extLst>
            </p:cNvPr>
            <p:cNvSpPr/>
            <p:nvPr/>
          </p:nvSpPr>
          <p:spPr>
            <a:xfrm>
              <a:off x="4728375" y="3918975"/>
              <a:ext cx="34525" cy="147050"/>
            </a:xfrm>
            <a:custGeom>
              <a:avLst/>
              <a:gdLst/>
              <a:ahLst/>
              <a:cxnLst/>
              <a:rect l="l" t="t" r="r" b="b"/>
              <a:pathLst>
                <a:path w="1381" h="5882" extrusionOk="0">
                  <a:moveTo>
                    <a:pt x="369" y="0"/>
                  </a:moveTo>
                  <a:lnTo>
                    <a:pt x="364" y="5"/>
                  </a:lnTo>
                  <a:cubicBezTo>
                    <a:pt x="350" y="5"/>
                    <a:pt x="309" y="26"/>
                    <a:pt x="259" y="87"/>
                  </a:cubicBezTo>
                  <a:cubicBezTo>
                    <a:pt x="1" y="390"/>
                    <a:pt x="192" y="1582"/>
                    <a:pt x="278" y="2092"/>
                  </a:cubicBezTo>
                  <a:cubicBezTo>
                    <a:pt x="289" y="2178"/>
                    <a:pt x="304" y="2253"/>
                    <a:pt x="313" y="2309"/>
                  </a:cubicBezTo>
                  <a:cubicBezTo>
                    <a:pt x="415" y="3017"/>
                    <a:pt x="637" y="3714"/>
                    <a:pt x="859" y="4386"/>
                  </a:cubicBezTo>
                  <a:lnTo>
                    <a:pt x="870" y="4431"/>
                  </a:lnTo>
                  <a:cubicBezTo>
                    <a:pt x="1031" y="4916"/>
                    <a:pt x="1203" y="5401"/>
                    <a:pt x="1380" y="5881"/>
                  </a:cubicBezTo>
                  <a:cubicBezTo>
                    <a:pt x="1274" y="5170"/>
                    <a:pt x="1208" y="4452"/>
                    <a:pt x="1148" y="3769"/>
                  </a:cubicBezTo>
                  <a:lnTo>
                    <a:pt x="1117" y="3381"/>
                  </a:lnTo>
                  <a:cubicBezTo>
                    <a:pt x="1041" y="2451"/>
                    <a:pt x="966" y="1486"/>
                    <a:pt x="667" y="622"/>
                  </a:cubicBezTo>
                  <a:lnTo>
                    <a:pt x="642" y="546"/>
                  </a:lnTo>
                  <a:cubicBezTo>
                    <a:pt x="592" y="390"/>
                    <a:pt x="471" y="21"/>
                    <a:pt x="369"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696;p33">
              <a:extLst>
                <a:ext uri="{FF2B5EF4-FFF2-40B4-BE49-F238E27FC236}">
                  <a16:creationId xmlns:a16="http://schemas.microsoft.com/office/drawing/2014/main" id="{F5045CB6-C4E6-2D26-29D4-5BF68749DCB0}"/>
                </a:ext>
              </a:extLst>
            </p:cNvPr>
            <p:cNvSpPr/>
            <p:nvPr/>
          </p:nvSpPr>
          <p:spPr>
            <a:xfrm>
              <a:off x="4737350" y="3729900"/>
              <a:ext cx="61275" cy="242275"/>
            </a:xfrm>
            <a:custGeom>
              <a:avLst/>
              <a:gdLst/>
              <a:ahLst/>
              <a:cxnLst/>
              <a:rect l="l" t="t" r="r" b="b"/>
              <a:pathLst>
                <a:path w="2451" h="9691" extrusionOk="0">
                  <a:moveTo>
                    <a:pt x="1516" y="1"/>
                  </a:moveTo>
                  <a:lnTo>
                    <a:pt x="1516" y="1"/>
                  </a:lnTo>
                  <a:cubicBezTo>
                    <a:pt x="0" y="2753"/>
                    <a:pt x="758" y="6978"/>
                    <a:pt x="2451" y="9690"/>
                  </a:cubicBezTo>
                  <a:cubicBezTo>
                    <a:pt x="2416" y="9534"/>
                    <a:pt x="2375" y="9377"/>
                    <a:pt x="2335" y="9221"/>
                  </a:cubicBezTo>
                  <a:cubicBezTo>
                    <a:pt x="2309" y="9125"/>
                    <a:pt x="2284" y="9028"/>
                    <a:pt x="2258" y="8932"/>
                  </a:cubicBezTo>
                  <a:cubicBezTo>
                    <a:pt x="1971" y="7766"/>
                    <a:pt x="1668" y="6391"/>
                    <a:pt x="1572" y="4972"/>
                  </a:cubicBezTo>
                  <a:cubicBezTo>
                    <a:pt x="1511" y="4026"/>
                    <a:pt x="1516" y="3102"/>
                    <a:pt x="1551" y="2016"/>
                  </a:cubicBezTo>
                  <a:cubicBezTo>
                    <a:pt x="1561" y="1703"/>
                    <a:pt x="1546" y="1370"/>
                    <a:pt x="1537" y="1046"/>
                  </a:cubicBezTo>
                  <a:cubicBezTo>
                    <a:pt x="1521" y="698"/>
                    <a:pt x="1506" y="344"/>
                    <a:pt x="1516"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697;p33">
              <a:extLst>
                <a:ext uri="{FF2B5EF4-FFF2-40B4-BE49-F238E27FC236}">
                  <a16:creationId xmlns:a16="http://schemas.microsoft.com/office/drawing/2014/main" id="{181BBE1F-6842-E19C-C90E-19CC986B7F82}"/>
                </a:ext>
              </a:extLst>
            </p:cNvPr>
            <p:cNvSpPr/>
            <p:nvPr/>
          </p:nvSpPr>
          <p:spPr>
            <a:xfrm>
              <a:off x="4781425" y="3726725"/>
              <a:ext cx="30725" cy="228525"/>
            </a:xfrm>
            <a:custGeom>
              <a:avLst/>
              <a:gdLst/>
              <a:ahLst/>
              <a:cxnLst/>
              <a:rect l="l" t="t" r="r" b="b"/>
              <a:pathLst>
                <a:path w="1229" h="9141" extrusionOk="0">
                  <a:moveTo>
                    <a:pt x="26" y="0"/>
                  </a:moveTo>
                  <a:cubicBezTo>
                    <a:pt x="0" y="375"/>
                    <a:pt x="16" y="769"/>
                    <a:pt x="31" y="1163"/>
                  </a:cubicBezTo>
                  <a:cubicBezTo>
                    <a:pt x="40" y="1492"/>
                    <a:pt x="56" y="1830"/>
                    <a:pt x="47" y="2148"/>
                  </a:cubicBezTo>
                  <a:cubicBezTo>
                    <a:pt x="16" y="3229"/>
                    <a:pt x="5" y="4144"/>
                    <a:pt x="66" y="5083"/>
                  </a:cubicBezTo>
                  <a:cubicBezTo>
                    <a:pt x="157" y="6478"/>
                    <a:pt x="465" y="7842"/>
                    <a:pt x="749" y="8994"/>
                  </a:cubicBezTo>
                  <a:cubicBezTo>
                    <a:pt x="763" y="9045"/>
                    <a:pt x="774" y="9090"/>
                    <a:pt x="784" y="9141"/>
                  </a:cubicBezTo>
                  <a:cubicBezTo>
                    <a:pt x="804" y="8707"/>
                    <a:pt x="829" y="8215"/>
                    <a:pt x="865" y="7686"/>
                  </a:cubicBezTo>
                  <a:cubicBezTo>
                    <a:pt x="1021" y="5139"/>
                    <a:pt x="1229" y="1709"/>
                    <a:pt x="26"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698;p33">
              <a:extLst>
                <a:ext uri="{FF2B5EF4-FFF2-40B4-BE49-F238E27FC236}">
                  <a16:creationId xmlns:a16="http://schemas.microsoft.com/office/drawing/2014/main" id="{70A025B5-9F25-78F3-1FE1-0D39DBD81AF3}"/>
                </a:ext>
              </a:extLst>
            </p:cNvPr>
            <p:cNvSpPr/>
            <p:nvPr/>
          </p:nvSpPr>
          <p:spPr>
            <a:xfrm>
              <a:off x="5007025" y="3663975"/>
              <a:ext cx="107625" cy="79325"/>
            </a:xfrm>
            <a:custGeom>
              <a:avLst/>
              <a:gdLst/>
              <a:ahLst/>
              <a:cxnLst/>
              <a:rect l="l" t="t" r="r" b="b"/>
              <a:pathLst>
                <a:path w="4305" h="3173" extrusionOk="0">
                  <a:moveTo>
                    <a:pt x="4305" y="0"/>
                  </a:moveTo>
                  <a:lnTo>
                    <a:pt x="4305" y="0"/>
                  </a:lnTo>
                  <a:cubicBezTo>
                    <a:pt x="4037" y="176"/>
                    <a:pt x="3724" y="369"/>
                    <a:pt x="3395" y="570"/>
                  </a:cubicBezTo>
                  <a:cubicBezTo>
                    <a:pt x="2880" y="889"/>
                    <a:pt x="2344" y="1218"/>
                    <a:pt x="2046" y="1449"/>
                  </a:cubicBezTo>
                  <a:cubicBezTo>
                    <a:pt x="1778" y="1657"/>
                    <a:pt x="1521" y="1890"/>
                    <a:pt x="1248" y="2142"/>
                  </a:cubicBezTo>
                  <a:cubicBezTo>
                    <a:pt x="859" y="2491"/>
                    <a:pt x="460" y="2850"/>
                    <a:pt x="35" y="3137"/>
                  </a:cubicBezTo>
                  <a:cubicBezTo>
                    <a:pt x="26" y="3147"/>
                    <a:pt x="15" y="3163"/>
                    <a:pt x="0" y="3172"/>
                  </a:cubicBezTo>
                  <a:cubicBezTo>
                    <a:pt x="1263" y="2683"/>
                    <a:pt x="3587" y="1127"/>
                    <a:pt x="4305"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699;p33">
              <a:extLst>
                <a:ext uri="{FF2B5EF4-FFF2-40B4-BE49-F238E27FC236}">
                  <a16:creationId xmlns:a16="http://schemas.microsoft.com/office/drawing/2014/main" id="{1CC85FC2-F12F-70B3-9A6B-56D3CE6708B3}"/>
                </a:ext>
              </a:extLst>
            </p:cNvPr>
            <p:cNvSpPr/>
            <p:nvPr/>
          </p:nvSpPr>
          <p:spPr>
            <a:xfrm>
              <a:off x="5004475" y="3654600"/>
              <a:ext cx="112325" cy="80475"/>
            </a:xfrm>
            <a:custGeom>
              <a:avLst/>
              <a:gdLst/>
              <a:ahLst/>
              <a:cxnLst/>
              <a:rect l="l" t="t" r="r" b="b"/>
              <a:pathLst>
                <a:path w="4493" h="3219" extrusionOk="0">
                  <a:moveTo>
                    <a:pt x="4493" y="1"/>
                  </a:moveTo>
                  <a:lnTo>
                    <a:pt x="4493" y="1"/>
                  </a:lnTo>
                  <a:cubicBezTo>
                    <a:pt x="2022" y="289"/>
                    <a:pt x="597" y="2169"/>
                    <a:pt x="0" y="3184"/>
                  </a:cubicBezTo>
                  <a:cubicBezTo>
                    <a:pt x="37" y="3184"/>
                    <a:pt x="72" y="3199"/>
                    <a:pt x="102" y="3219"/>
                  </a:cubicBezTo>
                  <a:cubicBezTo>
                    <a:pt x="471" y="2952"/>
                    <a:pt x="830" y="2633"/>
                    <a:pt x="1173" y="2320"/>
                  </a:cubicBezTo>
                  <a:cubicBezTo>
                    <a:pt x="1441" y="2083"/>
                    <a:pt x="1714" y="1835"/>
                    <a:pt x="1987" y="1618"/>
                  </a:cubicBezTo>
                  <a:cubicBezTo>
                    <a:pt x="2299" y="1376"/>
                    <a:pt x="2835" y="1047"/>
                    <a:pt x="3360" y="728"/>
                  </a:cubicBezTo>
                  <a:cubicBezTo>
                    <a:pt x="3770" y="471"/>
                    <a:pt x="4199" y="213"/>
                    <a:pt x="4493"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700;p33">
              <a:extLst>
                <a:ext uri="{FF2B5EF4-FFF2-40B4-BE49-F238E27FC236}">
                  <a16:creationId xmlns:a16="http://schemas.microsoft.com/office/drawing/2014/main" id="{EB60CF63-B94B-1672-FF9C-D60A46057E86}"/>
                </a:ext>
              </a:extLst>
            </p:cNvPr>
            <p:cNvSpPr/>
            <p:nvPr/>
          </p:nvSpPr>
          <p:spPr>
            <a:xfrm>
              <a:off x="4897250" y="3666375"/>
              <a:ext cx="65450" cy="150075"/>
            </a:xfrm>
            <a:custGeom>
              <a:avLst/>
              <a:gdLst/>
              <a:ahLst/>
              <a:cxnLst/>
              <a:rect l="l" t="t" r="r" b="b"/>
              <a:pathLst>
                <a:path w="2618" h="6003" extrusionOk="0">
                  <a:moveTo>
                    <a:pt x="2617" y="0"/>
                  </a:moveTo>
                  <a:lnTo>
                    <a:pt x="2617" y="0"/>
                  </a:lnTo>
                  <a:cubicBezTo>
                    <a:pt x="1223" y="1262"/>
                    <a:pt x="360" y="3239"/>
                    <a:pt x="1" y="6002"/>
                  </a:cubicBezTo>
                  <a:cubicBezTo>
                    <a:pt x="415" y="4860"/>
                    <a:pt x="940" y="3582"/>
                    <a:pt x="1688" y="2339"/>
                  </a:cubicBezTo>
                  <a:cubicBezTo>
                    <a:pt x="1901" y="1985"/>
                    <a:pt x="2046" y="1541"/>
                    <a:pt x="2188" y="1106"/>
                  </a:cubicBezTo>
                  <a:cubicBezTo>
                    <a:pt x="2314" y="728"/>
                    <a:pt x="2440" y="339"/>
                    <a:pt x="2617"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01;p33">
              <a:extLst>
                <a:ext uri="{FF2B5EF4-FFF2-40B4-BE49-F238E27FC236}">
                  <a16:creationId xmlns:a16="http://schemas.microsoft.com/office/drawing/2014/main" id="{C11D9155-8AC5-02A0-8218-17989B19A541}"/>
                </a:ext>
              </a:extLst>
            </p:cNvPr>
            <p:cNvSpPr/>
            <p:nvPr/>
          </p:nvSpPr>
          <p:spPr>
            <a:xfrm>
              <a:off x="4903825" y="3659550"/>
              <a:ext cx="74150" cy="157650"/>
            </a:xfrm>
            <a:custGeom>
              <a:avLst/>
              <a:gdLst/>
              <a:ahLst/>
              <a:cxnLst/>
              <a:rect l="l" t="t" r="r" b="b"/>
              <a:pathLst>
                <a:path w="2966" h="6306" extrusionOk="0">
                  <a:moveTo>
                    <a:pt x="2834" y="0"/>
                  </a:moveTo>
                  <a:lnTo>
                    <a:pt x="2834" y="0"/>
                  </a:lnTo>
                  <a:cubicBezTo>
                    <a:pt x="2531" y="379"/>
                    <a:pt x="2349" y="929"/>
                    <a:pt x="2172" y="1460"/>
                  </a:cubicBezTo>
                  <a:cubicBezTo>
                    <a:pt x="2026" y="1910"/>
                    <a:pt x="1869" y="2370"/>
                    <a:pt x="1647" y="2743"/>
                  </a:cubicBezTo>
                  <a:cubicBezTo>
                    <a:pt x="925" y="3951"/>
                    <a:pt x="414" y="5189"/>
                    <a:pt x="1" y="6306"/>
                  </a:cubicBezTo>
                  <a:cubicBezTo>
                    <a:pt x="1207" y="4587"/>
                    <a:pt x="2965" y="1971"/>
                    <a:pt x="2834"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02;p33">
              <a:extLst>
                <a:ext uri="{FF2B5EF4-FFF2-40B4-BE49-F238E27FC236}">
                  <a16:creationId xmlns:a16="http://schemas.microsoft.com/office/drawing/2014/main" id="{363E3DB4-987E-A2D5-2192-EBDC3490767A}"/>
                </a:ext>
              </a:extLst>
            </p:cNvPr>
            <p:cNvSpPr/>
            <p:nvPr/>
          </p:nvSpPr>
          <p:spPr>
            <a:xfrm>
              <a:off x="4866825" y="3816300"/>
              <a:ext cx="156375" cy="57975"/>
            </a:xfrm>
            <a:custGeom>
              <a:avLst/>
              <a:gdLst/>
              <a:ahLst/>
              <a:cxnLst/>
              <a:rect l="l" t="t" r="r" b="b"/>
              <a:pathLst>
                <a:path w="6255" h="2319" extrusionOk="0">
                  <a:moveTo>
                    <a:pt x="6255" y="0"/>
                  </a:moveTo>
                  <a:cubicBezTo>
                    <a:pt x="4148" y="243"/>
                    <a:pt x="1283" y="1106"/>
                    <a:pt x="0" y="2319"/>
                  </a:cubicBezTo>
                  <a:cubicBezTo>
                    <a:pt x="460" y="2258"/>
                    <a:pt x="965" y="2097"/>
                    <a:pt x="1425" y="1941"/>
                  </a:cubicBezTo>
                  <a:cubicBezTo>
                    <a:pt x="1647" y="1864"/>
                    <a:pt x="1859" y="1799"/>
                    <a:pt x="2062" y="1738"/>
                  </a:cubicBezTo>
                  <a:cubicBezTo>
                    <a:pt x="2859" y="1510"/>
                    <a:pt x="3572" y="1213"/>
                    <a:pt x="4249" y="829"/>
                  </a:cubicBezTo>
                  <a:cubicBezTo>
                    <a:pt x="4977" y="414"/>
                    <a:pt x="5583" y="182"/>
                    <a:pt x="6255"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03;p33">
              <a:extLst>
                <a:ext uri="{FF2B5EF4-FFF2-40B4-BE49-F238E27FC236}">
                  <a16:creationId xmlns:a16="http://schemas.microsoft.com/office/drawing/2014/main" id="{B541FC9E-8DC8-3218-BB82-DC26994096E1}"/>
                </a:ext>
              </a:extLst>
            </p:cNvPr>
            <p:cNvSpPr/>
            <p:nvPr/>
          </p:nvSpPr>
          <p:spPr>
            <a:xfrm>
              <a:off x="4876675" y="3819700"/>
              <a:ext cx="160175" cy="62925"/>
            </a:xfrm>
            <a:custGeom>
              <a:avLst/>
              <a:gdLst/>
              <a:ahLst/>
              <a:cxnLst/>
              <a:rect l="l" t="t" r="r" b="b"/>
              <a:pathLst>
                <a:path w="6407" h="2517" extrusionOk="0">
                  <a:moveTo>
                    <a:pt x="6406" y="0"/>
                  </a:moveTo>
                  <a:lnTo>
                    <a:pt x="6406" y="0"/>
                  </a:lnTo>
                  <a:cubicBezTo>
                    <a:pt x="5548" y="198"/>
                    <a:pt x="4855" y="420"/>
                    <a:pt x="3981" y="919"/>
                  </a:cubicBezTo>
                  <a:cubicBezTo>
                    <a:pt x="3294" y="1313"/>
                    <a:pt x="2556" y="1623"/>
                    <a:pt x="1733" y="1854"/>
                  </a:cubicBezTo>
                  <a:cubicBezTo>
                    <a:pt x="1541" y="1910"/>
                    <a:pt x="1334" y="1980"/>
                    <a:pt x="1117" y="2052"/>
                  </a:cubicBezTo>
                  <a:cubicBezTo>
                    <a:pt x="758" y="2173"/>
                    <a:pt x="374" y="2299"/>
                    <a:pt x="0" y="2381"/>
                  </a:cubicBezTo>
                  <a:cubicBezTo>
                    <a:pt x="56" y="2390"/>
                    <a:pt x="122" y="2400"/>
                    <a:pt x="177" y="2411"/>
                  </a:cubicBezTo>
                  <a:cubicBezTo>
                    <a:pt x="489" y="2464"/>
                    <a:pt x="790" y="2517"/>
                    <a:pt x="1112" y="2517"/>
                  </a:cubicBezTo>
                  <a:cubicBezTo>
                    <a:pt x="1342" y="2517"/>
                    <a:pt x="1583" y="2490"/>
                    <a:pt x="1845" y="2416"/>
                  </a:cubicBezTo>
                  <a:cubicBezTo>
                    <a:pt x="3107" y="2066"/>
                    <a:pt x="5270" y="1101"/>
                    <a:pt x="6406"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704;p33">
            <a:extLst>
              <a:ext uri="{FF2B5EF4-FFF2-40B4-BE49-F238E27FC236}">
                <a16:creationId xmlns:a16="http://schemas.microsoft.com/office/drawing/2014/main" id="{089A7EEF-9A17-780E-AA0F-8939E2AE027F}"/>
              </a:ext>
            </a:extLst>
          </p:cNvPr>
          <p:cNvGrpSpPr/>
          <p:nvPr/>
        </p:nvGrpSpPr>
        <p:grpSpPr>
          <a:xfrm>
            <a:off x="1492512" y="2047210"/>
            <a:ext cx="360904" cy="309428"/>
            <a:chOff x="7743000" y="806375"/>
            <a:chExt cx="394875" cy="369450"/>
          </a:xfrm>
        </p:grpSpPr>
        <p:sp>
          <p:nvSpPr>
            <p:cNvPr id="19" name="Google Shape;1705;p33">
              <a:extLst>
                <a:ext uri="{FF2B5EF4-FFF2-40B4-BE49-F238E27FC236}">
                  <a16:creationId xmlns:a16="http://schemas.microsoft.com/office/drawing/2014/main" id="{F8245225-4254-9149-99AA-433FFE5E4156}"/>
                </a:ext>
              </a:extLst>
            </p:cNvPr>
            <p:cNvSpPr/>
            <p:nvPr/>
          </p:nvSpPr>
          <p:spPr>
            <a:xfrm>
              <a:off x="7743000" y="806375"/>
              <a:ext cx="394875" cy="369450"/>
            </a:xfrm>
            <a:custGeom>
              <a:avLst/>
              <a:gdLst/>
              <a:ahLst/>
              <a:cxnLst/>
              <a:rect l="l" t="t" r="r" b="b"/>
              <a:pathLst>
                <a:path w="15795" h="14778" extrusionOk="0">
                  <a:moveTo>
                    <a:pt x="5630" y="1227"/>
                  </a:moveTo>
                  <a:cubicBezTo>
                    <a:pt x="5761" y="1661"/>
                    <a:pt x="5947" y="2055"/>
                    <a:pt x="6124" y="2440"/>
                  </a:cubicBezTo>
                  <a:cubicBezTo>
                    <a:pt x="6499" y="3238"/>
                    <a:pt x="6852" y="4000"/>
                    <a:pt x="6716" y="5001"/>
                  </a:cubicBezTo>
                  <a:cubicBezTo>
                    <a:pt x="6700" y="4986"/>
                    <a:pt x="6686" y="4975"/>
                    <a:pt x="6670" y="4961"/>
                  </a:cubicBezTo>
                  <a:cubicBezTo>
                    <a:pt x="6534" y="4834"/>
                    <a:pt x="6397" y="4683"/>
                    <a:pt x="6261" y="4506"/>
                  </a:cubicBezTo>
                  <a:cubicBezTo>
                    <a:pt x="6094" y="4294"/>
                    <a:pt x="5938" y="4051"/>
                    <a:pt x="5807" y="3793"/>
                  </a:cubicBezTo>
                  <a:cubicBezTo>
                    <a:pt x="5695" y="3592"/>
                    <a:pt x="5604" y="3375"/>
                    <a:pt x="5529" y="3156"/>
                  </a:cubicBezTo>
                  <a:cubicBezTo>
                    <a:pt x="5336" y="2601"/>
                    <a:pt x="5276" y="2030"/>
                    <a:pt x="5453" y="1561"/>
                  </a:cubicBezTo>
                  <a:cubicBezTo>
                    <a:pt x="5499" y="1439"/>
                    <a:pt x="5553" y="1328"/>
                    <a:pt x="5630" y="1227"/>
                  </a:cubicBezTo>
                  <a:close/>
                  <a:moveTo>
                    <a:pt x="7902" y="321"/>
                  </a:moveTo>
                  <a:cubicBezTo>
                    <a:pt x="8205" y="321"/>
                    <a:pt x="8503" y="351"/>
                    <a:pt x="8777" y="404"/>
                  </a:cubicBezTo>
                  <a:lnTo>
                    <a:pt x="8782" y="404"/>
                  </a:lnTo>
                  <a:cubicBezTo>
                    <a:pt x="8782" y="409"/>
                    <a:pt x="8782" y="414"/>
                    <a:pt x="8787" y="418"/>
                  </a:cubicBezTo>
                  <a:cubicBezTo>
                    <a:pt x="9030" y="899"/>
                    <a:pt x="8999" y="1864"/>
                    <a:pt x="8883" y="2606"/>
                  </a:cubicBezTo>
                  <a:cubicBezTo>
                    <a:pt x="8878" y="2662"/>
                    <a:pt x="8918" y="2717"/>
                    <a:pt x="8974" y="2727"/>
                  </a:cubicBezTo>
                  <a:lnTo>
                    <a:pt x="8994" y="2727"/>
                  </a:lnTo>
                  <a:cubicBezTo>
                    <a:pt x="9045" y="2727"/>
                    <a:pt x="9090" y="2692"/>
                    <a:pt x="9100" y="2636"/>
                  </a:cubicBezTo>
                  <a:cubicBezTo>
                    <a:pt x="9151" y="2283"/>
                    <a:pt x="9298" y="1151"/>
                    <a:pt x="9039" y="458"/>
                  </a:cubicBezTo>
                  <a:lnTo>
                    <a:pt x="9039" y="458"/>
                  </a:lnTo>
                  <a:cubicBezTo>
                    <a:pt x="9251" y="514"/>
                    <a:pt x="9449" y="586"/>
                    <a:pt x="9615" y="666"/>
                  </a:cubicBezTo>
                  <a:cubicBezTo>
                    <a:pt x="9823" y="762"/>
                    <a:pt x="9995" y="878"/>
                    <a:pt x="10142" y="1004"/>
                  </a:cubicBezTo>
                  <a:lnTo>
                    <a:pt x="10142" y="1020"/>
                  </a:lnTo>
                  <a:cubicBezTo>
                    <a:pt x="10394" y="2137"/>
                    <a:pt x="9687" y="3895"/>
                    <a:pt x="9070" y="4875"/>
                  </a:cubicBezTo>
                  <a:cubicBezTo>
                    <a:pt x="9045" y="4860"/>
                    <a:pt x="9025" y="4844"/>
                    <a:pt x="8994" y="4830"/>
                  </a:cubicBezTo>
                  <a:cubicBezTo>
                    <a:pt x="8924" y="4793"/>
                    <a:pt x="8853" y="4774"/>
                    <a:pt x="8777" y="4763"/>
                  </a:cubicBezTo>
                  <a:cubicBezTo>
                    <a:pt x="8969" y="4354"/>
                    <a:pt x="9065" y="3748"/>
                    <a:pt x="9065" y="3324"/>
                  </a:cubicBezTo>
                  <a:lnTo>
                    <a:pt x="9065" y="3284"/>
                  </a:lnTo>
                  <a:cubicBezTo>
                    <a:pt x="9060" y="3223"/>
                    <a:pt x="9015" y="3177"/>
                    <a:pt x="8954" y="3177"/>
                  </a:cubicBezTo>
                  <a:cubicBezTo>
                    <a:pt x="8894" y="3177"/>
                    <a:pt x="8848" y="3228"/>
                    <a:pt x="8848" y="3288"/>
                  </a:cubicBezTo>
                  <a:cubicBezTo>
                    <a:pt x="8853" y="3727"/>
                    <a:pt x="8742" y="4394"/>
                    <a:pt x="8540" y="4763"/>
                  </a:cubicBezTo>
                  <a:cubicBezTo>
                    <a:pt x="8288" y="4793"/>
                    <a:pt x="8009" y="4900"/>
                    <a:pt x="7742" y="5016"/>
                  </a:cubicBezTo>
                  <a:cubicBezTo>
                    <a:pt x="7742" y="4905"/>
                    <a:pt x="7747" y="4799"/>
                    <a:pt x="7747" y="4688"/>
                  </a:cubicBezTo>
                  <a:cubicBezTo>
                    <a:pt x="7747" y="3253"/>
                    <a:pt x="7311" y="1742"/>
                    <a:pt x="6549" y="555"/>
                  </a:cubicBezTo>
                  <a:cubicBezTo>
                    <a:pt x="6969" y="391"/>
                    <a:pt x="7442" y="321"/>
                    <a:pt x="7902" y="321"/>
                  </a:cubicBezTo>
                  <a:close/>
                  <a:moveTo>
                    <a:pt x="6347" y="635"/>
                  </a:moveTo>
                  <a:cubicBezTo>
                    <a:pt x="7176" y="1909"/>
                    <a:pt x="7610" y="3561"/>
                    <a:pt x="7519" y="5087"/>
                  </a:cubicBezTo>
                  <a:lnTo>
                    <a:pt x="7519" y="5102"/>
                  </a:lnTo>
                  <a:cubicBezTo>
                    <a:pt x="7413" y="5147"/>
                    <a:pt x="7307" y="5182"/>
                    <a:pt x="7216" y="5208"/>
                  </a:cubicBezTo>
                  <a:cubicBezTo>
                    <a:pt x="7206" y="5198"/>
                    <a:pt x="7196" y="5193"/>
                    <a:pt x="7185" y="5193"/>
                  </a:cubicBezTo>
                  <a:cubicBezTo>
                    <a:pt x="7110" y="5176"/>
                    <a:pt x="7034" y="5167"/>
                    <a:pt x="6956" y="5167"/>
                  </a:cubicBezTo>
                  <a:cubicBezTo>
                    <a:pt x="6940" y="5167"/>
                    <a:pt x="6924" y="5167"/>
                    <a:pt x="6908" y="5168"/>
                  </a:cubicBezTo>
                  <a:cubicBezTo>
                    <a:pt x="7110" y="4035"/>
                    <a:pt x="6726" y="3217"/>
                    <a:pt x="6322" y="2349"/>
                  </a:cubicBezTo>
                  <a:cubicBezTo>
                    <a:pt x="6124" y="1929"/>
                    <a:pt x="5928" y="1500"/>
                    <a:pt x="5791" y="1025"/>
                  </a:cubicBezTo>
                  <a:cubicBezTo>
                    <a:pt x="5938" y="873"/>
                    <a:pt x="6124" y="742"/>
                    <a:pt x="6347" y="635"/>
                  </a:cubicBezTo>
                  <a:close/>
                  <a:moveTo>
                    <a:pt x="10399" y="1288"/>
                  </a:moveTo>
                  <a:cubicBezTo>
                    <a:pt x="10636" y="1601"/>
                    <a:pt x="10743" y="1934"/>
                    <a:pt x="10793" y="2217"/>
                  </a:cubicBezTo>
                  <a:cubicBezTo>
                    <a:pt x="10904" y="2890"/>
                    <a:pt x="10748" y="3641"/>
                    <a:pt x="10389" y="4284"/>
                  </a:cubicBezTo>
                  <a:cubicBezTo>
                    <a:pt x="10237" y="4551"/>
                    <a:pt x="10055" y="4799"/>
                    <a:pt x="9838" y="5016"/>
                  </a:cubicBezTo>
                  <a:cubicBezTo>
                    <a:pt x="9697" y="5152"/>
                    <a:pt x="9550" y="5284"/>
                    <a:pt x="9403" y="5400"/>
                  </a:cubicBezTo>
                  <a:cubicBezTo>
                    <a:pt x="9389" y="5355"/>
                    <a:pt x="9379" y="5309"/>
                    <a:pt x="9363" y="5264"/>
                  </a:cubicBezTo>
                  <a:cubicBezTo>
                    <a:pt x="9333" y="5178"/>
                    <a:pt x="9293" y="5092"/>
                    <a:pt x="9232" y="5021"/>
                  </a:cubicBezTo>
                  <a:cubicBezTo>
                    <a:pt x="9834" y="4081"/>
                    <a:pt x="10500" y="2475"/>
                    <a:pt x="10399" y="1288"/>
                  </a:cubicBezTo>
                  <a:close/>
                  <a:moveTo>
                    <a:pt x="13154" y="3338"/>
                  </a:moveTo>
                  <a:cubicBezTo>
                    <a:pt x="13425" y="3338"/>
                    <a:pt x="13685" y="3387"/>
                    <a:pt x="13926" y="3485"/>
                  </a:cubicBezTo>
                  <a:lnTo>
                    <a:pt x="13926" y="3490"/>
                  </a:lnTo>
                  <a:cubicBezTo>
                    <a:pt x="12354" y="3930"/>
                    <a:pt x="10536" y="5102"/>
                    <a:pt x="9601" y="6304"/>
                  </a:cubicBezTo>
                  <a:cubicBezTo>
                    <a:pt x="9494" y="6173"/>
                    <a:pt x="9475" y="5976"/>
                    <a:pt x="9449" y="5774"/>
                  </a:cubicBezTo>
                  <a:cubicBezTo>
                    <a:pt x="9661" y="5618"/>
                    <a:pt x="9869" y="5441"/>
                    <a:pt x="10065" y="5243"/>
                  </a:cubicBezTo>
                  <a:cubicBezTo>
                    <a:pt x="10288" y="5026"/>
                    <a:pt x="10475" y="4774"/>
                    <a:pt x="10631" y="4506"/>
                  </a:cubicBezTo>
                  <a:cubicBezTo>
                    <a:pt x="10839" y="4345"/>
                    <a:pt x="11051" y="4198"/>
                    <a:pt x="11252" y="4056"/>
                  </a:cubicBezTo>
                  <a:lnTo>
                    <a:pt x="11343" y="3991"/>
                  </a:lnTo>
                  <a:cubicBezTo>
                    <a:pt x="11946" y="3560"/>
                    <a:pt x="12575" y="3338"/>
                    <a:pt x="13154" y="3338"/>
                  </a:cubicBezTo>
                  <a:close/>
                  <a:moveTo>
                    <a:pt x="3389" y="2866"/>
                  </a:moveTo>
                  <a:cubicBezTo>
                    <a:pt x="4020" y="2866"/>
                    <a:pt x="4703" y="3038"/>
                    <a:pt x="5266" y="3375"/>
                  </a:cubicBezTo>
                  <a:cubicBezTo>
                    <a:pt x="5513" y="4051"/>
                    <a:pt x="5928" y="4678"/>
                    <a:pt x="6347" y="5102"/>
                  </a:cubicBezTo>
                  <a:cubicBezTo>
                    <a:pt x="6347" y="5178"/>
                    <a:pt x="6341" y="5259"/>
                    <a:pt x="6327" y="5339"/>
                  </a:cubicBezTo>
                  <a:cubicBezTo>
                    <a:pt x="6220" y="5400"/>
                    <a:pt x="6119" y="5471"/>
                    <a:pt x="6019" y="5557"/>
                  </a:cubicBezTo>
                  <a:cubicBezTo>
                    <a:pt x="5978" y="5587"/>
                    <a:pt x="5942" y="5623"/>
                    <a:pt x="5907" y="5653"/>
                  </a:cubicBezTo>
                  <a:cubicBezTo>
                    <a:pt x="5751" y="5420"/>
                    <a:pt x="5574" y="5193"/>
                    <a:pt x="5382" y="4981"/>
                  </a:cubicBezTo>
                  <a:cubicBezTo>
                    <a:pt x="5360" y="4959"/>
                    <a:pt x="5331" y="4948"/>
                    <a:pt x="5302" y="4948"/>
                  </a:cubicBezTo>
                  <a:cubicBezTo>
                    <a:pt x="5277" y="4948"/>
                    <a:pt x="5252" y="4956"/>
                    <a:pt x="5231" y="4975"/>
                  </a:cubicBezTo>
                  <a:cubicBezTo>
                    <a:pt x="5185" y="5016"/>
                    <a:pt x="5185" y="5087"/>
                    <a:pt x="5220" y="5127"/>
                  </a:cubicBezTo>
                  <a:cubicBezTo>
                    <a:pt x="5408" y="5334"/>
                    <a:pt x="5579" y="5551"/>
                    <a:pt x="5730" y="5779"/>
                  </a:cubicBezTo>
                  <a:cubicBezTo>
                    <a:pt x="5735" y="5789"/>
                    <a:pt x="5751" y="5800"/>
                    <a:pt x="5761" y="5805"/>
                  </a:cubicBezTo>
                  <a:cubicBezTo>
                    <a:pt x="5644" y="5935"/>
                    <a:pt x="5539" y="6077"/>
                    <a:pt x="5443" y="6224"/>
                  </a:cubicBezTo>
                  <a:cubicBezTo>
                    <a:pt x="5256" y="6103"/>
                    <a:pt x="5074" y="5976"/>
                    <a:pt x="4897" y="5849"/>
                  </a:cubicBezTo>
                  <a:cubicBezTo>
                    <a:pt x="4326" y="5450"/>
                    <a:pt x="3790" y="5066"/>
                    <a:pt x="3083" y="4844"/>
                  </a:cubicBezTo>
                  <a:cubicBezTo>
                    <a:pt x="3071" y="4840"/>
                    <a:pt x="3059" y="4838"/>
                    <a:pt x="3047" y="4838"/>
                  </a:cubicBezTo>
                  <a:cubicBezTo>
                    <a:pt x="3003" y="4838"/>
                    <a:pt x="2962" y="4866"/>
                    <a:pt x="2946" y="4910"/>
                  </a:cubicBezTo>
                  <a:cubicBezTo>
                    <a:pt x="2932" y="4970"/>
                    <a:pt x="2962" y="5031"/>
                    <a:pt x="3018" y="5047"/>
                  </a:cubicBezTo>
                  <a:cubicBezTo>
                    <a:pt x="3694" y="5264"/>
                    <a:pt x="4219" y="5632"/>
                    <a:pt x="4776" y="6026"/>
                  </a:cubicBezTo>
                  <a:cubicBezTo>
                    <a:pt x="4953" y="6153"/>
                    <a:pt x="5145" y="6285"/>
                    <a:pt x="5336" y="6411"/>
                  </a:cubicBezTo>
                  <a:cubicBezTo>
                    <a:pt x="5240" y="6577"/>
                    <a:pt x="5165" y="6749"/>
                    <a:pt x="5105" y="6921"/>
                  </a:cubicBezTo>
                  <a:lnTo>
                    <a:pt x="5105" y="6926"/>
                  </a:lnTo>
                  <a:cubicBezTo>
                    <a:pt x="5099" y="6921"/>
                    <a:pt x="5089" y="6910"/>
                    <a:pt x="5079" y="6910"/>
                  </a:cubicBezTo>
                  <a:cubicBezTo>
                    <a:pt x="4144" y="6588"/>
                    <a:pt x="3169" y="6511"/>
                    <a:pt x="2230" y="6441"/>
                  </a:cubicBezTo>
                  <a:cubicBezTo>
                    <a:pt x="1684" y="6395"/>
                    <a:pt x="1123" y="6350"/>
                    <a:pt x="572" y="6259"/>
                  </a:cubicBezTo>
                  <a:cubicBezTo>
                    <a:pt x="572" y="5728"/>
                    <a:pt x="688" y="5178"/>
                    <a:pt x="896" y="4683"/>
                  </a:cubicBezTo>
                  <a:cubicBezTo>
                    <a:pt x="944" y="4680"/>
                    <a:pt x="992" y="4679"/>
                    <a:pt x="1040" y="4679"/>
                  </a:cubicBezTo>
                  <a:cubicBezTo>
                    <a:pt x="1323" y="4679"/>
                    <a:pt x="1602" y="4727"/>
                    <a:pt x="1896" y="4779"/>
                  </a:cubicBezTo>
                  <a:cubicBezTo>
                    <a:pt x="2078" y="4814"/>
                    <a:pt x="2260" y="4849"/>
                    <a:pt x="2452" y="4870"/>
                  </a:cubicBezTo>
                  <a:lnTo>
                    <a:pt x="2461" y="4870"/>
                  </a:lnTo>
                  <a:cubicBezTo>
                    <a:pt x="2517" y="4870"/>
                    <a:pt x="2563" y="4830"/>
                    <a:pt x="2568" y="4774"/>
                  </a:cubicBezTo>
                  <a:cubicBezTo>
                    <a:pt x="2578" y="4713"/>
                    <a:pt x="2533" y="4657"/>
                    <a:pt x="2472" y="4653"/>
                  </a:cubicBezTo>
                  <a:cubicBezTo>
                    <a:pt x="2290" y="4632"/>
                    <a:pt x="2108" y="4602"/>
                    <a:pt x="1931" y="4567"/>
                  </a:cubicBezTo>
                  <a:cubicBezTo>
                    <a:pt x="1628" y="4516"/>
                    <a:pt x="1315" y="4466"/>
                    <a:pt x="992" y="4466"/>
                  </a:cubicBezTo>
                  <a:cubicBezTo>
                    <a:pt x="1229" y="3975"/>
                    <a:pt x="1563" y="3550"/>
                    <a:pt x="1966" y="3258"/>
                  </a:cubicBezTo>
                  <a:cubicBezTo>
                    <a:pt x="2083" y="3172"/>
                    <a:pt x="2219" y="3102"/>
                    <a:pt x="2365" y="3046"/>
                  </a:cubicBezTo>
                  <a:cubicBezTo>
                    <a:pt x="3169" y="3162"/>
                    <a:pt x="3988" y="3723"/>
                    <a:pt x="4816" y="4718"/>
                  </a:cubicBezTo>
                  <a:cubicBezTo>
                    <a:pt x="4837" y="4744"/>
                    <a:pt x="4867" y="4758"/>
                    <a:pt x="4897" y="4758"/>
                  </a:cubicBezTo>
                  <a:cubicBezTo>
                    <a:pt x="4923" y="4758"/>
                    <a:pt x="4947" y="4748"/>
                    <a:pt x="4968" y="4733"/>
                  </a:cubicBezTo>
                  <a:cubicBezTo>
                    <a:pt x="5008" y="4697"/>
                    <a:pt x="5018" y="4627"/>
                    <a:pt x="4977" y="4581"/>
                  </a:cubicBezTo>
                  <a:cubicBezTo>
                    <a:pt x="4250" y="3697"/>
                    <a:pt x="3517" y="3147"/>
                    <a:pt x="2790" y="2920"/>
                  </a:cubicBezTo>
                  <a:lnTo>
                    <a:pt x="2801" y="2920"/>
                  </a:lnTo>
                  <a:cubicBezTo>
                    <a:pt x="2988" y="2884"/>
                    <a:pt x="3185" y="2866"/>
                    <a:pt x="3389" y="2866"/>
                  </a:cubicBezTo>
                  <a:close/>
                  <a:moveTo>
                    <a:pt x="577" y="6481"/>
                  </a:moveTo>
                  <a:cubicBezTo>
                    <a:pt x="1123" y="6567"/>
                    <a:pt x="1673" y="6612"/>
                    <a:pt x="2214" y="6658"/>
                  </a:cubicBezTo>
                  <a:cubicBezTo>
                    <a:pt x="3139" y="6729"/>
                    <a:pt x="4098" y="6805"/>
                    <a:pt x="5008" y="7113"/>
                  </a:cubicBezTo>
                  <a:cubicBezTo>
                    <a:pt x="5023" y="7118"/>
                    <a:pt x="5033" y="7118"/>
                    <a:pt x="5044" y="7118"/>
                  </a:cubicBezTo>
                  <a:lnTo>
                    <a:pt x="5054" y="7118"/>
                  </a:lnTo>
                  <a:cubicBezTo>
                    <a:pt x="5038" y="7158"/>
                    <a:pt x="5033" y="7199"/>
                    <a:pt x="5028" y="7239"/>
                  </a:cubicBezTo>
                  <a:cubicBezTo>
                    <a:pt x="5021" y="7238"/>
                    <a:pt x="5015" y="7237"/>
                    <a:pt x="5008" y="7237"/>
                  </a:cubicBezTo>
                  <a:cubicBezTo>
                    <a:pt x="4990" y="7237"/>
                    <a:pt x="4972" y="7242"/>
                    <a:pt x="4958" y="7249"/>
                  </a:cubicBezTo>
                  <a:cubicBezTo>
                    <a:pt x="4128" y="7669"/>
                    <a:pt x="3193" y="7886"/>
                    <a:pt x="2290" y="7886"/>
                  </a:cubicBezTo>
                  <a:cubicBezTo>
                    <a:pt x="1813" y="7886"/>
                    <a:pt x="1345" y="7826"/>
                    <a:pt x="906" y="7703"/>
                  </a:cubicBezTo>
                  <a:cubicBezTo>
                    <a:pt x="794" y="7502"/>
                    <a:pt x="709" y="7269"/>
                    <a:pt x="653" y="7022"/>
                  </a:cubicBezTo>
                  <a:cubicBezTo>
                    <a:pt x="612" y="6845"/>
                    <a:pt x="588" y="6663"/>
                    <a:pt x="577" y="6481"/>
                  </a:cubicBezTo>
                  <a:close/>
                  <a:moveTo>
                    <a:pt x="14213" y="3636"/>
                  </a:moveTo>
                  <a:cubicBezTo>
                    <a:pt x="14577" y="3864"/>
                    <a:pt x="14870" y="4212"/>
                    <a:pt x="15072" y="4657"/>
                  </a:cubicBezTo>
                  <a:cubicBezTo>
                    <a:pt x="15062" y="4653"/>
                    <a:pt x="15047" y="4653"/>
                    <a:pt x="15032" y="4653"/>
                  </a:cubicBezTo>
                  <a:cubicBezTo>
                    <a:pt x="14714" y="4693"/>
                    <a:pt x="14416" y="4793"/>
                    <a:pt x="14117" y="4895"/>
                  </a:cubicBezTo>
                  <a:cubicBezTo>
                    <a:pt x="13840" y="4996"/>
                    <a:pt x="13551" y="5092"/>
                    <a:pt x="13259" y="5133"/>
                  </a:cubicBezTo>
                  <a:cubicBezTo>
                    <a:pt x="13198" y="5142"/>
                    <a:pt x="13157" y="5193"/>
                    <a:pt x="13168" y="5254"/>
                  </a:cubicBezTo>
                  <a:cubicBezTo>
                    <a:pt x="13173" y="5309"/>
                    <a:pt x="13218" y="5350"/>
                    <a:pt x="13274" y="5350"/>
                  </a:cubicBezTo>
                  <a:lnTo>
                    <a:pt x="13289" y="5350"/>
                  </a:lnTo>
                  <a:cubicBezTo>
                    <a:pt x="13602" y="5304"/>
                    <a:pt x="13900" y="5203"/>
                    <a:pt x="14193" y="5102"/>
                  </a:cubicBezTo>
                  <a:cubicBezTo>
                    <a:pt x="14486" y="5001"/>
                    <a:pt x="14764" y="4905"/>
                    <a:pt x="15057" y="4865"/>
                  </a:cubicBezTo>
                  <a:cubicBezTo>
                    <a:pt x="15092" y="4865"/>
                    <a:pt x="15123" y="4839"/>
                    <a:pt x="15138" y="4809"/>
                  </a:cubicBezTo>
                  <a:cubicBezTo>
                    <a:pt x="15234" y="5047"/>
                    <a:pt x="15305" y="5315"/>
                    <a:pt x="15355" y="5602"/>
                  </a:cubicBezTo>
                  <a:cubicBezTo>
                    <a:pt x="15381" y="5763"/>
                    <a:pt x="15395" y="5921"/>
                    <a:pt x="15386" y="6073"/>
                  </a:cubicBezTo>
                  <a:lnTo>
                    <a:pt x="15386" y="6077"/>
                  </a:lnTo>
                  <a:cubicBezTo>
                    <a:pt x="14253" y="6476"/>
                    <a:pt x="13169" y="6831"/>
                    <a:pt x="11932" y="6831"/>
                  </a:cubicBezTo>
                  <a:cubicBezTo>
                    <a:pt x="11900" y="6831"/>
                    <a:pt x="11867" y="6831"/>
                    <a:pt x="11834" y="6830"/>
                  </a:cubicBezTo>
                  <a:cubicBezTo>
                    <a:pt x="11774" y="6830"/>
                    <a:pt x="11728" y="6875"/>
                    <a:pt x="11728" y="6936"/>
                  </a:cubicBezTo>
                  <a:cubicBezTo>
                    <a:pt x="11728" y="6996"/>
                    <a:pt x="11774" y="7043"/>
                    <a:pt x="11834" y="7043"/>
                  </a:cubicBezTo>
                  <a:cubicBezTo>
                    <a:pt x="11865" y="7047"/>
                    <a:pt x="11895" y="7047"/>
                    <a:pt x="11925" y="7047"/>
                  </a:cubicBezTo>
                  <a:cubicBezTo>
                    <a:pt x="13162" y="7047"/>
                    <a:pt x="14248" y="6703"/>
                    <a:pt x="15365" y="6309"/>
                  </a:cubicBezTo>
                  <a:lnTo>
                    <a:pt x="15365" y="6309"/>
                  </a:lnTo>
                  <a:cubicBezTo>
                    <a:pt x="15335" y="6577"/>
                    <a:pt x="15249" y="6830"/>
                    <a:pt x="15118" y="7057"/>
                  </a:cubicBezTo>
                  <a:cubicBezTo>
                    <a:pt x="14644" y="7291"/>
                    <a:pt x="14153" y="7422"/>
                    <a:pt x="13751" y="7422"/>
                  </a:cubicBezTo>
                  <a:cubicBezTo>
                    <a:pt x="13728" y="7422"/>
                    <a:pt x="13706" y="7422"/>
                    <a:pt x="13683" y="7421"/>
                  </a:cubicBezTo>
                  <a:cubicBezTo>
                    <a:pt x="13680" y="7421"/>
                    <a:pt x="13677" y="7421"/>
                    <a:pt x="13674" y="7421"/>
                  </a:cubicBezTo>
                  <a:cubicBezTo>
                    <a:pt x="13618" y="7421"/>
                    <a:pt x="13572" y="7464"/>
                    <a:pt x="13572" y="7522"/>
                  </a:cubicBezTo>
                  <a:cubicBezTo>
                    <a:pt x="13567" y="7582"/>
                    <a:pt x="13617" y="7633"/>
                    <a:pt x="13672" y="7638"/>
                  </a:cubicBezTo>
                  <a:lnTo>
                    <a:pt x="13754" y="7638"/>
                  </a:lnTo>
                  <a:cubicBezTo>
                    <a:pt x="14087" y="7638"/>
                    <a:pt x="14476" y="7552"/>
                    <a:pt x="14866" y="7400"/>
                  </a:cubicBezTo>
                  <a:lnTo>
                    <a:pt x="14866" y="7400"/>
                  </a:lnTo>
                  <a:cubicBezTo>
                    <a:pt x="14623" y="7684"/>
                    <a:pt x="14284" y="7916"/>
                    <a:pt x="13875" y="8088"/>
                  </a:cubicBezTo>
                  <a:cubicBezTo>
                    <a:pt x="13573" y="8215"/>
                    <a:pt x="13259" y="8259"/>
                    <a:pt x="12941" y="8259"/>
                  </a:cubicBezTo>
                  <a:cubicBezTo>
                    <a:pt x="12578" y="8259"/>
                    <a:pt x="12209" y="8202"/>
                    <a:pt x="11849" y="8148"/>
                  </a:cubicBezTo>
                  <a:cubicBezTo>
                    <a:pt x="11484" y="8091"/>
                    <a:pt x="11113" y="8033"/>
                    <a:pt x="10748" y="8033"/>
                  </a:cubicBezTo>
                  <a:cubicBezTo>
                    <a:pt x="10633" y="8033"/>
                    <a:pt x="10518" y="8039"/>
                    <a:pt x="10403" y="8053"/>
                  </a:cubicBezTo>
                  <a:cubicBezTo>
                    <a:pt x="10445" y="7987"/>
                    <a:pt x="10485" y="7916"/>
                    <a:pt x="10505" y="7831"/>
                  </a:cubicBezTo>
                  <a:cubicBezTo>
                    <a:pt x="10520" y="7780"/>
                    <a:pt x="10536" y="7729"/>
                    <a:pt x="10545" y="7679"/>
                  </a:cubicBezTo>
                  <a:cubicBezTo>
                    <a:pt x="10723" y="7663"/>
                    <a:pt x="10903" y="7657"/>
                    <a:pt x="11085" y="7657"/>
                  </a:cubicBezTo>
                  <a:cubicBezTo>
                    <a:pt x="11426" y="7657"/>
                    <a:pt x="11771" y="7679"/>
                    <a:pt x="12107" y="7699"/>
                  </a:cubicBezTo>
                  <a:cubicBezTo>
                    <a:pt x="12455" y="7724"/>
                    <a:pt x="12814" y="7745"/>
                    <a:pt x="13162" y="7745"/>
                  </a:cubicBezTo>
                  <a:cubicBezTo>
                    <a:pt x="13223" y="7745"/>
                    <a:pt x="13269" y="7699"/>
                    <a:pt x="13269" y="7638"/>
                  </a:cubicBezTo>
                  <a:cubicBezTo>
                    <a:pt x="13269" y="7582"/>
                    <a:pt x="13223" y="7532"/>
                    <a:pt x="13162" y="7532"/>
                  </a:cubicBezTo>
                  <a:cubicBezTo>
                    <a:pt x="12819" y="7532"/>
                    <a:pt x="12465" y="7507"/>
                    <a:pt x="12122" y="7486"/>
                  </a:cubicBezTo>
                  <a:cubicBezTo>
                    <a:pt x="11783" y="7463"/>
                    <a:pt x="11439" y="7442"/>
                    <a:pt x="11096" y="7442"/>
                  </a:cubicBezTo>
                  <a:cubicBezTo>
                    <a:pt x="10922" y="7442"/>
                    <a:pt x="10748" y="7447"/>
                    <a:pt x="10576" y="7461"/>
                  </a:cubicBezTo>
                  <a:cubicBezTo>
                    <a:pt x="10585" y="7285"/>
                    <a:pt x="10550" y="7153"/>
                    <a:pt x="10494" y="7043"/>
                  </a:cubicBezTo>
                  <a:lnTo>
                    <a:pt x="11096" y="7043"/>
                  </a:lnTo>
                  <a:cubicBezTo>
                    <a:pt x="11156" y="7043"/>
                    <a:pt x="11202" y="6996"/>
                    <a:pt x="11202" y="6936"/>
                  </a:cubicBezTo>
                  <a:cubicBezTo>
                    <a:pt x="11202" y="6880"/>
                    <a:pt x="11156" y="6830"/>
                    <a:pt x="11096" y="6830"/>
                  </a:cubicBezTo>
                  <a:lnTo>
                    <a:pt x="10394" y="6830"/>
                  </a:lnTo>
                  <a:cubicBezTo>
                    <a:pt x="10373" y="6830"/>
                    <a:pt x="10354" y="6835"/>
                    <a:pt x="10338" y="6850"/>
                  </a:cubicBezTo>
                  <a:lnTo>
                    <a:pt x="10333" y="6845"/>
                  </a:lnTo>
                  <a:cubicBezTo>
                    <a:pt x="10277" y="6794"/>
                    <a:pt x="10207" y="6744"/>
                    <a:pt x="10142" y="6703"/>
                  </a:cubicBezTo>
                  <a:cubicBezTo>
                    <a:pt x="10601" y="6511"/>
                    <a:pt x="11061" y="6309"/>
                    <a:pt x="11510" y="6108"/>
                  </a:cubicBezTo>
                  <a:cubicBezTo>
                    <a:pt x="11925" y="5921"/>
                    <a:pt x="12350" y="5728"/>
                    <a:pt x="12758" y="5562"/>
                  </a:cubicBezTo>
                  <a:cubicBezTo>
                    <a:pt x="12814" y="5537"/>
                    <a:pt x="12844" y="5476"/>
                    <a:pt x="12819" y="5420"/>
                  </a:cubicBezTo>
                  <a:cubicBezTo>
                    <a:pt x="12803" y="5377"/>
                    <a:pt x="12761" y="5352"/>
                    <a:pt x="12717" y="5352"/>
                  </a:cubicBezTo>
                  <a:cubicBezTo>
                    <a:pt x="12703" y="5352"/>
                    <a:pt x="12690" y="5355"/>
                    <a:pt x="12677" y="5360"/>
                  </a:cubicBezTo>
                  <a:cubicBezTo>
                    <a:pt x="12263" y="5532"/>
                    <a:pt x="11839" y="5723"/>
                    <a:pt x="11424" y="5910"/>
                  </a:cubicBezTo>
                  <a:cubicBezTo>
                    <a:pt x="10930" y="6133"/>
                    <a:pt x="10419" y="6360"/>
                    <a:pt x="9909" y="6567"/>
                  </a:cubicBezTo>
                  <a:cubicBezTo>
                    <a:pt x="9858" y="6532"/>
                    <a:pt x="9808" y="6497"/>
                    <a:pt x="9757" y="6456"/>
                  </a:cubicBezTo>
                  <a:cubicBezTo>
                    <a:pt x="10702" y="5218"/>
                    <a:pt x="12627" y="4011"/>
                    <a:pt x="14213" y="3636"/>
                  </a:cubicBezTo>
                  <a:close/>
                  <a:moveTo>
                    <a:pt x="4998" y="7467"/>
                  </a:moveTo>
                  <a:lnTo>
                    <a:pt x="4998" y="7472"/>
                  </a:lnTo>
                  <a:cubicBezTo>
                    <a:pt x="4993" y="7528"/>
                    <a:pt x="4993" y="7582"/>
                    <a:pt x="4993" y="7638"/>
                  </a:cubicBezTo>
                  <a:cubicBezTo>
                    <a:pt x="4998" y="7699"/>
                    <a:pt x="5008" y="7764"/>
                    <a:pt x="5023" y="7831"/>
                  </a:cubicBezTo>
                  <a:cubicBezTo>
                    <a:pt x="4725" y="8037"/>
                    <a:pt x="4432" y="8255"/>
                    <a:pt x="4159" y="8477"/>
                  </a:cubicBezTo>
                  <a:cubicBezTo>
                    <a:pt x="4154" y="8477"/>
                    <a:pt x="4154" y="8482"/>
                    <a:pt x="4149" y="8482"/>
                  </a:cubicBezTo>
                  <a:cubicBezTo>
                    <a:pt x="3711" y="8692"/>
                    <a:pt x="3217" y="8868"/>
                    <a:pt x="2781" y="8868"/>
                  </a:cubicBezTo>
                  <a:cubicBezTo>
                    <a:pt x="2694" y="8868"/>
                    <a:pt x="2609" y="8861"/>
                    <a:pt x="2528" y="8846"/>
                  </a:cubicBezTo>
                  <a:cubicBezTo>
                    <a:pt x="1901" y="8734"/>
                    <a:pt x="1406" y="8426"/>
                    <a:pt x="1073" y="7967"/>
                  </a:cubicBezTo>
                  <a:lnTo>
                    <a:pt x="1073" y="7967"/>
                  </a:lnTo>
                  <a:cubicBezTo>
                    <a:pt x="1461" y="8057"/>
                    <a:pt x="1871" y="8104"/>
                    <a:pt x="2285" y="8104"/>
                  </a:cubicBezTo>
                  <a:cubicBezTo>
                    <a:pt x="3200" y="8104"/>
                    <a:pt x="4149" y="7885"/>
                    <a:pt x="4998" y="7467"/>
                  </a:cubicBezTo>
                  <a:close/>
                  <a:moveTo>
                    <a:pt x="10081" y="8431"/>
                  </a:moveTo>
                  <a:cubicBezTo>
                    <a:pt x="10146" y="8442"/>
                    <a:pt x="10207" y="8447"/>
                    <a:pt x="10272" y="8452"/>
                  </a:cubicBezTo>
                  <a:cubicBezTo>
                    <a:pt x="10627" y="8482"/>
                    <a:pt x="10995" y="8512"/>
                    <a:pt x="11298" y="8629"/>
                  </a:cubicBezTo>
                  <a:cubicBezTo>
                    <a:pt x="11914" y="8866"/>
                    <a:pt x="12394" y="9255"/>
                    <a:pt x="12693" y="9745"/>
                  </a:cubicBezTo>
                  <a:cubicBezTo>
                    <a:pt x="11828" y="9715"/>
                    <a:pt x="10571" y="9169"/>
                    <a:pt x="9944" y="8654"/>
                  </a:cubicBezTo>
                  <a:cubicBezTo>
                    <a:pt x="9944" y="8643"/>
                    <a:pt x="9949" y="8633"/>
                    <a:pt x="9955" y="8624"/>
                  </a:cubicBezTo>
                  <a:cubicBezTo>
                    <a:pt x="9979" y="8558"/>
                    <a:pt x="10025" y="8498"/>
                    <a:pt x="10081" y="8431"/>
                  </a:cubicBezTo>
                  <a:close/>
                  <a:moveTo>
                    <a:pt x="8666" y="5079"/>
                  </a:moveTo>
                  <a:cubicBezTo>
                    <a:pt x="8735" y="5079"/>
                    <a:pt x="8797" y="5090"/>
                    <a:pt x="8848" y="5117"/>
                  </a:cubicBezTo>
                  <a:cubicBezTo>
                    <a:pt x="8878" y="5133"/>
                    <a:pt x="8908" y="5152"/>
                    <a:pt x="8929" y="5178"/>
                  </a:cubicBezTo>
                  <a:cubicBezTo>
                    <a:pt x="8939" y="5193"/>
                    <a:pt x="8948" y="5208"/>
                    <a:pt x="8969" y="5218"/>
                  </a:cubicBezTo>
                  <a:cubicBezTo>
                    <a:pt x="8969" y="5224"/>
                    <a:pt x="8979" y="5224"/>
                    <a:pt x="8985" y="5224"/>
                  </a:cubicBezTo>
                  <a:lnTo>
                    <a:pt x="8985" y="5229"/>
                  </a:lnTo>
                  <a:cubicBezTo>
                    <a:pt x="9060" y="5324"/>
                    <a:pt x="9090" y="5460"/>
                    <a:pt x="9111" y="5637"/>
                  </a:cubicBezTo>
                  <a:cubicBezTo>
                    <a:pt x="9081" y="5693"/>
                    <a:pt x="9081" y="5758"/>
                    <a:pt x="9121" y="5814"/>
                  </a:cubicBezTo>
                  <a:lnTo>
                    <a:pt x="9130" y="5830"/>
                  </a:lnTo>
                  <a:cubicBezTo>
                    <a:pt x="9156" y="6057"/>
                    <a:pt x="9191" y="6309"/>
                    <a:pt x="9353" y="6511"/>
                  </a:cubicBezTo>
                  <a:cubicBezTo>
                    <a:pt x="9510" y="6703"/>
                    <a:pt x="9697" y="6815"/>
                    <a:pt x="9858" y="6910"/>
                  </a:cubicBezTo>
                  <a:cubicBezTo>
                    <a:pt x="10121" y="7067"/>
                    <a:pt x="10288" y="7164"/>
                    <a:pt x="10247" y="7491"/>
                  </a:cubicBezTo>
                  <a:cubicBezTo>
                    <a:pt x="10242" y="7491"/>
                    <a:pt x="10237" y="7497"/>
                    <a:pt x="10232" y="7497"/>
                  </a:cubicBezTo>
                  <a:cubicBezTo>
                    <a:pt x="10172" y="7507"/>
                    <a:pt x="10131" y="7558"/>
                    <a:pt x="10142" y="7619"/>
                  </a:cubicBezTo>
                  <a:cubicBezTo>
                    <a:pt x="10146" y="7654"/>
                    <a:pt x="10172" y="7689"/>
                    <a:pt x="10207" y="7699"/>
                  </a:cubicBezTo>
                  <a:lnTo>
                    <a:pt x="10207" y="7703"/>
                  </a:lnTo>
                  <a:cubicBezTo>
                    <a:pt x="10202" y="7714"/>
                    <a:pt x="10202" y="7729"/>
                    <a:pt x="10197" y="7740"/>
                  </a:cubicBezTo>
                  <a:cubicBezTo>
                    <a:pt x="10156" y="7876"/>
                    <a:pt x="10055" y="7982"/>
                    <a:pt x="9944" y="8104"/>
                  </a:cubicBezTo>
                  <a:cubicBezTo>
                    <a:pt x="9834" y="8219"/>
                    <a:pt x="9722" y="8340"/>
                    <a:pt x="9652" y="8498"/>
                  </a:cubicBezTo>
                  <a:cubicBezTo>
                    <a:pt x="9585" y="8659"/>
                    <a:pt x="9591" y="8810"/>
                    <a:pt x="9591" y="8946"/>
                  </a:cubicBezTo>
                  <a:cubicBezTo>
                    <a:pt x="9596" y="9083"/>
                    <a:pt x="9596" y="9205"/>
                    <a:pt x="9524" y="9331"/>
                  </a:cubicBezTo>
                  <a:cubicBezTo>
                    <a:pt x="9321" y="9678"/>
                    <a:pt x="9115" y="9787"/>
                    <a:pt x="8878" y="9787"/>
                  </a:cubicBezTo>
                  <a:cubicBezTo>
                    <a:pt x="8832" y="9787"/>
                    <a:pt x="8785" y="9783"/>
                    <a:pt x="8736" y="9776"/>
                  </a:cubicBezTo>
                  <a:cubicBezTo>
                    <a:pt x="8719" y="9758"/>
                    <a:pt x="8691" y="9744"/>
                    <a:pt x="8659" y="9744"/>
                  </a:cubicBezTo>
                  <a:cubicBezTo>
                    <a:pt x="8655" y="9744"/>
                    <a:pt x="8650" y="9745"/>
                    <a:pt x="8645" y="9745"/>
                  </a:cubicBezTo>
                  <a:cubicBezTo>
                    <a:pt x="8636" y="9745"/>
                    <a:pt x="8626" y="9750"/>
                    <a:pt x="8615" y="9755"/>
                  </a:cubicBezTo>
                  <a:cubicBezTo>
                    <a:pt x="8519" y="9734"/>
                    <a:pt x="8423" y="9704"/>
                    <a:pt x="8318" y="9674"/>
                  </a:cubicBezTo>
                  <a:cubicBezTo>
                    <a:pt x="8110" y="9619"/>
                    <a:pt x="7898" y="9553"/>
                    <a:pt x="7670" y="9543"/>
                  </a:cubicBezTo>
                  <a:cubicBezTo>
                    <a:pt x="7630" y="9543"/>
                    <a:pt x="7590" y="9538"/>
                    <a:pt x="7549" y="9538"/>
                  </a:cubicBezTo>
                  <a:cubicBezTo>
                    <a:pt x="7317" y="9538"/>
                    <a:pt x="7130" y="9578"/>
                    <a:pt x="6978" y="9608"/>
                  </a:cubicBezTo>
                  <a:cubicBezTo>
                    <a:pt x="6870" y="9628"/>
                    <a:pt x="6780" y="9645"/>
                    <a:pt x="6696" y="9645"/>
                  </a:cubicBezTo>
                  <a:cubicBezTo>
                    <a:pt x="6496" y="9645"/>
                    <a:pt x="6334" y="9550"/>
                    <a:pt x="6064" y="9169"/>
                  </a:cubicBezTo>
                  <a:cubicBezTo>
                    <a:pt x="5826" y="8841"/>
                    <a:pt x="5584" y="8431"/>
                    <a:pt x="5443" y="8088"/>
                  </a:cubicBezTo>
                  <a:lnTo>
                    <a:pt x="5443" y="8083"/>
                  </a:lnTo>
                  <a:cubicBezTo>
                    <a:pt x="5413" y="8007"/>
                    <a:pt x="5382" y="7931"/>
                    <a:pt x="5362" y="7861"/>
                  </a:cubicBezTo>
                  <a:cubicBezTo>
                    <a:pt x="5336" y="7770"/>
                    <a:pt x="5322" y="7689"/>
                    <a:pt x="5317" y="7623"/>
                  </a:cubicBezTo>
                  <a:cubicBezTo>
                    <a:pt x="5291" y="7073"/>
                    <a:pt x="5705" y="6243"/>
                    <a:pt x="6226" y="5805"/>
                  </a:cubicBezTo>
                  <a:cubicBezTo>
                    <a:pt x="6405" y="5654"/>
                    <a:pt x="6664" y="5490"/>
                    <a:pt x="6949" y="5490"/>
                  </a:cubicBezTo>
                  <a:cubicBezTo>
                    <a:pt x="6960" y="5490"/>
                    <a:pt x="6972" y="5490"/>
                    <a:pt x="6984" y="5490"/>
                  </a:cubicBezTo>
                  <a:cubicBezTo>
                    <a:pt x="7014" y="5525"/>
                    <a:pt x="7058" y="5549"/>
                    <a:pt x="7101" y="5549"/>
                  </a:cubicBezTo>
                  <a:cubicBezTo>
                    <a:pt x="7109" y="5549"/>
                    <a:pt x="7117" y="5548"/>
                    <a:pt x="7125" y="5546"/>
                  </a:cubicBezTo>
                  <a:cubicBezTo>
                    <a:pt x="7327" y="5532"/>
                    <a:pt x="7575" y="5430"/>
                    <a:pt x="7833" y="5324"/>
                  </a:cubicBezTo>
                  <a:cubicBezTo>
                    <a:pt x="8120" y="5208"/>
                    <a:pt x="8435" y="5079"/>
                    <a:pt x="8666" y="5079"/>
                  </a:cubicBezTo>
                  <a:close/>
                  <a:moveTo>
                    <a:pt x="9914" y="8906"/>
                  </a:moveTo>
                  <a:cubicBezTo>
                    <a:pt x="10622" y="9431"/>
                    <a:pt x="11905" y="9962"/>
                    <a:pt x="12768" y="9962"/>
                  </a:cubicBezTo>
                  <a:lnTo>
                    <a:pt x="12814" y="9962"/>
                  </a:lnTo>
                  <a:cubicBezTo>
                    <a:pt x="12844" y="10033"/>
                    <a:pt x="12875" y="10104"/>
                    <a:pt x="12900" y="10179"/>
                  </a:cubicBezTo>
                  <a:cubicBezTo>
                    <a:pt x="12966" y="10366"/>
                    <a:pt x="13006" y="10559"/>
                    <a:pt x="13021" y="10760"/>
                  </a:cubicBezTo>
                  <a:cubicBezTo>
                    <a:pt x="12945" y="10730"/>
                    <a:pt x="12875" y="10700"/>
                    <a:pt x="12793" y="10669"/>
                  </a:cubicBezTo>
                  <a:cubicBezTo>
                    <a:pt x="12531" y="10569"/>
                    <a:pt x="12263" y="10468"/>
                    <a:pt x="12031" y="10347"/>
                  </a:cubicBezTo>
                  <a:cubicBezTo>
                    <a:pt x="12016" y="10339"/>
                    <a:pt x="11999" y="10336"/>
                    <a:pt x="11983" y="10336"/>
                  </a:cubicBezTo>
                  <a:cubicBezTo>
                    <a:pt x="11943" y="10336"/>
                    <a:pt x="11902" y="10357"/>
                    <a:pt x="11884" y="10396"/>
                  </a:cubicBezTo>
                  <a:cubicBezTo>
                    <a:pt x="11858" y="10447"/>
                    <a:pt x="11879" y="10513"/>
                    <a:pt x="11935" y="10538"/>
                  </a:cubicBezTo>
                  <a:cubicBezTo>
                    <a:pt x="12177" y="10664"/>
                    <a:pt x="12450" y="10771"/>
                    <a:pt x="12718" y="10872"/>
                  </a:cubicBezTo>
                  <a:cubicBezTo>
                    <a:pt x="12819" y="10912"/>
                    <a:pt x="12915" y="10947"/>
                    <a:pt x="13010" y="10988"/>
                  </a:cubicBezTo>
                  <a:cubicBezTo>
                    <a:pt x="13016" y="10988"/>
                    <a:pt x="13021" y="10988"/>
                    <a:pt x="13031" y="10993"/>
                  </a:cubicBezTo>
                  <a:cubicBezTo>
                    <a:pt x="13026" y="11493"/>
                    <a:pt x="12875" y="12014"/>
                    <a:pt x="12571" y="12509"/>
                  </a:cubicBezTo>
                  <a:cubicBezTo>
                    <a:pt x="12490" y="12640"/>
                    <a:pt x="12399" y="12772"/>
                    <a:pt x="12299" y="12893"/>
                  </a:cubicBezTo>
                  <a:cubicBezTo>
                    <a:pt x="11243" y="12352"/>
                    <a:pt x="10207" y="11231"/>
                    <a:pt x="9510" y="9871"/>
                  </a:cubicBezTo>
                  <a:cubicBezTo>
                    <a:pt x="9610" y="9781"/>
                    <a:pt x="9712" y="9654"/>
                    <a:pt x="9803" y="9492"/>
                  </a:cubicBezTo>
                  <a:cubicBezTo>
                    <a:pt x="9838" y="9437"/>
                    <a:pt x="9864" y="9377"/>
                    <a:pt x="9878" y="9326"/>
                  </a:cubicBezTo>
                  <a:cubicBezTo>
                    <a:pt x="10030" y="9447"/>
                    <a:pt x="10277" y="9643"/>
                    <a:pt x="10561" y="9846"/>
                  </a:cubicBezTo>
                  <a:cubicBezTo>
                    <a:pt x="10848" y="10044"/>
                    <a:pt x="11177" y="10250"/>
                    <a:pt x="11495" y="10392"/>
                  </a:cubicBezTo>
                  <a:cubicBezTo>
                    <a:pt x="11506" y="10401"/>
                    <a:pt x="11525" y="10401"/>
                    <a:pt x="11536" y="10401"/>
                  </a:cubicBezTo>
                  <a:cubicBezTo>
                    <a:pt x="11581" y="10401"/>
                    <a:pt x="11616" y="10382"/>
                    <a:pt x="11637" y="10341"/>
                  </a:cubicBezTo>
                  <a:cubicBezTo>
                    <a:pt x="11662" y="10286"/>
                    <a:pt x="11637" y="10219"/>
                    <a:pt x="11581" y="10195"/>
                  </a:cubicBezTo>
                  <a:cubicBezTo>
                    <a:pt x="10884" y="9881"/>
                    <a:pt x="10137" y="9260"/>
                    <a:pt x="9914" y="9074"/>
                  </a:cubicBezTo>
                  <a:cubicBezTo>
                    <a:pt x="9918" y="9028"/>
                    <a:pt x="9918" y="8983"/>
                    <a:pt x="9914" y="8941"/>
                  </a:cubicBezTo>
                  <a:lnTo>
                    <a:pt x="9914" y="8906"/>
                  </a:lnTo>
                  <a:close/>
                  <a:moveTo>
                    <a:pt x="7524" y="9865"/>
                  </a:moveTo>
                  <a:cubicBezTo>
                    <a:pt x="7553" y="9865"/>
                    <a:pt x="7583" y="9865"/>
                    <a:pt x="7615" y="9867"/>
                  </a:cubicBezTo>
                  <a:lnTo>
                    <a:pt x="7615" y="10104"/>
                  </a:lnTo>
                  <a:lnTo>
                    <a:pt x="7615" y="10746"/>
                  </a:lnTo>
                  <a:cubicBezTo>
                    <a:pt x="7600" y="11802"/>
                    <a:pt x="7428" y="13171"/>
                    <a:pt x="6731" y="13913"/>
                  </a:cubicBezTo>
                  <a:cubicBezTo>
                    <a:pt x="7150" y="12761"/>
                    <a:pt x="7251" y="11256"/>
                    <a:pt x="7292" y="9932"/>
                  </a:cubicBezTo>
                  <a:cubicBezTo>
                    <a:pt x="7292" y="9911"/>
                    <a:pt x="7292" y="9897"/>
                    <a:pt x="7281" y="9881"/>
                  </a:cubicBezTo>
                  <a:cubicBezTo>
                    <a:pt x="7357" y="9870"/>
                    <a:pt x="7436" y="9865"/>
                    <a:pt x="7524" y="9865"/>
                  </a:cubicBezTo>
                  <a:close/>
                  <a:moveTo>
                    <a:pt x="8009" y="9927"/>
                  </a:moveTo>
                  <a:cubicBezTo>
                    <a:pt x="8085" y="9947"/>
                    <a:pt x="8155" y="9967"/>
                    <a:pt x="8227" y="9988"/>
                  </a:cubicBezTo>
                  <a:cubicBezTo>
                    <a:pt x="8342" y="10018"/>
                    <a:pt x="8463" y="10053"/>
                    <a:pt x="8580" y="10079"/>
                  </a:cubicBezTo>
                  <a:cubicBezTo>
                    <a:pt x="8686" y="10806"/>
                    <a:pt x="8817" y="11553"/>
                    <a:pt x="9076" y="12180"/>
                  </a:cubicBezTo>
                  <a:cubicBezTo>
                    <a:pt x="9095" y="12226"/>
                    <a:pt x="9136" y="12250"/>
                    <a:pt x="9176" y="12250"/>
                  </a:cubicBezTo>
                  <a:cubicBezTo>
                    <a:pt x="9191" y="12250"/>
                    <a:pt x="9207" y="12246"/>
                    <a:pt x="9221" y="12241"/>
                  </a:cubicBezTo>
                  <a:cubicBezTo>
                    <a:pt x="9272" y="12215"/>
                    <a:pt x="9298" y="12155"/>
                    <a:pt x="9277" y="12099"/>
                  </a:cubicBezTo>
                  <a:cubicBezTo>
                    <a:pt x="9030" y="11513"/>
                    <a:pt x="8903" y="10806"/>
                    <a:pt x="8808" y="10109"/>
                  </a:cubicBezTo>
                  <a:lnTo>
                    <a:pt x="8883" y="10109"/>
                  </a:lnTo>
                  <a:cubicBezTo>
                    <a:pt x="9030" y="10109"/>
                    <a:pt x="9186" y="10079"/>
                    <a:pt x="9333" y="9998"/>
                  </a:cubicBezTo>
                  <a:cubicBezTo>
                    <a:pt x="10040" y="11362"/>
                    <a:pt x="11081" y="12493"/>
                    <a:pt x="12152" y="13064"/>
                  </a:cubicBezTo>
                  <a:cubicBezTo>
                    <a:pt x="11688" y="13560"/>
                    <a:pt x="11051" y="13948"/>
                    <a:pt x="10363" y="14069"/>
                  </a:cubicBezTo>
                  <a:cubicBezTo>
                    <a:pt x="9995" y="13712"/>
                    <a:pt x="9767" y="13231"/>
                    <a:pt x="9550" y="12756"/>
                  </a:cubicBezTo>
                  <a:lnTo>
                    <a:pt x="9535" y="12721"/>
                  </a:lnTo>
                  <a:cubicBezTo>
                    <a:pt x="9517" y="12684"/>
                    <a:pt x="9477" y="12660"/>
                    <a:pt x="9434" y="12660"/>
                  </a:cubicBezTo>
                  <a:cubicBezTo>
                    <a:pt x="9419" y="12660"/>
                    <a:pt x="9403" y="12663"/>
                    <a:pt x="9389" y="12670"/>
                  </a:cubicBezTo>
                  <a:cubicBezTo>
                    <a:pt x="9338" y="12695"/>
                    <a:pt x="9312" y="12756"/>
                    <a:pt x="9338" y="12812"/>
                  </a:cubicBezTo>
                  <a:lnTo>
                    <a:pt x="9353" y="12847"/>
                  </a:lnTo>
                  <a:cubicBezTo>
                    <a:pt x="9545" y="13267"/>
                    <a:pt x="9762" y="13731"/>
                    <a:pt x="10095" y="14106"/>
                  </a:cubicBezTo>
                  <a:cubicBezTo>
                    <a:pt x="10048" y="14108"/>
                    <a:pt x="10000" y="14110"/>
                    <a:pt x="9952" y="14110"/>
                  </a:cubicBezTo>
                  <a:cubicBezTo>
                    <a:pt x="9724" y="14110"/>
                    <a:pt x="9492" y="14080"/>
                    <a:pt x="9262" y="14009"/>
                  </a:cubicBezTo>
                  <a:cubicBezTo>
                    <a:pt x="7898" y="13584"/>
                    <a:pt x="7948" y="11872"/>
                    <a:pt x="7994" y="10492"/>
                  </a:cubicBezTo>
                  <a:cubicBezTo>
                    <a:pt x="8004" y="10291"/>
                    <a:pt x="8009" y="10104"/>
                    <a:pt x="8009" y="9927"/>
                  </a:cubicBezTo>
                  <a:close/>
                  <a:moveTo>
                    <a:pt x="5119" y="8158"/>
                  </a:moveTo>
                  <a:cubicBezTo>
                    <a:pt x="5140" y="8199"/>
                    <a:pt x="5154" y="8239"/>
                    <a:pt x="5175" y="8279"/>
                  </a:cubicBezTo>
                  <a:cubicBezTo>
                    <a:pt x="5215" y="8381"/>
                    <a:pt x="5266" y="8487"/>
                    <a:pt x="5322" y="8583"/>
                  </a:cubicBezTo>
                  <a:cubicBezTo>
                    <a:pt x="4816" y="9219"/>
                    <a:pt x="4443" y="9765"/>
                    <a:pt x="4135" y="10513"/>
                  </a:cubicBezTo>
                  <a:cubicBezTo>
                    <a:pt x="4109" y="10569"/>
                    <a:pt x="4135" y="10629"/>
                    <a:pt x="4189" y="10655"/>
                  </a:cubicBezTo>
                  <a:cubicBezTo>
                    <a:pt x="4205" y="10660"/>
                    <a:pt x="4219" y="10664"/>
                    <a:pt x="4235" y="10664"/>
                  </a:cubicBezTo>
                  <a:cubicBezTo>
                    <a:pt x="4275" y="10664"/>
                    <a:pt x="4316" y="10634"/>
                    <a:pt x="4331" y="10594"/>
                  </a:cubicBezTo>
                  <a:cubicBezTo>
                    <a:pt x="4624" y="9902"/>
                    <a:pt x="4968" y="9382"/>
                    <a:pt x="5432" y="8785"/>
                  </a:cubicBezTo>
                  <a:cubicBezTo>
                    <a:pt x="5590" y="9063"/>
                    <a:pt x="5746" y="9280"/>
                    <a:pt x="5802" y="9356"/>
                  </a:cubicBezTo>
                  <a:cubicBezTo>
                    <a:pt x="6084" y="9750"/>
                    <a:pt x="6306" y="9911"/>
                    <a:pt x="6529" y="9958"/>
                  </a:cubicBezTo>
                  <a:cubicBezTo>
                    <a:pt x="6129" y="10680"/>
                    <a:pt x="6003" y="11523"/>
                    <a:pt x="5877" y="12337"/>
                  </a:cubicBezTo>
                  <a:cubicBezTo>
                    <a:pt x="5847" y="12529"/>
                    <a:pt x="5816" y="12716"/>
                    <a:pt x="5786" y="12898"/>
                  </a:cubicBezTo>
                  <a:cubicBezTo>
                    <a:pt x="5776" y="12954"/>
                    <a:pt x="5816" y="13008"/>
                    <a:pt x="5872" y="13019"/>
                  </a:cubicBezTo>
                  <a:cubicBezTo>
                    <a:pt x="5882" y="13019"/>
                    <a:pt x="5887" y="13024"/>
                    <a:pt x="5893" y="13024"/>
                  </a:cubicBezTo>
                  <a:cubicBezTo>
                    <a:pt x="5942" y="13024"/>
                    <a:pt x="5989" y="12989"/>
                    <a:pt x="5998" y="12933"/>
                  </a:cubicBezTo>
                  <a:cubicBezTo>
                    <a:pt x="6033" y="12751"/>
                    <a:pt x="6059" y="12565"/>
                    <a:pt x="6089" y="12367"/>
                  </a:cubicBezTo>
                  <a:cubicBezTo>
                    <a:pt x="6215" y="11544"/>
                    <a:pt x="6347" y="10690"/>
                    <a:pt x="6761" y="9983"/>
                  </a:cubicBezTo>
                  <a:cubicBezTo>
                    <a:pt x="6761" y="9977"/>
                    <a:pt x="6766" y="9967"/>
                    <a:pt x="6766" y="9967"/>
                  </a:cubicBezTo>
                  <a:cubicBezTo>
                    <a:pt x="6857" y="9958"/>
                    <a:pt x="6943" y="9942"/>
                    <a:pt x="7039" y="9922"/>
                  </a:cubicBezTo>
                  <a:cubicBezTo>
                    <a:pt x="7054" y="9922"/>
                    <a:pt x="7064" y="9922"/>
                    <a:pt x="7075" y="9916"/>
                  </a:cubicBezTo>
                  <a:lnTo>
                    <a:pt x="7075" y="9922"/>
                  </a:lnTo>
                  <a:cubicBezTo>
                    <a:pt x="7034" y="11231"/>
                    <a:pt x="6938" y="12716"/>
                    <a:pt x="6529" y="13838"/>
                  </a:cubicBezTo>
                  <a:cubicBezTo>
                    <a:pt x="6509" y="13893"/>
                    <a:pt x="6539" y="13954"/>
                    <a:pt x="6595" y="13974"/>
                  </a:cubicBezTo>
                  <a:cubicBezTo>
                    <a:pt x="6605" y="13978"/>
                    <a:pt x="6620" y="13984"/>
                    <a:pt x="6630" y="13984"/>
                  </a:cubicBezTo>
                  <a:cubicBezTo>
                    <a:pt x="6645" y="13984"/>
                    <a:pt x="6660" y="13978"/>
                    <a:pt x="6670" y="13974"/>
                  </a:cubicBezTo>
                  <a:lnTo>
                    <a:pt x="6670" y="13974"/>
                  </a:lnTo>
                  <a:cubicBezTo>
                    <a:pt x="6645" y="14004"/>
                    <a:pt x="6609" y="14034"/>
                    <a:pt x="6574" y="14060"/>
                  </a:cubicBezTo>
                  <a:cubicBezTo>
                    <a:pt x="6378" y="14227"/>
                    <a:pt x="6150" y="14337"/>
                    <a:pt x="5893" y="14398"/>
                  </a:cubicBezTo>
                  <a:cubicBezTo>
                    <a:pt x="5917" y="14201"/>
                    <a:pt x="5953" y="13847"/>
                    <a:pt x="5963" y="13584"/>
                  </a:cubicBezTo>
                  <a:cubicBezTo>
                    <a:pt x="5968" y="13524"/>
                    <a:pt x="5923" y="13474"/>
                    <a:pt x="5862" y="13474"/>
                  </a:cubicBezTo>
                  <a:cubicBezTo>
                    <a:pt x="5859" y="13474"/>
                    <a:pt x="5856" y="13474"/>
                    <a:pt x="5853" y="13474"/>
                  </a:cubicBezTo>
                  <a:cubicBezTo>
                    <a:pt x="5797" y="13474"/>
                    <a:pt x="5751" y="13517"/>
                    <a:pt x="5751" y="13575"/>
                  </a:cubicBezTo>
                  <a:cubicBezTo>
                    <a:pt x="5735" y="13852"/>
                    <a:pt x="5700" y="14232"/>
                    <a:pt x="5674" y="14414"/>
                  </a:cubicBezTo>
                  <a:lnTo>
                    <a:pt x="5674" y="14439"/>
                  </a:lnTo>
                  <a:cubicBezTo>
                    <a:pt x="5595" y="14448"/>
                    <a:pt x="5513" y="14453"/>
                    <a:pt x="5430" y="14453"/>
                  </a:cubicBezTo>
                  <a:cubicBezTo>
                    <a:pt x="5289" y="14453"/>
                    <a:pt x="5143" y="14441"/>
                    <a:pt x="4988" y="14419"/>
                  </a:cubicBezTo>
                  <a:cubicBezTo>
                    <a:pt x="4806" y="14388"/>
                    <a:pt x="4639" y="14342"/>
                    <a:pt x="4478" y="14288"/>
                  </a:cubicBezTo>
                  <a:cubicBezTo>
                    <a:pt x="4624" y="12933"/>
                    <a:pt x="4776" y="11655"/>
                    <a:pt x="5644" y="10583"/>
                  </a:cubicBezTo>
                  <a:cubicBezTo>
                    <a:pt x="5681" y="10538"/>
                    <a:pt x="5674" y="10473"/>
                    <a:pt x="5630" y="10432"/>
                  </a:cubicBezTo>
                  <a:cubicBezTo>
                    <a:pt x="5609" y="10416"/>
                    <a:pt x="5585" y="10409"/>
                    <a:pt x="5560" y="10409"/>
                  </a:cubicBezTo>
                  <a:cubicBezTo>
                    <a:pt x="5529" y="10409"/>
                    <a:pt x="5498" y="10421"/>
                    <a:pt x="5478" y="10447"/>
                  </a:cubicBezTo>
                  <a:cubicBezTo>
                    <a:pt x="4583" y="11553"/>
                    <a:pt x="4417" y="12842"/>
                    <a:pt x="4270" y="14211"/>
                  </a:cubicBezTo>
                  <a:cubicBezTo>
                    <a:pt x="3998" y="14090"/>
                    <a:pt x="3755" y="13934"/>
                    <a:pt x="3543" y="13742"/>
                  </a:cubicBezTo>
                  <a:lnTo>
                    <a:pt x="3543" y="13742"/>
                  </a:lnTo>
                  <a:cubicBezTo>
                    <a:pt x="3563" y="13752"/>
                    <a:pt x="3583" y="13761"/>
                    <a:pt x="3603" y="13761"/>
                  </a:cubicBezTo>
                  <a:lnTo>
                    <a:pt x="3624" y="13761"/>
                  </a:lnTo>
                  <a:cubicBezTo>
                    <a:pt x="3680" y="13752"/>
                    <a:pt x="3720" y="13696"/>
                    <a:pt x="3710" y="13635"/>
                  </a:cubicBezTo>
                  <a:cubicBezTo>
                    <a:pt x="3599" y="12933"/>
                    <a:pt x="3876" y="11958"/>
                    <a:pt x="4079" y="11245"/>
                  </a:cubicBezTo>
                  <a:cubicBezTo>
                    <a:pt x="4093" y="11189"/>
                    <a:pt x="4063" y="11129"/>
                    <a:pt x="4002" y="11114"/>
                  </a:cubicBezTo>
                  <a:cubicBezTo>
                    <a:pt x="3993" y="11112"/>
                    <a:pt x="3983" y="11110"/>
                    <a:pt x="3973" y="11110"/>
                  </a:cubicBezTo>
                  <a:cubicBezTo>
                    <a:pt x="3927" y="11110"/>
                    <a:pt x="3883" y="11140"/>
                    <a:pt x="3871" y="11189"/>
                  </a:cubicBezTo>
                  <a:cubicBezTo>
                    <a:pt x="3664" y="11923"/>
                    <a:pt x="3382" y="12923"/>
                    <a:pt x="3498" y="13670"/>
                  </a:cubicBezTo>
                  <a:cubicBezTo>
                    <a:pt x="3501" y="13684"/>
                    <a:pt x="3507" y="13698"/>
                    <a:pt x="3515" y="13709"/>
                  </a:cubicBezTo>
                  <a:lnTo>
                    <a:pt x="3515" y="13709"/>
                  </a:lnTo>
                  <a:cubicBezTo>
                    <a:pt x="3068" y="13290"/>
                    <a:pt x="2774" y="12714"/>
                    <a:pt x="2669" y="12003"/>
                  </a:cubicBezTo>
                  <a:cubicBezTo>
                    <a:pt x="2467" y="10664"/>
                    <a:pt x="3260" y="9639"/>
                    <a:pt x="4331" y="8755"/>
                  </a:cubicBezTo>
                  <a:cubicBezTo>
                    <a:pt x="4583" y="8547"/>
                    <a:pt x="4846" y="8351"/>
                    <a:pt x="5119" y="8158"/>
                  </a:cubicBezTo>
                  <a:close/>
                  <a:moveTo>
                    <a:pt x="7902" y="0"/>
                  </a:moveTo>
                  <a:cubicBezTo>
                    <a:pt x="7382" y="0"/>
                    <a:pt x="6849" y="81"/>
                    <a:pt x="6378" y="272"/>
                  </a:cubicBezTo>
                  <a:cubicBezTo>
                    <a:pt x="5765" y="519"/>
                    <a:pt x="5341" y="924"/>
                    <a:pt x="5145" y="1449"/>
                  </a:cubicBezTo>
                  <a:cubicBezTo>
                    <a:pt x="4977" y="1899"/>
                    <a:pt x="4998" y="2414"/>
                    <a:pt x="5129" y="2934"/>
                  </a:cubicBezTo>
                  <a:cubicBezTo>
                    <a:pt x="4581" y="2673"/>
                    <a:pt x="3969" y="2540"/>
                    <a:pt x="3391" y="2540"/>
                  </a:cubicBezTo>
                  <a:cubicBezTo>
                    <a:pt x="2775" y="2540"/>
                    <a:pt x="2197" y="2690"/>
                    <a:pt x="1775" y="2995"/>
                  </a:cubicBezTo>
                  <a:cubicBezTo>
                    <a:pt x="633" y="3823"/>
                    <a:pt x="1" y="5623"/>
                    <a:pt x="339" y="7092"/>
                  </a:cubicBezTo>
                  <a:cubicBezTo>
                    <a:pt x="593" y="8225"/>
                    <a:pt x="1351" y="8962"/>
                    <a:pt x="2467" y="9165"/>
                  </a:cubicBezTo>
                  <a:cubicBezTo>
                    <a:pt x="2573" y="9184"/>
                    <a:pt x="2679" y="9195"/>
                    <a:pt x="2785" y="9195"/>
                  </a:cubicBezTo>
                  <a:cubicBezTo>
                    <a:pt x="3013" y="9195"/>
                    <a:pt x="3245" y="9154"/>
                    <a:pt x="3482" y="9088"/>
                  </a:cubicBezTo>
                  <a:lnTo>
                    <a:pt x="3482" y="9088"/>
                  </a:lnTo>
                  <a:cubicBezTo>
                    <a:pt x="2679" y="9907"/>
                    <a:pt x="2169" y="10856"/>
                    <a:pt x="2346" y="12054"/>
                  </a:cubicBezTo>
                  <a:cubicBezTo>
                    <a:pt x="2528" y="13276"/>
                    <a:pt x="3209" y="14155"/>
                    <a:pt x="4250" y="14554"/>
                  </a:cubicBezTo>
                  <a:cubicBezTo>
                    <a:pt x="4265" y="14580"/>
                    <a:pt x="4296" y="14605"/>
                    <a:pt x="4331" y="14610"/>
                  </a:cubicBezTo>
                  <a:lnTo>
                    <a:pt x="4341" y="14610"/>
                  </a:lnTo>
                  <a:cubicBezTo>
                    <a:pt x="4356" y="14610"/>
                    <a:pt x="4371" y="14610"/>
                    <a:pt x="4387" y="14600"/>
                  </a:cubicBezTo>
                  <a:cubicBezTo>
                    <a:pt x="4559" y="14661"/>
                    <a:pt x="4746" y="14706"/>
                    <a:pt x="4937" y="14736"/>
                  </a:cubicBezTo>
                  <a:cubicBezTo>
                    <a:pt x="5105" y="14762"/>
                    <a:pt x="5271" y="14777"/>
                    <a:pt x="5427" y="14777"/>
                  </a:cubicBezTo>
                  <a:cubicBezTo>
                    <a:pt x="5958" y="14777"/>
                    <a:pt x="6413" y="14621"/>
                    <a:pt x="6782" y="14307"/>
                  </a:cubicBezTo>
                  <a:cubicBezTo>
                    <a:pt x="7292" y="13883"/>
                    <a:pt x="7584" y="13211"/>
                    <a:pt x="7747" y="12488"/>
                  </a:cubicBezTo>
                  <a:cubicBezTo>
                    <a:pt x="7898" y="13322"/>
                    <a:pt x="8272" y="14045"/>
                    <a:pt x="9167" y="14318"/>
                  </a:cubicBezTo>
                  <a:cubicBezTo>
                    <a:pt x="9424" y="14398"/>
                    <a:pt x="9682" y="14433"/>
                    <a:pt x="9934" y="14433"/>
                  </a:cubicBezTo>
                  <a:cubicBezTo>
                    <a:pt x="11147" y="14433"/>
                    <a:pt x="12283" y="13615"/>
                    <a:pt x="12849" y="12675"/>
                  </a:cubicBezTo>
                  <a:cubicBezTo>
                    <a:pt x="13364" y="11821"/>
                    <a:pt x="13491" y="10897"/>
                    <a:pt x="13208" y="10074"/>
                  </a:cubicBezTo>
                  <a:cubicBezTo>
                    <a:pt x="12966" y="9377"/>
                    <a:pt x="12434" y="8810"/>
                    <a:pt x="11702" y="8452"/>
                  </a:cubicBezTo>
                  <a:lnTo>
                    <a:pt x="11702" y="8452"/>
                  </a:lnTo>
                  <a:cubicBezTo>
                    <a:pt x="11732" y="8456"/>
                    <a:pt x="11763" y="8461"/>
                    <a:pt x="11798" y="8467"/>
                  </a:cubicBezTo>
                  <a:cubicBezTo>
                    <a:pt x="12177" y="8528"/>
                    <a:pt x="12562" y="8583"/>
                    <a:pt x="12945" y="8583"/>
                  </a:cubicBezTo>
                  <a:cubicBezTo>
                    <a:pt x="13299" y="8583"/>
                    <a:pt x="13653" y="8533"/>
                    <a:pt x="14001" y="8386"/>
                  </a:cubicBezTo>
                  <a:cubicBezTo>
                    <a:pt x="15037" y="7952"/>
                    <a:pt x="15638" y="7153"/>
                    <a:pt x="15703" y="6194"/>
                  </a:cubicBezTo>
                  <a:cubicBezTo>
                    <a:pt x="15703" y="6188"/>
                    <a:pt x="15703" y="6188"/>
                    <a:pt x="15708" y="6188"/>
                  </a:cubicBezTo>
                  <a:cubicBezTo>
                    <a:pt x="15764" y="6173"/>
                    <a:pt x="15794" y="6113"/>
                    <a:pt x="15775" y="6052"/>
                  </a:cubicBezTo>
                  <a:cubicBezTo>
                    <a:pt x="15764" y="6022"/>
                    <a:pt x="15739" y="6001"/>
                    <a:pt x="15714" y="5991"/>
                  </a:cubicBezTo>
                  <a:cubicBezTo>
                    <a:pt x="15708" y="5845"/>
                    <a:pt x="15699" y="5698"/>
                    <a:pt x="15673" y="5546"/>
                  </a:cubicBezTo>
                  <a:cubicBezTo>
                    <a:pt x="15526" y="4648"/>
                    <a:pt x="15148" y="3944"/>
                    <a:pt x="14593" y="3506"/>
                  </a:cubicBezTo>
                  <a:cubicBezTo>
                    <a:pt x="14598" y="3485"/>
                    <a:pt x="14602" y="3470"/>
                    <a:pt x="14598" y="3450"/>
                  </a:cubicBezTo>
                  <a:cubicBezTo>
                    <a:pt x="14588" y="3400"/>
                    <a:pt x="14543" y="3362"/>
                    <a:pt x="14490" y="3362"/>
                  </a:cubicBezTo>
                  <a:cubicBezTo>
                    <a:pt x="14484" y="3362"/>
                    <a:pt x="14478" y="3363"/>
                    <a:pt x="14472" y="3364"/>
                  </a:cubicBezTo>
                  <a:cubicBezTo>
                    <a:pt x="14451" y="3364"/>
                    <a:pt x="14430" y="3375"/>
                    <a:pt x="14405" y="3379"/>
                  </a:cubicBezTo>
                  <a:lnTo>
                    <a:pt x="14405" y="3375"/>
                  </a:lnTo>
                  <a:cubicBezTo>
                    <a:pt x="14294" y="3303"/>
                    <a:pt x="14178" y="3242"/>
                    <a:pt x="14057" y="3193"/>
                  </a:cubicBezTo>
                  <a:cubicBezTo>
                    <a:pt x="13771" y="3074"/>
                    <a:pt x="13465" y="3016"/>
                    <a:pt x="13147" y="3016"/>
                  </a:cubicBezTo>
                  <a:cubicBezTo>
                    <a:pt x="12503" y="3016"/>
                    <a:pt x="11813" y="3256"/>
                    <a:pt x="11156" y="3723"/>
                  </a:cubicBezTo>
                  <a:lnTo>
                    <a:pt x="11061" y="3788"/>
                  </a:lnTo>
                  <a:cubicBezTo>
                    <a:pt x="11021" y="3823"/>
                    <a:pt x="10975" y="3854"/>
                    <a:pt x="10925" y="3890"/>
                  </a:cubicBezTo>
                  <a:cubicBezTo>
                    <a:pt x="11131" y="3324"/>
                    <a:pt x="11202" y="2717"/>
                    <a:pt x="11112" y="2162"/>
                  </a:cubicBezTo>
                  <a:cubicBezTo>
                    <a:pt x="10975" y="1348"/>
                    <a:pt x="10505" y="726"/>
                    <a:pt x="9757" y="374"/>
                  </a:cubicBezTo>
                  <a:cubicBezTo>
                    <a:pt x="9291" y="149"/>
                    <a:pt x="8609" y="0"/>
                    <a:pt x="7902"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06;p33">
              <a:extLst>
                <a:ext uri="{FF2B5EF4-FFF2-40B4-BE49-F238E27FC236}">
                  <a16:creationId xmlns:a16="http://schemas.microsoft.com/office/drawing/2014/main" id="{E94A48B4-4240-5465-DF69-568BA7007738}"/>
                </a:ext>
              </a:extLst>
            </p:cNvPr>
            <p:cNvSpPr/>
            <p:nvPr/>
          </p:nvSpPr>
          <p:spPr>
            <a:xfrm>
              <a:off x="7875275" y="933325"/>
              <a:ext cx="124950" cy="117750"/>
            </a:xfrm>
            <a:custGeom>
              <a:avLst/>
              <a:gdLst/>
              <a:ahLst/>
              <a:cxnLst/>
              <a:rect l="l" t="t" r="r" b="b"/>
              <a:pathLst>
                <a:path w="4998" h="4710" extrusionOk="0">
                  <a:moveTo>
                    <a:pt x="2966" y="813"/>
                  </a:moveTo>
                  <a:cubicBezTo>
                    <a:pt x="3051" y="813"/>
                    <a:pt x="3127" y="888"/>
                    <a:pt x="3127" y="974"/>
                  </a:cubicBezTo>
                  <a:cubicBezTo>
                    <a:pt x="3127" y="1065"/>
                    <a:pt x="3051" y="1135"/>
                    <a:pt x="2966" y="1135"/>
                  </a:cubicBezTo>
                  <a:lnTo>
                    <a:pt x="2556" y="1135"/>
                  </a:lnTo>
                  <a:cubicBezTo>
                    <a:pt x="2465" y="1135"/>
                    <a:pt x="2395" y="1065"/>
                    <a:pt x="2395" y="974"/>
                  </a:cubicBezTo>
                  <a:cubicBezTo>
                    <a:pt x="2395" y="888"/>
                    <a:pt x="2465" y="813"/>
                    <a:pt x="2556" y="813"/>
                  </a:cubicBezTo>
                  <a:close/>
                  <a:moveTo>
                    <a:pt x="1742" y="1032"/>
                  </a:moveTo>
                  <a:cubicBezTo>
                    <a:pt x="1750" y="1032"/>
                    <a:pt x="1759" y="1033"/>
                    <a:pt x="1768" y="1035"/>
                  </a:cubicBezTo>
                  <a:cubicBezTo>
                    <a:pt x="1854" y="1044"/>
                    <a:pt x="1920" y="1130"/>
                    <a:pt x="1905" y="1216"/>
                  </a:cubicBezTo>
                  <a:lnTo>
                    <a:pt x="1905" y="1226"/>
                  </a:lnTo>
                  <a:cubicBezTo>
                    <a:pt x="1990" y="1261"/>
                    <a:pt x="2036" y="1358"/>
                    <a:pt x="2001" y="1443"/>
                  </a:cubicBezTo>
                  <a:cubicBezTo>
                    <a:pt x="1971" y="1504"/>
                    <a:pt x="1915" y="1540"/>
                    <a:pt x="1854" y="1540"/>
                  </a:cubicBezTo>
                  <a:cubicBezTo>
                    <a:pt x="1834" y="1540"/>
                    <a:pt x="1814" y="1540"/>
                    <a:pt x="1794" y="1529"/>
                  </a:cubicBezTo>
                  <a:cubicBezTo>
                    <a:pt x="1642" y="1464"/>
                    <a:pt x="1566" y="1333"/>
                    <a:pt x="1586" y="1176"/>
                  </a:cubicBezTo>
                  <a:cubicBezTo>
                    <a:pt x="1595" y="1094"/>
                    <a:pt x="1662" y="1032"/>
                    <a:pt x="1742" y="1032"/>
                  </a:cubicBezTo>
                  <a:close/>
                  <a:moveTo>
                    <a:pt x="3116" y="1439"/>
                  </a:moveTo>
                  <a:cubicBezTo>
                    <a:pt x="3128" y="1439"/>
                    <a:pt x="3140" y="1440"/>
                    <a:pt x="3153" y="1443"/>
                  </a:cubicBezTo>
                  <a:cubicBezTo>
                    <a:pt x="3284" y="1480"/>
                    <a:pt x="3391" y="1564"/>
                    <a:pt x="3445" y="1681"/>
                  </a:cubicBezTo>
                  <a:cubicBezTo>
                    <a:pt x="3482" y="1762"/>
                    <a:pt x="3445" y="1858"/>
                    <a:pt x="3365" y="1893"/>
                  </a:cubicBezTo>
                  <a:cubicBezTo>
                    <a:pt x="3340" y="1909"/>
                    <a:pt x="3319" y="1909"/>
                    <a:pt x="3294" y="1909"/>
                  </a:cubicBezTo>
                  <a:cubicBezTo>
                    <a:pt x="3233" y="1909"/>
                    <a:pt x="3178" y="1878"/>
                    <a:pt x="3148" y="1818"/>
                  </a:cubicBezTo>
                  <a:cubicBezTo>
                    <a:pt x="3137" y="1792"/>
                    <a:pt x="3102" y="1767"/>
                    <a:pt x="3067" y="1757"/>
                  </a:cubicBezTo>
                  <a:cubicBezTo>
                    <a:pt x="2981" y="1732"/>
                    <a:pt x="2930" y="1646"/>
                    <a:pt x="2955" y="1560"/>
                  </a:cubicBezTo>
                  <a:cubicBezTo>
                    <a:pt x="2977" y="1486"/>
                    <a:pt x="3043" y="1439"/>
                    <a:pt x="3116" y="1439"/>
                  </a:cubicBezTo>
                  <a:close/>
                  <a:moveTo>
                    <a:pt x="1081" y="1403"/>
                  </a:moveTo>
                  <a:cubicBezTo>
                    <a:pt x="1172" y="1403"/>
                    <a:pt x="1243" y="1473"/>
                    <a:pt x="1243" y="1564"/>
                  </a:cubicBezTo>
                  <a:lnTo>
                    <a:pt x="1243" y="1788"/>
                  </a:lnTo>
                  <a:cubicBezTo>
                    <a:pt x="1243" y="1878"/>
                    <a:pt x="1172" y="1949"/>
                    <a:pt x="1081" y="1949"/>
                  </a:cubicBezTo>
                  <a:cubicBezTo>
                    <a:pt x="996" y="1949"/>
                    <a:pt x="919" y="1878"/>
                    <a:pt x="919" y="1788"/>
                  </a:cubicBezTo>
                  <a:lnTo>
                    <a:pt x="919" y="1564"/>
                  </a:lnTo>
                  <a:cubicBezTo>
                    <a:pt x="919" y="1473"/>
                    <a:pt x="996" y="1403"/>
                    <a:pt x="1081" y="1403"/>
                  </a:cubicBezTo>
                  <a:close/>
                  <a:moveTo>
                    <a:pt x="2188" y="2067"/>
                  </a:moveTo>
                  <a:cubicBezTo>
                    <a:pt x="2213" y="2067"/>
                    <a:pt x="2239" y="2073"/>
                    <a:pt x="2263" y="2086"/>
                  </a:cubicBezTo>
                  <a:cubicBezTo>
                    <a:pt x="2344" y="2126"/>
                    <a:pt x="2374" y="2222"/>
                    <a:pt x="2330" y="2303"/>
                  </a:cubicBezTo>
                  <a:cubicBezTo>
                    <a:pt x="2299" y="2368"/>
                    <a:pt x="2279" y="2450"/>
                    <a:pt x="2279" y="2525"/>
                  </a:cubicBezTo>
                  <a:cubicBezTo>
                    <a:pt x="2274" y="2616"/>
                    <a:pt x="2202" y="2686"/>
                    <a:pt x="2117" y="2686"/>
                  </a:cubicBezTo>
                  <a:lnTo>
                    <a:pt x="2111" y="2686"/>
                  </a:lnTo>
                  <a:cubicBezTo>
                    <a:pt x="2020" y="2681"/>
                    <a:pt x="1950" y="2611"/>
                    <a:pt x="1955" y="2520"/>
                  </a:cubicBezTo>
                  <a:cubicBezTo>
                    <a:pt x="1955" y="2394"/>
                    <a:pt x="1990" y="2262"/>
                    <a:pt x="2046" y="2156"/>
                  </a:cubicBezTo>
                  <a:cubicBezTo>
                    <a:pt x="2075" y="2099"/>
                    <a:pt x="2130" y="2067"/>
                    <a:pt x="2188" y="2067"/>
                  </a:cubicBezTo>
                  <a:close/>
                  <a:moveTo>
                    <a:pt x="2779" y="2380"/>
                  </a:moveTo>
                  <a:cubicBezTo>
                    <a:pt x="2787" y="2380"/>
                    <a:pt x="2795" y="2381"/>
                    <a:pt x="2804" y="2383"/>
                  </a:cubicBezTo>
                  <a:cubicBezTo>
                    <a:pt x="2860" y="2394"/>
                    <a:pt x="2895" y="2450"/>
                    <a:pt x="2885" y="2510"/>
                  </a:cubicBezTo>
                  <a:cubicBezTo>
                    <a:pt x="2869" y="2571"/>
                    <a:pt x="2885" y="2621"/>
                    <a:pt x="2900" y="2641"/>
                  </a:cubicBezTo>
                  <a:cubicBezTo>
                    <a:pt x="2941" y="2692"/>
                    <a:pt x="2930" y="2758"/>
                    <a:pt x="2880" y="2793"/>
                  </a:cubicBezTo>
                  <a:cubicBezTo>
                    <a:pt x="2864" y="2807"/>
                    <a:pt x="2839" y="2818"/>
                    <a:pt x="2819" y="2818"/>
                  </a:cubicBezTo>
                  <a:cubicBezTo>
                    <a:pt x="2784" y="2818"/>
                    <a:pt x="2754" y="2802"/>
                    <a:pt x="2733" y="2772"/>
                  </a:cubicBezTo>
                  <a:cubicBezTo>
                    <a:pt x="2673" y="2697"/>
                    <a:pt x="2647" y="2581"/>
                    <a:pt x="2673" y="2464"/>
                  </a:cubicBezTo>
                  <a:cubicBezTo>
                    <a:pt x="2685" y="2416"/>
                    <a:pt x="2728" y="2380"/>
                    <a:pt x="2779" y="2380"/>
                  </a:cubicBezTo>
                  <a:close/>
                  <a:moveTo>
                    <a:pt x="1046" y="2400"/>
                  </a:moveTo>
                  <a:cubicBezTo>
                    <a:pt x="1107" y="2400"/>
                    <a:pt x="1166" y="2434"/>
                    <a:pt x="1192" y="2494"/>
                  </a:cubicBezTo>
                  <a:cubicBezTo>
                    <a:pt x="1227" y="2576"/>
                    <a:pt x="1192" y="2671"/>
                    <a:pt x="1111" y="2711"/>
                  </a:cubicBezTo>
                  <a:cubicBezTo>
                    <a:pt x="1041" y="2742"/>
                    <a:pt x="970" y="2833"/>
                    <a:pt x="945" y="2935"/>
                  </a:cubicBezTo>
                  <a:cubicBezTo>
                    <a:pt x="919" y="3005"/>
                    <a:pt x="859" y="3056"/>
                    <a:pt x="788" y="3056"/>
                  </a:cubicBezTo>
                  <a:cubicBezTo>
                    <a:pt x="773" y="3056"/>
                    <a:pt x="758" y="3050"/>
                    <a:pt x="742" y="3050"/>
                  </a:cubicBezTo>
                  <a:cubicBezTo>
                    <a:pt x="656" y="3026"/>
                    <a:pt x="607" y="2935"/>
                    <a:pt x="632" y="2849"/>
                  </a:cubicBezTo>
                  <a:cubicBezTo>
                    <a:pt x="682" y="2651"/>
                    <a:pt x="819" y="2485"/>
                    <a:pt x="980" y="2413"/>
                  </a:cubicBezTo>
                  <a:cubicBezTo>
                    <a:pt x="1001" y="2404"/>
                    <a:pt x="1024" y="2400"/>
                    <a:pt x="1046" y="2400"/>
                  </a:cubicBezTo>
                  <a:close/>
                  <a:moveTo>
                    <a:pt x="3592" y="2473"/>
                  </a:moveTo>
                  <a:cubicBezTo>
                    <a:pt x="3625" y="2473"/>
                    <a:pt x="3658" y="2483"/>
                    <a:pt x="3688" y="2504"/>
                  </a:cubicBezTo>
                  <a:cubicBezTo>
                    <a:pt x="3799" y="2585"/>
                    <a:pt x="3876" y="2716"/>
                    <a:pt x="3900" y="2868"/>
                  </a:cubicBezTo>
                  <a:cubicBezTo>
                    <a:pt x="3911" y="2954"/>
                    <a:pt x="3850" y="3040"/>
                    <a:pt x="3764" y="3050"/>
                  </a:cubicBezTo>
                  <a:cubicBezTo>
                    <a:pt x="3754" y="3056"/>
                    <a:pt x="3748" y="3056"/>
                    <a:pt x="3739" y="3056"/>
                  </a:cubicBezTo>
                  <a:cubicBezTo>
                    <a:pt x="3663" y="3056"/>
                    <a:pt x="3592" y="3000"/>
                    <a:pt x="3577" y="2919"/>
                  </a:cubicBezTo>
                  <a:cubicBezTo>
                    <a:pt x="3566" y="2853"/>
                    <a:pt x="3536" y="2798"/>
                    <a:pt x="3496" y="2767"/>
                  </a:cubicBezTo>
                  <a:cubicBezTo>
                    <a:pt x="3426" y="2711"/>
                    <a:pt x="3405" y="2611"/>
                    <a:pt x="3461" y="2541"/>
                  </a:cubicBezTo>
                  <a:cubicBezTo>
                    <a:pt x="3492" y="2497"/>
                    <a:pt x="3541" y="2473"/>
                    <a:pt x="3592" y="2473"/>
                  </a:cubicBezTo>
                  <a:close/>
                  <a:moveTo>
                    <a:pt x="2193" y="3144"/>
                  </a:moveTo>
                  <a:cubicBezTo>
                    <a:pt x="2267" y="3144"/>
                    <a:pt x="2332" y="3192"/>
                    <a:pt x="2349" y="3268"/>
                  </a:cubicBezTo>
                  <a:cubicBezTo>
                    <a:pt x="2374" y="3420"/>
                    <a:pt x="2319" y="3555"/>
                    <a:pt x="2197" y="3626"/>
                  </a:cubicBezTo>
                  <a:cubicBezTo>
                    <a:pt x="2167" y="3637"/>
                    <a:pt x="2142" y="3646"/>
                    <a:pt x="2117" y="3646"/>
                  </a:cubicBezTo>
                  <a:cubicBezTo>
                    <a:pt x="2062" y="3646"/>
                    <a:pt x="2006" y="3616"/>
                    <a:pt x="1976" y="3565"/>
                  </a:cubicBezTo>
                  <a:cubicBezTo>
                    <a:pt x="1929" y="3485"/>
                    <a:pt x="1960" y="3389"/>
                    <a:pt x="2036" y="3343"/>
                  </a:cubicBezTo>
                  <a:cubicBezTo>
                    <a:pt x="2020" y="3257"/>
                    <a:pt x="2071" y="3161"/>
                    <a:pt x="2162" y="3147"/>
                  </a:cubicBezTo>
                  <a:cubicBezTo>
                    <a:pt x="2173" y="3145"/>
                    <a:pt x="2183" y="3144"/>
                    <a:pt x="2193" y="3144"/>
                  </a:cubicBezTo>
                  <a:close/>
                  <a:moveTo>
                    <a:pt x="1225" y="3432"/>
                  </a:moveTo>
                  <a:cubicBezTo>
                    <a:pt x="1301" y="3432"/>
                    <a:pt x="1372" y="3484"/>
                    <a:pt x="1390" y="3560"/>
                  </a:cubicBezTo>
                  <a:cubicBezTo>
                    <a:pt x="1395" y="3586"/>
                    <a:pt x="1404" y="3616"/>
                    <a:pt x="1425" y="3632"/>
                  </a:cubicBezTo>
                  <a:cubicBezTo>
                    <a:pt x="1486" y="3702"/>
                    <a:pt x="1475" y="3803"/>
                    <a:pt x="1409" y="3863"/>
                  </a:cubicBezTo>
                  <a:cubicBezTo>
                    <a:pt x="1379" y="3889"/>
                    <a:pt x="1339" y="3905"/>
                    <a:pt x="1304" y="3905"/>
                  </a:cubicBezTo>
                  <a:cubicBezTo>
                    <a:pt x="1258" y="3905"/>
                    <a:pt x="1213" y="3884"/>
                    <a:pt x="1183" y="3849"/>
                  </a:cubicBezTo>
                  <a:cubicBezTo>
                    <a:pt x="1127" y="3788"/>
                    <a:pt x="1087" y="3707"/>
                    <a:pt x="1071" y="3626"/>
                  </a:cubicBezTo>
                  <a:cubicBezTo>
                    <a:pt x="1056" y="3541"/>
                    <a:pt x="1111" y="3455"/>
                    <a:pt x="1197" y="3434"/>
                  </a:cubicBezTo>
                  <a:cubicBezTo>
                    <a:pt x="1206" y="3433"/>
                    <a:pt x="1216" y="3432"/>
                    <a:pt x="1225" y="3432"/>
                  </a:cubicBezTo>
                  <a:close/>
                  <a:moveTo>
                    <a:pt x="3148" y="3469"/>
                  </a:moveTo>
                  <a:cubicBezTo>
                    <a:pt x="3239" y="3469"/>
                    <a:pt x="3309" y="3541"/>
                    <a:pt x="3309" y="3632"/>
                  </a:cubicBezTo>
                  <a:lnTo>
                    <a:pt x="3309" y="3814"/>
                  </a:lnTo>
                  <a:cubicBezTo>
                    <a:pt x="3309" y="3905"/>
                    <a:pt x="3239" y="3975"/>
                    <a:pt x="3148" y="3975"/>
                  </a:cubicBezTo>
                  <a:cubicBezTo>
                    <a:pt x="3057" y="3975"/>
                    <a:pt x="2986" y="3905"/>
                    <a:pt x="2986" y="3814"/>
                  </a:cubicBezTo>
                  <a:lnTo>
                    <a:pt x="2986" y="3632"/>
                  </a:lnTo>
                  <a:cubicBezTo>
                    <a:pt x="2986" y="3541"/>
                    <a:pt x="3057" y="3469"/>
                    <a:pt x="3148" y="3469"/>
                  </a:cubicBezTo>
                  <a:close/>
                  <a:moveTo>
                    <a:pt x="3375" y="1"/>
                  </a:moveTo>
                  <a:cubicBezTo>
                    <a:pt x="3144" y="1"/>
                    <a:pt x="2829" y="130"/>
                    <a:pt x="2542" y="246"/>
                  </a:cubicBezTo>
                  <a:cubicBezTo>
                    <a:pt x="2284" y="352"/>
                    <a:pt x="2036" y="454"/>
                    <a:pt x="1834" y="468"/>
                  </a:cubicBezTo>
                  <a:cubicBezTo>
                    <a:pt x="1826" y="470"/>
                    <a:pt x="1818" y="471"/>
                    <a:pt x="1810" y="471"/>
                  </a:cubicBezTo>
                  <a:cubicBezTo>
                    <a:pt x="1767" y="471"/>
                    <a:pt x="1723" y="447"/>
                    <a:pt x="1693" y="412"/>
                  </a:cubicBezTo>
                  <a:cubicBezTo>
                    <a:pt x="1681" y="412"/>
                    <a:pt x="1669" y="412"/>
                    <a:pt x="1658" y="412"/>
                  </a:cubicBezTo>
                  <a:cubicBezTo>
                    <a:pt x="1373" y="412"/>
                    <a:pt x="1114" y="576"/>
                    <a:pt x="935" y="727"/>
                  </a:cubicBezTo>
                  <a:cubicBezTo>
                    <a:pt x="414" y="1165"/>
                    <a:pt x="0" y="1995"/>
                    <a:pt x="26" y="2545"/>
                  </a:cubicBezTo>
                  <a:cubicBezTo>
                    <a:pt x="31" y="2611"/>
                    <a:pt x="45" y="2692"/>
                    <a:pt x="71" y="2783"/>
                  </a:cubicBezTo>
                  <a:cubicBezTo>
                    <a:pt x="91" y="2853"/>
                    <a:pt x="122" y="2929"/>
                    <a:pt x="152" y="3005"/>
                  </a:cubicBezTo>
                  <a:lnTo>
                    <a:pt x="152" y="3010"/>
                  </a:lnTo>
                  <a:cubicBezTo>
                    <a:pt x="293" y="3353"/>
                    <a:pt x="535" y="3763"/>
                    <a:pt x="773" y="4091"/>
                  </a:cubicBezTo>
                  <a:cubicBezTo>
                    <a:pt x="1043" y="4472"/>
                    <a:pt x="1205" y="4567"/>
                    <a:pt x="1405" y="4567"/>
                  </a:cubicBezTo>
                  <a:cubicBezTo>
                    <a:pt x="1489" y="4567"/>
                    <a:pt x="1579" y="4550"/>
                    <a:pt x="1687" y="4530"/>
                  </a:cubicBezTo>
                  <a:cubicBezTo>
                    <a:pt x="1839" y="4500"/>
                    <a:pt x="2026" y="4460"/>
                    <a:pt x="2258" y="4460"/>
                  </a:cubicBezTo>
                  <a:cubicBezTo>
                    <a:pt x="2299" y="4460"/>
                    <a:pt x="2339" y="4465"/>
                    <a:pt x="2379" y="4465"/>
                  </a:cubicBezTo>
                  <a:cubicBezTo>
                    <a:pt x="2607" y="4475"/>
                    <a:pt x="2819" y="4541"/>
                    <a:pt x="3027" y="4596"/>
                  </a:cubicBezTo>
                  <a:cubicBezTo>
                    <a:pt x="3132" y="4626"/>
                    <a:pt x="3228" y="4656"/>
                    <a:pt x="3324" y="4677"/>
                  </a:cubicBezTo>
                  <a:cubicBezTo>
                    <a:pt x="3335" y="4672"/>
                    <a:pt x="3345" y="4667"/>
                    <a:pt x="3354" y="4667"/>
                  </a:cubicBezTo>
                  <a:cubicBezTo>
                    <a:pt x="3359" y="4667"/>
                    <a:pt x="3364" y="4666"/>
                    <a:pt x="3368" y="4666"/>
                  </a:cubicBezTo>
                  <a:cubicBezTo>
                    <a:pt x="3400" y="4666"/>
                    <a:pt x="3428" y="4680"/>
                    <a:pt x="3445" y="4698"/>
                  </a:cubicBezTo>
                  <a:cubicBezTo>
                    <a:pt x="3494" y="4705"/>
                    <a:pt x="3541" y="4709"/>
                    <a:pt x="3587" y="4709"/>
                  </a:cubicBezTo>
                  <a:cubicBezTo>
                    <a:pt x="3824" y="4709"/>
                    <a:pt x="4030" y="4600"/>
                    <a:pt x="4233" y="4253"/>
                  </a:cubicBezTo>
                  <a:cubicBezTo>
                    <a:pt x="4305" y="4127"/>
                    <a:pt x="4305" y="4005"/>
                    <a:pt x="4300" y="3868"/>
                  </a:cubicBezTo>
                  <a:cubicBezTo>
                    <a:pt x="4300" y="3732"/>
                    <a:pt x="4294" y="3581"/>
                    <a:pt x="4361" y="3420"/>
                  </a:cubicBezTo>
                  <a:cubicBezTo>
                    <a:pt x="4431" y="3262"/>
                    <a:pt x="4543" y="3141"/>
                    <a:pt x="4653" y="3026"/>
                  </a:cubicBezTo>
                  <a:cubicBezTo>
                    <a:pt x="4764" y="2904"/>
                    <a:pt x="4865" y="2798"/>
                    <a:pt x="4906" y="2662"/>
                  </a:cubicBezTo>
                  <a:cubicBezTo>
                    <a:pt x="4911" y="2651"/>
                    <a:pt x="4911" y="2636"/>
                    <a:pt x="4916" y="2625"/>
                  </a:cubicBezTo>
                  <a:lnTo>
                    <a:pt x="4916" y="2621"/>
                  </a:lnTo>
                  <a:cubicBezTo>
                    <a:pt x="4881" y="2611"/>
                    <a:pt x="4855" y="2576"/>
                    <a:pt x="4851" y="2541"/>
                  </a:cubicBezTo>
                  <a:cubicBezTo>
                    <a:pt x="4840" y="2480"/>
                    <a:pt x="4881" y="2429"/>
                    <a:pt x="4941" y="2419"/>
                  </a:cubicBezTo>
                  <a:cubicBezTo>
                    <a:pt x="4946" y="2419"/>
                    <a:pt x="4951" y="2413"/>
                    <a:pt x="4956" y="2413"/>
                  </a:cubicBezTo>
                  <a:cubicBezTo>
                    <a:pt x="4997" y="2086"/>
                    <a:pt x="4830" y="1989"/>
                    <a:pt x="4567" y="1832"/>
                  </a:cubicBezTo>
                  <a:cubicBezTo>
                    <a:pt x="4406" y="1737"/>
                    <a:pt x="4219" y="1625"/>
                    <a:pt x="4062" y="1433"/>
                  </a:cubicBezTo>
                  <a:cubicBezTo>
                    <a:pt x="3900" y="1231"/>
                    <a:pt x="3865" y="979"/>
                    <a:pt x="3839" y="752"/>
                  </a:cubicBezTo>
                  <a:lnTo>
                    <a:pt x="3830" y="736"/>
                  </a:lnTo>
                  <a:cubicBezTo>
                    <a:pt x="3790" y="680"/>
                    <a:pt x="3790" y="615"/>
                    <a:pt x="3820" y="559"/>
                  </a:cubicBezTo>
                  <a:cubicBezTo>
                    <a:pt x="3799" y="382"/>
                    <a:pt x="3769" y="246"/>
                    <a:pt x="3694" y="151"/>
                  </a:cubicBezTo>
                  <a:lnTo>
                    <a:pt x="3694" y="146"/>
                  </a:lnTo>
                  <a:cubicBezTo>
                    <a:pt x="3688" y="146"/>
                    <a:pt x="3678" y="146"/>
                    <a:pt x="3678" y="140"/>
                  </a:cubicBezTo>
                  <a:cubicBezTo>
                    <a:pt x="3657" y="130"/>
                    <a:pt x="3648" y="115"/>
                    <a:pt x="3638" y="100"/>
                  </a:cubicBezTo>
                  <a:cubicBezTo>
                    <a:pt x="3617" y="74"/>
                    <a:pt x="3587" y="55"/>
                    <a:pt x="3557" y="39"/>
                  </a:cubicBezTo>
                  <a:cubicBezTo>
                    <a:pt x="3506" y="12"/>
                    <a:pt x="3444" y="1"/>
                    <a:pt x="3375" y="1"/>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707;p33">
              <a:extLst>
                <a:ext uri="{FF2B5EF4-FFF2-40B4-BE49-F238E27FC236}">
                  <a16:creationId xmlns:a16="http://schemas.microsoft.com/office/drawing/2014/main" id="{C4372691-C590-A1BA-999A-2CB9B1461269}"/>
                </a:ext>
              </a:extLst>
            </p:cNvPr>
            <p:cNvSpPr/>
            <p:nvPr/>
          </p:nvSpPr>
          <p:spPr>
            <a:xfrm>
              <a:off x="7911250" y="1052975"/>
              <a:ext cx="22125" cy="101225"/>
            </a:xfrm>
            <a:custGeom>
              <a:avLst/>
              <a:gdLst/>
              <a:ahLst/>
              <a:cxnLst/>
              <a:rect l="l" t="t" r="r" b="b"/>
              <a:pathLst>
                <a:path w="885" h="4049" extrusionOk="0">
                  <a:moveTo>
                    <a:pt x="794" y="1"/>
                  </a:moveTo>
                  <a:cubicBezTo>
                    <a:pt x="706" y="1"/>
                    <a:pt x="627" y="6"/>
                    <a:pt x="551" y="17"/>
                  </a:cubicBezTo>
                  <a:cubicBezTo>
                    <a:pt x="562" y="33"/>
                    <a:pt x="562" y="47"/>
                    <a:pt x="562" y="68"/>
                  </a:cubicBezTo>
                  <a:cubicBezTo>
                    <a:pt x="521" y="1392"/>
                    <a:pt x="420" y="2897"/>
                    <a:pt x="1" y="4049"/>
                  </a:cubicBezTo>
                  <a:cubicBezTo>
                    <a:pt x="698" y="3307"/>
                    <a:pt x="870" y="1938"/>
                    <a:pt x="885" y="882"/>
                  </a:cubicBezTo>
                  <a:lnTo>
                    <a:pt x="885" y="240"/>
                  </a:lnTo>
                  <a:lnTo>
                    <a:pt x="885" y="3"/>
                  </a:lnTo>
                  <a:cubicBezTo>
                    <a:pt x="853" y="1"/>
                    <a:pt x="823" y="1"/>
                    <a:pt x="794"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708;p33">
              <a:extLst>
                <a:ext uri="{FF2B5EF4-FFF2-40B4-BE49-F238E27FC236}">
                  <a16:creationId xmlns:a16="http://schemas.microsoft.com/office/drawing/2014/main" id="{1EC56D88-B00E-F9B3-67D5-651367BF37DD}"/>
                </a:ext>
              </a:extLst>
            </p:cNvPr>
            <p:cNvSpPr/>
            <p:nvPr/>
          </p:nvSpPr>
          <p:spPr>
            <a:xfrm>
              <a:off x="7804675" y="1010325"/>
              <a:ext cx="115200" cy="157375"/>
            </a:xfrm>
            <a:custGeom>
              <a:avLst/>
              <a:gdLst/>
              <a:ahLst/>
              <a:cxnLst/>
              <a:rect l="l" t="t" r="r" b="b"/>
              <a:pathLst>
                <a:path w="4608" h="6295" extrusionOk="0">
                  <a:moveTo>
                    <a:pt x="1048" y="5551"/>
                  </a:moveTo>
                  <a:cubicBezTo>
                    <a:pt x="1052" y="5556"/>
                    <a:pt x="1056" y="5560"/>
                    <a:pt x="1061" y="5563"/>
                  </a:cubicBezTo>
                  <a:cubicBezTo>
                    <a:pt x="1057" y="5559"/>
                    <a:pt x="1052" y="5555"/>
                    <a:pt x="1048" y="5551"/>
                  </a:cubicBezTo>
                  <a:close/>
                  <a:moveTo>
                    <a:pt x="2652" y="0"/>
                  </a:moveTo>
                  <a:cubicBezTo>
                    <a:pt x="2379" y="193"/>
                    <a:pt x="2116" y="389"/>
                    <a:pt x="1864" y="597"/>
                  </a:cubicBezTo>
                  <a:cubicBezTo>
                    <a:pt x="793" y="1481"/>
                    <a:pt x="0" y="2506"/>
                    <a:pt x="202" y="3845"/>
                  </a:cubicBezTo>
                  <a:cubicBezTo>
                    <a:pt x="307" y="4556"/>
                    <a:pt x="601" y="5132"/>
                    <a:pt x="1048" y="5551"/>
                  </a:cubicBezTo>
                  <a:lnTo>
                    <a:pt x="1048" y="5551"/>
                  </a:lnTo>
                  <a:cubicBezTo>
                    <a:pt x="1040" y="5540"/>
                    <a:pt x="1034" y="5526"/>
                    <a:pt x="1031" y="5512"/>
                  </a:cubicBezTo>
                  <a:cubicBezTo>
                    <a:pt x="915" y="4765"/>
                    <a:pt x="1197" y="3765"/>
                    <a:pt x="1404" y="3031"/>
                  </a:cubicBezTo>
                  <a:cubicBezTo>
                    <a:pt x="1416" y="2982"/>
                    <a:pt x="1460" y="2952"/>
                    <a:pt x="1506" y="2952"/>
                  </a:cubicBezTo>
                  <a:cubicBezTo>
                    <a:pt x="1516" y="2952"/>
                    <a:pt x="1526" y="2954"/>
                    <a:pt x="1535" y="2956"/>
                  </a:cubicBezTo>
                  <a:cubicBezTo>
                    <a:pt x="1596" y="2971"/>
                    <a:pt x="1626" y="3031"/>
                    <a:pt x="1612" y="3087"/>
                  </a:cubicBezTo>
                  <a:cubicBezTo>
                    <a:pt x="1409" y="3800"/>
                    <a:pt x="1132" y="4775"/>
                    <a:pt x="1243" y="5477"/>
                  </a:cubicBezTo>
                  <a:cubicBezTo>
                    <a:pt x="1253" y="5538"/>
                    <a:pt x="1213" y="5594"/>
                    <a:pt x="1157" y="5603"/>
                  </a:cubicBezTo>
                  <a:lnTo>
                    <a:pt x="1136" y="5603"/>
                  </a:lnTo>
                  <a:cubicBezTo>
                    <a:pt x="1116" y="5603"/>
                    <a:pt x="1096" y="5594"/>
                    <a:pt x="1076" y="5584"/>
                  </a:cubicBezTo>
                  <a:lnTo>
                    <a:pt x="1076" y="5584"/>
                  </a:lnTo>
                  <a:cubicBezTo>
                    <a:pt x="1288" y="5776"/>
                    <a:pt x="1531" y="5932"/>
                    <a:pt x="1803" y="6053"/>
                  </a:cubicBezTo>
                  <a:cubicBezTo>
                    <a:pt x="1950" y="4684"/>
                    <a:pt x="2116" y="3395"/>
                    <a:pt x="3011" y="2289"/>
                  </a:cubicBezTo>
                  <a:cubicBezTo>
                    <a:pt x="3031" y="2263"/>
                    <a:pt x="3062" y="2251"/>
                    <a:pt x="3093" y="2251"/>
                  </a:cubicBezTo>
                  <a:cubicBezTo>
                    <a:pt x="3118" y="2251"/>
                    <a:pt x="3142" y="2258"/>
                    <a:pt x="3163" y="2274"/>
                  </a:cubicBezTo>
                  <a:cubicBezTo>
                    <a:pt x="3207" y="2315"/>
                    <a:pt x="3214" y="2380"/>
                    <a:pt x="3177" y="2425"/>
                  </a:cubicBezTo>
                  <a:cubicBezTo>
                    <a:pt x="2309" y="3497"/>
                    <a:pt x="2157" y="4775"/>
                    <a:pt x="2011" y="6130"/>
                  </a:cubicBezTo>
                  <a:cubicBezTo>
                    <a:pt x="2172" y="6184"/>
                    <a:pt x="2339" y="6230"/>
                    <a:pt x="2521" y="6261"/>
                  </a:cubicBezTo>
                  <a:cubicBezTo>
                    <a:pt x="2676" y="6283"/>
                    <a:pt x="2822" y="6295"/>
                    <a:pt x="2963" y="6295"/>
                  </a:cubicBezTo>
                  <a:cubicBezTo>
                    <a:pt x="3046" y="6295"/>
                    <a:pt x="3128" y="6290"/>
                    <a:pt x="3207" y="6281"/>
                  </a:cubicBezTo>
                  <a:lnTo>
                    <a:pt x="3207" y="6256"/>
                  </a:lnTo>
                  <a:cubicBezTo>
                    <a:pt x="3233" y="6074"/>
                    <a:pt x="3268" y="5694"/>
                    <a:pt x="3284" y="5417"/>
                  </a:cubicBezTo>
                  <a:cubicBezTo>
                    <a:pt x="3284" y="5359"/>
                    <a:pt x="3330" y="5316"/>
                    <a:pt x="3386" y="5316"/>
                  </a:cubicBezTo>
                  <a:cubicBezTo>
                    <a:pt x="3389" y="5316"/>
                    <a:pt x="3392" y="5316"/>
                    <a:pt x="3395" y="5316"/>
                  </a:cubicBezTo>
                  <a:cubicBezTo>
                    <a:pt x="3456" y="5316"/>
                    <a:pt x="3501" y="5366"/>
                    <a:pt x="3496" y="5426"/>
                  </a:cubicBezTo>
                  <a:cubicBezTo>
                    <a:pt x="3486" y="5689"/>
                    <a:pt x="3450" y="6043"/>
                    <a:pt x="3426" y="6240"/>
                  </a:cubicBezTo>
                  <a:cubicBezTo>
                    <a:pt x="3683" y="6179"/>
                    <a:pt x="3911" y="6069"/>
                    <a:pt x="4107" y="5902"/>
                  </a:cubicBezTo>
                  <a:cubicBezTo>
                    <a:pt x="4142" y="5876"/>
                    <a:pt x="4178" y="5846"/>
                    <a:pt x="4203" y="5816"/>
                  </a:cubicBezTo>
                  <a:lnTo>
                    <a:pt x="4203" y="5816"/>
                  </a:lnTo>
                  <a:cubicBezTo>
                    <a:pt x="4193" y="5820"/>
                    <a:pt x="4178" y="5826"/>
                    <a:pt x="4163" y="5826"/>
                  </a:cubicBezTo>
                  <a:cubicBezTo>
                    <a:pt x="4153" y="5826"/>
                    <a:pt x="4138" y="5820"/>
                    <a:pt x="4128" y="5816"/>
                  </a:cubicBezTo>
                  <a:cubicBezTo>
                    <a:pt x="4072" y="5796"/>
                    <a:pt x="4042" y="5735"/>
                    <a:pt x="4062" y="5680"/>
                  </a:cubicBezTo>
                  <a:cubicBezTo>
                    <a:pt x="4471" y="4558"/>
                    <a:pt x="4567" y="3073"/>
                    <a:pt x="4608" y="1764"/>
                  </a:cubicBezTo>
                  <a:lnTo>
                    <a:pt x="4608" y="1758"/>
                  </a:lnTo>
                  <a:cubicBezTo>
                    <a:pt x="4597" y="1764"/>
                    <a:pt x="4587" y="1764"/>
                    <a:pt x="4572" y="1764"/>
                  </a:cubicBezTo>
                  <a:cubicBezTo>
                    <a:pt x="4476" y="1784"/>
                    <a:pt x="4390" y="1800"/>
                    <a:pt x="4299" y="1809"/>
                  </a:cubicBezTo>
                  <a:cubicBezTo>
                    <a:pt x="4299" y="1809"/>
                    <a:pt x="4294" y="1819"/>
                    <a:pt x="4294" y="1825"/>
                  </a:cubicBezTo>
                  <a:cubicBezTo>
                    <a:pt x="3880" y="2532"/>
                    <a:pt x="3748" y="3386"/>
                    <a:pt x="3622" y="4209"/>
                  </a:cubicBezTo>
                  <a:cubicBezTo>
                    <a:pt x="3592" y="4407"/>
                    <a:pt x="3566" y="4593"/>
                    <a:pt x="3531" y="4775"/>
                  </a:cubicBezTo>
                  <a:cubicBezTo>
                    <a:pt x="3522" y="4831"/>
                    <a:pt x="3475" y="4866"/>
                    <a:pt x="3426" y="4866"/>
                  </a:cubicBezTo>
                  <a:cubicBezTo>
                    <a:pt x="3420" y="4866"/>
                    <a:pt x="3415" y="4861"/>
                    <a:pt x="3405" y="4861"/>
                  </a:cubicBezTo>
                  <a:cubicBezTo>
                    <a:pt x="3349" y="4850"/>
                    <a:pt x="3309" y="4796"/>
                    <a:pt x="3319" y="4740"/>
                  </a:cubicBezTo>
                  <a:cubicBezTo>
                    <a:pt x="3349" y="4558"/>
                    <a:pt x="3380" y="4371"/>
                    <a:pt x="3410" y="4179"/>
                  </a:cubicBezTo>
                  <a:cubicBezTo>
                    <a:pt x="3536" y="3365"/>
                    <a:pt x="3662" y="2522"/>
                    <a:pt x="4062" y="1800"/>
                  </a:cubicBezTo>
                  <a:cubicBezTo>
                    <a:pt x="3839" y="1753"/>
                    <a:pt x="3617" y="1592"/>
                    <a:pt x="3335" y="1198"/>
                  </a:cubicBezTo>
                  <a:cubicBezTo>
                    <a:pt x="3279" y="1122"/>
                    <a:pt x="3123" y="905"/>
                    <a:pt x="2965" y="627"/>
                  </a:cubicBezTo>
                  <a:cubicBezTo>
                    <a:pt x="2501" y="1224"/>
                    <a:pt x="2157" y="1744"/>
                    <a:pt x="1864" y="2436"/>
                  </a:cubicBezTo>
                  <a:cubicBezTo>
                    <a:pt x="1849" y="2476"/>
                    <a:pt x="1808" y="2506"/>
                    <a:pt x="1768" y="2506"/>
                  </a:cubicBezTo>
                  <a:cubicBezTo>
                    <a:pt x="1752" y="2506"/>
                    <a:pt x="1738" y="2502"/>
                    <a:pt x="1722" y="2497"/>
                  </a:cubicBezTo>
                  <a:cubicBezTo>
                    <a:pt x="1668" y="2471"/>
                    <a:pt x="1642" y="2411"/>
                    <a:pt x="1668" y="2355"/>
                  </a:cubicBezTo>
                  <a:cubicBezTo>
                    <a:pt x="1976" y="1607"/>
                    <a:pt x="2349" y="1061"/>
                    <a:pt x="2855" y="425"/>
                  </a:cubicBezTo>
                  <a:cubicBezTo>
                    <a:pt x="2799" y="329"/>
                    <a:pt x="2748" y="223"/>
                    <a:pt x="2708" y="121"/>
                  </a:cubicBezTo>
                  <a:cubicBezTo>
                    <a:pt x="2687" y="81"/>
                    <a:pt x="2673" y="41"/>
                    <a:pt x="2652"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709;p33">
              <a:extLst>
                <a:ext uri="{FF2B5EF4-FFF2-40B4-BE49-F238E27FC236}">
                  <a16:creationId xmlns:a16="http://schemas.microsoft.com/office/drawing/2014/main" id="{0A18BA64-97E5-91A8-749D-5C9894A248F2}"/>
                </a:ext>
              </a:extLst>
            </p:cNvPr>
            <p:cNvSpPr/>
            <p:nvPr/>
          </p:nvSpPr>
          <p:spPr>
            <a:xfrm>
              <a:off x="7769800" y="993025"/>
              <a:ext cx="98800" cy="35050"/>
            </a:xfrm>
            <a:custGeom>
              <a:avLst/>
              <a:gdLst/>
              <a:ahLst/>
              <a:cxnLst/>
              <a:rect l="l" t="t" r="r" b="b"/>
              <a:pathLst>
                <a:path w="3952" h="1402" extrusionOk="0">
                  <a:moveTo>
                    <a:pt x="3926" y="1"/>
                  </a:moveTo>
                  <a:cubicBezTo>
                    <a:pt x="3077" y="419"/>
                    <a:pt x="2128" y="638"/>
                    <a:pt x="1213" y="638"/>
                  </a:cubicBezTo>
                  <a:cubicBezTo>
                    <a:pt x="799" y="638"/>
                    <a:pt x="389" y="591"/>
                    <a:pt x="1" y="501"/>
                  </a:cubicBezTo>
                  <a:lnTo>
                    <a:pt x="1" y="501"/>
                  </a:lnTo>
                  <a:cubicBezTo>
                    <a:pt x="334" y="960"/>
                    <a:pt x="829" y="1268"/>
                    <a:pt x="1456" y="1380"/>
                  </a:cubicBezTo>
                  <a:cubicBezTo>
                    <a:pt x="1537" y="1395"/>
                    <a:pt x="1622" y="1402"/>
                    <a:pt x="1709" y="1402"/>
                  </a:cubicBezTo>
                  <a:cubicBezTo>
                    <a:pt x="2145" y="1402"/>
                    <a:pt x="2639" y="1226"/>
                    <a:pt x="3077" y="1016"/>
                  </a:cubicBezTo>
                  <a:cubicBezTo>
                    <a:pt x="3082" y="1016"/>
                    <a:pt x="3082" y="1011"/>
                    <a:pt x="3087" y="1011"/>
                  </a:cubicBezTo>
                  <a:cubicBezTo>
                    <a:pt x="3360" y="789"/>
                    <a:pt x="3653" y="571"/>
                    <a:pt x="3951" y="365"/>
                  </a:cubicBezTo>
                  <a:cubicBezTo>
                    <a:pt x="3936" y="298"/>
                    <a:pt x="3926" y="233"/>
                    <a:pt x="3921" y="172"/>
                  </a:cubicBezTo>
                  <a:cubicBezTo>
                    <a:pt x="3921" y="116"/>
                    <a:pt x="3921" y="62"/>
                    <a:pt x="3926" y="6"/>
                  </a:cubicBezTo>
                  <a:lnTo>
                    <a:pt x="3926" y="1"/>
                  </a:ln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710;p33">
              <a:extLst>
                <a:ext uri="{FF2B5EF4-FFF2-40B4-BE49-F238E27FC236}">
                  <a16:creationId xmlns:a16="http://schemas.microsoft.com/office/drawing/2014/main" id="{9370DEB4-564B-EB6D-EE5A-24062CA1C448}"/>
                </a:ext>
              </a:extLst>
            </p:cNvPr>
            <p:cNvSpPr/>
            <p:nvPr/>
          </p:nvSpPr>
          <p:spPr>
            <a:xfrm>
              <a:off x="7757400" y="968400"/>
              <a:ext cx="111950" cy="35125"/>
            </a:xfrm>
            <a:custGeom>
              <a:avLst/>
              <a:gdLst/>
              <a:ahLst/>
              <a:cxnLst/>
              <a:rect l="l" t="t" r="r" b="b"/>
              <a:pathLst>
                <a:path w="4478" h="1405" extrusionOk="0">
                  <a:moveTo>
                    <a:pt x="1" y="0"/>
                  </a:moveTo>
                  <a:lnTo>
                    <a:pt x="1" y="0"/>
                  </a:lnTo>
                  <a:cubicBezTo>
                    <a:pt x="12" y="182"/>
                    <a:pt x="36" y="364"/>
                    <a:pt x="77" y="541"/>
                  </a:cubicBezTo>
                  <a:cubicBezTo>
                    <a:pt x="133" y="788"/>
                    <a:pt x="218" y="1021"/>
                    <a:pt x="330" y="1222"/>
                  </a:cubicBezTo>
                  <a:cubicBezTo>
                    <a:pt x="769" y="1345"/>
                    <a:pt x="1237" y="1405"/>
                    <a:pt x="1714" y="1405"/>
                  </a:cubicBezTo>
                  <a:cubicBezTo>
                    <a:pt x="2617" y="1405"/>
                    <a:pt x="3552" y="1188"/>
                    <a:pt x="4382" y="768"/>
                  </a:cubicBezTo>
                  <a:cubicBezTo>
                    <a:pt x="4396" y="761"/>
                    <a:pt x="4414" y="756"/>
                    <a:pt x="4432" y="756"/>
                  </a:cubicBezTo>
                  <a:cubicBezTo>
                    <a:pt x="4439" y="756"/>
                    <a:pt x="4445" y="757"/>
                    <a:pt x="4452" y="758"/>
                  </a:cubicBezTo>
                  <a:cubicBezTo>
                    <a:pt x="4457" y="718"/>
                    <a:pt x="4462" y="677"/>
                    <a:pt x="4478" y="637"/>
                  </a:cubicBezTo>
                  <a:lnTo>
                    <a:pt x="4468" y="637"/>
                  </a:lnTo>
                  <a:cubicBezTo>
                    <a:pt x="4457" y="637"/>
                    <a:pt x="4447" y="637"/>
                    <a:pt x="4432" y="632"/>
                  </a:cubicBezTo>
                  <a:cubicBezTo>
                    <a:pt x="3522" y="324"/>
                    <a:pt x="2563" y="248"/>
                    <a:pt x="1638" y="177"/>
                  </a:cubicBezTo>
                  <a:cubicBezTo>
                    <a:pt x="1097" y="131"/>
                    <a:pt x="547" y="86"/>
                    <a:pt x="1"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711;p33">
              <a:extLst>
                <a:ext uri="{FF2B5EF4-FFF2-40B4-BE49-F238E27FC236}">
                  <a16:creationId xmlns:a16="http://schemas.microsoft.com/office/drawing/2014/main" id="{C86D7882-0D83-9B5C-02F7-0903C376815E}"/>
                </a:ext>
              </a:extLst>
            </p:cNvPr>
            <p:cNvSpPr/>
            <p:nvPr/>
          </p:nvSpPr>
          <p:spPr>
            <a:xfrm>
              <a:off x="7757300" y="878025"/>
              <a:ext cx="144400" cy="101525"/>
            </a:xfrm>
            <a:custGeom>
              <a:avLst/>
              <a:gdLst/>
              <a:ahLst/>
              <a:cxnLst/>
              <a:rect l="l" t="t" r="r" b="b"/>
              <a:pathLst>
                <a:path w="5776" h="4061" extrusionOk="0">
                  <a:moveTo>
                    <a:pt x="2817" y="0"/>
                  </a:moveTo>
                  <a:cubicBezTo>
                    <a:pt x="2613" y="0"/>
                    <a:pt x="2416" y="18"/>
                    <a:pt x="2229" y="54"/>
                  </a:cubicBezTo>
                  <a:lnTo>
                    <a:pt x="2218" y="54"/>
                  </a:lnTo>
                  <a:cubicBezTo>
                    <a:pt x="2945" y="281"/>
                    <a:pt x="3678" y="831"/>
                    <a:pt x="4405" y="1715"/>
                  </a:cubicBezTo>
                  <a:cubicBezTo>
                    <a:pt x="4446" y="1761"/>
                    <a:pt x="4436" y="1831"/>
                    <a:pt x="4396" y="1867"/>
                  </a:cubicBezTo>
                  <a:cubicBezTo>
                    <a:pt x="4375" y="1882"/>
                    <a:pt x="4351" y="1892"/>
                    <a:pt x="4325" y="1892"/>
                  </a:cubicBezTo>
                  <a:cubicBezTo>
                    <a:pt x="4295" y="1892"/>
                    <a:pt x="4265" y="1878"/>
                    <a:pt x="4244" y="1852"/>
                  </a:cubicBezTo>
                  <a:cubicBezTo>
                    <a:pt x="3416" y="857"/>
                    <a:pt x="2597" y="296"/>
                    <a:pt x="1793" y="180"/>
                  </a:cubicBezTo>
                  <a:cubicBezTo>
                    <a:pt x="1647" y="236"/>
                    <a:pt x="1511" y="306"/>
                    <a:pt x="1394" y="392"/>
                  </a:cubicBezTo>
                  <a:cubicBezTo>
                    <a:pt x="991" y="684"/>
                    <a:pt x="657" y="1109"/>
                    <a:pt x="420" y="1600"/>
                  </a:cubicBezTo>
                  <a:cubicBezTo>
                    <a:pt x="743" y="1600"/>
                    <a:pt x="1056" y="1650"/>
                    <a:pt x="1359" y="1701"/>
                  </a:cubicBezTo>
                  <a:cubicBezTo>
                    <a:pt x="1536" y="1736"/>
                    <a:pt x="1718" y="1766"/>
                    <a:pt x="1900" y="1787"/>
                  </a:cubicBezTo>
                  <a:cubicBezTo>
                    <a:pt x="1961" y="1791"/>
                    <a:pt x="2006" y="1847"/>
                    <a:pt x="1996" y="1908"/>
                  </a:cubicBezTo>
                  <a:cubicBezTo>
                    <a:pt x="1991" y="1964"/>
                    <a:pt x="1945" y="2004"/>
                    <a:pt x="1889" y="2004"/>
                  </a:cubicBezTo>
                  <a:lnTo>
                    <a:pt x="1880" y="2004"/>
                  </a:lnTo>
                  <a:cubicBezTo>
                    <a:pt x="1688" y="1983"/>
                    <a:pt x="1506" y="1948"/>
                    <a:pt x="1324" y="1913"/>
                  </a:cubicBezTo>
                  <a:cubicBezTo>
                    <a:pt x="1030" y="1861"/>
                    <a:pt x="751" y="1813"/>
                    <a:pt x="468" y="1813"/>
                  </a:cubicBezTo>
                  <a:cubicBezTo>
                    <a:pt x="420" y="1813"/>
                    <a:pt x="372" y="1814"/>
                    <a:pt x="324" y="1817"/>
                  </a:cubicBezTo>
                  <a:cubicBezTo>
                    <a:pt x="116" y="2312"/>
                    <a:pt x="0" y="2862"/>
                    <a:pt x="0" y="3393"/>
                  </a:cubicBezTo>
                  <a:cubicBezTo>
                    <a:pt x="551" y="3484"/>
                    <a:pt x="1112" y="3529"/>
                    <a:pt x="1658" y="3575"/>
                  </a:cubicBezTo>
                  <a:cubicBezTo>
                    <a:pt x="2597" y="3645"/>
                    <a:pt x="3572" y="3722"/>
                    <a:pt x="4507" y="4044"/>
                  </a:cubicBezTo>
                  <a:cubicBezTo>
                    <a:pt x="4517" y="4044"/>
                    <a:pt x="4527" y="4055"/>
                    <a:pt x="4533" y="4060"/>
                  </a:cubicBezTo>
                  <a:lnTo>
                    <a:pt x="4533" y="4055"/>
                  </a:lnTo>
                  <a:cubicBezTo>
                    <a:pt x="4593" y="3883"/>
                    <a:pt x="4668" y="3711"/>
                    <a:pt x="4764" y="3545"/>
                  </a:cubicBezTo>
                  <a:cubicBezTo>
                    <a:pt x="4573" y="3419"/>
                    <a:pt x="4381" y="3287"/>
                    <a:pt x="4204" y="3160"/>
                  </a:cubicBezTo>
                  <a:cubicBezTo>
                    <a:pt x="3647" y="2766"/>
                    <a:pt x="3122" y="2398"/>
                    <a:pt x="2446" y="2181"/>
                  </a:cubicBezTo>
                  <a:cubicBezTo>
                    <a:pt x="2390" y="2165"/>
                    <a:pt x="2360" y="2104"/>
                    <a:pt x="2374" y="2044"/>
                  </a:cubicBezTo>
                  <a:cubicBezTo>
                    <a:pt x="2390" y="2000"/>
                    <a:pt x="2431" y="1972"/>
                    <a:pt x="2475" y="1972"/>
                  </a:cubicBezTo>
                  <a:cubicBezTo>
                    <a:pt x="2487" y="1972"/>
                    <a:pt x="2499" y="1974"/>
                    <a:pt x="2511" y="1978"/>
                  </a:cubicBezTo>
                  <a:cubicBezTo>
                    <a:pt x="3218" y="2200"/>
                    <a:pt x="3754" y="2584"/>
                    <a:pt x="4325" y="2983"/>
                  </a:cubicBezTo>
                  <a:cubicBezTo>
                    <a:pt x="4502" y="3110"/>
                    <a:pt x="4684" y="3237"/>
                    <a:pt x="4871" y="3358"/>
                  </a:cubicBezTo>
                  <a:cubicBezTo>
                    <a:pt x="4967" y="3211"/>
                    <a:pt x="5072" y="3069"/>
                    <a:pt x="5189" y="2939"/>
                  </a:cubicBezTo>
                  <a:cubicBezTo>
                    <a:pt x="5179" y="2934"/>
                    <a:pt x="5163" y="2923"/>
                    <a:pt x="5158" y="2913"/>
                  </a:cubicBezTo>
                  <a:cubicBezTo>
                    <a:pt x="5007" y="2685"/>
                    <a:pt x="4836" y="2468"/>
                    <a:pt x="4648" y="2261"/>
                  </a:cubicBezTo>
                  <a:cubicBezTo>
                    <a:pt x="4613" y="2221"/>
                    <a:pt x="4613" y="2150"/>
                    <a:pt x="4659" y="2109"/>
                  </a:cubicBezTo>
                  <a:cubicBezTo>
                    <a:pt x="4680" y="2090"/>
                    <a:pt x="4705" y="2082"/>
                    <a:pt x="4730" y="2082"/>
                  </a:cubicBezTo>
                  <a:cubicBezTo>
                    <a:pt x="4759" y="2082"/>
                    <a:pt x="4788" y="2093"/>
                    <a:pt x="4810" y="2115"/>
                  </a:cubicBezTo>
                  <a:cubicBezTo>
                    <a:pt x="5002" y="2327"/>
                    <a:pt x="5179" y="2554"/>
                    <a:pt x="5335" y="2787"/>
                  </a:cubicBezTo>
                  <a:cubicBezTo>
                    <a:pt x="5370" y="2757"/>
                    <a:pt x="5406" y="2721"/>
                    <a:pt x="5447" y="2691"/>
                  </a:cubicBezTo>
                  <a:cubicBezTo>
                    <a:pt x="5547" y="2605"/>
                    <a:pt x="5648" y="2534"/>
                    <a:pt x="5755" y="2473"/>
                  </a:cubicBezTo>
                  <a:cubicBezTo>
                    <a:pt x="5769" y="2393"/>
                    <a:pt x="5775" y="2312"/>
                    <a:pt x="5775" y="2236"/>
                  </a:cubicBezTo>
                  <a:cubicBezTo>
                    <a:pt x="5356" y="1812"/>
                    <a:pt x="4941" y="1185"/>
                    <a:pt x="4694" y="509"/>
                  </a:cubicBezTo>
                  <a:cubicBezTo>
                    <a:pt x="4131" y="172"/>
                    <a:pt x="3448" y="0"/>
                    <a:pt x="2817"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712;p33">
              <a:extLst>
                <a:ext uri="{FF2B5EF4-FFF2-40B4-BE49-F238E27FC236}">
                  <a16:creationId xmlns:a16="http://schemas.microsoft.com/office/drawing/2014/main" id="{2E630BDC-3591-1913-A30A-120F3DBE439B}"/>
                </a:ext>
              </a:extLst>
            </p:cNvPr>
            <p:cNvSpPr/>
            <p:nvPr/>
          </p:nvSpPr>
          <p:spPr>
            <a:xfrm>
              <a:off x="7874875" y="837050"/>
              <a:ext cx="39425" cy="94350"/>
            </a:xfrm>
            <a:custGeom>
              <a:avLst/>
              <a:gdLst/>
              <a:ahLst/>
              <a:cxnLst/>
              <a:rect l="l" t="t" r="r" b="b"/>
              <a:pathLst>
                <a:path w="1577" h="3774" extrusionOk="0">
                  <a:moveTo>
                    <a:pt x="355" y="0"/>
                  </a:moveTo>
                  <a:cubicBezTo>
                    <a:pt x="278" y="101"/>
                    <a:pt x="224" y="212"/>
                    <a:pt x="178" y="334"/>
                  </a:cubicBezTo>
                  <a:cubicBezTo>
                    <a:pt x="1" y="803"/>
                    <a:pt x="61" y="1374"/>
                    <a:pt x="254" y="1929"/>
                  </a:cubicBezTo>
                  <a:cubicBezTo>
                    <a:pt x="329" y="2148"/>
                    <a:pt x="420" y="2365"/>
                    <a:pt x="532" y="2566"/>
                  </a:cubicBezTo>
                  <a:cubicBezTo>
                    <a:pt x="663" y="2824"/>
                    <a:pt x="819" y="3067"/>
                    <a:pt x="986" y="3279"/>
                  </a:cubicBezTo>
                  <a:cubicBezTo>
                    <a:pt x="1122" y="3456"/>
                    <a:pt x="1259" y="3607"/>
                    <a:pt x="1395" y="3734"/>
                  </a:cubicBezTo>
                  <a:cubicBezTo>
                    <a:pt x="1411" y="3748"/>
                    <a:pt x="1425" y="3759"/>
                    <a:pt x="1441" y="3774"/>
                  </a:cubicBezTo>
                  <a:cubicBezTo>
                    <a:pt x="1577" y="2773"/>
                    <a:pt x="1224" y="2011"/>
                    <a:pt x="849" y="1213"/>
                  </a:cubicBezTo>
                  <a:cubicBezTo>
                    <a:pt x="672" y="828"/>
                    <a:pt x="486" y="434"/>
                    <a:pt x="355"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713;p33">
              <a:extLst>
                <a:ext uri="{FF2B5EF4-FFF2-40B4-BE49-F238E27FC236}">
                  <a16:creationId xmlns:a16="http://schemas.microsoft.com/office/drawing/2014/main" id="{05A4C7D1-6510-6B0E-82CC-1DE4CBDD0286}"/>
                </a:ext>
              </a:extLst>
            </p:cNvPr>
            <p:cNvSpPr/>
            <p:nvPr/>
          </p:nvSpPr>
          <p:spPr>
            <a:xfrm>
              <a:off x="7887750" y="822250"/>
              <a:ext cx="45500" cy="114325"/>
            </a:xfrm>
            <a:custGeom>
              <a:avLst/>
              <a:gdLst/>
              <a:ahLst/>
              <a:cxnLst/>
              <a:rect l="l" t="t" r="r" b="b"/>
              <a:pathLst>
                <a:path w="1820" h="4573" extrusionOk="0">
                  <a:moveTo>
                    <a:pt x="557" y="0"/>
                  </a:moveTo>
                  <a:cubicBezTo>
                    <a:pt x="334" y="107"/>
                    <a:pt x="148" y="238"/>
                    <a:pt x="1" y="390"/>
                  </a:cubicBezTo>
                  <a:cubicBezTo>
                    <a:pt x="138" y="865"/>
                    <a:pt x="334" y="1294"/>
                    <a:pt x="532" y="1714"/>
                  </a:cubicBezTo>
                  <a:cubicBezTo>
                    <a:pt x="936" y="2582"/>
                    <a:pt x="1320" y="3400"/>
                    <a:pt x="1118" y="4533"/>
                  </a:cubicBezTo>
                  <a:cubicBezTo>
                    <a:pt x="1134" y="4532"/>
                    <a:pt x="1150" y="4532"/>
                    <a:pt x="1166" y="4532"/>
                  </a:cubicBezTo>
                  <a:cubicBezTo>
                    <a:pt x="1244" y="4532"/>
                    <a:pt x="1320" y="4541"/>
                    <a:pt x="1395" y="4558"/>
                  </a:cubicBezTo>
                  <a:cubicBezTo>
                    <a:pt x="1406" y="4558"/>
                    <a:pt x="1416" y="4563"/>
                    <a:pt x="1426" y="4573"/>
                  </a:cubicBezTo>
                  <a:cubicBezTo>
                    <a:pt x="1517" y="4547"/>
                    <a:pt x="1623" y="4512"/>
                    <a:pt x="1729" y="4467"/>
                  </a:cubicBezTo>
                  <a:lnTo>
                    <a:pt x="1729" y="4452"/>
                  </a:lnTo>
                  <a:cubicBezTo>
                    <a:pt x="1820" y="2926"/>
                    <a:pt x="1386" y="1274"/>
                    <a:pt x="557"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714;p33">
              <a:extLst>
                <a:ext uri="{FF2B5EF4-FFF2-40B4-BE49-F238E27FC236}">
                  <a16:creationId xmlns:a16="http://schemas.microsoft.com/office/drawing/2014/main" id="{E4687476-7D88-A345-5C71-A256F83BBE49}"/>
                </a:ext>
              </a:extLst>
            </p:cNvPr>
            <p:cNvSpPr/>
            <p:nvPr/>
          </p:nvSpPr>
          <p:spPr>
            <a:xfrm>
              <a:off x="7906700" y="814400"/>
              <a:ext cx="96150" cy="117400"/>
            </a:xfrm>
            <a:custGeom>
              <a:avLst/>
              <a:gdLst/>
              <a:ahLst/>
              <a:cxnLst/>
              <a:rect l="l" t="t" r="r" b="b"/>
              <a:pathLst>
                <a:path w="3846" h="4696" extrusionOk="0">
                  <a:moveTo>
                    <a:pt x="1354" y="0"/>
                  </a:moveTo>
                  <a:cubicBezTo>
                    <a:pt x="894" y="0"/>
                    <a:pt x="421" y="70"/>
                    <a:pt x="1" y="234"/>
                  </a:cubicBezTo>
                  <a:cubicBezTo>
                    <a:pt x="763" y="1421"/>
                    <a:pt x="1199" y="2932"/>
                    <a:pt x="1199" y="4367"/>
                  </a:cubicBezTo>
                  <a:cubicBezTo>
                    <a:pt x="1199" y="4478"/>
                    <a:pt x="1194" y="4584"/>
                    <a:pt x="1194" y="4695"/>
                  </a:cubicBezTo>
                  <a:cubicBezTo>
                    <a:pt x="1461" y="4579"/>
                    <a:pt x="1740" y="4472"/>
                    <a:pt x="1992" y="4442"/>
                  </a:cubicBezTo>
                  <a:cubicBezTo>
                    <a:pt x="2194" y="4073"/>
                    <a:pt x="2305" y="3406"/>
                    <a:pt x="2300" y="2967"/>
                  </a:cubicBezTo>
                  <a:cubicBezTo>
                    <a:pt x="2300" y="2907"/>
                    <a:pt x="2346" y="2856"/>
                    <a:pt x="2406" y="2856"/>
                  </a:cubicBezTo>
                  <a:cubicBezTo>
                    <a:pt x="2467" y="2856"/>
                    <a:pt x="2512" y="2902"/>
                    <a:pt x="2517" y="2963"/>
                  </a:cubicBezTo>
                  <a:lnTo>
                    <a:pt x="2517" y="3003"/>
                  </a:lnTo>
                  <a:cubicBezTo>
                    <a:pt x="2517" y="3427"/>
                    <a:pt x="2421" y="4033"/>
                    <a:pt x="2229" y="4442"/>
                  </a:cubicBezTo>
                  <a:cubicBezTo>
                    <a:pt x="2305" y="4453"/>
                    <a:pt x="2376" y="4472"/>
                    <a:pt x="2446" y="4509"/>
                  </a:cubicBezTo>
                  <a:cubicBezTo>
                    <a:pt x="2477" y="4523"/>
                    <a:pt x="2497" y="4539"/>
                    <a:pt x="2522" y="4554"/>
                  </a:cubicBezTo>
                  <a:cubicBezTo>
                    <a:pt x="3139" y="3574"/>
                    <a:pt x="3846" y="1816"/>
                    <a:pt x="3594" y="699"/>
                  </a:cubicBezTo>
                  <a:lnTo>
                    <a:pt x="3594" y="683"/>
                  </a:lnTo>
                  <a:cubicBezTo>
                    <a:pt x="3447" y="557"/>
                    <a:pt x="3275" y="441"/>
                    <a:pt x="3067" y="345"/>
                  </a:cubicBezTo>
                  <a:cubicBezTo>
                    <a:pt x="2901" y="265"/>
                    <a:pt x="2703" y="193"/>
                    <a:pt x="2491" y="137"/>
                  </a:cubicBezTo>
                  <a:lnTo>
                    <a:pt x="2491" y="137"/>
                  </a:lnTo>
                  <a:cubicBezTo>
                    <a:pt x="2750" y="830"/>
                    <a:pt x="2603" y="1962"/>
                    <a:pt x="2552" y="2315"/>
                  </a:cubicBezTo>
                  <a:cubicBezTo>
                    <a:pt x="2542" y="2371"/>
                    <a:pt x="2497" y="2406"/>
                    <a:pt x="2446" y="2406"/>
                  </a:cubicBezTo>
                  <a:lnTo>
                    <a:pt x="2426" y="2406"/>
                  </a:lnTo>
                  <a:cubicBezTo>
                    <a:pt x="2370" y="2396"/>
                    <a:pt x="2330" y="2341"/>
                    <a:pt x="2335" y="2285"/>
                  </a:cubicBezTo>
                  <a:cubicBezTo>
                    <a:pt x="2451" y="1543"/>
                    <a:pt x="2482" y="578"/>
                    <a:pt x="2239" y="97"/>
                  </a:cubicBezTo>
                  <a:cubicBezTo>
                    <a:pt x="2234" y="93"/>
                    <a:pt x="2234" y="88"/>
                    <a:pt x="2234" y="83"/>
                  </a:cubicBezTo>
                  <a:lnTo>
                    <a:pt x="2229" y="83"/>
                  </a:lnTo>
                  <a:cubicBezTo>
                    <a:pt x="1955" y="30"/>
                    <a:pt x="1657" y="0"/>
                    <a:pt x="1354"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715;p33">
              <a:extLst>
                <a:ext uri="{FF2B5EF4-FFF2-40B4-BE49-F238E27FC236}">
                  <a16:creationId xmlns:a16="http://schemas.microsoft.com/office/drawing/2014/main" id="{8C9ADF55-DBA7-594C-F445-E91EFBC03C48}"/>
                </a:ext>
              </a:extLst>
            </p:cNvPr>
            <p:cNvSpPr/>
            <p:nvPr/>
          </p:nvSpPr>
          <p:spPr>
            <a:xfrm>
              <a:off x="7973800" y="838550"/>
              <a:ext cx="41825" cy="102825"/>
            </a:xfrm>
            <a:custGeom>
              <a:avLst/>
              <a:gdLst/>
              <a:ahLst/>
              <a:cxnLst/>
              <a:rect l="l" t="t" r="r" b="b"/>
              <a:pathLst>
                <a:path w="1673" h="4113" extrusionOk="0">
                  <a:moveTo>
                    <a:pt x="1167" y="1"/>
                  </a:moveTo>
                  <a:lnTo>
                    <a:pt x="1167" y="1"/>
                  </a:lnTo>
                  <a:cubicBezTo>
                    <a:pt x="1268" y="1188"/>
                    <a:pt x="602" y="2794"/>
                    <a:pt x="0" y="3734"/>
                  </a:cubicBezTo>
                  <a:cubicBezTo>
                    <a:pt x="61" y="3805"/>
                    <a:pt x="101" y="3891"/>
                    <a:pt x="131" y="3977"/>
                  </a:cubicBezTo>
                  <a:cubicBezTo>
                    <a:pt x="147" y="4022"/>
                    <a:pt x="157" y="4068"/>
                    <a:pt x="171" y="4113"/>
                  </a:cubicBezTo>
                  <a:cubicBezTo>
                    <a:pt x="318" y="3997"/>
                    <a:pt x="465" y="3865"/>
                    <a:pt x="606" y="3729"/>
                  </a:cubicBezTo>
                  <a:cubicBezTo>
                    <a:pt x="823" y="3512"/>
                    <a:pt x="1005" y="3264"/>
                    <a:pt x="1157" y="2997"/>
                  </a:cubicBezTo>
                  <a:cubicBezTo>
                    <a:pt x="1516" y="2354"/>
                    <a:pt x="1672" y="1603"/>
                    <a:pt x="1561" y="930"/>
                  </a:cubicBezTo>
                  <a:cubicBezTo>
                    <a:pt x="1511" y="647"/>
                    <a:pt x="1404" y="314"/>
                    <a:pt x="1167"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716;p33">
              <a:extLst>
                <a:ext uri="{FF2B5EF4-FFF2-40B4-BE49-F238E27FC236}">
                  <a16:creationId xmlns:a16="http://schemas.microsoft.com/office/drawing/2014/main" id="{3B7F32B4-4D35-B50E-ADC0-207902B82280}"/>
                </a:ext>
              </a:extLst>
            </p:cNvPr>
            <p:cNvSpPr/>
            <p:nvPr/>
          </p:nvSpPr>
          <p:spPr>
            <a:xfrm>
              <a:off x="7979225" y="889825"/>
              <a:ext cx="111925" cy="74175"/>
            </a:xfrm>
            <a:custGeom>
              <a:avLst/>
              <a:gdLst/>
              <a:ahLst/>
              <a:cxnLst/>
              <a:rect l="l" t="t" r="r" b="b"/>
              <a:pathLst>
                <a:path w="4477" h="2967" extrusionOk="0">
                  <a:moveTo>
                    <a:pt x="3705" y="0"/>
                  </a:moveTo>
                  <a:cubicBezTo>
                    <a:pt x="3126" y="0"/>
                    <a:pt x="2497" y="222"/>
                    <a:pt x="1894" y="653"/>
                  </a:cubicBezTo>
                  <a:lnTo>
                    <a:pt x="1803" y="718"/>
                  </a:lnTo>
                  <a:cubicBezTo>
                    <a:pt x="1602" y="860"/>
                    <a:pt x="1390" y="1007"/>
                    <a:pt x="1182" y="1168"/>
                  </a:cubicBezTo>
                  <a:cubicBezTo>
                    <a:pt x="1026" y="1436"/>
                    <a:pt x="839" y="1688"/>
                    <a:pt x="616" y="1905"/>
                  </a:cubicBezTo>
                  <a:cubicBezTo>
                    <a:pt x="420" y="2103"/>
                    <a:pt x="212" y="2280"/>
                    <a:pt x="0" y="2436"/>
                  </a:cubicBezTo>
                  <a:cubicBezTo>
                    <a:pt x="26" y="2638"/>
                    <a:pt x="45" y="2835"/>
                    <a:pt x="152" y="2966"/>
                  </a:cubicBezTo>
                  <a:cubicBezTo>
                    <a:pt x="1087" y="1764"/>
                    <a:pt x="2905" y="592"/>
                    <a:pt x="4477" y="152"/>
                  </a:cubicBezTo>
                  <a:lnTo>
                    <a:pt x="4477" y="147"/>
                  </a:lnTo>
                  <a:cubicBezTo>
                    <a:pt x="4236" y="49"/>
                    <a:pt x="3976" y="0"/>
                    <a:pt x="3705"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717;p33">
              <a:extLst>
                <a:ext uri="{FF2B5EF4-FFF2-40B4-BE49-F238E27FC236}">
                  <a16:creationId xmlns:a16="http://schemas.microsoft.com/office/drawing/2014/main" id="{D9244978-D817-7314-238E-AE6DB1127D98}"/>
                </a:ext>
              </a:extLst>
            </p:cNvPr>
            <p:cNvSpPr/>
            <p:nvPr/>
          </p:nvSpPr>
          <p:spPr>
            <a:xfrm>
              <a:off x="7986925" y="897275"/>
              <a:ext cx="140975" cy="115575"/>
            </a:xfrm>
            <a:custGeom>
              <a:avLst/>
              <a:gdLst/>
              <a:ahLst/>
              <a:cxnLst/>
              <a:rect l="l" t="t" r="r" b="b"/>
              <a:pathLst>
                <a:path w="5639" h="4623" extrusionOk="0">
                  <a:moveTo>
                    <a:pt x="4456" y="0"/>
                  </a:moveTo>
                  <a:cubicBezTo>
                    <a:pt x="2870" y="375"/>
                    <a:pt x="945" y="1582"/>
                    <a:pt x="0" y="2820"/>
                  </a:cubicBezTo>
                  <a:cubicBezTo>
                    <a:pt x="51" y="2861"/>
                    <a:pt x="101" y="2896"/>
                    <a:pt x="152" y="2931"/>
                  </a:cubicBezTo>
                  <a:cubicBezTo>
                    <a:pt x="662" y="2724"/>
                    <a:pt x="1173" y="2497"/>
                    <a:pt x="1667" y="2274"/>
                  </a:cubicBezTo>
                  <a:cubicBezTo>
                    <a:pt x="2082" y="2087"/>
                    <a:pt x="2506" y="1896"/>
                    <a:pt x="2920" y="1724"/>
                  </a:cubicBezTo>
                  <a:cubicBezTo>
                    <a:pt x="2933" y="1719"/>
                    <a:pt x="2946" y="1716"/>
                    <a:pt x="2960" y="1716"/>
                  </a:cubicBezTo>
                  <a:cubicBezTo>
                    <a:pt x="3004" y="1716"/>
                    <a:pt x="3046" y="1741"/>
                    <a:pt x="3062" y="1784"/>
                  </a:cubicBezTo>
                  <a:cubicBezTo>
                    <a:pt x="3087" y="1840"/>
                    <a:pt x="3057" y="1901"/>
                    <a:pt x="3001" y="1926"/>
                  </a:cubicBezTo>
                  <a:cubicBezTo>
                    <a:pt x="2593" y="2092"/>
                    <a:pt x="2168" y="2285"/>
                    <a:pt x="1753" y="2472"/>
                  </a:cubicBezTo>
                  <a:cubicBezTo>
                    <a:pt x="1304" y="2673"/>
                    <a:pt x="844" y="2875"/>
                    <a:pt x="385" y="3067"/>
                  </a:cubicBezTo>
                  <a:cubicBezTo>
                    <a:pt x="450" y="3108"/>
                    <a:pt x="520" y="3158"/>
                    <a:pt x="576" y="3209"/>
                  </a:cubicBezTo>
                  <a:lnTo>
                    <a:pt x="581" y="3214"/>
                  </a:lnTo>
                  <a:cubicBezTo>
                    <a:pt x="597" y="3199"/>
                    <a:pt x="616" y="3194"/>
                    <a:pt x="637" y="3194"/>
                  </a:cubicBezTo>
                  <a:lnTo>
                    <a:pt x="1339" y="3194"/>
                  </a:lnTo>
                  <a:cubicBezTo>
                    <a:pt x="1399" y="3194"/>
                    <a:pt x="1445" y="3244"/>
                    <a:pt x="1445" y="3300"/>
                  </a:cubicBezTo>
                  <a:cubicBezTo>
                    <a:pt x="1445" y="3360"/>
                    <a:pt x="1399" y="3407"/>
                    <a:pt x="1339" y="3407"/>
                  </a:cubicBezTo>
                  <a:lnTo>
                    <a:pt x="737" y="3407"/>
                  </a:lnTo>
                  <a:cubicBezTo>
                    <a:pt x="793" y="3517"/>
                    <a:pt x="828" y="3649"/>
                    <a:pt x="819" y="3825"/>
                  </a:cubicBezTo>
                  <a:cubicBezTo>
                    <a:pt x="991" y="3811"/>
                    <a:pt x="1165" y="3806"/>
                    <a:pt x="1339" y="3806"/>
                  </a:cubicBezTo>
                  <a:cubicBezTo>
                    <a:pt x="1682" y="3806"/>
                    <a:pt x="2026" y="3827"/>
                    <a:pt x="2365" y="3850"/>
                  </a:cubicBezTo>
                  <a:cubicBezTo>
                    <a:pt x="2708" y="3871"/>
                    <a:pt x="3062" y="3896"/>
                    <a:pt x="3405" y="3896"/>
                  </a:cubicBezTo>
                  <a:cubicBezTo>
                    <a:pt x="3466" y="3896"/>
                    <a:pt x="3512" y="3946"/>
                    <a:pt x="3512" y="4002"/>
                  </a:cubicBezTo>
                  <a:cubicBezTo>
                    <a:pt x="3512" y="4063"/>
                    <a:pt x="3466" y="4109"/>
                    <a:pt x="3405" y="4109"/>
                  </a:cubicBezTo>
                  <a:cubicBezTo>
                    <a:pt x="3057" y="4109"/>
                    <a:pt x="2698" y="4088"/>
                    <a:pt x="2350" y="4063"/>
                  </a:cubicBezTo>
                  <a:cubicBezTo>
                    <a:pt x="2014" y="4043"/>
                    <a:pt x="1669" y="4021"/>
                    <a:pt x="1328" y="4021"/>
                  </a:cubicBezTo>
                  <a:cubicBezTo>
                    <a:pt x="1146" y="4021"/>
                    <a:pt x="966" y="4027"/>
                    <a:pt x="788" y="4043"/>
                  </a:cubicBezTo>
                  <a:cubicBezTo>
                    <a:pt x="779" y="4093"/>
                    <a:pt x="763" y="4144"/>
                    <a:pt x="748" y="4195"/>
                  </a:cubicBezTo>
                  <a:cubicBezTo>
                    <a:pt x="728" y="4280"/>
                    <a:pt x="688" y="4351"/>
                    <a:pt x="646" y="4417"/>
                  </a:cubicBezTo>
                  <a:cubicBezTo>
                    <a:pt x="761" y="4403"/>
                    <a:pt x="876" y="4397"/>
                    <a:pt x="991" y="4397"/>
                  </a:cubicBezTo>
                  <a:cubicBezTo>
                    <a:pt x="1356" y="4397"/>
                    <a:pt x="1727" y="4455"/>
                    <a:pt x="2092" y="4512"/>
                  </a:cubicBezTo>
                  <a:cubicBezTo>
                    <a:pt x="2452" y="4566"/>
                    <a:pt x="2821" y="4623"/>
                    <a:pt x="3184" y="4623"/>
                  </a:cubicBezTo>
                  <a:cubicBezTo>
                    <a:pt x="3502" y="4623"/>
                    <a:pt x="3816" y="4579"/>
                    <a:pt x="4118" y="4452"/>
                  </a:cubicBezTo>
                  <a:cubicBezTo>
                    <a:pt x="4527" y="4280"/>
                    <a:pt x="4866" y="4048"/>
                    <a:pt x="5109" y="3764"/>
                  </a:cubicBezTo>
                  <a:lnTo>
                    <a:pt x="5109" y="3764"/>
                  </a:lnTo>
                  <a:cubicBezTo>
                    <a:pt x="4719" y="3916"/>
                    <a:pt x="4330" y="4002"/>
                    <a:pt x="3997" y="4002"/>
                  </a:cubicBezTo>
                  <a:lnTo>
                    <a:pt x="3915" y="4002"/>
                  </a:lnTo>
                  <a:cubicBezTo>
                    <a:pt x="3860" y="3997"/>
                    <a:pt x="3810" y="3946"/>
                    <a:pt x="3815" y="3886"/>
                  </a:cubicBezTo>
                  <a:cubicBezTo>
                    <a:pt x="3815" y="3828"/>
                    <a:pt x="3861" y="3785"/>
                    <a:pt x="3917" y="3785"/>
                  </a:cubicBezTo>
                  <a:cubicBezTo>
                    <a:pt x="3920" y="3785"/>
                    <a:pt x="3923" y="3785"/>
                    <a:pt x="3926" y="3785"/>
                  </a:cubicBezTo>
                  <a:cubicBezTo>
                    <a:pt x="3949" y="3786"/>
                    <a:pt x="3971" y="3786"/>
                    <a:pt x="3994" y="3786"/>
                  </a:cubicBezTo>
                  <a:cubicBezTo>
                    <a:pt x="4396" y="3786"/>
                    <a:pt x="4887" y="3655"/>
                    <a:pt x="5361" y="3421"/>
                  </a:cubicBezTo>
                  <a:cubicBezTo>
                    <a:pt x="5492" y="3194"/>
                    <a:pt x="5578" y="2941"/>
                    <a:pt x="5608" y="2673"/>
                  </a:cubicBezTo>
                  <a:lnTo>
                    <a:pt x="5608" y="2673"/>
                  </a:lnTo>
                  <a:cubicBezTo>
                    <a:pt x="4491" y="3067"/>
                    <a:pt x="3405" y="3411"/>
                    <a:pt x="2168" y="3411"/>
                  </a:cubicBezTo>
                  <a:cubicBezTo>
                    <a:pt x="2138" y="3411"/>
                    <a:pt x="2108" y="3411"/>
                    <a:pt x="2077" y="3407"/>
                  </a:cubicBezTo>
                  <a:cubicBezTo>
                    <a:pt x="2017" y="3407"/>
                    <a:pt x="1971" y="3360"/>
                    <a:pt x="1971" y="3300"/>
                  </a:cubicBezTo>
                  <a:cubicBezTo>
                    <a:pt x="1971" y="3239"/>
                    <a:pt x="2017" y="3194"/>
                    <a:pt x="2077" y="3194"/>
                  </a:cubicBezTo>
                  <a:cubicBezTo>
                    <a:pt x="2110" y="3195"/>
                    <a:pt x="2143" y="3195"/>
                    <a:pt x="2175" y="3195"/>
                  </a:cubicBezTo>
                  <a:cubicBezTo>
                    <a:pt x="3412" y="3195"/>
                    <a:pt x="4496" y="2840"/>
                    <a:pt x="5629" y="2441"/>
                  </a:cubicBezTo>
                  <a:lnTo>
                    <a:pt x="5629" y="2437"/>
                  </a:lnTo>
                  <a:cubicBezTo>
                    <a:pt x="5638" y="2285"/>
                    <a:pt x="5624" y="2127"/>
                    <a:pt x="5598" y="1966"/>
                  </a:cubicBezTo>
                  <a:cubicBezTo>
                    <a:pt x="5548" y="1679"/>
                    <a:pt x="5477" y="1411"/>
                    <a:pt x="5381" y="1173"/>
                  </a:cubicBezTo>
                  <a:cubicBezTo>
                    <a:pt x="5366" y="1203"/>
                    <a:pt x="5335" y="1229"/>
                    <a:pt x="5300" y="1229"/>
                  </a:cubicBezTo>
                  <a:cubicBezTo>
                    <a:pt x="5007" y="1269"/>
                    <a:pt x="4729" y="1365"/>
                    <a:pt x="4436" y="1466"/>
                  </a:cubicBezTo>
                  <a:cubicBezTo>
                    <a:pt x="4143" y="1567"/>
                    <a:pt x="3845" y="1668"/>
                    <a:pt x="3532" y="1714"/>
                  </a:cubicBezTo>
                  <a:lnTo>
                    <a:pt x="3517" y="1714"/>
                  </a:lnTo>
                  <a:cubicBezTo>
                    <a:pt x="3461" y="1714"/>
                    <a:pt x="3416" y="1673"/>
                    <a:pt x="3411" y="1618"/>
                  </a:cubicBezTo>
                  <a:cubicBezTo>
                    <a:pt x="3400" y="1557"/>
                    <a:pt x="3441" y="1506"/>
                    <a:pt x="3502" y="1497"/>
                  </a:cubicBezTo>
                  <a:cubicBezTo>
                    <a:pt x="3794" y="1456"/>
                    <a:pt x="4083" y="1360"/>
                    <a:pt x="4360" y="1259"/>
                  </a:cubicBezTo>
                  <a:cubicBezTo>
                    <a:pt x="4659" y="1157"/>
                    <a:pt x="4957" y="1057"/>
                    <a:pt x="5275" y="1017"/>
                  </a:cubicBezTo>
                  <a:cubicBezTo>
                    <a:pt x="5290" y="1017"/>
                    <a:pt x="5305" y="1017"/>
                    <a:pt x="5315" y="1021"/>
                  </a:cubicBezTo>
                  <a:cubicBezTo>
                    <a:pt x="5113" y="576"/>
                    <a:pt x="4820" y="228"/>
                    <a:pt x="4456"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718;p33">
              <a:extLst>
                <a:ext uri="{FF2B5EF4-FFF2-40B4-BE49-F238E27FC236}">
                  <a16:creationId xmlns:a16="http://schemas.microsoft.com/office/drawing/2014/main" id="{B01A6188-F6F0-8E92-72A2-9C421B309BFB}"/>
                </a:ext>
              </a:extLst>
            </p:cNvPr>
            <p:cNvSpPr/>
            <p:nvPr/>
          </p:nvSpPr>
          <p:spPr>
            <a:xfrm>
              <a:off x="7991575" y="1017125"/>
              <a:ext cx="68750" cy="32900"/>
            </a:xfrm>
            <a:custGeom>
              <a:avLst/>
              <a:gdLst/>
              <a:ahLst/>
              <a:cxnLst/>
              <a:rect l="l" t="t" r="r" b="b"/>
              <a:pathLst>
                <a:path w="2750" h="1316" extrusionOk="0">
                  <a:moveTo>
                    <a:pt x="138" y="1"/>
                  </a:moveTo>
                  <a:cubicBezTo>
                    <a:pt x="82" y="68"/>
                    <a:pt x="36" y="128"/>
                    <a:pt x="12" y="194"/>
                  </a:cubicBezTo>
                  <a:cubicBezTo>
                    <a:pt x="6" y="203"/>
                    <a:pt x="1" y="213"/>
                    <a:pt x="1" y="224"/>
                  </a:cubicBezTo>
                  <a:cubicBezTo>
                    <a:pt x="628" y="739"/>
                    <a:pt x="1885" y="1285"/>
                    <a:pt x="2750" y="1315"/>
                  </a:cubicBezTo>
                  <a:cubicBezTo>
                    <a:pt x="2451" y="825"/>
                    <a:pt x="1971" y="436"/>
                    <a:pt x="1355" y="199"/>
                  </a:cubicBezTo>
                  <a:cubicBezTo>
                    <a:pt x="1052" y="82"/>
                    <a:pt x="684" y="52"/>
                    <a:pt x="329" y="22"/>
                  </a:cubicBezTo>
                  <a:cubicBezTo>
                    <a:pt x="264" y="17"/>
                    <a:pt x="203" y="12"/>
                    <a:pt x="138"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719;p33">
              <a:extLst>
                <a:ext uri="{FF2B5EF4-FFF2-40B4-BE49-F238E27FC236}">
                  <a16:creationId xmlns:a16="http://schemas.microsoft.com/office/drawing/2014/main" id="{1DA509A5-B0A1-3A20-590C-A8E4F175926B}"/>
                </a:ext>
              </a:extLst>
            </p:cNvPr>
            <p:cNvSpPr/>
            <p:nvPr/>
          </p:nvSpPr>
          <p:spPr>
            <a:xfrm>
              <a:off x="7980725" y="1029025"/>
              <a:ext cx="88075" cy="99700"/>
            </a:xfrm>
            <a:custGeom>
              <a:avLst/>
              <a:gdLst/>
              <a:ahLst/>
              <a:cxnLst/>
              <a:rect l="l" t="t" r="r" b="b"/>
              <a:pathLst>
                <a:path w="3523" h="3988" extrusionOk="0">
                  <a:moveTo>
                    <a:pt x="405" y="0"/>
                  </a:moveTo>
                  <a:lnTo>
                    <a:pt x="405" y="35"/>
                  </a:lnTo>
                  <a:cubicBezTo>
                    <a:pt x="409" y="77"/>
                    <a:pt x="409" y="122"/>
                    <a:pt x="405" y="168"/>
                  </a:cubicBezTo>
                  <a:cubicBezTo>
                    <a:pt x="628" y="354"/>
                    <a:pt x="1375" y="975"/>
                    <a:pt x="2072" y="1289"/>
                  </a:cubicBezTo>
                  <a:cubicBezTo>
                    <a:pt x="2128" y="1313"/>
                    <a:pt x="2153" y="1380"/>
                    <a:pt x="2128" y="1435"/>
                  </a:cubicBezTo>
                  <a:cubicBezTo>
                    <a:pt x="2107" y="1476"/>
                    <a:pt x="2072" y="1495"/>
                    <a:pt x="2027" y="1495"/>
                  </a:cubicBezTo>
                  <a:cubicBezTo>
                    <a:pt x="2016" y="1495"/>
                    <a:pt x="1997" y="1495"/>
                    <a:pt x="1986" y="1486"/>
                  </a:cubicBezTo>
                  <a:cubicBezTo>
                    <a:pt x="1668" y="1344"/>
                    <a:pt x="1339" y="1138"/>
                    <a:pt x="1052" y="940"/>
                  </a:cubicBezTo>
                  <a:cubicBezTo>
                    <a:pt x="768" y="737"/>
                    <a:pt x="521" y="541"/>
                    <a:pt x="369" y="420"/>
                  </a:cubicBezTo>
                  <a:cubicBezTo>
                    <a:pt x="355" y="471"/>
                    <a:pt x="329" y="531"/>
                    <a:pt x="294" y="586"/>
                  </a:cubicBezTo>
                  <a:cubicBezTo>
                    <a:pt x="203" y="748"/>
                    <a:pt x="101" y="875"/>
                    <a:pt x="1" y="965"/>
                  </a:cubicBezTo>
                  <a:cubicBezTo>
                    <a:pt x="698" y="2325"/>
                    <a:pt x="1734" y="3446"/>
                    <a:pt x="2790" y="3987"/>
                  </a:cubicBezTo>
                  <a:cubicBezTo>
                    <a:pt x="2890" y="3866"/>
                    <a:pt x="2981" y="3734"/>
                    <a:pt x="3062" y="3603"/>
                  </a:cubicBezTo>
                  <a:cubicBezTo>
                    <a:pt x="3366" y="3108"/>
                    <a:pt x="3517" y="2587"/>
                    <a:pt x="3522" y="2087"/>
                  </a:cubicBezTo>
                  <a:cubicBezTo>
                    <a:pt x="3512" y="2082"/>
                    <a:pt x="3507" y="2082"/>
                    <a:pt x="3501" y="2082"/>
                  </a:cubicBezTo>
                  <a:cubicBezTo>
                    <a:pt x="3406" y="2041"/>
                    <a:pt x="3310" y="2006"/>
                    <a:pt x="3209" y="1966"/>
                  </a:cubicBezTo>
                  <a:cubicBezTo>
                    <a:pt x="2941" y="1865"/>
                    <a:pt x="2668" y="1758"/>
                    <a:pt x="2426" y="1632"/>
                  </a:cubicBezTo>
                  <a:cubicBezTo>
                    <a:pt x="2370" y="1607"/>
                    <a:pt x="2349" y="1541"/>
                    <a:pt x="2375" y="1490"/>
                  </a:cubicBezTo>
                  <a:cubicBezTo>
                    <a:pt x="2393" y="1451"/>
                    <a:pt x="2434" y="1430"/>
                    <a:pt x="2474" y="1430"/>
                  </a:cubicBezTo>
                  <a:cubicBezTo>
                    <a:pt x="2490" y="1430"/>
                    <a:pt x="2507" y="1433"/>
                    <a:pt x="2522" y="1441"/>
                  </a:cubicBezTo>
                  <a:cubicBezTo>
                    <a:pt x="2754" y="1562"/>
                    <a:pt x="3022" y="1663"/>
                    <a:pt x="3284" y="1763"/>
                  </a:cubicBezTo>
                  <a:cubicBezTo>
                    <a:pt x="3366" y="1794"/>
                    <a:pt x="3436" y="1824"/>
                    <a:pt x="3512" y="1854"/>
                  </a:cubicBezTo>
                  <a:cubicBezTo>
                    <a:pt x="3497" y="1653"/>
                    <a:pt x="3457" y="1460"/>
                    <a:pt x="3391" y="1273"/>
                  </a:cubicBezTo>
                  <a:cubicBezTo>
                    <a:pt x="3366" y="1198"/>
                    <a:pt x="3335" y="1127"/>
                    <a:pt x="3305" y="1056"/>
                  </a:cubicBezTo>
                  <a:lnTo>
                    <a:pt x="3259" y="1056"/>
                  </a:lnTo>
                  <a:cubicBezTo>
                    <a:pt x="2396" y="1056"/>
                    <a:pt x="1113" y="525"/>
                    <a:pt x="405"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720;p33">
              <a:extLst>
                <a:ext uri="{FF2B5EF4-FFF2-40B4-BE49-F238E27FC236}">
                  <a16:creationId xmlns:a16="http://schemas.microsoft.com/office/drawing/2014/main" id="{A5AA4031-D887-A680-9184-2A3E8C1EE676}"/>
                </a:ext>
              </a:extLst>
            </p:cNvPr>
            <p:cNvSpPr/>
            <p:nvPr/>
          </p:nvSpPr>
          <p:spPr>
            <a:xfrm>
              <a:off x="7940450" y="1054550"/>
              <a:ext cx="106350" cy="104575"/>
            </a:xfrm>
            <a:custGeom>
              <a:avLst/>
              <a:gdLst/>
              <a:ahLst/>
              <a:cxnLst/>
              <a:rect l="l" t="t" r="r" b="b"/>
              <a:pathLst>
                <a:path w="4254" h="4183" extrusionOk="0">
                  <a:moveTo>
                    <a:pt x="111" y="0"/>
                  </a:moveTo>
                  <a:cubicBezTo>
                    <a:pt x="111" y="177"/>
                    <a:pt x="106" y="364"/>
                    <a:pt x="96" y="565"/>
                  </a:cubicBezTo>
                  <a:cubicBezTo>
                    <a:pt x="50" y="1945"/>
                    <a:pt x="0" y="3657"/>
                    <a:pt x="1364" y="4082"/>
                  </a:cubicBezTo>
                  <a:cubicBezTo>
                    <a:pt x="1594" y="4153"/>
                    <a:pt x="1826" y="4183"/>
                    <a:pt x="2054" y="4183"/>
                  </a:cubicBezTo>
                  <a:cubicBezTo>
                    <a:pt x="2102" y="4183"/>
                    <a:pt x="2150" y="4181"/>
                    <a:pt x="2197" y="4179"/>
                  </a:cubicBezTo>
                  <a:cubicBezTo>
                    <a:pt x="1864" y="3804"/>
                    <a:pt x="1647" y="3340"/>
                    <a:pt x="1455" y="2920"/>
                  </a:cubicBezTo>
                  <a:lnTo>
                    <a:pt x="1440" y="2885"/>
                  </a:lnTo>
                  <a:cubicBezTo>
                    <a:pt x="1414" y="2829"/>
                    <a:pt x="1440" y="2768"/>
                    <a:pt x="1491" y="2743"/>
                  </a:cubicBezTo>
                  <a:cubicBezTo>
                    <a:pt x="1505" y="2736"/>
                    <a:pt x="1521" y="2733"/>
                    <a:pt x="1536" y="2733"/>
                  </a:cubicBezTo>
                  <a:cubicBezTo>
                    <a:pt x="1579" y="2733"/>
                    <a:pt x="1619" y="2757"/>
                    <a:pt x="1637" y="2794"/>
                  </a:cubicBezTo>
                  <a:lnTo>
                    <a:pt x="1652" y="2829"/>
                  </a:lnTo>
                  <a:cubicBezTo>
                    <a:pt x="1869" y="3304"/>
                    <a:pt x="2097" y="3785"/>
                    <a:pt x="2465" y="4142"/>
                  </a:cubicBezTo>
                  <a:cubicBezTo>
                    <a:pt x="3153" y="4021"/>
                    <a:pt x="3790" y="3633"/>
                    <a:pt x="4254" y="3137"/>
                  </a:cubicBezTo>
                  <a:cubicBezTo>
                    <a:pt x="3183" y="2566"/>
                    <a:pt x="2142" y="1435"/>
                    <a:pt x="1435" y="71"/>
                  </a:cubicBezTo>
                  <a:cubicBezTo>
                    <a:pt x="1288" y="152"/>
                    <a:pt x="1132" y="182"/>
                    <a:pt x="985" y="182"/>
                  </a:cubicBezTo>
                  <a:lnTo>
                    <a:pt x="910" y="182"/>
                  </a:lnTo>
                  <a:cubicBezTo>
                    <a:pt x="1005" y="879"/>
                    <a:pt x="1132" y="1586"/>
                    <a:pt x="1379" y="2172"/>
                  </a:cubicBezTo>
                  <a:cubicBezTo>
                    <a:pt x="1400" y="2228"/>
                    <a:pt x="1374" y="2288"/>
                    <a:pt x="1323" y="2314"/>
                  </a:cubicBezTo>
                  <a:cubicBezTo>
                    <a:pt x="1309" y="2319"/>
                    <a:pt x="1293" y="2323"/>
                    <a:pt x="1278" y="2323"/>
                  </a:cubicBezTo>
                  <a:cubicBezTo>
                    <a:pt x="1238" y="2323"/>
                    <a:pt x="1197" y="2299"/>
                    <a:pt x="1178" y="2253"/>
                  </a:cubicBezTo>
                  <a:cubicBezTo>
                    <a:pt x="919" y="1626"/>
                    <a:pt x="788" y="879"/>
                    <a:pt x="682" y="152"/>
                  </a:cubicBezTo>
                  <a:cubicBezTo>
                    <a:pt x="565" y="126"/>
                    <a:pt x="444" y="91"/>
                    <a:pt x="329" y="61"/>
                  </a:cubicBezTo>
                  <a:cubicBezTo>
                    <a:pt x="257" y="40"/>
                    <a:pt x="187" y="20"/>
                    <a:pt x="111"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721;p33">
              <a:extLst>
                <a:ext uri="{FF2B5EF4-FFF2-40B4-BE49-F238E27FC236}">
                  <a16:creationId xmlns:a16="http://schemas.microsoft.com/office/drawing/2014/main" id="{3446DAEF-D068-030C-E832-B90CC9866533}"/>
                </a:ext>
              </a:extLst>
            </p:cNvPr>
            <p:cNvSpPr/>
            <p:nvPr/>
          </p:nvSpPr>
          <p:spPr>
            <a:xfrm>
              <a:off x="7898250" y="968400"/>
              <a:ext cx="8125" cy="13650"/>
            </a:xfrm>
            <a:custGeom>
              <a:avLst/>
              <a:gdLst/>
              <a:ahLst/>
              <a:cxnLst/>
              <a:rect l="l" t="t" r="r" b="b"/>
              <a:pathLst>
                <a:path w="325" h="546" extrusionOk="0">
                  <a:moveTo>
                    <a:pt x="162" y="0"/>
                  </a:moveTo>
                  <a:cubicBezTo>
                    <a:pt x="77" y="0"/>
                    <a:pt x="0" y="70"/>
                    <a:pt x="0" y="161"/>
                  </a:cubicBezTo>
                  <a:lnTo>
                    <a:pt x="0" y="385"/>
                  </a:lnTo>
                  <a:cubicBezTo>
                    <a:pt x="0" y="475"/>
                    <a:pt x="77" y="546"/>
                    <a:pt x="162" y="546"/>
                  </a:cubicBezTo>
                  <a:cubicBezTo>
                    <a:pt x="253" y="546"/>
                    <a:pt x="324" y="475"/>
                    <a:pt x="324" y="385"/>
                  </a:cubicBezTo>
                  <a:lnTo>
                    <a:pt x="324" y="161"/>
                  </a:lnTo>
                  <a:cubicBezTo>
                    <a:pt x="324" y="70"/>
                    <a:pt x="253" y="0"/>
                    <a:pt x="162"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722;p33">
              <a:extLst>
                <a:ext uri="{FF2B5EF4-FFF2-40B4-BE49-F238E27FC236}">
                  <a16:creationId xmlns:a16="http://schemas.microsoft.com/office/drawing/2014/main" id="{6236A24A-730F-CF4F-AC8E-45911069672C}"/>
                </a:ext>
              </a:extLst>
            </p:cNvPr>
            <p:cNvSpPr/>
            <p:nvPr/>
          </p:nvSpPr>
          <p:spPr>
            <a:xfrm>
              <a:off x="7914400" y="959125"/>
              <a:ext cx="11800" cy="12725"/>
            </a:xfrm>
            <a:custGeom>
              <a:avLst/>
              <a:gdLst/>
              <a:ahLst/>
              <a:cxnLst/>
              <a:rect l="l" t="t" r="r" b="b"/>
              <a:pathLst>
                <a:path w="472" h="509" extrusionOk="0">
                  <a:moveTo>
                    <a:pt x="177" y="0"/>
                  </a:moveTo>
                  <a:cubicBezTo>
                    <a:pt x="97" y="0"/>
                    <a:pt x="30" y="62"/>
                    <a:pt x="21" y="144"/>
                  </a:cubicBezTo>
                  <a:cubicBezTo>
                    <a:pt x="1" y="301"/>
                    <a:pt x="77" y="432"/>
                    <a:pt x="229" y="497"/>
                  </a:cubicBezTo>
                  <a:cubicBezTo>
                    <a:pt x="249" y="508"/>
                    <a:pt x="269" y="508"/>
                    <a:pt x="289" y="508"/>
                  </a:cubicBezTo>
                  <a:cubicBezTo>
                    <a:pt x="350" y="508"/>
                    <a:pt x="406" y="472"/>
                    <a:pt x="436" y="411"/>
                  </a:cubicBezTo>
                  <a:cubicBezTo>
                    <a:pt x="471" y="326"/>
                    <a:pt x="425" y="229"/>
                    <a:pt x="340" y="194"/>
                  </a:cubicBezTo>
                  <a:lnTo>
                    <a:pt x="340" y="184"/>
                  </a:lnTo>
                  <a:cubicBezTo>
                    <a:pt x="355" y="98"/>
                    <a:pt x="289" y="12"/>
                    <a:pt x="203" y="3"/>
                  </a:cubicBezTo>
                  <a:cubicBezTo>
                    <a:pt x="194" y="1"/>
                    <a:pt x="185" y="0"/>
                    <a:pt x="177"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723;p33">
              <a:extLst>
                <a:ext uri="{FF2B5EF4-FFF2-40B4-BE49-F238E27FC236}">
                  <a16:creationId xmlns:a16="http://schemas.microsoft.com/office/drawing/2014/main" id="{A84A1EDF-2170-BFD4-7948-035379BB5389}"/>
                </a:ext>
              </a:extLst>
            </p:cNvPr>
            <p:cNvSpPr/>
            <p:nvPr/>
          </p:nvSpPr>
          <p:spPr>
            <a:xfrm>
              <a:off x="7935150" y="953625"/>
              <a:ext cx="18325" cy="8100"/>
            </a:xfrm>
            <a:custGeom>
              <a:avLst/>
              <a:gdLst/>
              <a:ahLst/>
              <a:cxnLst/>
              <a:rect l="l" t="t" r="r" b="b"/>
              <a:pathLst>
                <a:path w="733" h="324" extrusionOk="0">
                  <a:moveTo>
                    <a:pt x="161" y="1"/>
                  </a:moveTo>
                  <a:cubicBezTo>
                    <a:pt x="70" y="1"/>
                    <a:pt x="0" y="76"/>
                    <a:pt x="0" y="162"/>
                  </a:cubicBezTo>
                  <a:cubicBezTo>
                    <a:pt x="0" y="253"/>
                    <a:pt x="70" y="323"/>
                    <a:pt x="161" y="323"/>
                  </a:cubicBezTo>
                  <a:lnTo>
                    <a:pt x="571" y="323"/>
                  </a:lnTo>
                  <a:cubicBezTo>
                    <a:pt x="656" y="323"/>
                    <a:pt x="732" y="253"/>
                    <a:pt x="732" y="162"/>
                  </a:cubicBezTo>
                  <a:cubicBezTo>
                    <a:pt x="732" y="76"/>
                    <a:pt x="656" y="1"/>
                    <a:pt x="571"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724;p33">
              <a:extLst>
                <a:ext uri="{FF2B5EF4-FFF2-40B4-BE49-F238E27FC236}">
                  <a16:creationId xmlns:a16="http://schemas.microsoft.com/office/drawing/2014/main" id="{E137CC84-1C92-722D-A73D-A1485B3A7C3B}"/>
                </a:ext>
              </a:extLst>
            </p:cNvPr>
            <p:cNvSpPr/>
            <p:nvPr/>
          </p:nvSpPr>
          <p:spPr>
            <a:xfrm>
              <a:off x="7948500" y="969275"/>
              <a:ext cx="13825" cy="11775"/>
            </a:xfrm>
            <a:custGeom>
              <a:avLst/>
              <a:gdLst/>
              <a:ahLst/>
              <a:cxnLst/>
              <a:rect l="l" t="t" r="r" b="b"/>
              <a:pathLst>
                <a:path w="553" h="471" extrusionOk="0">
                  <a:moveTo>
                    <a:pt x="187" y="1"/>
                  </a:moveTo>
                  <a:cubicBezTo>
                    <a:pt x="114" y="1"/>
                    <a:pt x="48" y="48"/>
                    <a:pt x="26" y="122"/>
                  </a:cubicBezTo>
                  <a:cubicBezTo>
                    <a:pt x="1" y="208"/>
                    <a:pt x="52" y="294"/>
                    <a:pt x="138" y="319"/>
                  </a:cubicBezTo>
                  <a:cubicBezTo>
                    <a:pt x="173" y="329"/>
                    <a:pt x="208" y="354"/>
                    <a:pt x="219" y="380"/>
                  </a:cubicBezTo>
                  <a:cubicBezTo>
                    <a:pt x="249" y="440"/>
                    <a:pt x="304" y="471"/>
                    <a:pt x="365" y="471"/>
                  </a:cubicBezTo>
                  <a:cubicBezTo>
                    <a:pt x="390" y="471"/>
                    <a:pt x="411" y="471"/>
                    <a:pt x="436" y="455"/>
                  </a:cubicBezTo>
                  <a:cubicBezTo>
                    <a:pt x="516" y="420"/>
                    <a:pt x="553" y="324"/>
                    <a:pt x="516" y="243"/>
                  </a:cubicBezTo>
                  <a:cubicBezTo>
                    <a:pt x="462" y="126"/>
                    <a:pt x="355" y="42"/>
                    <a:pt x="224" y="5"/>
                  </a:cubicBezTo>
                  <a:cubicBezTo>
                    <a:pt x="211" y="2"/>
                    <a:pt x="199" y="1"/>
                    <a:pt x="187"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725;p33">
              <a:extLst>
                <a:ext uri="{FF2B5EF4-FFF2-40B4-BE49-F238E27FC236}">
                  <a16:creationId xmlns:a16="http://schemas.microsoft.com/office/drawing/2014/main" id="{4065F103-B755-B6A2-50A0-D35B0BED4972}"/>
                </a:ext>
              </a:extLst>
            </p:cNvPr>
            <p:cNvSpPr/>
            <p:nvPr/>
          </p:nvSpPr>
          <p:spPr>
            <a:xfrm>
              <a:off x="7924025" y="985000"/>
              <a:ext cx="10625" cy="15500"/>
            </a:xfrm>
            <a:custGeom>
              <a:avLst/>
              <a:gdLst/>
              <a:ahLst/>
              <a:cxnLst/>
              <a:rect l="l" t="t" r="r" b="b"/>
              <a:pathLst>
                <a:path w="425" h="620" extrusionOk="0">
                  <a:moveTo>
                    <a:pt x="238" y="0"/>
                  </a:moveTo>
                  <a:cubicBezTo>
                    <a:pt x="180" y="0"/>
                    <a:pt x="125" y="32"/>
                    <a:pt x="96" y="89"/>
                  </a:cubicBezTo>
                  <a:cubicBezTo>
                    <a:pt x="40" y="195"/>
                    <a:pt x="5" y="327"/>
                    <a:pt x="5" y="453"/>
                  </a:cubicBezTo>
                  <a:cubicBezTo>
                    <a:pt x="0" y="544"/>
                    <a:pt x="70" y="614"/>
                    <a:pt x="161" y="619"/>
                  </a:cubicBezTo>
                  <a:lnTo>
                    <a:pt x="167" y="619"/>
                  </a:lnTo>
                  <a:cubicBezTo>
                    <a:pt x="252" y="619"/>
                    <a:pt x="324" y="549"/>
                    <a:pt x="329" y="458"/>
                  </a:cubicBezTo>
                  <a:cubicBezTo>
                    <a:pt x="329" y="383"/>
                    <a:pt x="349" y="301"/>
                    <a:pt x="380" y="236"/>
                  </a:cubicBezTo>
                  <a:cubicBezTo>
                    <a:pt x="424" y="155"/>
                    <a:pt x="394" y="59"/>
                    <a:pt x="313" y="19"/>
                  </a:cubicBezTo>
                  <a:cubicBezTo>
                    <a:pt x="289" y="6"/>
                    <a:pt x="263" y="0"/>
                    <a:pt x="238"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726;p33">
              <a:extLst>
                <a:ext uri="{FF2B5EF4-FFF2-40B4-BE49-F238E27FC236}">
                  <a16:creationId xmlns:a16="http://schemas.microsoft.com/office/drawing/2014/main" id="{F1C1E2A8-B74C-A4E4-DFF6-DEB974825EC1}"/>
                </a:ext>
              </a:extLst>
            </p:cNvPr>
            <p:cNvSpPr/>
            <p:nvPr/>
          </p:nvSpPr>
          <p:spPr>
            <a:xfrm>
              <a:off x="7941450" y="992800"/>
              <a:ext cx="7350" cy="11000"/>
            </a:xfrm>
            <a:custGeom>
              <a:avLst/>
              <a:gdLst/>
              <a:ahLst/>
              <a:cxnLst/>
              <a:rect l="l" t="t" r="r" b="b"/>
              <a:pathLst>
                <a:path w="294" h="440" extrusionOk="0">
                  <a:moveTo>
                    <a:pt x="132" y="1"/>
                  </a:moveTo>
                  <a:cubicBezTo>
                    <a:pt x="81" y="1"/>
                    <a:pt x="38" y="37"/>
                    <a:pt x="26" y="85"/>
                  </a:cubicBezTo>
                  <a:cubicBezTo>
                    <a:pt x="0" y="202"/>
                    <a:pt x="26" y="318"/>
                    <a:pt x="86" y="393"/>
                  </a:cubicBezTo>
                  <a:cubicBezTo>
                    <a:pt x="107" y="423"/>
                    <a:pt x="137" y="439"/>
                    <a:pt x="172" y="439"/>
                  </a:cubicBezTo>
                  <a:cubicBezTo>
                    <a:pt x="192" y="439"/>
                    <a:pt x="217" y="428"/>
                    <a:pt x="233" y="414"/>
                  </a:cubicBezTo>
                  <a:cubicBezTo>
                    <a:pt x="283" y="379"/>
                    <a:pt x="294" y="313"/>
                    <a:pt x="253" y="262"/>
                  </a:cubicBezTo>
                  <a:cubicBezTo>
                    <a:pt x="238" y="242"/>
                    <a:pt x="222" y="192"/>
                    <a:pt x="238" y="131"/>
                  </a:cubicBezTo>
                  <a:cubicBezTo>
                    <a:pt x="248" y="71"/>
                    <a:pt x="213" y="15"/>
                    <a:pt x="157" y="4"/>
                  </a:cubicBezTo>
                  <a:cubicBezTo>
                    <a:pt x="148" y="2"/>
                    <a:pt x="140" y="1"/>
                    <a:pt x="132"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727;p33">
              <a:extLst>
                <a:ext uri="{FF2B5EF4-FFF2-40B4-BE49-F238E27FC236}">
                  <a16:creationId xmlns:a16="http://schemas.microsoft.com/office/drawing/2014/main" id="{CD1BA27B-A352-EF2B-2C70-70FA5FCB0053}"/>
                </a:ext>
              </a:extLst>
            </p:cNvPr>
            <p:cNvSpPr/>
            <p:nvPr/>
          </p:nvSpPr>
          <p:spPr>
            <a:xfrm>
              <a:off x="7960400" y="995125"/>
              <a:ext cx="12650" cy="14600"/>
            </a:xfrm>
            <a:custGeom>
              <a:avLst/>
              <a:gdLst/>
              <a:ahLst/>
              <a:cxnLst/>
              <a:rect l="l" t="t" r="r" b="b"/>
              <a:pathLst>
                <a:path w="506" h="584" extrusionOk="0">
                  <a:moveTo>
                    <a:pt x="187" y="1"/>
                  </a:moveTo>
                  <a:cubicBezTo>
                    <a:pt x="136" y="1"/>
                    <a:pt x="87" y="25"/>
                    <a:pt x="56" y="69"/>
                  </a:cubicBezTo>
                  <a:cubicBezTo>
                    <a:pt x="0" y="139"/>
                    <a:pt x="21" y="239"/>
                    <a:pt x="91" y="295"/>
                  </a:cubicBezTo>
                  <a:cubicBezTo>
                    <a:pt x="131" y="326"/>
                    <a:pt x="161" y="381"/>
                    <a:pt x="172" y="447"/>
                  </a:cubicBezTo>
                  <a:cubicBezTo>
                    <a:pt x="187" y="528"/>
                    <a:pt x="258" y="584"/>
                    <a:pt x="334" y="584"/>
                  </a:cubicBezTo>
                  <a:cubicBezTo>
                    <a:pt x="343" y="584"/>
                    <a:pt x="349" y="584"/>
                    <a:pt x="359" y="578"/>
                  </a:cubicBezTo>
                  <a:cubicBezTo>
                    <a:pt x="445" y="568"/>
                    <a:pt x="506" y="482"/>
                    <a:pt x="495" y="396"/>
                  </a:cubicBezTo>
                  <a:cubicBezTo>
                    <a:pt x="471" y="244"/>
                    <a:pt x="394" y="113"/>
                    <a:pt x="283" y="32"/>
                  </a:cubicBezTo>
                  <a:cubicBezTo>
                    <a:pt x="253" y="11"/>
                    <a:pt x="220" y="1"/>
                    <a:pt x="187"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728;p33">
              <a:extLst>
                <a:ext uri="{FF2B5EF4-FFF2-40B4-BE49-F238E27FC236}">
                  <a16:creationId xmlns:a16="http://schemas.microsoft.com/office/drawing/2014/main" id="{A965035D-9399-37D3-33D1-717117DE849A}"/>
                </a:ext>
              </a:extLst>
            </p:cNvPr>
            <p:cNvSpPr/>
            <p:nvPr/>
          </p:nvSpPr>
          <p:spPr>
            <a:xfrm>
              <a:off x="7949900" y="1020050"/>
              <a:ext cx="8125" cy="12650"/>
            </a:xfrm>
            <a:custGeom>
              <a:avLst/>
              <a:gdLst/>
              <a:ahLst/>
              <a:cxnLst/>
              <a:rect l="l" t="t" r="r" b="b"/>
              <a:pathLst>
                <a:path w="325" h="506" extrusionOk="0">
                  <a:moveTo>
                    <a:pt x="163" y="0"/>
                  </a:moveTo>
                  <a:cubicBezTo>
                    <a:pt x="72" y="0"/>
                    <a:pt x="1" y="72"/>
                    <a:pt x="1" y="163"/>
                  </a:cubicBezTo>
                  <a:lnTo>
                    <a:pt x="1" y="345"/>
                  </a:lnTo>
                  <a:cubicBezTo>
                    <a:pt x="1" y="436"/>
                    <a:pt x="72" y="506"/>
                    <a:pt x="163" y="506"/>
                  </a:cubicBezTo>
                  <a:cubicBezTo>
                    <a:pt x="254" y="506"/>
                    <a:pt x="324" y="436"/>
                    <a:pt x="324" y="345"/>
                  </a:cubicBezTo>
                  <a:lnTo>
                    <a:pt x="324" y="163"/>
                  </a:lnTo>
                  <a:cubicBezTo>
                    <a:pt x="324" y="72"/>
                    <a:pt x="254" y="0"/>
                    <a:pt x="163"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729;p33">
              <a:extLst>
                <a:ext uri="{FF2B5EF4-FFF2-40B4-BE49-F238E27FC236}">
                  <a16:creationId xmlns:a16="http://schemas.microsoft.com/office/drawing/2014/main" id="{E4B6E4A5-5094-4AD5-9754-D1921AD303DD}"/>
                </a:ext>
              </a:extLst>
            </p:cNvPr>
            <p:cNvSpPr/>
            <p:nvPr/>
          </p:nvSpPr>
          <p:spPr>
            <a:xfrm>
              <a:off x="7923500" y="1011900"/>
              <a:ext cx="11150" cy="12600"/>
            </a:xfrm>
            <a:custGeom>
              <a:avLst/>
              <a:gdLst/>
              <a:ahLst/>
              <a:cxnLst/>
              <a:rect l="l" t="t" r="r" b="b"/>
              <a:pathLst>
                <a:path w="446" h="504" extrusionOk="0">
                  <a:moveTo>
                    <a:pt x="264" y="1"/>
                  </a:moveTo>
                  <a:cubicBezTo>
                    <a:pt x="254" y="1"/>
                    <a:pt x="244" y="2"/>
                    <a:pt x="233" y="4"/>
                  </a:cubicBezTo>
                  <a:cubicBezTo>
                    <a:pt x="142" y="18"/>
                    <a:pt x="91" y="114"/>
                    <a:pt x="107" y="200"/>
                  </a:cubicBezTo>
                  <a:cubicBezTo>
                    <a:pt x="31" y="246"/>
                    <a:pt x="0" y="342"/>
                    <a:pt x="47" y="422"/>
                  </a:cubicBezTo>
                  <a:cubicBezTo>
                    <a:pt x="77" y="473"/>
                    <a:pt x="133" y="503"/>
                    <a:pt x="188" y="503"/>
                  </a:cubicBezTo>
                  <a:cubicBezTo>
                    <a:pt x="213" y="503"/>
                    <a:pt x="238" y="494"/>
                    <a:pt x="268" y="483"/>
                  </a:cubicBezTo>
                  <a:cubicBezTo>
                    <a:pt x="390" y="412"/>
                    <a:pt x="445" y="277"/>
                    <a:pt x="420" y="125"/>
                  </a:cubicBezTo>
                  <a:cubicBezTo>
                    <a:pt x="403" y="49"/>
                    <a:pt x="338" y="1"/>
                    <a:pt x="264"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730;p33">
              <a:extLst>
                <a:ext uri="{FF2B5EF4-FFF2-40B4-BE49-F238E27FC236}">
                  <a16:creationId xmlns:a16="http://schemas.microsoft.com/office/drawing/2014/main" id="{AE3A0992-8042-7BA5-99A5-CEA5EEAF3FE6}"/>
                </a:ext>
              </a:extLst>
            </p:cNvPr>
            <p:cNvSpPr/>
            <p:nvPr/>
          </p:nvSpPr>
          <p:spPr>
            <a:xfrm>
              <a:off x="7890425" y="993300"/>
              <a:ext cx="15550" cy="16425"/>
            </a:xfrm>
            <a:custGeom>
              <a:avLst/>
              <a:gdLst/>
              <a:ahLst/>
              <a:cxnLst/>
              <a:rect l="l" t="t" r="r" b="b"/>
              <a:pathLst>
                <a:path w="622" h="657" extrusionOk="0">
                  <a:moveTo>
                    <a:pt x="440" y="1"/>
                  </a:moveTo>
                  <a:cubicBezTo>
                    <a:pt x="418" y="1"/>
                    <a:pt x="395" y="5"/>
                    <a:pt x="374" y="14"/>
                  </a:cubicBezTo>
                  <a:cubicBezTo>
                    <a:pt x="213" y="86"/>
                    <a:pt x="76" y="252"/>
                    <a:pt x="26" y="450"/>
                  </a:cubicBezTo>
                  <a:cubicBezTo>
                    <a:pt x="1" y="536"/>
                    <a:pt x="50" y="627"/>
                    <a:pt x="136" y="651"/>
                  </a:cubicBezTo>
                  <a:cubicBezTo>
                    <a:pt x="152" y="651"/>
                    <a:pt x="167" y="657"/>
                    <a:pt x="182" y="657"/>
                  </a:cubicBezTo>
                  <a:cubicBezTo>
                    <a:pt x="253" y="657"/>
                    <a:pt x="313" y="606"/>
                    <a:pt x="339" y="536"/>
                  </a:cubicBezTo>
                  <a:cubicBezTo>
                    <a:pt x="364" y="434"/>
                    <a:pt x="435" y="343"/>
                    <a:pt x="505" y="312"/>
                  </a:cubicBezTo>
                  <a:cubicBezTo>
                    <a:pt x="586" y="272"/>
                    <a:pt x="621" y="177"/>
                    <a:pt x="586" y="95"/>
                  </a:cubicBezTo>
                  <a:cubicBezTo>
                    <a:pt x="560" y="35"/>
                    <a:pt x="501" y="1"/>
                    <a:pt x="440"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731;p33">
              <a:extLst>
                <a:ext uri="{FF2B5EF4-FFF2-40B4-BE49-F238E27FC236}">
                  <a16:creationId xmlns:a16="http://schemas.microsoft.com/office/drawing/2014/main" id="{5E15DAB6-0A4E-82DB-3668-8DA00635027D}"/>
                </a:ext>
              </a:extLst>
            </p:cNvPr>
            <p:cNvSpPr/>
            <p:nvPr/>
          </p:nvSpPr>
          <p:spPr>
            <a:xfrm>
              <a:off x="7901675" y="1019100"/>
              <a:ext cx="10750" cy="11850"/>
            </a:xfrm>
            <a:custGeom>
              <a:avLst/>
              <a:gdLst/>
              <a:ahLst/>
              <a:cxnLst/>
              <a:rect l="l" t="t" r="r" b="b"/>
              <a:pathLst>
                <a:path w="430" h="474" extrusionOk="0">
                  <a:moveTo>
                    <a:pt x="169" y="1"/>
                  </a:moveTo>
                  <a:cubicBezTo>
                    <a:pt x="160" y="1"/>
                    <a:pt x="150" y="2"/>
                    <a:pt x="141" y="3"/>
                  </a:cubicBezTo>
                  <a:cubicBezTo>
                    <a:pt x="55" y="24"/>
                    <a:pt x="0" y="110"/>
                    <a:pt x="15" y="195"/>
                  </a:cubicBezTo>
                  <a:cubicBezTo>
                    <a:pt x="31" y="276"/>
                    <a:pt x="71" y="357"/>
                    <a:pt x="127" y="418"/>
                  </a:cubicBezTo>
                  <a:cubicBezTo>
                    <a:pt x="157" y="453"/>
                    <a:pt x="202" y="474"/>
                    <a:pt x="248" y="474"/>
                  </a:cubicBezTo>
                  <a:cubicBezTo>
                    <a:pt x="283" y="474"/>
                    <a:pt x="323" y="458"/>
                    <a:pt x="353" y="432"/>
                  </a:cubicBezTo>
                  <a:cubicBezTo>
                    <a:pt x="419" y="372"/>
                    <a:pt x="430" y="271"/>
                    <a:pt x="369" y="201"/>
                  </a:cubicBezTo>
                  <a:cubicBezTo>
                    <a:pt x="348" y="185"/>
                    <a:pt x="339" y="155"/>
                    <a:pt x="334" y="129"/>
                  </a:cubicBezTo>
                  <a:cubicBezTo>
                    <a:pt x="316" y="53"/>
                    <a:pt x="245" y="1"/>
                    <a:pt x="169"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5"/>
        <p:cNvGrpSpPr/>
        <p:nvPr/>
      </p:nvGrpSpPr>
      <p:grpSpPr>
        <a:xfrm>
          <a:off x="0" y="0"/>
          <a:ext cx="0" cy="0"/>
          <a:chOff x="0" y="0"/>
          <a:chExt cx="0" cy="0"/>
        </a:xfrm>
      </p:grpSpPr>
      <p:sp>
        <p:nvSpPr>
          <p:cNvPr id="1736" name="Google Shape;1736;p34"/>
          <p:cNvSpPr txBox="1">
            <a:spLocks noGrp="1"/>
          </p:cNvSpPr>
          <p:nvPr>
            <p:ph type="title" idx="2"/>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dk1"/>
                </a:solidFill>
              </a:rPr>
              <a:t>Types of crimes includes:</a:t>
            </a:r>
            <a:endParaRPr dirty="0">
              <a:solidFill>
                <a:schemeClr val="dk1"/>
              </a:solidFill>
            </a:endParaRPr>
          </a:p>
        </p:txBody>
      </p:sp>
      <p:cxnSp>
        <p:nvCxnSpPr>
          <p:cNvPr id="1743" name="Google Shape;1743;p34"/>
          <p:cNvCxnSpPr>
            <a:cxnSpLocks/>
          </p:cNvCxnSpPr>
          <p:nvPr/>
        </p:nvCxnSpPr>
        <p:spPr>
          <a:xfrm>
            <a:off x="794075" y="1024700"/>
            <a:ext cx="4192453" cy="0"/>
          </a:xfrm>
          <a:prstGeom prst="straightConnector1">
            <a:avLst/>
          </a:prstGeom>
          <a:noFill/>
          <a:ln w="9525" cap="flat" cmpd="sng">
            <a:solidFill>
              <a:schemeClr val="dk2"/>
            </a:solidFill>
            <a:prstDash val="solid"/>
            <a:round/>
            <a:headEnd type="none" w="med" len="med"/>
            <a:tailEnd type="none" w="med" len="med"/>
          </a:ln>
        </p:spPr>
      </p:cxnSp>
      <p:sp>
        <p:nvSpPr>
          <p:cNvPr id="15" name="TextBox 14">
            <a:extLst>
              <a:ext uri="{FF2B5EF4-FFF2-40B4-BE49-F238E27FC236}">
                <a16:creationId xmlns:a16="http://schemas.microsoft.com/office/drawing/2014/main" id="{3B3B56A4-D842-9C4E-45FE-F3B4DCDAC6F8}"/>
              </a:ext>
            </a:extLst>
          </p:cNvPr>
          <p:cNvSpPr txBox="1"/>
          <p:nvPr/>
        </p:nvSpPr>
        <p:spPr>
          <a:xfrm>
            <a:off x="794075" y="1560107"/>
            <a:ext cx="6411397" cy="2769989"/>
          </a:xfrm>
          <a:prstGeom prst="rect">
            <a:avLst/>
          </a:prstGeom>
          <a:noFill/>
        </p:spPr>
        <p:txBody>
          <a:bodyPr wrap="square" rtlCol="0">
            <a:spAutoFit/>
          </a:bodyPr>
          <a:lstStyle/>
          <a:p>
            <a:pPr marL="342900" indent="-342900">
              <a:buFont typeface="+mj-lt"/>
              <a:buAutoNum type="arabicPeriod"/>
            </a:pPr>
            <a:r>
              <a:rPr lang="en-IN" sz="1600" dirty="0">
                <a:latin typeface="Belleza" panose="020B0604020202020204" charset="0"/>
              </a:rPr>
              <a:t>Female foeticide </a:t>
            </a:r>
          </a:p>
          <a:p>
            <a:pPr marL="342900" indent="-342900">
              <a:buFont typeface="+mj-lt"/>
              <a:buAutoNum type="arabicPeriod"/>
            </a:pPr>
            <a:r>
              <a:rPr lang="en-IN" sz="1600" dirty="0">
                <a:latin typeface="Belleza" panose="020B0604020202020204" charset="0"/>
              </a:rPr>
              <a:t>Gender discrimination </a:t>
            </a:r>
          </a:p>
          <a:p>
            <a:pPr marL="342900" indent="-342900">
              <a:buFont typeface="+mj-lt"/>
              <a:buAutoNum type="arabicPeriod"/>
            </a:pPr>
            <a:r>
              <a:rPr lang="en-IN" sz="1600" dirty="0">
                <a:latin typeface="Belleza" panose="020B0604020202020204" charset="0"/>
              </a:rPr>
              <a:t>Domestic violence </a:t>
            </a:r>
          </a:p>
          <a:p>
            <a:pPr marL="342900" indent="-342900">
              <a:buFont typeface="+mj-lt"/>
              <a:buAutoNum type="arabicPeriod"/>
            </a:pPr>
            <a:r>
              <a:rPr lang="en-IN" sz="1600" dirty="0">
                <a:latin typeface="Belleza" panose="020B0604020202020204" charset="0"/>
              </a:rPr>
              <a:t>Dowry </a:t>
            </a:r>
          </a:p>
          <a:p>
            <a:pPr marL="342900" indent="-342900">
              <a:buFont typeface="+mj-lt"/>
              <a:buAutoNum type="arabicPeriod"/>
            </a:pPr>
            <a:r>
              <a:rPr lang="en-IN" sz="1600" dirty="0">
                <a:latin typeface="Belleza" panose="020B0604020202020204" charset="0"/>
              </a:rPr>
              <a:t>Child marriages </a:t>
            </a:r>
          </a:p>
          <a:p>
            <a:pPr marL="342900" indent="-342900">
              <a:buFont typeface="+mj-lt"/>
              <a:buAutoNum type="arabicPeriod"/>
            </a:pPr>
            <a:r>
              <a:rPr lang="en-IN" sz="1600" dirty="0">
                <a:latin typeface="Belleza" panose="020B0604020202020204" charset="0"/>
              </a:rPr>
              <a:t>Sexual offence </a:t>
            </a:r>
          </a:p>
          <a:p>
            <a:pPr lvl="6"/>
            <a:r>
              <a:rPr lang="en-IN" sz="1600" dirty="0">
                <a:latin typeface="Belleza" panose="020B0604020202020204" charset="0"/>
              </a:rPr>
              <a:t>	a. Rape</a:t>
            </a:r>
          </a:p>
          <a:p>
            <a:pPr lvl="6"/>
            <a:r>
              <a:rPr lang="en-IN" sz="1600" dirty="0">
                <a:latin typeface="Belleza" panose="020B0604020202020204" charset="0"/>
              </a:rPr>
              <a:t>	b. Molestation</a:t>
            </a:r>
          </a:p>
          <a:p>
            <a:pPr lvl="6"/>
            <a:r>
              <a:rPr lang="en-IN" sz="1600" dirty="0">
                <a:latin typeface="Belleza" panose="020B0604020202020204" charset="0"/>
              </a:rPr>
              <a:t>	c. Trafficking</a:t>
            </a:r>
          </a:p>
          <a:p>
            <a:pPr lvl="6"/>
            <a:r>
              <a:rPr lang="en-IN" sz="1600" dirty="0">
                <a:latin typeface="Belleza" panose="020B0604020202020204" charset="0"/>
              </a:rPr>
              <a:t>	d. </a:t>
            </a:r>
            <a:r>
              <a:rPr lang="en-US" sz="1600" dirty="0">
                <a:latin typeface="Belleza" panose="020B0604020202020204" charset="0"/>
              </a:rPr>
              <a:t>Kidnappings, etc.</a:t>
            </a:r>
            <a:endParaRPr lang="en-IN" sz="1600" dirty="0">
              <a:latin typeface="Belleza" panose="020B0604020202020204" charset="0"/>
            </a:endParaRPr>
          </a:p>
          <a:p>
            <a:r>
              <a:rPr lang="en-IN" dirty="0">
                <a:latin typeface="Belleza" panose="020B0604020202020204" charset="0"/>
              </a:rPr>
              <a:t>	</a:t>
            </a:r>
          </a:p>
        </p:txBody>
      </p:sp>
      <p:grpSp>
        <p:nvGrpSpPr>
          <p:cNvPr id="1879" name="Google Shape;3582;p51">
            <a:extLst>
              <a:ext uri="{FF2B5EF4-FFF2-40B4-BE49-F238E27FC236}">
                <a16:creationId xmlns:a16="http://schemas.microsoft.com/office/drawing/2014/main" id="{677D8E14-BB02-95E8-B2A8-69F22CAD434E}"/>
              </a:ext>
            </a:extLst>
          </p:cNvPr>
          <p:cNvGrpSpPr/>
          <p:nvPr/>
        </p:nvGrpSpPr>
        <p:grpSpPr>
          <a:xfrm>
            <a:off x="6851014" y="2970119"/>
            <a:ext cx="164725" cy="213344"/>
            <a:chOff x="7134654" y="738350"/>
            <a:chExt cx="203840" cy="304340"/>
          </a:xfrm>
        </p:grpSpPr>
        <p:sp>
          <p:nvSpPr>
            <p:cNvPr id="1880" name="Google Shape;3583;p51">
              <a:extLst>
                <a:ext uri="{FF2B5EF4-FFF2-40B4-BE49-F238E27FC236}">
                  <a16:creationId xmlns:a16="http://schemas.microsoft.com/office/drawing/2014/main" id="{65098DC2-D5EA-75B6-4BA4-793522FEA5D6}"/>
                </a:ext>
              </a:extLst>
            </p:cNvPr>
            <p:cNvSpPr/>
            <p:nvPr/>
          </p:nvSpPr>
          <p:spPr>
            <a:xfrm>
              <a:off x="7134654" y="738350"/>
              <a:ext cx="203840" cy="304340"/>
            </a:xfrm>
            <a:custGeom>
              <a:avLst/>
              <a:gdLst/>
              <a:ahLst/>
              <a:cxnLst/>
              <a:rect l="l" t="t" r="r" b="b"/>
              <a:pathLst>
                <a:path w="5600" h="8361" extrusionOk="0">
                  <a:moveTo>
                    <a:pt x="4411" y="1375"/>
                  </a:moveTo>
                  <a:lnTo>
                    <a:pt x="4411" y="1375"/>
                  </a:lnTo>
                  <a:cubicBezTo>
                    <a:pt x="4320" y="1491"/>
                    <a:pt x="4235" y="1602"/>
                    <a:pt x="4144" y="1718"/>
                  </a:cubicBezTo>
                  <a:cubicBezTo>
                    <a:pt x="4053" y="1834"/>
                    <a:pt x="3962" y="1951"/>
                    <a:pt x="3876" y="2072"/>
                  </a:cubicBezTo>
                  <a:cubicBezTo>
                    <a:pt x="3683" y="2021"/>
                    <a:pt x="3487" y="1991"/>
                    <a:pt x="3300" y="1971"/>
                  </a:cubicBezTo>
                  <a:cubicBezTo>
                    <a:pt x="3265" y="1965"/>
                    <a:pt x="3229" y="1961"/>
                    <a:pt x="3193" y="1956"/>
                  </a:cubicBezTo>
                  <a:cubicBezTo>
                    <a:pt x="3568" y="1713"/>
                    <a:pt x="3977" y="1517"/>
                    <a:pt x="4411" y="1375"/>
                  </a:cubicBezTo>
                  <a:close/>
                  <a:moveTo>
                    <a:pt x="2972" y="2102"/>
                  </a:moveTo>
                  <a:cubicBezTo>
                    <a:pt x="3072" y="2123"/>
                    <a:pt x="3174" y="2133"/>
                    <a:pt x="3275" y="2147"/>
                  </a:cubicBezTo>
                  <a:cubicBezTo>
                    <a:pt x="3431" y="2168"/>
                    <a:pt x="3592" y="2193"/>
                    <a:pt x="3755" y="2229"/>
                  </a:cubicBezTo>
                  <a:cubicBezTo>
                    <a:pt x="3578" y="2461"/>
                    <a:pt x="3401" y="2699"/>
                    <a:pt x="3235" y="2942"/>
                  </a:cubicBezTo>
                  <a:cubicBezTo>
                    <a:pt x="3189" y="3012"/>
                    <a:pt x="3144" y="3082"/>
                    <a:pt x="3098" y="3148"/>
                  </a:cubicBezTo>
                  <a:cubicBezTo>
                    <a:pt x="2780" y="3026"/>
                    <a:pt x="2391" y="2956"/>
                    <a:pt x="2032" y="2946"/>
                  </a:cubicBezTo>
                  <a:cubicBezTo>
                    <a:pt x="2314" y="2632"/>
                    <a:pt x="2628" y="2350"/>
                    <a:pt x="2972" y="2102"/>
                  </a:cubicBezTo>
                  <a:close/>
                  <a:moveTo>
                    <a:pt x="1984" y="3126"/>
                  </a:moveTo>
                  <a:cubicBezTo>
                    <a:pt x="2320" y="3126"/>
                    <a:pt x="2686" y="3190"/>
                    <a:pt x="2992" y="3305"/>
                  </a:cubicBezTo>
                  <a:cubicBezTo>
                    <a:pt x="2941" y="3380"/>
                    <a:pt x="2890" y="3457"/>
                    <a:pt x="2841" y="3527"/>
                  </a:cubicBezTo>
                  <a:cubicBezTo>
                    <a:pt x="2582" y="3467"/>
                    <a:pt x="2325" y="3467"/>
                    <a:pt x="2072" y="3467"/>
                  </a:cubicBezTo>
                  <a:cubicBezTo>
                    <a:pt x="2015" y="3468"/>
                    <a:pt x="1959" y="3469"/>
                    <a:pt x="1903" y="3469"/>
                  </a:cubicBezTo>
                  <a:cubicBezTo>
                    <a:pt x="1808" y="3469"/>
                    <a:pt x="1715" y="3466"/>
                    <a:pt x="1622" y="3457"/>
                  </a:cubicBezTo>
                  <a:cubicBezTo>
                    <a:pt x="1703" y="3345"/>
                    <a:pt x="1789" y="3234"/>
                    <a:pt x="1875" y="3128"/>
                  </a:cubicBezTo>
                  <a:cubicBezTo>
                    <a:pt x="1911" y="3127"/>
                    <a:pt x="1947" y="3126"/>
                    <a:pt x="1984" y="3126"/>
                  </a:cubicBezTo>
                  <a:close/>
                  <a:moveTo>
                    <a:pt x="4690" y="1461"/>
                  </a:moveTo>
                  <a:cubicBezTo>
                    <a:pt x="4720" y="1653"/>
                    <a:pt x="4765" y="1839"/>
                    <a:pt x="4811" y="2021"/>
                  </a:cubicBezTo>
                  <a:cubicBezTo>
                    <a:pt x="4916" y="2446"/>
                    <a:pt x="5012" y="2851"/>
                    <a:pt x="4977" y="3320"/>
                  </a:cubicBezTo>
                  <a:cubicBezTo>
                    <a:pt x="4956" y="3567"/>
                    <a:pt x="4916" y="3821"/>
                    <a:pt x="4856" y="4073"/>
                  </a:cubicBezTo>
                  <a:cubicBezTo>
                    <a:pt x="4760" y="3865"/>
                    <a:pt x="4629" y="3663"/>
                    <a:pt x="4502" y="3471"/>
                  </a:cubicBezTo>
                  <a:cubicBezTo>
                    <a:pt x="4270" y="3112"/>
                    <a:pt x="4028" y="2749"/>
                    <a:pt x="3997" y="2359"/>
                  </a:cubicBezTo>
                  <a:cubicBezTo>
                    <a:pt x="4119" y="2198"/>
                    <a:pt x="4240" y="2042"/>
                    <a:pt x="4361" y="1885"/>
                  </a:cubicBezTo>
                  <a:cubicBezTo>
                    <a:pt x="4467" y="1744"/>
                    <a:pt x="4578" y="1602"/>
                    <a:pt x="4690" y="1461"/>
                  </a:cubicBezTo>
                  <a:close/>
                  <a:moveTo>
                    <a:pt x="1507" y="3628"/>
                  </a:moveTo>
                  <a:cubicBezTo>
                    <a:pt x="1637" y="3646"/>
                    <a:pt x="1769" y="3651"/>
                    <a:pt x="1901" y="3651"/>
                  </a:cubicBezTo>
                  <a:cubicBezTo>
                    <a:pt x="1958" y="3651"/>
                    <a:pt x="2015" y="3650"/>
                    <a:pt x="2072" y="3648"/>
                  </a:cubicBezTo>
                  <a:cubicBezTo>
                    <a:pt x="2295" y="3648"/>
                    <a:pt x="2517" y="3648"/>
                    <a:pt x="2734" y="3688"/>
                  </a:cubicBezTo>
                  <a:cubicBezTo>
                    <a:pt x="2507" y="4043"/>
                    <a:pt x="2289" y="4381"/>
                    <a:pt x="2088" y="4709"/>
                  </a:cubicBezTo>
                  <a:cubicBezTo>
                    <a:pt x="1983" y="4706"/>
                    <a:pt x="1878" y="4704"/>
                    <a:pt x="1773" y="4704"/>
                  </a:cubicBezTo>
                  <a:cubicBezTo>
                    <a:pt x="1603" y="4704"/>
                    <a:pt x="1433" y="4708"/>
                    <a:pt x="1264" y="4714"/>
                  </a:cubicBezTo>
                  <a:cubicBezTo>
                    <a:pt x="1153" y="4714"/>
                    <a:pt x="1041" y="4719"/>
                    <a:pt x="931" y="4719"/>
                  </a:cubicBezTo>
                  <a:cubicBezTo>
                    <a:pt x="1087" y="4336"/>
                    <a:pt x="1279" y="3972"/>
                    <a:pt x="1507" y="3628"/>
                  </a:cubicBezTo>
                  <a:close/>
                  <a:moveTo>
                    <a:pt x="3846" y="2562"/>
                  </a:moveTo>
                  <a:cubicBezTo>
                    <a:pt x="3926" y="2921"/>
                    <a:pt x="4138" y="3249"/>
                    <a:pt x="4350" y="3572"/>
                  </a:cubicBezTo>
                  <a:cubicBezTo>
                    <a:pt x="4513" y="3815"/>
                    <a:pt x="4664" y="4043"/>
                    <a:pt x="4755" y="4280"/>
                  </a:cubicBezTo>
                  <a:cubicBezTo>
                    <a:pt x="4760" y="4295"/>
                    <a:pt x="4765" y="4306"/>
                    <a:pt x="4775" y="4315"/>
                  </a:cubicBezTo>
                  <a:cubicBezTo>
                    <a:pt x="4781" y="4320"/>
                    <a:pt x="4785" y="4320"/>
                    <a:pt x="4790" y="4320"/>
                  </a:cubicBezTo>
                  <a:cubicBezTo>
                    <a:pt x="4735" y="4512"/>
                    <a:pt x="4664" y="4700"/>
                    <a:pt x="4583" y="4886"/>
                  </a:cubicBezTo>
                  <a:cubicBezTo>
                    <a:pt x="4376" y="4199"/>
                    <a:pt x="3962" y="3537"/>
                    <a:pt x="3562" y="2951"/>
                  </a:cubicBezTo>
                  <a:cubicBezTo>
                    <a:pt x="3653" y="2820"/>
                    <a:pt x="3750" y="2688"/>
                    <a:pt x="3846" y="2562"/>
                  </a:cubicBezTo>
                  <a:close/>
                  <a:moveTo>
                    <a:pt x="1714" y="4886"/>
                  </a:moveTo>
                  <a:cubicBezTo>
                    <a:pt x="1804" y="4886"/>
                    <a:pt x="1892" y="4888"/>
                    <a:pt x="1981" y="4891"/>
                  </a:cubicBezTo>
                  <a:cubicBezTo>
                    <a:pt x="1804" y="5179"/>
                    <a:pt x="1638" y="5472"/>
                    <a:pt x="1481" y="5755"/>
                  </a:cubicBezTo>
                  <a:cubicBezTo>
                    <a:pt x="1466" y="5754"/>
                    <a:pt x="1451" y="5754"/>
                    <a:pt x="1436" y="5754"/>
                  </a:cubicBezTo>
                  <a:cubicBezTo>
                    <a:pt x="1145" y="5754"/>
                    <a:pt x="870" y="5798"/>
                    <a:pt x="591" y="5841"/>
                  </a:cubicBezTo>
                  <a:cubicBezTo>
                    <a:pt x="658" y="5523"/>
                    <a:pt x="743" y="5209"/>
                    <a:pt x="859" y="4901"/>
                  </a:cubicBezTo>
                  <a:cubicBezTo>
                    <a:pt x="996" y="4901"/>
                    <a:pt x="1132" y="4901"/>
                    <a:pt x="1274" y="4896"/>
                  </a:cubicBezTo>
                  <a:cubicBezTo>
                    <a:pt x="1424" y="4890"/>
                    <a:pt x="1570" y="4886"/>
                    <a:pt x="1714" y="4886"/>
                  </a:cubicBezTo>
                  <a:close/>
                  <a:moveTo>
                    <a:pt x="3452" y="3108"/>
                  </a:moveTo>
                  <a:cubicBezTo>
                    <a:pt x="3871" y="3730"/>
                    <a:pt x="4300" y="4432"/>
                    <a:pt x="4467" y="5139"/>
                  </a:cubicBezTo>
                  <a:cubicBezTo>
                    <a:pt x="4441" y="5194"/>
                    <a:pt x="4417" y="5245"/>
                    <a:pt x="4387" y="5300"/>
                  </a:cubicBezTo>
                  <a:cubicBezTo>
                    <a:pt x="4184" y="5684"/>
                    <a:pt x="3942" y="6027"/>
                    <a:pt x="3653" y="6337"/>
                  </a:cubicBezTo>
                  <a:cubicBezTo>
                    <a:pt x="3557" y="6129"/>
                    <a:pt x="3466" y="5912"/>
                    <a:pt x="3375" y="5679"/>
                  </a:cubicBezTo>
                  <a:cubicBezTo>
                    <a:pt x="3179" y="5194"/>
                    <a:pt x="2976" y="4700"/>
                    <a:pt x="2683" y="4269"/>
                  </a:cubicBezTo>
                  <a:cubicBezTo>
                    <a:pt x="2921" y="3896"/>
                    <a:pt x="3179" y="3511"/>
                    <a:pt x="3452" y="3108"/>
                  </a:cubicBezTo>
                  <a:close/>
                  <a:moveTo>
                    <a:pt x="2577" y="4441"/>
                  </a:moveTo>
                  <a:cubicBezTo>
                    <a:pt x="2841" y="4831"/>
                    <a:pt x="3022" y="5295"/>
                    <a:pt x="3204" y="5745"/>
                  </a:cubicBezTo>
                  <a:cubicBezTo>
                    <a:pt x="3305" y="5992"/>
                    <a:pt x="3406" y="6240"/>
                    <a:pt x="3517" y="6477"/>
                  </a:cubicBezTo>
                  <a:cubicBezTo>
                    <a:pt x="3249" y="6745"/>
                    <a:pt x="2941" y="6983"/>
                    <a:pt x="2587" y="7200"/>
                  </a:cubicBezTo>
                  <a:cubicBezTo>
                    <a:pt x="2360" y="6609"/>
                    <a:pt x="2041" y="5992"/>
                    <a:pt x="1855" y="5649"/>
                  </a:cubicBezTo>
                  <a:cubicBezTo>
                    <a:pt x="2077" y="5255"/>
                    <a:pt x="2319" y="4851"/>
                    <a:pt x="2577" y="4441"/>
                  </a:cubicBezTo>
                  <a:close/>
                  <a:moveTo>
                    <a:pt x="1749" y="5831"/>
                  </a:moveTo>
                  <a:cubicBezTo>
                    <a:pt x="1936" y="6190"/>
                    <a:pt x="2223" y="6755"/>
                    <a:pt x="2431" y="7291"/>
                  </a:cubicBezTo>
                  <a:cubicBezTo>
                    <a:pt x="2319" y="7356"/>
                    <a:pt x="2204" y="7417"/>
                    <a:pt x="2083" y="7478"/>
                  </a:cubicBezTo>
                  <a:cubicBezTo>
                    <a:pt x="2077" y="7473"/>
                    <a:pt x="2077" y="7463"/>
                    <a:pt x="2072" y="7458"/>
                  </a:cubicBezTo>
                  <a:cubicBezTo>
                    <a:pt x="1810" y="7074"/>
                    <a:pt x="1643" y="6664"/>
                    <a:pt x="1507" y="6276"/>
                  </a:cubicBezTo>
                  <a:cubicBezTo>
                    <a:pt x="1582" y="6129"/>
                    <a:pt x="1663" y="5983"/>
                    <a:pt x="1749" y="5831"/>
                  </a:cubicBezTo>
                  <a:close/>
                  <a:moveTo>
                    <a:pt x="1379" y="5932"/>
                  </a:moveTo>
                  <a:lnTo>
                    <a:pt x="1379" y="5932"/>
                  </a:lnTo>
                  <a:cubicBezTo>
                    <a:pt x="1143" y="6367"/>
                    <a:pt x="920" y="6796"/>
                    <a:pt x="719" y="7230"/>
                  </a:cubicBezTo>
                  <a:cubicBezTo>
                    <a:pt x="668" y="7326"/>
                    <a:pt x="617" y="7428"/>
                    <a:pt x="561" y="7524"/>
                  </a:cubicBezTo>
                  <a:cubicBezTo>
                    <a:pt x="542" y="7569"/>
                    <a:pt x="521" y="7615"/>
                    <a:pt x="495" y="7655"/>
                  </a:cubicBezTo>
                  <a:cubicBezTo>
                    <a:pt x="440" y="7104"/>
                    <a:pt x="465" y="6559"/>
                    <a:pt x="556" y="6034"/>
                  </a:cubicBezTo>
                  <a:lnTo>
                    <a:pt x="602" y="6023"/>
                  </a:lnTo>
                  <a:cubicBezTo>
                    <a:pt x="864" y="5983"/>
                    <a:pt x="1118" y="5943"/>
                    <a:pt x="1379" y="5932"/>
                  </a:cubicBezTo>
                  <a:close/>
                  <a:moveTo>
                    <a:pt x="1390" y="6493"/>
                  </a:moveTo>
                  <a:cubicBezTo>
                    <a:pt x="1521" y="6846"/>
                    <a:pt x="1683" y="7210"/>
                    <a:pt x="1920" y="7554"/>
                  </a:cubicBezTo>
                  <a:cubicBezTo>
                    <a:pt x="1526" y="7731"/>
                    <a:pt x="1097" y="7888"/>
                    <a:pt x="622" y="8028"/>
                  </a:cubicBezTo>
                  <a:cubicBezTo>
                    <a:pt x="677" y="7902"/>
                    <a:pt x="738" y="7776"/>
                    <a:pt x="803" y="7650"/>
                  </a:cubicBezTo>
                  <a:cubicBezTo>
                    <a:pt x="859" y="7549"/>
                    <a:pt x="910" y="7447"/>
                    <a:pt x="961" y="7347"/>
                  </a:cubicBezTo>
                  <a:cubicBezTo>
                    <a:pt x="1097" y="7058"/>
                    <a:pt x="1244" y="6776"/>
                    <a:pt x="1390" y="6493"/>
                  </a:cubicBezTo>
                  <a:close/>
                  <a:moveTo>
                    <a:pt x="5445" y="0"/>
                  </a:moveTo>
                  <a:cubicBezTo>
                    <a:pt x="5398" y="0"/>
                    <a:pt x="5352" y="24"/>
                    <a:pt x="5326" y="67"/>
                  </a:cubicBezTo>
                  <a:cubicBezTo>
                    <a:pt x="5133" y="389"/>
                    <a:pt x="4907" y="703"/>
                    <a:pt x="4679" y="1016"/>
                  </a:cubicBezTo>
                  <a:lnTo>
                    <a:pt x="4664" y="1016"/>
                  </a:lnTo>
                  <a:cubicBezTo>
                    <a:pt x="3275" y="1370"/>
                    <a:pt x="2102" y="2259"/>
                    <a:pt x="1309" y="3431"/>
                  </a:cubicBezTo>
                  <a:cubicBezTo>
                    <a:pt x="1289" y="3441"/>
                    <a:pt x="1274" y="3462"/>
                    <a:pt x="1269" y="3492"/>
                  </a:cubicBezTo>
                  <a:cubicBezTo>
                    <a:pt x="1264" y="3492"/>
                    <a:pt x="1269" y="3497"/>
                    <a:pt x="1264" y="3497"/>
                  </a:cubicBezTo>
                  <a:cubicBezTo>
                    <a:pt x="400" y="4815"/>
                    <a:pt x="1" y="6477"/>
                    <a:pt x="283" y="8135"/>
                  </a:cubicBezTo>
                  <a:cubicBezTo>
                    <a:pt x="283" y="8149"/>
                    <a:pt x="288" y="8170"/>
                    <a:pt x="294" y="8186"/>
                  </a:cubicBezTo>
                  <a:lnTo>
                    <a:pt x="294" y="8196"/>
                  </a:lnTo>
                  <a:cubicBezTo>
                    <a:pt x="288" y="8216"/>
                    <a:pt x="288" y="8236"/>
                    <a:pt x="294" y="8256"/>
                  </a:cubicBezTo>
                  <a:cubicBezTo>
                    <a:pt x="299" y="8286"/>
                    <a:pt x="314" y="8307"/>
                    <a:pt x="329" y="8322"/>
                  </a:cubicBezTo>
                  <a:cubicBezTo>
                    <a:pt x="357" y="8345"/>
                    <a:pt x="394" y="8360"/>
                    <a:pt x="431" y="8360"/>
                  </a:cubicBezTo>
                  <a:cubicBezTo>
                    <a:pt x="441" y="8360"/>
                    <a:pt x="451" y="8359"/>
                    <a:pt x="460" y="8357"/>
                  </a:cubicBezTo>
                  <a:cubicBezTo>
                    <a:pt x="2568" y="7792"/>
                    <a:pt x="3855" y="6892"/>
                    <a:pt x="4629" y="5427"/>
                  </a:cubicBezTo>
                  <a:cubicBezTo>
                    <a:pt x="4987" y="4749"/>
                    <a:pt x="5194" y="4043"/>
                    <a:pt x="5250" y="3340"/>
                  </a:cubicBezTo>
                  <a:cubicBezTo>
                    <a:pt x="5285" y="2825"/>
                    <a:pt x="5180" y="2385"/>
                    <a:pt x="5073" y="1956"/>
                  </a:cubicBezTo>
                  <a:cubicBezTo>
                    <a:pt x="5017" y="1718"/>
                    <a:pt x="4956" y="1466"/>
                    <a:pt x="4921" y="1203"/>
                  </a:cubicBezTo>
                  <a:cubicBezTo>
                    <a:pt x="4916" y="1193"/>
                    <a:pt x="4912" y="1177"/>
                    <a:pt x="4907" y="1163"/>
                  </a:cubicBezTo>
                  <a:cubicBezTo>
                    <a:pt x="5138" y="855"/>
                    <a:pt x="5361" y="536"/>
                    <a:pt x="5558" y="207"/>
                  </a:cubicBezTo>
                  <a:cubicBezTo>
                    <a:pt x="5599" y="142"/>
                    <a:pt x="5579" y="56"/>
                    <a:pt x="5518" y="20"/>
                  </a:cubicBezTo>
                  <a:cubicBezTo>
                    <a:pt x="5495" y="7"/>
                    <a:pt x="5470" y="0"/>
                    <a:pt x="5445"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3584;p51">
              <a:extLst>
                <a:ext uri="{FF2B5EF4-FFF2-40B4-BE49-F238E27FC236}">
                  <a16:creationId xmlns:a16="http://schemas.microsoft.com/office/drawing/2014/main" id="{72F52977-6EA6-4968-07F0-0CA37D699558}"/>
                </a:ext>
              </a:extLst>
            </p:cNvPr>
            <p:cNvSpPr/>
            <p:nvPr/>
          </p:nvSpPr>
          <p:spPr>
            <a:xfrm>
              <a:off x="7150633" y="954234"/>
              <a:ext cx="34252" cy="62754"/>
            </a:xfrm>
            <a:custGeom>
              <a:avLst/>
              <a:gdLst/>
              <a:ahLst/>
              <a:cxnLst/>
              <a:rect l="l" t="t" r="r" b="b"/>
              <a:pathLst>
                <a:path w="941" h="1724" extrusionOk="0">
                  <a:moveTo>
                    <a:pt x="940" y="1"/>
                  </a:moveTo>
                  <a:cubicBezTo>
                    <a:pt x="679" y="12"/>
                    <a:pt x="425" y="52"/>
                    <a:pt x="163" y="92"/>
                  </a:cubicBezTo>
                  <a:lnTo>
                    <a:pt x="117" y="103"/>
                  </a:lnTo>
                  <a:cubicBezTo>
                    <a:pt x="26" y="628"/>
                    <a:pt x="1" y="1173"/>
                    <a:pt x="56" y="1724"/>
                  </a:cubicBezTo>
                  <a:cubicBezTo>
                    <a:pt x="82" y="1684"/>
                    <a:pt x="103" y="1638"/>
                    <a:pt x="122" y="1593"/>
                  </a:cubicBezTo>
                  <a:cubicBezTo>
                    <a:pt x="178" y="1497"/>
                    <a:pt x="229" y="1395"/>
                    <a:pt x="280" y="1299"/>
                  </a:cubicBezTo>
                  <a:cubicBezTo>
                    <a:pt x="481" y="865"/>
                    <a:pt x="704" y="436"/>
                    <a:pt x="940"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3585;p51">
              <a:extLst>
                <a:ext uri="{FF2B5EF4-FFF2-40B4-BE49-F238E27FC236}">
                  <a16:creationId xmlns:a16="http://schemas.microsoft.com/office/drawing/2014/main" id="{F7465FA1-296D-C560-6EC6-B9B30649ACE3}"/>
                </a:ext>
              </a:extLst>
            </p:cNvPr>
            <p:cNvSpPr/>
            <p:nvPr/>
          </p:nvSpPr>
          <p:spPr>
            <a:xfrm>
              <a:off x="7156166" y="916197"/>
              <a:ext cx="50596" cy="34762"/>
            </a:xfrm>
            <a:custGeom>
              <a:avLst/>
              <a:gdLst/>
              <a:ahLst/>
              <a:cxnLst/>
              <a:rect l="l" t="t" r="r" b="b"/>
              <a:pathLst>
                <a:path w="1390" h="955" extrusionOk="0">
                  <a:moveTo>
                    <a:pt x="1123" y="0"/>
                  </a:moveTo>
                  <a:cubicBezTo>
                    <a:pt x="979" y="0"/>
                    <a:pt x="833" y="4"/>
                    <a:pt x="683" y="10"/>
                  </a:cubicBezTo>
                  <a:cubicBezTo>
                    <a:pt x="541" y="15"/>
                    <a:pt x="405" y="15"/>
                    <a:pt x="268" y="15"/>
                  </a:cubicBezTo>
                  <a:cubicBezTo>
                    <a:pt x="152" y="323"/>
                    <a:pt x="67" y="637"/>
                    <a:pt x="0" y="955"/>
                  </a:cubicBezTo>
                  <a:cubicBezTo>
                    <a:pt x="279" y="912"/>
                    <a:pt x="554" y="868"/>
                    <a:pt x="845" y="868"/>
                  </a:cubicBezTo>
                  <a:cubicBezTo>
                    <a:pt x="860" y="868"/>
                    <a:pt x="875" y="868"/>
                    <a:pt x="890" y="869"/>
                  </a:cubicBezTo>
                  <a:cubicBezTo>
                    <a:pt x="1047" y="586"/>
                    <a:pt x="1213" y="293"/>
                    <a:pt x="1390" y="5"/>
                  </a:cubicBezTo>
                  <a:cubicBezTo>
                    <a:pt x="1301" y="2"/>
                    <a:pt x="1213" y="0"/>
                    <a:pt x="1123"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3586;p51">
              <a:extLst>
                <a:ext uri="{FF2B5EF4-FFF2-40B4-BE49-F238E27FC236}">
                  <a16:creationId xmlns:a16="http://schemas.microsoft.com/office/drawing/2014/main" id="{0357891C-109A-722A-CE16-BAE1A42186FA}"/>
                </a:ext>
              </a:extLst>
            </p:cNvPr>
            <p:cNvSpPr/>
            <p:nvPr/>
          </p:nvSpPr>
          <p:spPr>
            <a:xfrm>
              <a:off x="7168505" y="870370"/>
              <a:ext cx="65666" cy="39785"/>
            </a:xfrm>
            <a:custGeom>
              <a:avLst/>
              <a:gdLst/>
              <a:ahLst/>
              <a:cxnLst/>
              <a:rect l="l" t="t" r="r" b="b"/>
              <a:pathLst>
                <a:path w="1804" h="1093" extrusionOk="0">
                  <a:moveTo>
                    <a:pt x="577" y="1"/>
                  </a:moveTo>
                  <a:cubicBezTo>
                    <a:pt x="349" y="345"/>
                    <a:pt x="157" y="709"/>
                    <a:pt x="1" y="1092"/>
                  </a:cubicBezTo>
                  <a:cubicBezTo>
                    <a:pt x="111" y="1092"/>
                    <a:pt x="223" y="1087"/>
                    <a:pt x="334" y="1087"/>
                  </a:cubicBezTo>
                  <a:cubicBezTo>
                    <a:pt x="503" y="1081"/>
                    <a:pt x="673" y="1077"/>
                    <a:pt x="843" y="1077"/>
                  </a:cubicBezTo>
                  <a:cubicBezTo>
                    <a:pt x="948" y="1077"/>
                    <a:pt x="1053" y="1079"/>
                    <a:pt x="1158" y="1082"/>
                  </a:cubicBezTo>
                  <a:cubicBezTo>
                    <a:pt x="1359" y="754"/>
                    <a:pt x="1577" y="416"/>
                    <a:pt x="1804" y="61"/>
                  </a:cubicBezTo>
                  <a:cubicBezTo>
                    <a:pt x="1587" y="21"/>
                    <a:pt x="1365" y="21"/>
                    <a:pt x="1142" y="21"/>
                  </a:cubicBezTo>
                  <a:cubicBezTo>
                    <a:pt x="1085" y="23"/>
                    <a:pt x="1028" y="24"/>
                    <a:pt x="971" y="24"/>
                  </a:cubicBezTo>
                  <a:cubicBezTo>
                    <a:pt x="839" y="24"/>
                    <a:pt x="707" y="19"/>
                    <a:pt x="577"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3587;p51">
              <a:extLst>
                <a:ext uri="{FF2B5EF4-FFF2-40B4-BE49-F238E27FC236}">
                  <a16:creationId xmlns:a16="http://schemas.microsoft.com/office/drawing/2014/main" id="{C3987679-2EF3-7AF6-EC73-901BE454E8F0}"/>
                </a:ext>
              </a:extLst>
            </p:cNvPr>
            <p:cNvSpPr/>
            <p:nvPr/>
          </p:nvSpPr>
          <p:spPr>
            <a:xfrm>
              <a:off x="7193657" y="852098"/>
              <a:ext cx="49941" cy="14669"/>
            </a:xfrm>
            <a:custGeom>
              <a:avLst/>
              <a:gdLst/>
              <a:ahLst/>
              <a:cxnLst/>
              <a:rect l="l" t="t" r="r" b="b"/>
              <a:pathLst>
                <a:path w="1372" h="403" extrusionOk="0">
                  <a:moveTo>
                    <a:pt x="363" y="1"/>
                  </a:moveTo>
                  <a:cubicBezTo>
                    <a:pt x="326" y="1"/>
                    <a:pt x="290" y="2"/>
                    <a:pt x="254" y="3"/>
                  </a:cubicBezTo>
                  <a:cubicBezTo>
                    <a:pt x="168" y="109"/>
                    <a:pt x="82" y="220"/>
                    <a:pt x="1" y="332"/>
                  </a:cubicBezTo>
                  <a:cubicBezTo>
                    <a:pt x="94" y="341"/>
                    <a:pt x="187" y="344"/>
                    <a:pt x="282" y="344"/>
                  </a:cubicBezTo>
                  <a:cubicBezTo>
                    <a:pt x="338" y="344"/>
                    <a:pt x="394" y="343"/>
                    <a:pt x="451" y="342"/>
                  </a:cubicBezTo>
                  <a:cubicBezTo>
                    <a:pt x="704" y="342"/>
                    <a:pt x="961" y="342"/>
                    <a:pt x="1220" y="402"/>
                  </a:cubicBezTo>
                  <a:cubicBezTo>
                    <a:pt x="1269" y="332"/>
                    <a:pt x="1320" y="255"/>
                    <a:pt x="1371" y="180"/>
                  </a:cubicBezTo>
                  <a:cubicBezTo>
                    <a:pt x="1065" y="65"/>
                    <a:pt x="699" y="1"/>
                    <a:pt x="363"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3588;p51">
              <a:extLst>
                <a:ext uri="{FF2B5EF4-FFF2-40B4-BE49-F238E27FC236}">
                  <a16:creationId xmlns:a16="http://schemas.microsoft.com/office/drawing/2014/main" id="{7E3D42EC-57C8-25A9-0C07-CB000681765F}"/>
                </a:ext>
              </a:extLst>
            </p:cNvPr>
            <p:cNvSpPr/>
            <p:nvPr/>
          </p:nvSpPr>
          <p:spPr>
            <a:xfrm>
              <a:off x="7208581" y="814861"/>
              <a:ext cx="62754" cy="38074"/>
            </a:xfrm>
            <a:custGeom>
              <a:avLst/>
              <a:gdLst/>
              <a:ahLst/>
              <a:cxnLst/>
              <a:rect l="l" t="t" r="r" b="b"/>
              <a:pathLst>
                <a:path w="1724" h="1046" extrusionOk="0">
                  <a:moveTo>
                    <a:pt x="941" y="0"/>
                  </a:moveTo>
                  <a:cubicBezTo>
                    <a:pt x="597" y="248"/>
                    <a:pt x="283" y="530"/>
                    <a:pt x="1" y="844"/>
                  </a:cubicBezTo>
                  <a:cubicBezTo>
                    <a:pt x="360" y="854"/>
                    <a:pt x="749" y="924"/>
                    <a:pt x="1067" y="1046"/>
                  </a:cubicBezTo>
                  <a:cubicBezTo>
                    <a:pt x="1113" y="980"/>
                    <a:pt x="1158" y="910"/>
                    <a:pt x="1204" y="840"/>
                  </a:cubicBezTo>
                  <a:cubicBezTo>
                    <a:pt x="1370" y="597"/>
                    <a:pt x="1547" y="359"/>
                    <a:pt x="1724" y="127"/>
                  </a:cubicBezTo>
                  <a:cubicBezTo>
                    <a:pt x="1561" y="91"/>
                    <a:pt x="1400" y="66"/>
                    <a:pt x="1244" y="45"/>
                  </a:cubicBezTo>
                  <a:cubicBezTo>
                    <a:pt x="1143" y="31"/>
                    <a:pt x="1041" y="21"/>
                    <a:pt x="941"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3589;p51">
              <a:extLst>
                <a:ext uri="{FF2B5EF4-FFF2-40B4-BE49-F238E27FC236}">
                  <a16:creationId xmlns:a16="http://schemas.microsoft.com/office/drawing/2014/main" id="{FB6D27C1-AE4F-D6C2-4C30-99ADFFF169DD}"/>
                </a:ext>
              </a:extLst>
            </p:cNvPr>
            <p:cNvSpPr/>
            <p:nvPr/>
          </p:nvSpPr>
          <p:spPr>
            <a:xfrm>
              <a:off x="7250877" y="788363"/>
              <a:ext cx="44335" cy="25444"/>
            </a:xfrm>
            <a:custGeom>
              <a:avLst/>
              <a:gdLst/>
              <a:ahLst/>
              <a:cxnLst/>
              <a:rect l="l" t="t" r="r" b="b"/>
              <a:pathLst>
                <a:path w="1218" h="699" extrusionOk="0">
                  <a:moveTo>
                    <a:pt x="1218" y="1"/>
                  </a:moveTo>
                  <a:lnTo>
                    <a:pt x="1218" y="1"/>
                  </a:lnTo>
                  <a:cubicBezTo>
                    <a:pt x="784" y="143"/>
                    <a:pt x="375" y="339"/>
                    <a:pt x="0" y="582"/>
                  </a:cubicBezTo>
                  <a:cubicBezTo>
                    <a:pt x="36" y="587"/>
                    <a:pt x="72" y="591"/>
                    <a:pt x="107" y="597"/>
                  </a:cubicBezTo>
                  <a:cubicBezTo>
                    <a:pt x="294" y="617"/>
                    <a:pt x="490" y="647"/>
                    <a:pt x="683" y="698"/>
                  </a:cubicBezTo>
                  <a:cubicBezTo>
                    <a:pt x="769" y="577"/>
                    <a:pt x="860" y="460"/>
                    <a:pt x="951" y="344"/>
                  </a:cubicBezTo>
                  <a:cubicBezTo>
                    <a:pt x="1042" y="228"/>
                    <a:pt x="1127" y="117"/>
                    <a:pt x="1218"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3590;p51">
              <a:extLst>
                <a:ext uri="{FF2B5EF4-FFF2-40B4-BE49-F238E27FC236}">
                  <a16:creationId xmlns:a16="http://schemas.microsoft.com/office/drawing/2014/main" id="{3BA12AB1-28FC-3B77-3835-E2EACBE39B4D}"/>
                </a:ext>
              </a:extLst>
            </p:cNvPr>
            <p:cNvSpPr/>
            <p:nvPr/>
          </p:nvSpPr>
          <p:spPr>
            <a:xfrm>
              <a:off x="7280142" y="791493"/>
              <a:ext cx="36982" cy="95113"/>
            </a:xfrm>
            <a:custGeom>
              <a:avLst/>
              <a:gdLst/>
              <a:ahLst/>
              <a:cxnLst/>
              <a:rect l="l" t="t" r="r" b="b"/>
              <a:pathLst>
                <a:path w="1016" h="2613" extrusionOk="0">
                  <a:moveTo>
                    <a:pt x="693" y="1"/>
                  </a:moveTo>
                  <a:cubicBezTo>
                    <a:pt x="581" y="142"/>
                    <a:pt x="470" y="284"/>
                    <a:pt x="364" y="425"/>
                  </a:cubicBezTo>
                  <a:cubicBezTo>
                    <a:pt x="243" y="582"/>
                    <a:pt x="122" y="738"/>
                    <a:pt x="0" y="899"/>
                  </a:cubicBezTo>
                  <a:cubicBezTo>
                    <a:pt x="31" y="1289"/>
                    <a:pt x="273" y="1652"/>
                    <a:pt x="505" y="2011"/>
                  </a:cubicBezTo>
                  <a:cubicBezTo>
                    <a:pt x="632" y="2203"/>
                    <a:pt x="763" y="2405"/>
                    <a:pt x="859" y="2613"/>
                  </a:cubicBezTo>
                  <a:cubicBezTo>
                    <a:pt x="919" y="2361"/>
                    <a:pt x="959" y="2107"/>
                    <a:pt x="980" y="1860"/>
                  </a:cubicBezTo>
                  <a:cubicBezTo>
                    <a:pt x="1015" y="1391"/>
                    <a:pt x="919" y="986"/>
                    <a:pt x="814" y="561"/>
                  </a:cubicBezTo>
                  <a:cubicBezTo>
                    <a:pt x="768" y="379"/>
                    <a:pt x="723" y="193"/>
                    <a:pt x="693"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3591;p51">
              <a:extLst>
                <a:ext uri="{FF2B5EF4-FFF2-40B4-BE49-F238E27FC236}">
                  <a16:creationId xmlns:a16="http://schemas.microsoft.com/office/drawing/2014/main" id="{1E26B2E7-0C05-93D9-4194-45E565FE9121}"/>
                </a:ext>
              </a:extLst>
            </p:cNvPr>
            <p:cNvSpPr/>
            <p:nvPr/>
          </p:nvSpPr>
          <p:spPr>
            <a:xfrm>
              <a:off x="7264308" y="831568"/>
              <a:ext cx="44736" cy="84666"/>
            </a:xfrm>
            <a:custGeom>
              <a:avLst/>
              <a:gdLst/>
              <a:ahLst/>
              <a:cxnLst/>
              <a:rect l="l" t="t" r="r" b="b"/>
              <a:pathLst>
                <a:path w="1229" h="2326" extrusionOk="0">
                  <a:moveTo>
                    <a:pt x="284" y="1"/>
                  </a:moveTo>
                  <a:cubicBezTo>
                    <a:pt x="188" y="127"/>
                    <a:pt x="91" y="259"/>
                    <a:pt x="0" y="390"/>
                  </a:cubicBezTo>
                  <a:cubicBezTo>
                    <a:pt x="400" y="976"/>
                    <a:pt x="814" y="1638"/>
                    <a:pt x="1021" y="2325"/>
                  </a:cubicBezTo>
                  <a:cubicBezTo>
                    <a:pt x="1102" y="2139"/>
                    <a:pt x="1173" y="1951"/>
                    <a:pt x="1228" y="1759"/>
                  </a:cubicBezTo>
                  <a:cubicBezTo>
                    <a:pt x="1223" y="1759"/>
                    <a:pt x="1219" y="1759"/>
                    <a:pt x="1213" y="1754"/>
                  </a:cubicBezTo>
                  <a:cubicBezTo>
                    <a:pt x="1203" y="1745"/>
                    <a:pt x="1198" y="1734"/>
                    <a:pt x="1193" y="1719"/>
                  </a:cubicBezTo>
                  <a:cubicBezTo>
                    <a:pt x="1102" y="1482"/>
                    <a:pt x="951" y="1254"/>
                    <a:pt x="788" y="1011"/>
                  </a:cubicBezTo>
                  <a:cubicBezTo>
                    <a:pt x="576" y="688"/>
                    <a:pt x="364" y="360"/>
                    <a:pt x="284"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3592;p51">
              <a:extLst>
                <a:ext uri="{FF2B5EF4-FFF2-40B4-BE49-F238E27FC236}">
                  <a16:creationId xmlns:a16="http://schemas.microsoft.com/office/drawing/2014/main" id="{04F32162-B5E4-258A-0E37-2277D8CDB180}"/>
                </a:ext>
              </a:extLst>
            </p:cNvPr>
            <p:cNvSpPr/>
            <p:nvPr/>
          </p:nvSpPr>
          <p:spPr>
            <a:xfrm>
              <a:off x="7232277" y="851442"/>
              <a:ext cx="64974" cy="117572"/>
            </a:xfrm>
            <a:custGeom>
              <a:avLst/>
              <a:gdLst/>
              <a:ahLst/>
              <a:cxnLst/>
              <a:rect l="l" t="t" r="r" b="b"/>
              <a:pathLst>
                <a:path w="1785" h="3230" extrusionOk="0">
                  <a:moveTo>
                    <a:pt x="770" y="1"/>
                  </a:moveTo>
                  <a:cubicBezTo>
                    <a:pt x="497" y="404"/>
                    <a:pt x="239" y="789"/>
                    <a:pt x="1" y="1162"/>
                  </a:cubicBezTo>
                  <a:cubicBezTo>
                    <a:pt x="294" y="1593"/>
                    <a:pt x="497" y="2087"/>
                    <a:pt x="693" y="2572"/>
                  </a:cubicBezTo>
                  <a:cubicBezTo>
                    <a:pt x="784" y="2805"/>
                    <a:pt x="875" y="3022"/>
                    <a:pt x="971" y="3230"/>
                  </a:cubicBezTo>
                  <a:cubicBezTo>
                    <a:pt x="1260" y="2920"/>
                    <a:pt x="1502" y="2577"/>
                    <a:pt x="1705" y="2193"/>
                  </a:cubicBezTo>
                  <a:cubicBezTo>
                    <a:pt x="1735" y="2138"/>
                    <a:pt x="1759" y="2087"/>
                    <a:pt x="1785" y="2032"/>
                  </a:cubicBezTo>
                  <a:cubicBezTo>
                    <a:pt x="1618" y="1325"/>
                    <a:pt x="1189" y="623"/>
                    <a:pt x="770"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3593;p51">
              <a:extLst>
                <a:ext uri="{FF2B5EF4-FFF2-40B4-BE49-F238E27FC236}">
                  <a16:creationId xmlns:a16="http://schemas.microsoft.com/office/drawing/2014/main" id="{F60478E8-3C9D-AC76-4A11-882AA754417D}"/>
                </a:ext>
              </a:extLst>
            </p:cNvPr>
            <p:cNvSpPr/>
            <p:nvPr/>
          </p:nvSpPr>
          <p:spPr>
            <a:xfrm>
              <a:off x="7202138" y="899999"/>
              <a:ext cx="60570" cy="100428"/>
            </a:xfrm>
            <a:custGeom>
              <a:avLst/>
              <a:gdLst/>
              <a:ahLst/>
              <a:cxnLst/>
              <a:rect l="l" t="t" r="r" b="b"/>
              <a:pathLst>
                <a:path w="1664" h="2759" extrusionOk="0">
                  <a:moveTo>
                    <a:pt x="723" y="0"/>
                  </a:moveTo>
                  <a:cubicBezTo>
                    <a:pt x="465" y="410"/>
                    <a:pt x="223" y="814"/>
                    <a:pt x="1" y="1208"/>
                  </a:cubicBezTo>
                  <a:cubicBezTo>
                    <a:pt x="187" y="1551"/>
                    <a:pt x="506" y="2168"/>
                    <a:pt x="733" y="2759"/>
                  </a:cubicBezTo>
                  <a:cubicBezTo>
                    <a:pt x="1087" y="2542"/>
                    <a:pt x="1395" y="2304"/>
                    <a:pt x="1663" y="2036"/>
                  </a:cubicBezTo>
                  <a:cubicBezTo>
                    <a:pt x="1552" y="1799"/>
                    <a:pt x="1451" y="1551"/>
                    <a:pt x="1350" y="1304"/>
                  </a:cubicBezTo>
                  <a:cubicBezTo>
                    <a:pt x="1168" y="854"/>
                    <a:pt x="987" y="390"/>
                    <a:pt x="723"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3594;p51">
              <a:extLst>
                <a:ext uri="{FF2B5EF4-FFF2-40B4-BE49-F238E27FC236}">
                  <a16:creationId xmlns:a16="http://schemas.microsoft.com/office/drawing/2014/main" id="{3657FCA0-A85A-B3B4-0D8D-CBE880D055C8}"/>
                </a:ext>
              </a:extLst>
            </p:cNvPr>
            <p:cNvSpPr/>
            <p:nvPr/>
          </p:nvSpPr>
          <p:spPr>
            <a:xfrm>
              <a:off x="7189471" y="950594"/>
              <a:ext cx="33670" cy="59951"/>
            </a:xfrm>
            <a:custGeom>
              <a:avLst/>
              <a:gdLst/>
              <a:ahLst/>
              <a:cxnLst/>
              <a:rect l="l" t="t" r="r" b="b"/>
              <a:pathLst>
                <a:path w="925" h="1647" extrusionOk="0">
                  <a:moveTo>
                    <a:pt x="243" y="0"/>
                  </a:moveTo>
                  <a:cubicBezTo>
                    <a:pt x="157" y="152"/>
                    <a:pt x="76" y="298"/>
                    <a:pt x="1" y="445"/>
                  </a:cubicBezTo>
                  <a:cubicBezTo>
                    <a:pt x="137" y="833"/>
                    <a:pt x="304" y="1243"/>
                    <a:pt x="566" y="1627"/>
                  </a:cubicBezTo>
                  <a:cubicBezTo>
                    <a:pt x="571" y="1632"/>
                    <a:pt x="571" y="1642"/>
                    <a:pt x="577" y="1647"/>
                  </a:cubicBezTo>
                  <a:cubicBezTo>
                    <a:pt x="698" y="1586"/>
                    <a:pt x="813" y="1525"/>
                    <a:pt x="925" y="1460"/>
                  </a:cubicBezTo>
                  <a:cubicBezTo>
                    <a:pt x="717" y="924"/>
                    <a:pt x="430" y="359"/>
                    <a:pt x="243"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3595;p51">
              <a:extLst>
                <a:ext uri="{FF2B5EF4-FFF2-40B4-BE49-F238E27FC236}">
                  <a16:creationId xmlns:a16="http://schemas.microsoft.com/office/drawing/2014/main" id="{28FE7A3A-82BB-3250-A590-8B89C81D5102}"/>
                </a:ext>
              </a:extLst>
            </p:cNvPr>
            <p:cNvSpPr/>
            <p:nvPr/>
          </p:nvSpPr>
          <p:spPr>
            <a:xfrm>
              <a:off x="7157258" y="974690"/>
              <a:ext cx="47320" cy="55910"/>
            </a:xfrm>
            <a:custGeom>
              <a:avLst/>
              <a:gdLst/>
              <a:ahLst/>
              <a:cxnLst/>
              <a:rect l="l" t="t" r="r" b="b"/>
              <a:pathLst>
                <a:path w="1300" h="1536" extrusionOk="0">
                  <a:moveTo>
                    <a:pt x="769" y="0"/>
                  </a:moveTo>
                  <a:cubicBezTo>
                    <a:pt x="623" y="283"/>
                    <a:pt x="476" y="565"/>
                    <a:pt x="340" y="854"/>
                  </a:cubicBezTo>
                  <a:cubicBezTo>
                    <a:pt x="289" y="954"/>
                    <a:pt x="238" y="1056"/>
                    <a:pt x="182" y="1157"/>
                  </a:cubicBezTo>
                  <a:cubicBezTo>
                    <a:pt x="117" y="1283"/>
                    <a:pt x="56" y="1409"/>
                    <a:pt x="1" y="1535"/>
                  </a:cubicBezTo>
                  <a:cubicBezTo>
                    <a:pt x="476" y="1395"/>
                    <a:pt x="905" y="1238"/>
                    <a:pt x="1299" y="1061"/>
                  </a:cubicBezTo>
                  <a:cubicBezTo>
                    <a:pt x="1062" y="717"/>
                    <a:pt x="900" y="353"/>
                    <a:pt x="769"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07" name="Google Shape;3610;p51">
            <a:extLst>
              <a:ext uri="{FF2B5EF4-FFF2-40B4-BE49-F238E27FC236}">
                <a16:creationId xmlns:a16="http://schemas.microsoft.com/office/drawing/2014/main" id="{8D0C83C7-DF61-BEC7-1F51-69B5AAF1F657}"/>
              </a:ext>
            </a:extLst>
          </p:cNvPr>
          <p:cNvGrpSpPr/>
          <p:nvPr/>
        </p:nvGrpSpPr>
        <p:grpSpPr>
          <a:xfrm>
            <a:off x="5498909" y="1642144"/>
            <a:ext cx="2647338" cy="3162230"/>
            <a:chOff x="-257078" y="664091"/>
            <a:chExt cx="3275970" cy="4510993"/>
          </a:xfrm>
        </p:grpSpPr>
        <p:sp>
          <p:nvSpPr>
            <p:cNvPr id="1908" name="Google Shape;3611;p51">
              <a:extLst>
                <a:ext uri="{FF2B5EF4-FFF2-40B4-BE49-F238E27FC236}">
                  <a16:creationId xmlns:a16="http://schemas.microsoft.com/office/drawing/2014/main" id="{9562BA4B-262A-BE6E-F3B1-ED742FB0223B}"/>
                </a:ext>
              </a:extLst>
            </p:cNvPr>
            <p:cNvSpPr/>
            <p:nvPr/>
          </p:nvSpPr>
          <p:spPr>
            <a:xfrm>
              <a:off x="2601088" y="2808975"/>
              <a:ext cx="402216" cy="1192786"/>
            </a:xfrm>
            <a:custGeom>
              <a:avLst/>
              <a:gdLst/>
              <a:ahLst/>
              <a:cxnLst/>
              <a:rect l="l" t="t" r="r" b="b"/>
              <a:pathLst>
                <a:path w="4567" h="13544" extrusionOk="0">
                  <a:moveTo>
                    <a:pt x="834" y="188"/>
                  </a:moveTo>
                  <a:cubicBezTo>
                    <a:pt x="1157" y="188"/>
                    <a:pt x="1625" y="764"/>
                    <a:pt x="1843" y="1205"/>
                  </a:cubicBezTo>
                  <a:cubicBezTo>
                    <a:pt x="2186" y="1881"/>
                    <a:pt x="2519" y="2762"/>
                    <a:pt x="2837" y="3615"/>
                  </a:cubicBezTo>
                  <a:cubicBezTo>
                    <a:pt x="3048" y="4164"/>
                    <a:pt x="3239" y="4682"/>
                    <a:pt x="3435" y="5133"/>
                  </a:cubicBezTo>
                  <a:cubicBezTo>
                    <a:pt x="3871" y="6156"/>
                    <a:pt x="4155" y="7420"/>
                    <a:pt x="4277" y="8900"/>
                  </a:cubicBezTo>
                  <a:cubicBezTo>
                    <a:pt x="3979" y="8748"/>
                    <a:pt x="3567" y="8708"/>
                    <a:pt x="3190" y="8690"/>
                  </a:cubicBezTo>
                  <a:cubicBezTo>
                    <a:pt x="3122" y="8686"/>
                    <a:pt x="3054" y="8684"/>
                    <a:pt x="2986" y="8684"/>
                  </a:cubicBezTo>
                  <a:cubicBezTo>
                    <a:pt x="2780" y="8684"/>
                    <a:pt x="2574" y="8699"/>
                    <a:pt x="2372" y="8713"/>
                  </a:cubicBezTo>
                  <a:lnTo>
                    <a:pt x="2240" y="8719"/>
                  </a:lnTo>
                  <a:cubicBezTo>
                    <a:pt x="2181" y="8724"/>
                    <a:pt x="2117" y="8724"/>
                    <a:pt x="2053" y="8724"/>
                  </a:cubicBezTo>
                  <a:cubicBezTo>
                    <a:pt x="1888" y="8724"/>
                    <a:pt x="1696" y="8724"/>
                    <a:pt x="1535" y="8787"/>
                  </a:cubicBezTo>
                  <a:cubicBezTo>
                    <a:pt x="1465" y="8322"/>
                    <a:pt x="1397" y="7856"/>
                    <a:pt x="1334" y="7401"/>
                  </a:cubicBezTo>
                  <a:cubicBezTo>
                    <a:pt x="1182" y="6314"/>
                    <a:pt x="1020" y="5192"/>
                    <a:pt x="834" y="4105"/>
                  </a:cubicBezTo>
                  <a:cubicBezTo>
                    <a:pt x="785" y="3825"/>
                    <a:pt x="717" y="3531"/>
                    <a:pt x="647" y="3223"/>
                  </a:cubicBezTo>
                  <a:cubicBezTo>
                    <a:pt x="462" y="2434"/>
                    <a:pt x="271" y="1626"/>
                    <a:pt x="398" y="906"/>
                  </a:cubicBezTo>
                  <a:cubicBezTo>
                    <a:pt x="403" y="895"/>
                    <a:pt x="407" y="886"/>
                    <a:pt x="407" y="877"/>
                  </a:cubicBezTo>
                  <a:cubicBezTo>
                    <a:pt x="466" y="583"/>
                    <a:pt x="579" y="225"/>
                    <a:pt x="800" y="190"/>
                  </a:cubicBezTo>
                  <a:cubicBezTo>
                    <a:pt x="811" y="189"/>
                    <a:pt x="823" y="188"/>
                    <a:pt x="834" y="188"/>
                  </a:cubicBezTo>
                  <a:close/>
                  <a:moveTo>
                    <a:pt x="3007" y="8872"/>
                  </a:moveTo>
                  <a:cubicBezTo>
                    <a:pt x="3065" y="8872"/>
                    <a:pt x="3123" y="8873"/>
                    <a:pt x="3181" y="8875"/>
                  </a:cubicBezTo>
                  <a:cubicBezTo>
                    <a:pt x="3430" y="8890"/>
                    <a:pt x="3998" y="8914"/>
                    <a:pt x="4297" y="9131"/>
                  </a:cubicBezTo>
                  <a:cubicBezTo>
                    <a:pt x="4312" y="9370"/>
                    <a:pt x="4327" y="9620"/>
                    <a:pt x="4336" y="9875"/>
                  </a:cubicBezTo>
                  <a:cubicBezTo>
                    <a:pt x="3860" y="9675"/>
                    <a:pt x="3355" y="9626"/>
                    <a:pt x="2850" y="9626"/>
                  </a:cubicBezTo>
                  <a:cubicBezTo>
                    <a:pt x="2601" y="9626"/>
                    <a:pt x="2353" y="9638"/>
                    <a:pt x="2107" y="9649"/>
                  </a:cubicBezTo>
                  <a:cubicBezTo>
                    <a:pt x="1960" y="9660"/>
                    <a:pt x="1813" y="9664"/>
                    <a:pt x="1666" y="9669"/>
                  </a:cubicBezTo>
                  <a:cubicBezTo>
                    <a:pt x="1657" y="9605"/>
                    <a:pt x="1647" y="9542"/>
                    <a:pt x="1637" y="9477"/>
                  </a:cubicBezTo>
                  <a:lnTo>
                    <a:pt x="1588" y="9145"/>
                  </a:lnTo>
                  <a:cubicBezTo>
                    <a:pt x="1578" y="9091"/>
                    <a:pt x="1569" y="9032"/>
                    <a:pt x="1564" y="8973"/>
                  </a:cubicBezTo>
                  <a:cubicBezTo>
                    <a:pt x="1696" y="8910"/>
                    <a:pt x="1877" y="8910"/>
                    <a:pt x="2053" y="8910"/>
                  </a:cubicBezTo>
                  <a:cubicBezTo>
                    <a:pt x="2123" y="8910"/>
                    <a:pt x="2191" y="8910"/>
                    <a:pt x="2250" y="8905"/>
                  </a:cubicBezTo>
                  <a:lnTo>
                    <a:pt x="2387" y="8900"/>
                  </a:lnTo>
                  <a:cubicBezTo>
                    <a:pt x="2589" y="8884"/>
                    <a:pt x="2799" y="8872"/>
                    <a:pt x="3007" y="8872"/>
                  </a:cubicBezTo>
                  <a:close/>
                  <a:moveTo>
                    <a:pt x="2879" y="9812"/>
                  </a:moveTo>
                  <a:cubicBezTo>
                    <a:pt x="3389" y="9812"/>
                    <a:pt x="3878" y="9868"/>
                    <a:pt x="4341" y="10085"/>
                  </a:cubicBezTo>
                  <a:cubicBezTo>
                    <a:pt x="4341" y="10134"/>
                    <a:pt x="4346" y="10189"/>
                    <a:pt x="4346" y="10237"/>
                  </a:cubicBezTo>
                  <a:lnTo>
                    <a:pt x="4346" y="10281"/>
                  </a:lnTo>
                  <a:cubicBezTo>
                    <a:pt x="4361" y="10991"/>
                    <a:pt x="4380" y="11971"/>
                    <a:pt x="4042" y="12583"/>
                  </a:cubicBezTo>
                  <a:cubicBezTo>
                    <a:pt x="3877" y="12893"/>
                    <a:pt x="3325" y="13355"/>
                    <a:pt x="2885" y="13355"/>
                  </a:cubicBezTo>
                  <a:cubicBezTo>
                    <a:pt x="2831" y="13355"/>
                    <a:pt x="2779" y="13348"/>
                    <a:pt x="2729" y="13333"/>
                  </a:cubicBezTo>
                  <a:cubicBezTo>
                    <a:pt x="2417" y="13239"/>
                    <a:pt x="2284" y="12696"/>
                    <a:pt x="2196" y="12334"/>
                  </a:cubicBezTo>
                  <a:cubicBezTo>
                    <a:pt x="2176" y="12265"/>
                    <a:pt x="2161" y="12201"/>
                    <a:pt x="2146" y="12152"/>
                  </a:cubicBezTo>
                  <a:cubicBezTo>
                    <a:pt x="1940" y="11403"/>
                    <a:pt x="1809" y="10624"/>
                    <a:pt x="1696" y="9855"/>
                  </a:cubicBezTo>
                  <a:cubicBezTo>
                    <a:pt x="1833" y="9850"/>
                    <a:pt x="1976" y="9845"/>
                    <a:pt x="2112" y="9841"/>
                  </a:cubicBezTo>
                  <a:cubicBezTo>
                    <a:pt x="2372" y="9826"/>
                    <a:pt x="2628" y="9812"/>
                    <a:pt x="2879" y="9812"/>
                  </a:cubicBezTo>
                  <a:close/>
                  <a:moveTo>
                    <a:pt x="836" y="0"/>
                  </a:moveTo>
                  <a:cubicBezTo>
                    <a:pt x="816" y="0"/>
                    <a:pt x="796" y="1"/>
                    <a:pt x="775" y="4"/>
                  </a:cubicBezTo>
                  <a:cubicBezTo>
                    <a:pt x="594" y="34"/>
                    <a:pt x="452" y="167"/>
                    <a:pt x="349" y="406"/>
                  </a:cubicBezTo>
                  <a:cubicBezTo>
                    <a:pt x="339" y="416"/>
                    <a:pt x="335" y="425"/>
                    <a:pt x="335" y="436"/>
                  </a:cubicBezTo>
                  <a:cubicBezTo>
                    <a:pt x="1" y="1302"/>
                    <a:pt x="246" y="2346"/>
                    <a:pt x="462" y="3267"/>
                  </a:cubicBezTo>
                  <a:cubicBezTo>
                    <a:pt x="536" y="3570"/>
                    <a:pt x="604" y="3859"/>
                    <a:pt x="647" y="4139"/>
                  </a:cubicBezTo>
                  <a:cubicBezTo>
                    <a:pt x="834" y="5222"/>
                    <a:pt x="995" y="6343"/>
                    <a:pt x="1147" y="7426"/>
                  </a:cubicBezTo>
                  <a:cubicBezTo>
                    <a:pt x="1221" y="7926"/>
                    <a:pt x="1294" y="8435"/>
                    <a:pt x="1368" y="8944"/>
                  </a:cubicBezTo>
                  <a:cubicBezTo>
                    <a:pt x="1377" y="9022"/>
                    <a:pt x="1393" y="9101"/>
                    <a:pt x="1402" y="9174"/>
                  </a:cubicBezTo>
                  <a:lnTo>
                    <a:pt x="1451" y="9507"/>
                  </a:lnTo>
                  <a:cubicBezTo>
                    <a:pt x="1461" y="9571"/>
                    <a:pt x="1470" y="9635"/>
                    <a:pt x="1481" y="9698"/>
                  </a:cubicBezTo>
                  <a:cubicBezTo>
                    <a:pt x="1461" y="9718"/>
                    <a:pt x="1447" y="9742"/>
                    <a:pt x="1447" y="9771"/>
                  </a:cubicBezTo>
                  <a:cubicBezTo>
                    <a:pt x="1451" y="9806"/>
                    <a:pt x="1470" y="9841"/>
                    <a:pt x="1505" y="9855"/>
                  </a:cubicBezTo>
                  <a:cubicBezTo>
                    <a:pt x="1623" y="10634"/>
                    <a:pt x="1755" y="11432"/>
                    <a:pt x="1965" y="12201"/>
                  </a:cubicBezTo>
                  <a:cubicBezTo>
                    <a:pt x="1980" y="12251"/>
                    <a:pt x="1994" y="12314"/>
                    <a:pt x="2010" y="12378"/>
                  </a:cubicBezTo>
                  <a:cubicBezTo>
                    <a:pt x="2107" y="12780"/>
                    <a:pt x="2259" y="13386"/>
                    <a:pt x="2675" y="13514"/>
                  </a:cubicBezTo>
                  <a:cubicBezTo>
                    <a:pt x="2745" y="13533"/>
                    <a:pt x="2813" y="13544"/>
                    <a:pt x="2887" y="13544"/>
                  </a:cubicBezTo>
                  <a:cubicBezTo>
                    <a:pt x="3416" y="13544"/>
                    <a:pt x="4018" y="13019"/>
                    <a:pt x="4209" y="12671"/>
                  </a:cubicBezTo>
                  <a:cubicBezTo>
                    <a:pt x="4567" y="12015"/>
                    <a:pt x="4547" y="11011"/>
                    <a:pt x="4533" y="10277"/>
                  </a:cubicBezTo>
                  <a:lnTo>
                    <a:pt x="4533" y="10237"/>
                  </a:lnTo>
                  <a:cubicBezTo>
                    <a:pt x="4533" y="10193"/>
                    <a:pt x="4517" y="9943"/>
                    <a:pt x="4517" y="9943"/>
                  </a:cubicBezTo>
                  <a:lnTo>
                    <a:pt x="4522" y="9943"/>
                  </a:lnTo>
                  <a:cubicBezTo>
                    <a:pt x="4517" y="9664"/>
                    <a:pt x="4503" y="9389"/>
                    <a:pt x="4483" y="9125"/>
                  </a:cubicBezTo>
                  <a:cubicBezTo>
                    <a:pt x="4493" y="9095"/>
                    <a:pt x="4493" y="9066"/>
                    <a:pt x="4479" y="9042"/>
                  </a:cubicBezTo>
                  <a:cubicBezTo>
                    <a:pt x="4361" y="7474"/>
                    <a:pt x="4067" y="6137"/>
                    <a:pt x="3606" y="5059"/>
                  </a:cubicBezTo>
                  <a:cubicBezTo>
                    <a:pt x="3416" y="4609"/>
                    <a:pt x="3219" y="4094"/>
                    <a:pt x="3014" y="3546"/>
                  </a:cubicBezTo>
                  <a:cubicBezTo>
                    <a:pt x="2690" y="2688"/>
                    <a:pt x="2358" y="1807"/>
                    <a:pt x="2014" y="1121"/>
                  </a:cubicBezTo>
                  <a:cubicBezTo>
                    <a:pt x="1859" y="820"/>
                    <a:pt x="1329" y="0"/>
                    <a:pt x="836"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3612;p51">
              <a:extLst>
                <a:ext uri="{FF2B5EF4-FFF2-40B4-BE49-F238E27FC236}">
                  <a16:creationId xmlns:a16="http://schemas.microsoft.com/office/drawing/2014/main" id="{AFC3A90E-6BAE-2BD6-12E3-77BA82C86D02}"/>
                </a:ext>
              </a:extLst>
            </p:cNvPr>
            <p:cNvSpPr/>
            <p:nvPr/>
          </p:nvSpPr>
          <p:spPr>
            <a:xfrm>
              <a:off x="2624955" y="2825443"/>
              <a:ext cx="352896" cy="767420"/>
            </a:xfrm>
            <a:custGeom>
              <a:avLst/>
              <a:gdLst/>
              <a:ahLst/>
              <a:cxnLst/>
              <a:rect l="l" t="t" r="r" b="b"/>
              <a:pathLst>
                <a:path w="4007" h="8714" extrusionOk="0">
                  <a:moveTo>
                    <a:pt x="563" y="1"/>
                  </a:moveTo>
                  <a:cubicBezTo>
                    <a:pt x="552" y="1"/>
                    <a:pt x="540" y="2"/>
                    <a:pt x="529" y="3"/>
                  </a:cubicBezTo>
                  <a:cubicBezTo>
                    <a:pt x="308" y="38"/>
                    <a:pt x="195" y="396"/>
                    <a:pt x="136" y="690"/>
                  </a:cubicBezTo>
                  <a:cubicBezTo>
                    <a:pt x="136" y="699"/>
                    <a:pt x="132" y="708"/>
                    <a:pt x="127" y="719"/>
                  </a:cubicBezTo>
                  <a:cubicBezTo>
                    <a:pt x="0" y="1439"/>
                    <a:pt x="191" y="2247"/>
                    <a:pt x="376" y="3036"/>
                  </a:cubicBezTo>
                  <a:cubicBezTo>
                    <a:pt x="446" y="3344"/>
                    <a:pt x="514" y="3638"/>
                    <a:pt x="563" y="3918"/>
                  </a:cubicBezTo>
                  <a:cubicBezTo>
                    <a:pt x="749" y="5005"/>
                    <a:pt x="911" y="6127"/>
                    <a:pt x="1063" y="7214"/>
                  </a:cubicBezTo>
                  <a:cubicBezTo>
                    <a:pt x="1126" y="7669"/>
                    <a:pt x="1194" y="8135"/>
                    <a:pt x="1264" y="8600"/>
                  </a:cubicBezTo>
                  <a:cubicBezTo>
                    <a:pt x="1425" y="8537"/>
                    <a:pt x="1617" y="8537"/>
                    <a:pt x="1782" y="8537"/>
                  </a:cubicBezTo>
                  <a:cubicBezTo>
                    <a:pt x="1846" y="8537"/>
                    <a:pt x="1910" y="8537"/>
                    <a:pt x="1969" y="8532"/>
                  </a:cubicBezTo>
                  <a:lnTo>
                    <a:pt x="2101" y="8526"/>
                  </a:lnTo>
                  <a:cubicBezTo>
                    <a:pt x="2303" y="8512"/>
                    <a:pt x="2509" y="8497"/>
                    <a:pt x="2715" y="8497"/>
                  </a:cubicBezTo>
                  <a:cubicBezTo>
                    <a:pt x="2783" y="8497"/>
                    <a:pt x="2851" y="8499"/>
                    <a:pt x="2919" y="8503"/>
                  </a:cubicBezTo>
                  <a:cubicBezTo>
                    <a:pt x="3296" y="8521"/>
                    <a:pt x="3708" y="8561"/>
                    <a:pt x="4006" y="8713"/>
                  </a:cubicBezTo>
                  <a:cubicBezTo>
                    <a:pt x="3884" y="7233"/>
                    <a:pt x="3600" y="5969"/>
                    <a:pt x="3164" y="4946"/>
                  </a:cubicBezTo>
                  <a:cubicBezTo>
                    <a:pt x="2968" y="4495"/>
                    <a:pt x="2777" y="3977"/>
                    <a:pt x="2566" y="3428"/>
                  </a:cubicBezTo>
                  <a:cubicBezTo>
                    <a:pt x="2248" y="2575"/>
                    <a:pt x="1915" y="1694"/>
                    <a:pt x="1572" y="1018"/>
                  </a:cubicBezTo>
                  <a:cubicBezTo>
                    <a:pt x="1354" y="577"/>
                    <a:pt x="886" y="1"/>
                    <a:pt x="563"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3613;p51">
              <a:extLst>
                <a:ext uri="{FF2B5EF4-FFF2-40B4-BE49-F238E27FC236}">
                  <a16:creationId xmlns:a16="http://schemas.microsoft.com/office/drawing/2014/main" id="{5DDE2018-D5FC-66AD-8CD1-9AAAAEE3B8D0}"/>
                </a:ext>
              </a:extLst>
            </p:cNvPr>
            <p:cNvSpPr/>
            <p:nvPr/>
          </p:nvSpPr>
          <p:spPr>
            <a:xfrm>
              <a:off x="2738830" y="3590310"/>
              <a:ext cx="244218" cy="88332"/>
            </a:xfrm>
            <a:custGeom>
              <a:avLst/>
              <a:gdLst/>
              <a:ahLst/>
              <a:cxnLst/>
              <a:rect l="l" t="t" r="r" b="b"/>
              <a:pathLst>
                <a:path w="2773" h="1003" extrusionOk="0">
                  <a:moveTo>
                    <a:pt x="1443" y="0"/>
                  </a:moveTo>
                  <a:cubicBezTo>
                    <a:pt x="1235" y="0"/>
                    <a:pt x="1025" y="12"/>
                    <a:pt x="823" y="28"/>
                  </a:cubicBezTo>
                  <a:lnTo>
                    <a:pt x="686" y="33"/>
                  </a:lnTo>
                  <a:cubicBezTo>
                    <a:pt x="627" y="38"/>
                    <a:pt x="559" y="38"/>
                    <a:pt x="489" y="38"/>
                  </a:cubicBezTo>
                  <a:cubicBezTo>
                    <a:pt x="313" y="38"/>
                    <a:pt x="132" y="38"/>
                    <a:pt x="0" y="101"/>
                  </a:cubicBezTo>
                  <a:cubicBezTo>
                    <a:pt x="5" y="160"/>
                    <a:pt x="14" y="219"/>
                    <a:pt x="24" y="273"/>
                  </a:cubicBezTo>
                  <a:lnTo>
                    <a:pt x="73" y="605"/>
                  </a:lnTo>
                  <a:cubicBezTo>
                    <a:pt x="83" y="670"/>
                    <a:pt x="93" y="733"/>
                    <a:pt x="102" y="797"/>
                  </a:cubicBezTo>
                  <a:cubicBezTo>
                    <a:pt x="249" y="792"/>
                    <a:pt x="396" y="788"/>
                    <a:pt x="543" y="777"/>
                  </a:cubicBezTo>
                  <a:cubicBezTo>
                    <a:pt x="789" y="766"/>
                    <a:pt x="1037" y="754"/>
                    <a:pt x="1286" y="754"/>
                  </a:cubicBezTo>
                  <a:cubicBezTo>
                    <a:pt x="1791" y="754"/>
                    <a:pt x="2296" y="803"/>
                    <a:pt x="2772" y="1003"/>
                  </a:cubicBezTo>
                  <a:cubicBezTo>
                    <a:pt x="2763" y="748"/>
                    <a:pt x="2748" y="498"/>
                    <a:pt x="2733" y="259"/>
                  </a:cubicBezTo>
                  <a:cubicBezTo>
                    <a:pt x="2434" y="42"/>
                    <a:pt x="1866" y="18"/>
                    <a:pt x="1617" y="3"/>
                  </a:cubicBezTo>
                  <a:cubicBezTo>
                    <a:pt x="1559" y="1"/>
                    <a:pt x="1501" y="0"/>
                    <a:pt x="1443"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3614;p51">
              <a:extLst>
                <a:ext uri="{FF2B5EF4-FFF2-40B4-BE49-F238E27FC236}">
                  <a16:creationId xmlns:a16="http://schemas.microsoft.com/office/drawing/2014/main" id="{D7A81957-D31D-A5E3-46EF-683AD59C2813}"/>
                </a:ext>
              </a:extLst>
            </p:cNvPr>
            <p:cNvSpPr/>
            <p:nvPr/>
          </p:nvSpPr>
          <p:spPr>
            <a:xfrm>
              <a:off x="2750367" y="3673093"/>
              <a:ext cx="234442" cy="312023"/>
            </a:xfrm>
            <a:custGeom>
              <a:avLst/>
              <a:gdLst/>
              <a:ahLst/>
              <a:cxnLst/>
              <a:rect l="l" t="t" r="r" b="b"/>
              <a:pathLst>
                <a:path w="2662" h="3543" extrusionOk="0">
                  <a:moveTo>
                    <a:pt x="1184" y="0"/>
                  </a:moveTo>
                  <a:cubicBezTo>
                    <a:pt x="933" y="0"/>
                    <a:pt x="677" y="14"/>
                    <a:pt x="417" y="29"/>
                  </a:cubicBezTo>
                  <a:cubicBezTo>
                    <a:pt x="281" y="33"/>
                    <a:pt x="138" y="38"/>
                    <a:pt x="1" y="43"/>
                  </a:cubicBezTo>
                  <a:cubicBezTo>
                    <a:pt x="6" y="97"/>
                    <a:pt x="16" y="146"/>
                    <a:pt x="21" y="200"/>
                  </a:cubicBezTo>
                  <a:cubicBezTo>
                    <a:pt x="134" y="915"/>
                    <a:pt x="261" y="1640"/>
                    <a:pt x="451" y="2340"/>
                  </a:cubicBezTo>
                  <a:cubicBezTo>
                    <a:pt x="466" y="2389"/>
                    <a:pt x="481" y="2453"/>
                    <a:pt x="501" y="2522"/>
                  </a:cubicBezTo>
                  <a:cubicBezTo>
                    <a:pt x="589" y="2884"/>
                    <a:pt x="722" y="3427"/>
                    <a:pt x="1034" y="3521"/>
                  </a:cubicBezTo>
                  <a:cubicBezTo>
                    <a:pt x="1084" y="3536"/>
                    <a:pt x="1136" y="3543"/>
                    <a:pt x="1190" y="3543"/>
                  </a:cubicBezTo>
                  <a:cubicBezTo>
                    <a:pt x="1630" y="3543"/>
                    <a:pt x="2182" y="3081"/>
                    <a:pt x="2347" y="2771"/>
                  </a:cubicBezTo>
                  <a:cubicBezTo>
                    <a:pt x="2632" y="2258"/>
                    <a:pt x="2661" y="1488"/>
                    <a:pt x="2655" y="832"/>
                  </a:cubicBezTo>
                  <a:cubicBezTo>
                    <a:pt x="2655" y="705"/>
                    <a:pt x="2651" y="582"/>
                    <a:pt x="2651" y="469"/>
                  </a:cubicBezTo>
                  <a:lnTo>
                    <a:pt x="2651" y="425"/>
                  </a:lnTo>
                  <a:cubicBezTo>
                    <a:pt x="2651" y="377"/>
                    <a:pt x="2646" y="322"/>
                    <a:pt x="2646" y="273"/>
                  </a:cubicBezTo>
                  <a:cubicBezTo>
                    <a:pt x="2183" y="56"/>
                    <a:pt x="1694" y="0"/>
                    <a:pt x="1184" y="0"/>
                  </a:cubicBezTo>
                  <a:close/>
                </a:path>
              </a:pathLst>
            </a:custGeom>
            <a:solidFill>
              <a:srgbClr val="EC78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3615;p51">
              <a:extLst>
                <a:ext uri="{FF2B5EF4-FFF2-40B4-BE49-F238E27FC236}">
                  <a16:creationId xmlns:a16="http://schemas.microsoft.com/office/drawing/2014/main" id="{FEBCB420-46CD-A19A-1DDF-EE9B296AB3D8}"/>
                </a:ext>
              </a:extLst>
            </p:cNvPr>
            <p:cNvSpPr/>
            <p:nvPr/>
          </p:nvSpPr>
          <p:spPr>
            <a:xfrm>
              <a:off x="2767717" y="3673005"/>
              <a:ext cx="216564" cy="73360"/>
            </a:xfrm>
            <a:custGeom>
              <a:avLst/>
              <a:gdLst/>
              <a:ahLst/>
              <a:cxnLst/>
              <a:rect l="l" t="t" r="r" b="b"/>
              <a:pathLst>
                <a:path w="2459" h="833" extrusionOk="0">
                  <a:moveTo>
                    <a:pt x="979" y="0"/>
                  </a:moveTo>
                  <a:cubicBezTo>
                    <a:pt x="735" y="0"/>
                    <a:pt x="480" y="14"/>
                    <a:pt x="220" y="30"/>
                  </a:cubicBezTo>
                  <a:cubicBezTo>
                    <a:pt x="147" y="30"/>
                    <a:pt x="73" y="34"/>
                    <a:pt x="0" y="39"/>
                  </a:cubicBezTo>
                  <a:lnTo>
                    <a:pt x="0" y="48"/>
                  </a:lnTo>
                  <a:cubicBezTo>
                    <a:pt x="107" y="127"/>
                    <a:pt x="211" y="201"/>
                    <a:pt x="304" y="265"/>
                  </a:cubicBezTo>
                  <a:cubicBezTo>
                    <a:pt x="936" y="358"/>
                    <a:pt x="1900" y="539"/>
                    <a:pt x="2458" y="833"/>
                  </a:cubicBezTo>
                  <a:lnTo>
                    <a:pt x="2458" y="631"/>
                  </a:lnTo>
                  <a:cubicBezTo>
                    <a:pt x="2454" y="577"/>
                    <a:pt x="2454" y="519"/>
                    <a:pt x="2454" y="470"/>
                  </a:cubicBezTo>
                  <a:lnTo>
                    <a:pt x="2454" y="426"/>
                  </a:lnTo>
                  <a:cubicBezTo>
                    <a:pt x="2454" y="378"/>
                    <a:pt x="2449" y="323"/>
                    <a:pt x="2449" y="274"/>
                  </a:cubicBezTo>
                  <a:cubicBezTo>
                    <a:pt x="1983" y="54"/>
                    <a:pt x="1494" y="0"/>
                    <a:pt x="979" y="0"/>
                  </a:cubicBezTo>
                  <a:close/>
                </a:path>
              </a:pathLst>
            </a:custGeom>
            <a:solidFill>
              <a:srgbClr val="E152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3616;p51">
              <a:extLst>
                <a:ext uri="{FF2B5EF4-FFF2-40B4-BE49-F238E27FC236}">
                  <a16:creationId xmlns:a16="http://schemas.microsoft.com/office/drawing/2014/main" id="{1A43DF74-92F5-E3EF-15FF-33C8DA15892E}"/>
                </a:ext>
              </a:extLst>
            </p:cNvPr>
            <p:cNvSpPr/>
            <p:nvPr/>
          </p:nvSpPr>
          <p:spPr>
            <a:xfrm>
              <a:off x="1766449" y="2779736"/>
              <a:ext cx="421503" cy="1388913"/>
            </a:xfrm>
            <a:custGeom>
              <a:avLst/>
              <a:gdLst/>
              <a:ahLst/>
              <a:cxnLst/>
              <a:rect l="l" t="t" r="r" b="b"/>
              <a:pathLst>
                <a:path w="4786" h="15771" extrusionOk="0">
                  <a:moveTo>
                    <a:pt x="3894" y="194"/>
                  </a:moveTo>
                  <a:cubicBezTo>
                    <a:pt x="3943" y="194"/>
                    <a:pt x="3988" y="199"/>
                    <a:pt x="4036" y="205"/>
                  </a:cubicBezTo>
                  <a:cubicBezTo>
                    <a:pt x="4540" y="445"/>
                    <a:pt x="4183" y="1958"/>
                    <a:pt x="4046" y="2541"/>
                  </a:cubicBezTo>
                  <a:cubicBezTo>
                    <a:pt x="4026" y="2604"/>
                    <a:pt x="4017" y="2658"/>
                    <a:pt x="4006" y="2708"/>
                  </a:cubicBezTo>
                  <a:cubicBezTo>
                    <a:pt x="3453" y="5166"/>
                    <a:pt x="3331" y="7508"/>
                    <a:pt x="3242" y="9947"/>
                  </a:cubicBezTo>
                  <a:cubicBezTo>
                    <a:pt x="2927" y="9836"/>
                    <a:pt x="2559" y="9814"/>
                    <a:pt x="2191" y="9814"/>
                  </a:cubicBezTo>
                  <a:cubicBezTo>
                    <a:pt x="2136" y="9814"/>
                    <a:pt x="2082" y="9814"/>
                    <a:pt x="2028" y="9815"/>
                  </a:cubicBezTo>
                  <a:cubicBezTo>
                    <a:pt x="1788" y="9825"/>
                    <a:pt x="1470" y="9834"/>
                    <a:pt x="1171" y="9888"/>
                  </a:cubicBezTo>
                  <a:cubicBezTo>
                    <a:pt x="1117" y="9897"/>
                    <a:pt x="1053" y="9908"/>
                    <a:pt x="984" y="9917"/>
                  </a:cubicBezTo>
                  <a:cubicBezTo>
                    <a:pt x="843" y="9933"/>
                    <a:pt x="681" y="9952"/>
                    <a:pt x="549" y="10001"/>
                  </a:cubicBezTo>
                  <a:cubicBezTo>
                    <a:pt x="696" y="8111"/>
                    <a:pt x="1029" y="6219"/>
                    <a:pt x="1386" y="4299"/>
                  </a:cubicBezTo>
                  <a:cubicBezTo>
                    <a:pt x="1567" y="3320"/>
                    <a:pt x="2277" y="194"/>
                    <a:pt x="3894" y="194"/>
                  </a:cubicBezTo>
                  <a:close/>
                  <a:moveTo>
                    <a:pt x="2248" y="10003"/>
                  </a:moveTo>
                  <a:cubicBezTo>
                    <a:pt x="2603" y="10003"/>
                    <a:pt x="2952" y="10029"/>
                    <a:pt x="3238" y="10143"/>
                  </a:cubicBezTo>
                  <a:cubicBezTo>
                    <a:pt x="3228" y="10358"/>
                    <a:pt x="3224" y="10569"/>
                    <a:pt x="3213" y="10785"/>
                  </a:cubicBezTo>
                  <a:cubicBezTo>
                    <a:pt x="2992" y="10656"/>
                    <a:pt x="2669" y="10608"/>
                    <a:pt x="2317" y="10608"/>
                  </a:cubicBezTo>
                  <a:cubicBezTo>
                    <a:pt x="1639" y="10608"/>
                    <a:pt x="854" y="10787"/>
                    <a:pt x="490" y="10917"/>
                  </a:cubicBezTo>
                  <a:cubicBezTo>
                    <a:pt x="500" y="10682"/>
                    <a:pt x="514" y="10447"/>
                    <a:pt x="534" y="10211"/>
                  </a:cubicBezTo>
                  <a:cubicBezTo>
                    <a:pt x="651" y="10143"/>
                    <a:pt x="837" y="10123"/>
                    <a:pt x="1009" y="10103"/>
                  </a:cubicBezTo>
                  <a:cubicBezTo>
                    <a:pt x="1078" y="10094"/>
                    <a:pt x="1146" y="10084"/>
                    <a:pt x="1205" y="10074"/>
                  </a:cubicBezTo>
                  <a:cubicBezTo>
                    <a:pt x="1490" y="10021"/>
                    <a:pt x="1798" y="10010"/>
                    <a:pt x="2033" y="10006"/>
                  </a:cubicBezTo>
                  <a:cubicBezTo>
                    <a:pt x="2104" y="10004"/>
                    <a:pt x="2176" y="10003"/>
                    <a:pt x="2248" y="10003"/>
                  </a:cubicBezTo>
                  <a:close/>
                  <a:moveTo>
                    <a:pt x="2314" y="10794"/>
                  </a:moveTo>
                  <a:cubicBezTo>
                    <a:pt x="2700" y="10794"/>
                    <a:pt x="3035" y="10853"/>
                    <a:pt x="3208" y="11010"/>
                  </a:cubicBezTo>
                  <a:cubicBezTo>
                    <a:pt x="3184" y="11661"/>
                    <a:pt x="3165" y="12337"/>
                    <a:pt x="3135" y="13008"/>
                  </a:cubicBezTo>
                  <a:cubicBezTo>
                    <a:pt x="3100" y="13704"/>
                    <a:pt x="2851" y="15119"/>
                    <a:pt x="2136" y="15497"/>
                  </a:cubicBezTo>
                  <a:cubicBezTo>
                    <a:pt x="2022" y="15556"/>
                    <a:pt x="1899" y="15586"/>
                    <a:pt x="1768" y="15586"/>
                  </a:cubicBezTo>
                  <a:cubicBezTo>
                    <a:pt x="1557" y="15586"/>
                    <a:pt x="1324" y="15508"/>
                    <a:pt x="1072" y="15350"/>
                  </a:cubicBezTo>
                  <a:cubicBezTo>
                    <a:pt x="196" y="14806"/>
                    <a:pt x="353" y="12768"/>
                    <a:pt x="446" y="11554"/>
                  </a:cubicBezTo>
                  <a:cubicBezTo>
                    <a:pt x="461" y="11392"/>
                    <a:pt x="470" y="11249"/>
                    <a:pt x="480" y="11118"/>
                  </a:cubicBezTo>
                  <a:lnTo>
                    <a:pt x="484" y="11118"/>
                  </a:lnTo>
                  <a:cubicBezTo>
                    <a:pt x="867" y="10964"/>
                    <a:pt x="1661" y="10794"/>
                    <a:pt x="2314" y="10794"/>
                  </a:cubicBezTo>
                  <a:close/>
                  <a:moveTo>
                    <a:pt x="4011" y="1"/>
                  </a:moveTo>
                  <a:cubicBezTo>
                    <a:pt x="3997" y="1"/>
                    <a:pt x="3984" y="3"/>
                    <a:pt x="3972" y="8"/>
                  </a:cubicBezTo>
                  <a:cubicBezTo>
                    <a:pt x="3943" y="7"/>
                    <a:pt x="3914" y="6"/>
                    <a:pt x="3885" y="6"/>
                  </a:cubicBezTo>
                  <a:cubicBezTo>
                    <a:pt x="2184" y="6"/>
                    <a:pt x="1445" y="2960"/>
                    <a:pt x="1200" y="4265"/>
                  </a:cubicBezTo>
                  <a:cubicBezTo>
                    <a:pt x="832" y="6239"/>
                    <a:pt x="495" y="8174"/>
                    <a:pt x="353" y="10119"/>
                  </a:cubicBezTo>
                  <a:cubicBezTo>
                    <a:pt x="333" y="10143"/>
                    <a:pt x="333" y="10173"/>
                    <a:pt x="343" y="10197"/>
                  </a:cubicBezTo>
                  <a:cubicBezTo>
                    <a:pt x="328" y="10447"/>
                    <a:pt x="314" y="10691"/>
                    <a:pt x="303" y="10937"/>
                  </a:cubicBezTo>
                  <a:cubicBezTo>
                    <a:pt x="294" y="11102"/>
                    <a:pt x="279" y="11308"/>
                    <a:pt x="260" y="11539"/>
                  </a:cubicBezTo>
                  <a:cubicBezTo>
                    <a:pt x="156" y="12881"/>
                    <a:pt x="0" y="14904"/>
                    <a:pt x="970" y="15511"/>
                  </a:cubicBezTo>
                  <a:cubicBezTo>
                    <a:pt x="1254" y="15687"/>
                    <a:pt x="1524" y="15771"/>
                    <a:pt x="1768" y="15771"/>
                  </a:cubicBezTo>
                  <a:cubicBezTo>
                    <a:pt x="1924" y="15771"/>
                    <a:pt x="2082" y="15737"/>
                    <a:pt x="2224" y="15664"/>
                  </a:cubicBezTo>
                  <a:cubicBezTo>
                    <a:pt x="3012" y="15246"/>
                    <a:pt x="3282" y="13806"/>
                    <a:pt x="3321" y="13019"/>
                  </a:cubicBezTo>
                  <a:cubicBezTo>
                    <a:pt x="3355" y="12273"/>
                    <a:pt x="3380" y="11534"/>
                    <a:pt x="3405" y="10819"/>
                  </a:cubicBezTo>
                  <a:cubicBezTo>
                    <a:pt x="3493" y="8071"/>
                    <a:pt x="3576" y="5480"/>
                    <a:pt x="4188" y="2746"/>
                  </a:cubicBezTo>
                  <a:cubicBezTo>
                    <a:pt x="4198" y="2703"/>
                    <a:pt x="4212" y="2649"/>
                    <a:pt x="4227" y="2585"/>
                  </a:cubicBezTo>
                  <a:cubicBezTo>
                    <a:pt x="4409" y="1815"/>
                    <a:pt x="4786" y="214"/>
                    <a:pt x="4041" y="4"/>
                  </a:cubicBezTo>
                  <a:cubicBezTo>
                    <a:pt x="4031" y="2"/>
                    <a:pt x="4021" y="1"/>
                    <a:pt x="4011"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3617;p51">
              <a:extLst>
                <a:ext uri="{FF2B5EF4-FFF2-40B4-BE49-F238E27FC236}">
                  <a16:creationId xmlns:a16="http://schemas.microsoft.com/office/drawing/2014/main" id="{62036BE7-3F8F-B517-CEE7-3C71741B78DD}"/>
                </a:ext>
              </a:extLst>
            </p:cNvPr>
            <p:cNvSpPr/>
            <p:nvPr/>
          </p:nvSpPr>
          <p:spPr>
            <a:xfrm>
              <a:off x="1814799" y="2796821"/>
              <a:ext cx="351575" cy="863678"/>
            </a:xfrm>
            <a:custGeom>
              <a:avLst/>
              <a:gdLst/>
              <a:ahLst/>
              <a:cxnLst/>
              <a:rect l="l" t="t" r="r" b="b"/>
              <a:pathLst>
                <a:path w="3992" h="9807" extrusionOk="0">
                  <a:moveTo>
                    <a:pt x="3345" y="0"/>
                  </a:moveTo>
                  <a:cubicBezTo>
                    <a:pt x="1728" y="0"/>
                    <a:pt x="1018" y="3126"/>
                    <a:pt x="837" y="4105"/>
                  </a:cubicBezTo>
                  <a:cubicBezTo>
                    <a:pt x="480" y="6025"/>
                    <a:pt x="147" y="7917"/>
                    <a:pt x="0" y="9807"/>
                  </a:cubicBezTo>
                  <a:cubicBezTo>
                    <a:pt x="132" y="9758"/>
                    <a:pt x="294" y="9739"/>
                    <a:pt x="435" y="9723"/>
                  </a:cubicBezTo>
                  <a:cubicBezTo>
                    <a:pt x="504" y="9714"/>
                    <a:pt x="568" y="9703"/>
                    <a:pt x="622" y="9694"/>
                  </a:cubicBezTo>
                  <a:cubicBezTo>
                    <a:pt x="921" y="9640"/>
                    <a:pt x="1239" y="9631"/>
                    <a:pt x="1479" y="9621"/>
                  </a:cubicBezTo>
                  <a:cubicBezTo>
                    <a:pt x="1533" y="9620"/>
                    <a:pt x="1587" y="9620"/>
                    <a:pt x="1642" y="9620"/>
                  </a:cubicBezTo>
                  <a:cubicBezTo>
                    <a:pt x="2010" y="9620"/>
                    <a:pt x="2378" y="9642"/>
                    <a:pt x="2693" y="9753"/>
                  </a:cubicBezTo>
                  <a:cubicBezTo>
                    <a:pt x="2782" y="7314"/>
                    <a:pt x="2904" y="4972"/>
                    <a:pt x="3457" y="2514"/>
                  </a:cubicBezTo>
                  <a:cubicBezTo>
                    <a:pt x="3468" y="2464"/>
                    <a:pt x="3477" y="2410"/>
                    <a:pt x="3497" y="2347"/>
                  </a:cubicBezTo>
                  <a:cubicBezTo>
                    <a:pt x="3634" y="1764"/>
                    <a:pt x="3991" y="251"/>
                    <a:pt x="3487" y="11"/>
                  </a:cubicBezTo>
                  <a:cubicBezTo>
                    <a:pt x="3439" y="5"/>
                    <a:pt x="3394" y="0"/>
                    <a:pt x="3345"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3618;p51">
              <a:extLst>
                <a:ext uri="{FF2B5EF4-FFF2-40B4-BE49-F238E27FC236}">
                  <a16:creationId xmlns:a16="http://schemas.microsoft.com/office/drawing/2014/main" id="{5FD0542C-E3B4-9D0C-F77C-2D3E7F3B3BA3}"/>
                </a:ext>
              </a:extLst>
            </p:cNvPr>
            <p:cNvSpPr/>
            <p:nvPr/>
          </p:nvSpPr>
          <p:spPr>
            <a:xfrm>
              <a:off x="1809603" y="3660676"/>
              <a:ext cx="242016" cy="80494"/>
            </a:xfrm>
            <a:custGeom>
              <a:avLst/>
              <a:gdLst/>
              <a:ahLst/>
              <a:cxnLst/>
              <a:rect l="l" t="t" r="r" b="b"/>
              <a:pathLst>
                <a:path w="2748" h="914" extrusionOk="0">
                  <a:moveTo>
                    <a:pt x="1758" y="0"/>
                  </a:moveTo>
                  <a:cubicBezTo>
                    <a:pt x="1686" y="0"/>
                    <a:pt x="1614" y="1"/>
                    <a:pt x="1543" y="3"/>
                  </a:cubicBezTo>
                  <a:cubicBezTo>
                    <a:pt x="1308" y="7"/>
                    <a:pt x="1000" y="18"/>
                    <a:pt x="715" y="71"/>
                  </a:cubicBezTo>
                  <a:cubicBezTo>
                    <a:pt x="656" y="81"/>
                    <a:pt x="588" y="91"/>
                    <a:pt x="519" y="100"/>
                  </a:cubicBezTo>
                  <a:cubicBezTo>
                    <a:pt x="347" y="120"/>
                    <a:pt x="161" y="140"/>
                    <a:pt x="44" y="208"/>
                  </a:cubicBezTo>
                  <a:cubicBezTo>
                    <a:pt x="24" y="444"/>
                    <a:pt x="10" y="679"/>
                    <a:pt x="0" y="914"/>
                  </a:cubicBezTo>
                  <a:cubicBezTo>
                    <a:pt x="364" y="784"/>
                    <a:pt x="1149" y="605"/>
                    <a:pt x="1827" y="605"/>
                  </a:cubicBezTo>
                  <a:cubicBezTo>
                    <a:pt x="2179" y="605"/>
                    <a:pt x="2502" y="653"/>
                    <a:pt x="2723" y="782"/>
                  </a:cubicBezTo>
                  <a:cubicBezTo>
                    <a:pt x="2734" y="566"/>
                    <a:pt x="2738" y="355"/>
                    <a:pt x="2748" y="140"/>
                  </a:cubicBezTo>
                  <a:cubicBezTo>
                    <a:pt x="2462" y="26"/>
                    <a:pt x="2113" y="0"/>
                    <a:pt x="1758"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3619;p51">
              <a:extLst>
                <a:ext uri="{FF2B5EF4-FFF2-40B4-BE49-F238E27FC236}">
                  <a16:creationId xmlns:a16="http://schemas.microsoft.com/office/drawing/2014/main" id="{76BF1FD0-3340-9870-D313-CF446CC59B01}"/>
                </a:ext>
              </a:extLst>
            </p:cNvPr>
            <p:cNvSpPr/>
            <p:nvPr/>
          </p:nvSpPr>
          <p:spPr>
            <a:xfrm>
              <a:off x="1788378" y="3730337"/>
              <a:ext cx="260687" cy="422108"/>
            </a:xfrm>
            <a:custGeom>
              <a:avLst/>
              <a:gdLst/>
              <a:ahLst/>
              <a:cxnLst/>
              <a:rect l="l" t="t" r="r" b="b"/>
              <a:pathLst>
                <a:path w="2960" h="4793" extrusionOk="0">
                  <a:moveTo>
                    <a:pt x="2065" y="0"/>
                  </a:moveTo>
                  <a:cubicBezTo>
                    <a:pt x="1412" y="0"/>
                    <a:pt x="618" y="170"/>
                    <a:pt x="235" y="324"/>
                  </a:cubicBezTo>
                  <a:lnTo>
                    <a:pt x="231" y="324"/>
                  </a:lnTo>
                  <a:cubicBezTo>
                    <a:pt x="221" y="455"/>
                    <a:pt x="212" y="598"/>
                    <a:pt x="197" y="760"/>
                  </a:cubicBezTo>
                  <a:cubicBezTo>
                    <a:pt x="192" y="838"/>
                    <a:pt x="187" y="921"/>
                    <a:pt x="177" y="1004"/>
                  </a:cubicBezTo>
                  <a:cubicBezTo>
                    <a:pt x="88" y="2229"/>
                    <a:pt x="0" y="4047"/>
                    <a:pt x="823" y="4556"/>
                  </a:cubicBezTo>
                  <a:cubicBezTo>
                    <a:pt x="1075" y="4714"/>
                    <a:pt x="1308" y="4792"/>
                    <a:pt x="1519" y="4792"/>
                  </a:cubicBezTo>
                  <a:cubicBezTo>
                    <a:pt x="1650" y="4792"/>
                    <a:pt x="1773" y="4762"/>
                    <a:pt x="1887" y="4703"/>
                  </a:cubicBezTo>
                  <a:cubicBezTo>
                    <a:pt x="2602" y="4325"/>
                    <a:pt x="2851" y="2910"/>
                    <a:pt x="2886" y="2214"/>
                  </a:cubicBezTo>
                  <a:cubicBezTo>
                    <a:pt x="2910" y="1622"/>
                    <a:pt x="2930" y="1034"/>
                    <a:pt x="2950" y="451"/>
                  </a:cubicBezTo>
                  <a:cubicBezTo>
                    <a:pt x="2955" y="373"/>
                    <a:pt x="2955" y="294"/>
                    <a:pt x="2959" y="216"/>
                  </a:cubicBezTo>
                  <a:cubicBezTo>
                    <a:pt x="2786" y="59"/>
                    <a:pt x="2451" y="0"/>
                    <a:pt x="2065" y="0"/>
                  </a:cubicBezTo>
                  <a:close/>
                </a:path>
              </a:pathLst>
            </a:custGeom>
            <a:solidFill>
              <a:srgbClr val="EC78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3620;p51">
              <a:extLst>
                <a:ext uri="{FF2B5EF4-FFF2-40B4-BE49-F238E27FC236}">
                  <a16:creationId xmlns:a16="http://schemas.microsoft.com/office/drawing/2014/main" id="{A931F3FB-41FD-EB5F-A5D2-6AFBA187E626}"/>
                </a:ext>
              </a:extLst>
            </p:cNvPr>
            <p:cNvSpPr/>
            <p:nvPr/>
          </p:nvSpPr>
          <p:spPr>
            <a:xfrm>
              <a:off x="1803879" y="3730337"/>
              <a:ext cx="211104" cy="88508"/>
            </a:xfrm>
            <a:custGeom>
              <a:avLst/>
              <a:gdLst/>
              <a:ahLst/>
              <a:cxnLst/>
              <a:rect l="l" t="t" r="r" b="b"/>
              <a:pathLst>
                <a:path w="2397" h="1005" extrusionOk="0">
                  <a:moveTo>
                    <a:pt x="1892" y="0"/>
                  </a:moveTo>
                  <a:cubicBezTo>
                    <a:pt x="1241" y="0"/>
                    <a:pt x="441" y="172"/>
                    <a:pt x="59" y="324"/>
                  </a:cubicBezTo>
                  <a:lnTo>
                    <a:pt x="55" y="324"/>
                  </a:lnTo>
                  <a:cubicBezTo>
                    <a:pt x="45" y="455"/>
                    <a:pt x="36" y="598"/>
                    <a:pt x="21" y="760"/>
                  </a:cubicBezTo>
                  <a:cubicBezTo>
                    <a:pt x="16" y="823"/>
                    <a:pt x="11" y="882"/>
                    <a:pt x="6" y="946"/>
                  </a:cubicBezTo>
                  <a:cubicBezTo>
                    <a:pt x="6" y="966"/>
                    <a:pt x="6" y="984"/>
                    <a:pt x="1" y="1004"/>
                  </a:cubicBezTo>
                  <a:cubicBezTo>
                    <a:pt x="280" y="907"/>
                    <a:pt x="1510" y="491"/>
                    <a:pt x="2372" y="441"/>
                  </a:cubicBezTo>
                  <a:cubicBezTo>
                    <a:pt x="2381" y="308"/>
                    <a:pt x="2392" y="177"/>
                    <a:pt x="2396" y="44"/>
                  </a:cubicBezTo>
                  <a:cubicBezTo>
                    <a:pt x="2250" y="15"/>
                    <a:pt x="2073" y="0"/>
                    <a:pt x="1892" y="0"/>
                  </a:cubicBezTo>
                  <a:close/>
                </a:path>
              </a:pathLst>
            </a:custGeom>
            <a:solidFill>
              <a:srgbClr val="E152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3621;p51">
              <a:extLst>
                <a:ext uri="{FF2B5EF4-FFF2-40B4-BE49-F238E27FC236}">
                  <a16:creationId xmlns:a16="http://schemas.microsoft.com/office/drawing/2014/main" id="{F90E6215-70B9-4DBE-2417-47644787DAF1}"/>
                </a:ext>
              </a:extLst>
            </p:cNvPr>
            <p:cNvSpPr/>
            <p:nvPr/>
          </p:nvSpPr>
          <p:spPr>
            <a:xfrm>
              <a:off x="1906216" y="2331737"/>
              <a:ext cx="1072869" cy="2843347"/>
            </a:xfrm>
            <a:custGeom>
              <a:avLst/>
              <a:gdLst/>
              <a:ahLst/>
              <a:cxnLst/>
              <a:rect l="l" t="t" r="r" b="b"/>
              <a:pathLst>
                <a:path w="12182" h="32286" extrusionOk="0">
                  <a:moveTo>
                    <a:pt x="5332" y="189"/>
                  </a:moveTo>
                  <a:cubicBezTo>
                    <a:pt x="5397" y="189"/>
                    <a:pt x="5464" y="195"/>
                    <a:pt x="5535" y="207"/>
                  </a:cubicBezTo>
                  <a:cubicBezTo>
                    <a:pt x="5971" y="280"/>
                    <a:pt x="6010" y="515"/>
                    <a:pt x="6064" y="843"/>
                  </a:cubicBezTo>
                  <a:cubicBezTo>
                    <a:pt x="6074" y="888"/>
                    <a:pt x="6079" y="931"/>
                    <a:pt x="6088" y="976"/>
                  </a:cubicBezTo>
                  <a:cubicBezTo>
                    <a:pt x="6270" y="2044"/>
                    <a:pt x="6828" y="2754"/>
                    <a:pt x="7416" y="3504"/>
                  </a:cubicBezTo>
                  <a:cubicBezTo>
                    <a:pt x="7734" y="3915"/>
                    <a:pt x="8062" y="4336"/>
                    <a:pt x="8337" y="4831"/>
                  </a:cubicBezTo>
                  <a:cubicBezTo>
                    <a:pt x="8464" y="5051"/>
                    <a:pt x="8567" y="5281"/>
                    <a:pt x="8661" y="5512"/>
                  </a:cubicBezTo>
                  <a:cubicBezTo>
                    <a:pt x="8650" y="5532"/>
                    <a:pt x="8641" y="5546"/>
                    <a:pt x="8625" y="5566"/>
                  </a:cubicBezTo>
                  <a:cubicBezTo>
                    <a:pt x="8195" y="6090"/>
                    <a:pt x="7450" y="6432"/>
                    <a:pt x="6358" y="6614"/>
                  </a:cubicBezTo>
                  <a:cubicBezTo>
                    <a:pt x="6150" y="6649"/>
                    <a:pt x="5907" y="6666"/>
                    <a:pt x="5643" y="6666"/>
                  </a:cubicBezTo>
                  <a:cubicBezTo>
                    <a:pt x="4482" y="6666"/>
                    <a:pt x="2926" y="6329"/>
                    <a:pt x="2288" y="5615"/>
                  </a:cubicBezTo>
                  <a:cubicBezTo>
                    <a:pt x="2351" y="5502"/>
                    <a:pt x="2424" y="5380"/>
                    <a:pt x="2508" y="5247"/>
                  </a:cubicBezTo>
                  <a:lnTo>
                    <a:pt x="2512" y="5238"/>
                  </a:lnTo>
                  <a:cubicBezTo>
                    <a:pt x="2695" y="4958"/>
                    <a:pt x="2890" y="4689"/>
                    <a:pt x="3081" y="4424"/>
                  </a:cubicBezTo>
                  <a:cubicBezTo>
                    <a:pt x="3708" y="3558"/>
                    <a:pt x="4359" y="2661"/>
                    <a:pt x="4418" y="1485"/>
                  </a:cubicBezTo>
                  <a:cubicBezTo>
                    <a:pt x="4433" y="1471"/>
                    <a:pt x="4447" y="1446"/>
                    <a:pt x="4447" y="1422"/>
                  </a:cubicBezTo>
                  <a:cubicBezTo>
                    <a:pt x="4447" y="951"/>
                    <a:pt x="4585" y="565"/>
                    <a:pt x="4820" y="364"/>
                  </a:cubicBezTo>
                  <a:cubicBezTo>
                    <a:pt x="4958" y="248"/>
                    <a:pt x="5129" y="189"/>
                    <a:pt x="5332" y="189"/>
                  </a:cubicBezTo>
                  <a:close/>
                  <a:moveTo>
                    <a:pt x="8738" y="5717"/>
                  </a:moveTo>
                  <a:cubicBezTo>
                    <a:pt x="9224" y="7055"/>
                    <a:pt x="9278" y="8539"/>
                    <a:pt x="9326" y="9984"/>
                  </a:cubicBezTo>
                  <a:cubicBezTo>
                    <a:pt x="9341" y="10400"/>
                    <a:pt x="9355" y="10826"/>
                    <a:pt x="9380" y="11238"/>
                  </a:cubicBezTo>
                  <a:cubicBezTo>
                    <a:pt x="9425" y="11982"/>
                    <a:pt x="9464" y="12751"/>
                    <a:pt x="9498" y="13491"/>
                  </a:cubicBezTo>
                  <a:cubicBezTo>
                    <a:pt x="9581" y="15142"/>
                    <a:pt x="9665" y="16851"/>
                    <a:pt x="9836" y="18507"/>
                  </a:cubicBezTo>
                  <a:cubicBezTo>
                    <a:pt x="9948" y="19589"/>
                    <a:pt x="10203" y="20647"/>
                    <a:pt x="10468" y="21676"/>
                  </a:cubicBezTo>
                  <a:cubicBezTo>
                    <a:pt x="9267" y="22406"/>
                    <a:pt x="7710" y="22661"/>
                    <a:pt x="6201" y="22822"/>
                  </a:cubicBezTo>
                  <a:cubicBezTo>
                    <a:pt x="6034" y="22842"/>
                    <a:pt x="5863" y="22861"/>
                    <a:pt x="5682" y="22881"/>
                  </a:cubicBezTo>
                  <a:cubicBezTo>
                    <a:pt x="4984" y="22964"/>
                    <a:pt x="4179" y="23059"/>
                    <a:pt x="3391" y="23059"/>
                  </a:cubicBezTo>
                  <a:cubicBezTo>
                    <a:pt x="2317" y="23059"/>
                    <a:pt x="1274" y="22882"/>
                    <a:pt x="578" y="22254"/>
                  </a:cubicBezTo>
                  <a:cubicBezTo>
                    <a:pt x="627" y="21936"/>
                    <a:pt x="685" y="21597"/>
                    <a:pt x="760" y="21201"/>
                  </a:cubicBezTo>
                  <a:cubicBezTo>
                    <a:pt x="794" y="21020"/>
                    <a:pt x="828" y="20839"/>
                    <a:pt x="857" y="20663"/>
                  </a:cubicBezTo>
                  <a:cubicBezTo>
                    <a:pt x="867" y="20633"/>
                    <a:pt x="872" y="20598"/>
                    <a:pt x="877" y="20564"/>
                  </a:cubicBezTo>
                  <a:lnTo>
                    <a:pt x="882" y="20545"/>
                  </a:lnTo>
                  <a:cubicBezTo>
                    <a:pt x="1108" y="19275"/>
                    <a:pt x="1259" y="18110"/>
                    <a:pt x="1352" y="16989"/>
                  </a:cubicBezTo>
                  <a:cubicBezTo>
                    <a:pt x="1381" y="16616"/>
                    <a:pt x="1406" y="16234"/>
                    <a:pt x="1425" y="15857"/>
                  </a:cubicBezTo>
                  <a:cubicBezTo>
                    <a:pt x="1440" y="15592"/>
                    <a:pt x="1445" y="15318"/>
                    <a:pt x="1454" y="15049"/>
                  </a:cubicBezTo>
                  <a:cubicBezTo>
                    <a:pt x="1465" y="14584"/>
                    <a:pt x="1465" y="14093"/>
                    <a:pt x="1454" y="13609"/>
                  </a:cubicBezTo>
                  <a:cubicBezTo>
                    <a:pt x="1450" y="13216"/>
                    <a:pt x="1436" y="12820"/>
                    <a:pt x="1420" y="12433"/>
                  </a:cubicBezTo>
                  <a:cubicBezTo>
                    <a:pt x="1401" y="11757"/>
                    <a:pt x="1377" y="11062"/>
                    <a:pt x="1381" y="10376"/>
                  </a:cubicBezTo>
                  <a:cubicBezTo>
                    <a:pt x="1386" y="9411"/>
                    <a:pt x="1445" y="8627"/>
                    <a:pt x="1562" y="7907"/>
                  </a:cubicBezTo>
                  <a:cubicBezTo>
                    <a:pt x="1646" y="7383"/>
                    <a:pt x="1759" y="6908"/>
                    <a:pt x="1910" y="6447"/>
                  </a:cubicBezTo>
                  <a:cubicBezTo>
                    <a:pt x="1979" y="6232"/>
                    <a:pt x="2077" y="6016"/>
                    <a:pt x="2195" y="5785"/>
                  </a:cubicBezTo>
                  <a:cubicBezTo>
                    <a:pt x="2900" y="6516"/>
                    <a:pt x="4443" y="6854"/>
                    <a:pt x="5623" y="6854"/>
                  </a:cubicBezTo>
                  <a:cubicBezTo>
                    <a:pt x="5903" y="6854"/>
                    <a:pt x="6163" y="6834"/>
                    <a:pt x="6387" y="6800"/>
                  </a:cubicBezTo>
                  <a:cubicBezTo>
                    <a:pt x="7504" y="6614"/>
                    <a:pt x="8273" y="6256"/>
                    <a:pt x="8738" y="5717"/>
                  </a:cubicBezTo>
                  <a:close/>
                  <a:moveTo>
                    <a:pt x="10517" y="21868"/>
                  </a:moveTo>
                  <a:cubicBezTo>
                    <a:pt x="10542" y="21956"/>
                    <a:pt x="10565" y="22049"/>
                    <a:pt x="10585" y="22137"/>
                  </a:cubicBezTo>
                  <a:cubicBezTo>
                    <a:pt x="10836" y="23096"/>
                    <a:pt x="11094" y="24091"/>
                    <a:pt x="11247" y="25090"/>
                  </a:cubicBezTo>
                  <a:cubicBezTo>
                    <a:pt x="11399" y="26080"/>
                    <a:pt x="11888" y="30228"/>
                    <a:pt x="11462" y="31497"/>
                  </a:cubicBezTo>
                  <a:cubicBezTo>
                    <a:pt x="11360" y="31486"/>
                    <a:pt x="11256" y="31481"/>
                    <a:pt x="11150" y="31481"/>
                  </a:cubicBezTo>
                  <a:cubicBezTo>
                    <a:pt x="10842" y="31481"/>
                    <a:pt x="10519" y="31521"/>
                    <a:pt x="10198" y="31560"/>
                  </a:cubicBezTo>
                  <a:cubicBezTo>
                    <a:pt x="9909" y="31596"/>
                    <a:pt x="9611" y="31630"/>
                    <a:pt x="9337" y="31634"/>
                  </a:cubicBezTo>
                  <a:cubicBezTo>
                    <a:pt x="9222" y="31637"/>
                    <a:pt x="9106" y="31638"/>
                    <a:pt x="8990" y="31638"/>
                  </a:cubicBezTo>
                  <a:cubicBezTo>
                    <a:pt x="8710" y="31638"/>
                    <a:pt x="8428" y="31632"/>
                    <a:pt x="8150" y="31625"/>
                  </a:cubicBezTo>
                  <a:cubicBezTo>
                    <a:pt x="7857" y="31617"/>
                    <a:pt x="7560" y="31610"/>
                    <a:pt x="7262" y="31610"/>
                  </a:cubicBezTo>
                  <a:cubicBezTo>
                    <a:pt x="6804" y="31610"/>
                    <a:pt x="6346" y="31627"/>
                    <a:pt x="5898" y="31684"/>
                  </a:cubicBezTo>
                  <a:lnTo>
                    <a:pt x="5589" y="31723"/>
                  </a:lnTo>
                  <a:cubicBezTo>
                    <a:pt x="4144" y="31913"/>
                    <a:pt x="2772" y="32089"/>
                    <a:pt x="1347" y="32100"/>
                  </a:cubicBezTo>
                  <a:cubicBezTo>
                    <a:pt x="1063" y="30767"/>
                    <a:pt x="524" y="28210"/>
                    <a:pt x="504" y="28108"/>
                  </a:cubicBezTo>
                  <a:cubicBezTo>
                    <a:pt x="196" y="26550"/>
                    <a:pt x="211" y="24703"/>
                    <a:pt x="543" y="22474"/>
                  </a:cubicBezTo>
                  <a:cubicBezTo>
                    <a:pt x="1278" y="23077"/>
                    <a:pt x="2322" y="23249"/>
                    <a:pt x="3389" y="23249"/>
                  </a:cubicBezTo>
                  <a:cubicBezTo>
                    <a:pt x="4188" y="23249"/>
                    <a:pt x="4996" y="23150"/>
                    <a:pt x="5702" y="23067"/>
                  </a:cubicBezTo>
                  <a:cubicBezTo>
                    <a:pt x="5883" y="23048"/>
                    <a:pt x="6054" y="23028"/>
                    <a:pt x="6221" y="23008"/>
                  </a:cubicBezTo>
                  <a:cubicBezTo>
                    <a:pt x="7730" y="22847"/>
                    <a:pt x="9292" y="22592"/>
                    <a:pt x="10517" y="21868"/>
                  </a:cubicBezTo>
                  <a:close/>
                  <a:moveTo>
                    <a:pt x="5334" y="0"/>
                  </a:moveTo>
                  <a:cubicBezTo>
                    <a:pt x="5084" y="0"/>
                    <a:pt x="4870" y="75"/>
                    <a:pt x="4698" y="221"/>
                  </a:cubicBezTo>
                  <a:cubicBezTo>
                    <a:pt x="4458" y="427"/>
                    <a:pt x="4305" y="780"/>
                    <a:pt x="4266" y="1211"/>
                  </a:cubicBezTo>
                  <a:cubicBezTo>
                    <a:pt x="4246" y="1225"/>
                    <a:pt x="4237" y="1250"/>
                    <a:pt x="4237" y="1279"/>
                  </a:cubicBezTo>
                  <a:lnTo>
                    <a:pt x="4237" y="1313"/>
                  </a:lnTo>
                  <a:cubicBezTo>
                    <a:pt x="4232" y="2509"/>
                    <a:pt x="3600" y="3386"/>
                    <a:pt x="2930" y="4316"/>
                  </a:cubicBezTo>
                  <a:cubicBezTo>
                    <a:pt x="2738" y="4580"/>
                    <a:pt x="2537" y="4856"/>
                    <a:pt x="2356" y="5134"/>
                  </a:cubicBezTo>
                  <a:lnTo>
                    <a:pt x="2351" y="5145"/>
                  </a:lnTo>
                  <a:cubicBezTo>
                    <a:pt x="2248" y="5306"/>
                    <a:pt x="2160" y="5448"/>
                    <a:pt x="2091" y="5580"/>
                  </a:cubicBezTo>
                  <a:cubicBezTo>
                    <a:pt x="1935" y="5860"/>
                    <a:pt x="1818" y="6124"/>
                    <a:pt x="1734" y="6389"/>
                  </a:cubicBezTo>
                  <a:cubicBezTo>
                    <a:pt x="1578" y="6859"/>
                    <a:pt x="1465" y="7343"/>
                    <a:pt x="1377" y="7878"/>
                  </a:cubicBezTo>
                  <a:cubicBezTo>
                    <a:pt x="1259" y="8607"/>
                    <a:pt x="1200" y="9400"/>
                    <a:pt x="1196" y="10376"/>
                  </a:cubicBezTo>
                  <a:cubicBezTo>
                    <a:pt x="1190" y="11062"/>
                    <a:pt x="1214" y="11762"/>
                    <a:pt x="1234" y="12438"/>
                  </a:cubicBezTo>
                  <a:cubicBezTo>
                    <a:pt x="1249" y="12825"/>
                    <a:pt x="1259" y="13221"/>
                    <a:pt x="1269" y="13614"/>
                  </a:cubicBezTo>
                  <a:cubicBezTo>
                    <a:pt x="1278" y="14098"/>
                    <a:pt x="1278" y="14579"/>
                    <a:pt x="1264" y="15049"/>
                  </a:cubicBezTo>
                  <a:cubicBezTo>
                    <a:pt x="1259" y="15314"/>
                    <a:pt x="1249" y="15583"/>
                    <a:pt x="1239" y="15852"/>
                  </a:cubicBezTo>
                  <a:cubicBezTo>
                    <a:pt x="1219" y="16225"/>
                    <a:pt x="1196" y="16601"/>
                    <a:pt x="1166" y="16969"/>
                  </a:cubicBezTo>
                  <a:cubicBezTo>
                    <a:pt x="1072" y="18090"/>
                    <a:pt x="921" y="19252"/>
                    <a:pt x="696" y="20516"/>
                  </a:cubicBezTo>
                  <a:lnTo>
                    <a:pt x="690" y="20534"/>
                  </a:lnTo>
                  <a:cubicBezTo>
                    <a:pt x="685" y="20564"/>
                    <a:pt x="681" y="20598"/>
                    <a:pt x="676" y="20627"/>
                  </a:cubicBezTo>
                  <a:cubicBezTo>
                    <a:pt x="642" y="20810"/>
                    <a:pt x="613" y="20986"/>
                    <a:pt x="578" y="21167"/>
                  </a:cubicBezTo>
                  <a:cubicBezTo>
                    <a:pt x="500" y="21578"/>
                    <a:pt x="436" y="21940"/>
                    <a:pt x="382" y="22279"/>
                  </a:cubicBezTo>
                  <a:cubicBezTo>
                    <a:pt x="20" y="24606"/>
                    <a:pt x="0" y="26521"/>
                    <a:pt x="323" y="28142"/>
                  </a:cubicBezTo>
                  <a:cubicBezTo>
                    <a:pt x="343" y="28250"/>
                    <a:pt x="902" y="30904"/>
                    <a:pt x="1180" y="32213"/>
                  </a:cubicBezTo>
                  <a:cubicBezTo>
                    <a:pt x="1185" y="32218"/>
                    <a:pt x="1185" y="32218"/>
                    <a:pt x="1185" y="32222"/>
                  </a:cubicBezTo>
                  <a:cubicBezTo>
                    <a:pt x="1190" y="32227"/>
                    <a:pt x="1190" y="32232"/>
                    <a:pt x="1190" y="32236"/>
                  </a:cubicBezTo>
                  <a:lnTo>
                    <a:pt x="1205" y="32252"/>
                  </a:lnTo>
                  <a:cubicBezTo>
                    <a:pt x="1205" y="32256"/>
                    <a:pt x="1210" y="32256"/>
                    <a:pt x="1210" y="32261"/>
                  </a:cubicBezTo>
                  <a:cubicBezTo>
                    <a:pt x="1214" y="32266"/>
                    <a:pt x="1225" y="32272"/>
                    <a:pt x="1230" y="32276"/>
                  </a:cubicBezTo>
                  <a:cubicBezTo>
                    <a:pt x="1234" y="32276"/>
                    <a:pt x="1239" y="32276"/>
                    <a:pt x="1239" y="32281"/>
                  </a:cubicBezTo>
                  <a:cubicBezTo>
                    <a:pt x="1249" y="32286"/>
                    <a:pt x="1264" y="32286"/>
                    <a:pt x="1273" y="32286"/>
                  </a:cubicBezTo>
                  <a:cubicBezTo>
                    <a:pt x="2008" y="32286"/>
                    <a:pt x="2724" y="32236"/>
                    <a:pt x="3439" y="32168"/>
                  </a:cubicBezTo>
                  <a:cubicBezTo>
                    <a:pt x="4153" y="32100"/>
                    <a:pt x="4874" y="32007"/>
                    <a:pt x="5614" y="31908"/>
                  </a:cubicBezTo>
                  <a:lnTo>
                    <a:pt x="5922" y="31870"/>
                  </a:lnTo>
                  <a:cubicBezTo>
                    <a:pt x="6360" y="31813"/>
                    <a:pt x="6812" y="31798"/>
                    <a:pt x="7263" y="31798"/>
                  </a:cubicBezTo>
                  <a:cubicBezTo>
                    <a:pt x="7559" y="31798"/>
                    <a:pt x="7855" y="31805"/>
                    <a:pt x="8146" y="31811"/>
                  </a:cubicBezTo>
                  <a:cubicBezTo>
                    <a:pt x="8459" y="31818"/>
                    <a:pt x="8782" y="31827"/>
                    <a:pt x="9102" y="31827"/>
                  </a:cubicBezTo>
                  <a:cubicBezTo>
                    <a:pt x="9182" y="31827"/>
                    <a:pt x="9262" y="31826"/>
                    <a:pt x="9341" y="31825"/>
                  </a:cubicBezTo>
                  <a:cubicBezTo>
                    <a:pt x="9625" y="31820"/>
                    <a:pt x="9929" y="31781"/>
                    <a:pt x="10223" y="31747"/>
                  </a:cubicBezTo>
                  <a:cubicBezTo>
                    <a:pt x="10534" y="31710"/>
                    <a:pt x="10854" y="31670"/>
                    <a:pt x="11150" y="31670"/>
                  </a:cubicBezTo>
                  <a:cubicBezTo>
                    <a:pt x="11245" y="31670"/>
                    <a:pt x="11338" y="31674"/>
                    <a:pt x="11428" y="31684"/>
                  </a:cubicBezTo>
                  <a:cubicBezTo>
                    <a:pt x="11437" y="31698"/>
                    <a:pt x="11453" y="31713"/>
                    <a:pt x="11472" y="31723"/>
                  </a:cubicBezTo>
                  <a:cubicBezTo>
                    <a:pt x="11482" y="31727"/>
                    <a:pt x="11496" y="31727"/>
                    <a:pt x="11506" y="31727"/>
                  </a:cubicBezTo>
                  <a:cubicBezTo>
                    <a:pt x="11546" y="31727"/>
                    <a:pt x="11580" y="31707"/>
                    <a:pt x="11594" y="31673"/>
                  </a:cubicBezTo>
                  <a:cubicBezTo>
                    <a:pt x="12182" y="30326"/>
                    <a:pt x="11442" y="25115"/>
                    <a:pt x="11433" y="25061"/>
                  </a:cubicBezTo>
                  <a:cubicBezTo>
                    <a:pt x="11281" y="24052"/>
                    <a:pt x="11021" y="23053"/>
                    <a:pt x="10766" y="22087"/>
                  </a:cubicBezTo>
                  <a:cubicBezTo>
                    <a:pt x="10468" y="20921"/>
                    <a:pt x="10149" y="19716"/>
                    <a:pt x="10022" y="18488"/>
                  </a:cubicBezTo>
                  <a:cubicBezTo>
                    <a:pt x="9850" y="16836"/>
                    <a:pt x="9767" y="15131"/>
                    <a:pt x="9689" y="13481"/>
                  </a:cubicBezTo>
                  <a:cubicBezTo>
                    <a:pt x="9649" y="12741"/>
                    <a:pt x="9615" y="11973"/>
                    <a:pt x="9566" y="11228"/>
                  </a:cubicBezTo>
                  <a:cubicBezTo>
                    <a:pt x="9542" y="10817"/>
                    <a:pt x="9527" y="10390"/>
                    <a:pt x="9513" y="9979"/>
                  </a:cubicBezTo>
                  <a:cubicBezTo>
                    <a:pt x="9464" y="8475"/>
                    <a:pt x="9410" y="6922"/>
                    <a:pt x="8866" y="5527"/>
                  </a:cubicBezTo>
                  <a:cubicBezTo>
                    <a:pt x="8876" y="5487"/>
                    <a:pt x="8866" y="5443"/>
                    <a:pt x="8831" y="5423"/>
                  </a:cubicBezTo>
                  <a:lnTo>
                    <a:pt x="8826" y="5419"/>
                  </a:lnTo>
                  <a:cubicBezTo>
                    <a:pt x="8734" y="5188"/>
                    <a:pt x="8625" y="4963"/>
                    <a:pt x="8503" y="4738"/>
                  </a:cubicBezTo>
                  <a:cubicBezTo>
                    <a:pt x="8220" y="4234"/>
                    <a:pt x="7886" y="3802"/>
                    <a:pt x="7563" y="3386"/>
                  </a:cubicBezTo>
                  <a:cubicBezTo>
                    <a:pt x="7058" y="2744"/>
                    <a:pt x="6579" y="2132"/>
                    <a:pt x="6353" y="1299"/>
                  </a:cubicBezTo>
                  <a:cubicBezTo>
                    <a:pt x="6362" y="1275"/>
                    <a:pt x="6368" y="1245"/>
                    <a:pt x="6353" y="1221"/>
                  </a:cubicBezTo>
                  <a:cubicBezTo>
                    <a:pt x="6299" y="1094"/>
                    <a:pt x="6274" y="951"/>
                    <a:pt x="6251" y="814"/>
                  </a:cubicBezTo>
                  <a:cubicBezTo>
                    <a:pt x="6197" y="486"/>
                    <a:pt x="6133" y="113"/>
                    <a:pt x="5569" y="20"/>
                  </a:cubicBezTo>
                  <a:cubicBezTo>
                    <a:pt x="5487" y="7"/>
                    <a:pt x="5409" y="0"/>
                    <a:pt x="5334"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3622;p51">
              <a:extLst>
                <a:ext uri="{FF2B5EF4-FFF2-40B4-BE49-F238E27FC236}">
                  <a16:creationId xmlns:a16="http://schemas.microsoft.com/office/drawing/2014/main" id="{F79091CC-3CE5-6ADE-9D9E-B0C709E51D0F}"/>
                </a:ext>
              </a:extLst>
            </p:cNvPr>
            <p:cNvSpPr/>
            <p:nvPr/>
          </p:nvSpPr>
          <p:spPr>
            <a:xfrm>
              <a:off x="1923478" y="4257509"/>
              <a:ext cx="1029714" cy="901195"/>
            </a:xfrm>
            <a:custGeom>
              <a:avLst/>
              <a:gdLst/>
              <a:ahLst/>
              <a:cxnLst/>
              <a:rect l="l" t="t" r="r" b="b"/>
              <a:pathLst>
                <a:path w="11692" h="10233" extrusionOk="0">
                  <a:moveTo>
                    <a:pt x="10321" y="1"/>
                  </a:moveTo>
                  <a:cubicBezTo>
                    <a:pt x="9096" y="725"/>
                    <a:pt x="7534" y="980"/>
                    <a:pt x="6025" y="1141"/>
                  </a:cubicBezTo>
                  <a:cubicBezTo>
                    <a:pt x="5858" y="1161"/>
                    <a:pt x="5687" y="1181"/>
                    <a:pt x="5506" y="1200"/>
                  </a:cubicBezTo>
                  <a:cubicBezTo>
                    <a:pt x="4800" y="1283"/>
                    <a:pt x="3992" y="1382"/>
                    <a:pt x="3193" y="1382"/>
                  </a:cubicBezTo>
                  <a:cubicBezTo>
                    <a:pt x="2126" y="1382"/>
                    <a:pt x="1082" y="1210"/>
                    <a:pt x="347" y="607"/>
                  </a:cubicBezTo>
                  <a:cubicBezTo>
                    <a:pt x="15" y="2836"/>
                    <a:pt x="0" y="4683"/>
                    <a:pt x="308" y="6241"/>
                  </a:cubicBezTo>
                  <a:cubicBezTo>
                    <a:pt x="328" y="6343"/>
                    <a:pt x="867" y="8900"/>
                    <a:pt x="1156" y="10233"/>
                  </a:cubicBezTo>
                  <a:cubicBezTo>
                    <a:pt x="2576" y="10222"/>
                    <a:pt x="3948" y="10046"/>
                    <a:pt x="5393" y="9856"/>
                  </a:cubicBezTo>
                  <a:lnTo>
                    <a:pt x="5702" y="9817"/>
                  </a:lnTo>
                  <a:cubicBezTo>
                    <a:pt x="6150" y="9760"/>
                    <a:pt x="6608" y="9743"/>
                    <a:pt x="7066" y="9743"/>
                  </a:cubicBezTo>
                  <a:cubicBezTo>
                    <a:pt x="7364" y="9743"/>
                    <a:pt x="7661" y="9750"/>
                    <a:pt x="7954" y="9758"/>
                  </a:cubicBezTo>
                  <a:cubicBezTo>
                    <a:pt x="8232" y="9765"/>
                    <a:pt x="8514" y="9771"/>
                    <a:pt x="8794" y="9771"/>
                  </a:cubicBezTo>
                  <a:cubicBezTo>
                    <a:pt x="8910" y="9771"/>
                    <a:pt x="9026" y="9770"/>
                    <a:pt x="9141" y="9767"/>
                  </a:cubicBezTo>
                  <a:cubicBezTo>
                    <a:pt x="9415" y="9763"/>
                    <a:pt x="9713" y="9729"/>
                    <a:pt x="10002" y="9693"/>
                  </a:cubicBezTo>
                  <a:cubicBezTo>
                    <a:pt x="10323" y="9654"/>
                    <a:pt x="10646" y="9614"/>
                    <a:pt x="10954" y="9614"/>
                  </a:cubicBezTo>
                  <a:cubicBezTo>
                    <a:pt x="11060" y="9614"/>
                    <a:pt x="11164" y="9619"/>
                    <a:pt x="11266" y="9630"/>
                  </a:cubicBezTo>
                  <a:cubicBezTo>
                    <a:pt x="11692" y="8361"/>
                    <a:pt x="11203" y="4213"/>
                    <a:pt x="11051" y="3223"/>
                  </a:cubicBezTo>
                  <a:cubicBezTo>
                    <a:pt x="10898" y="2224"/>
                    <a:pt x="10640" y="1229"/>
                    <a:pt x="10389" y="270"/>
                  </a:cubicBezTo>
                  <a:cubicBezTo>
                    <a:pt x="10369" y="182"/>
                    <a:pt x="10346" y="89"/>
                    <a:pt x="10321"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3623;p51">
              <a:extLst>
                <a:ext uri="{FF2B5EF4-FFF2-40B4-BE49-F238E27FC236}">
                  <a16:creationId xmlns:a16="http://schemas.microsoft.com/office/drawing/2014/main" id="{270B3F76-8BA8-480F-9649-9E77B3782383}"/>
                </a:ext>
              </a:extLst>
            </p:cNvPr>
            <p:cNvSpPr/>
            <p:nvPr/>
          </p:nvSpPr>
          <p:spPr>
            <a:xfrm>
              <a:off x="1957121" y="2835219"/>
              <a:ext cx="871012" cy="1527355"/>
            </a:xfrm>
            <a:custGeom>
              <a:avLst/>
              <a:gdLst/>
              <a:ahLst/>
              <a:cxnLst/>
              <a:rect l="l" t="t" r="r" b="b"/>
              <a:pathLst>
                <a:path w="9890" h="17343" extrusionOk="0">
                  <a:moveTo>
                    <a:pt x="8160" y="0"/>
                  </a:moveTo>
                  <a:cubicBezTo>
                    <a:pt x="7695" y="539"/>
                    <a:pt x="6926" y="897"/>
                    <a:pt x="5809" y="1083"/>
                  </a:cubicBezTo>
                  <a:cubicBezTo>
                    <a:pt x="5585" y="1117"/>
                    <a:pt x="5325" y="1137"/>
                    <a:pt x="5045" y="1137"/>
                  </a:cubicBezTo>
                  <a:cubicBezTo>
                    <a:pt x="3865" y="1137"/>
                    <a:pt x="2322" y="799"/>
                    <a:pt x="1617" y="68"/>
                  </a:cubicBezTo>
                  <a:cubicBezTo>
                    <a:pt x="1499" y="299"/>
                    <a:pt x="1401" y="515"/>
                    <a:pt x="1332" y="730"/>
                  </a:cubicBezTo>
                  <a:cubicBezTo>
                    <a:pt x="1274" y="911"/>
                    <a:pt x="1220" y="1097"/>
                    <a:pt x="1170" y="1284"/>
                  </a:cubicBezTo>
                  <a:cubicBezTo>
                    <a:pt x="1097" y="1573"/>
                    <a:pt x="1034" y="1872"/>
                    <a:pt x="984" y="2190"/>
                  </a:cubicBezTo>
                  <a:cubicBezTo>
                    <a:pt x="946" y="2435"/>
                    <a:pt x="912" y="2690"/>
                    <a:pt x="887" y="2959"/>
                  </a:cubicBezTo>
                  <a:cubicBezTo>
                    <a:pt x="838" y="3459"/>
                    <a:pt x="808" y="4002"/>
                    <a:pt x="803" y="4624"/>
                  </a:cubicBezTo>
                  <a:lnTo>
                    <a:pt x="803" y="4659"/>
                  </a:lnTo>
                  <a:cubicBezTo>
                    <a:pt x="803" y="5182"/>
                    <a:pt x="813" y="5711"/>
                    <a:pt x="828" y="6231"/>
                  </a:cubicBezTo>
                  <a:cubicBezTo>
                    <a:pt x="833" y="6393"/>
                    <a:pt x="842" y="6554"/>
                    <a:pt x="842" y="6716"/>
                  </a:cubicBezTo>
                  <a:cubicBezTo>
                    <a:pt x="858" y="7093"/>
                    <a:pt x="872" y="7490"/>
                    <a:pt x="876" y="7872"/>
                  </a:cubicBezTo>
                  <a:lnTo>
                    <a:pt x="876" y="7892"/>
                  </a:lnTo>
                  <a:cubicBezTo>
                    <a:pt x="887" y="8376"/>
                    <a:pt x="887" y="8867"/>
                    <a:pt x="876" y="9332"/>
                  </a:cubicBezTo>
                  <a:cubicBezTo>
                    <a:pt x="872" y="9385"/>
                    <a:pt x="872" y="9434"/>
                    <a:pt x="872" y="9484"/>
                  </a:cubicBezTo>
                  <a:cubicBezTo>
                    <a:pt x="867" y="9704"/>
                    <a:pt x="858" y="9925"/>
                    <a:pt x="847" y="10140"/>
                  </a:cubicBezTo>
                  <a:cubicBezTo>
                    <a:pt x="838" y="10331"/>
                    <a:pt x="828" y="10517"/>
                    <a:pt x="813" y="10708"/>
                  </a:cubicBezTo>
                  <a:cubicBezTo>
                    <a:pt x="803" y="10895"/>
                    <a:pt x="788" y="11085"/>
                    <a:pt x="774" y="11272"/>
                  </a:cubicBezTo>
                  <a:cubicBezTo>
                    <a:pt x="745" y="11609"/>
                    <a:pt x="711" y="11953"/>
                    <a:pt x="671" y="12301"/>
                  </a:cubicBezTo>
                  <a:cubicBezTo>
                    <a:pt x="607" y="12873"/>
                    <a:pt x="530" y="13466"/>
                    <a:pt x="431" y="14078"/>
                  </a:cubicBezTo>
                  <a:cubicBezTo>
                    <a:pt x="392" y="14323"/>
                    <a:pt x="347" y="14573"/>
                    <a:pt x="304" y="14828"/>
                  </a:cubicBezTo>
                  <a:lnTo>
                    <a:pt x="299" y="14847"/>
                  </a:lnTo>
                  <a:cubicBezTo>
                    <a:pt x="294" y="14881"/>
                    <a:pt x="289" y="14916"/>
                    <a:pt x="279" y="14946"/>
                  </a:cubicBezTo>
                  <a:cubicBezTo>
                    <a:pt x="250" y="15122"/>
                    <a:pt x="216" y="15303"/>
                    <a:pt x="182" y="15484"/>
                  </a:cubicBezTo>
                  <a:cubicBezTo>
                    <a:pt x="171" y="15538"/>
                    <a:pt x="162" y="15592"/>
                    <a:pt x="152" y="15640"/>
                  </a:cubicBezTo>
                  <a:cubicBezTo>
                    <a:pt x="93" y="15974"/>
                    <a:pt x="44" y="16262"/>
                    <a:pt x="0" y="16537"/>
                  </a:cubicBezTo>
                  <a:cubicBezTo>
                    <a:pt x="696" y="17165"/>
                    <a:pt x="1739" y="17342"/>
                    <a:pt x="2813" y="17342"/>
                  </a:cubicBezTo>
                  <a:cubicBezTo>
                    <a:pt x="3601" y="17342"/>
                    <a:pt x="4406" y="17247"/>
                    <a:pt x="5104" y="17164"/>
                  </a:cubicBezTo>
                  <a:cubicBezTo>
                    <a:pt x="5285" y="17144"/>
                    <a:pt x="5456" y="17125"/>
                    <a:pt x="5623" y="17105"/>
                  </a:cubicBezTo>
                  <a:cubicBezTo>
                    <a:pt x="7132" y="16944"/>
                    <a:pt x="8689" y="16689"/>
                    <a:pt x="9890" y="15959"/>
                  </a:cubicBezTo>
                  <a:cubicBezTo>
                    <a:pt x="9821" y="15699"/>
                    <a:pt x="9758" y="15439"/>
                    <a:pt x="9693" y="15175"/>
                  </a:cubicBezTo>
                  <a:cubicBezTo>
                    <a:pt x="9571" y="14661"/>
                    <a:pt x="9458" y="14137"/>
                    <a:pt x="9370" y="13608"/>
                  </a:cubicBezTo>
                  <a:cubicBezTo>
                    <a:pt x="9326" y="13339"/>
                    <a:pt x="9288" y="13065"/>
                    <a:pt x="9258" y="12790"/>
                  </a:cubicBezTo>
                  <a:cubicBezTo>
                    <a:pt x="9243" y="12638"/>
                    <a:pt x="9229" y="12486"/>
                    <a:pt x="9214" y="12330"/>
                  </a:cubicBezTo>
                  <a:cubicBezTo>
                    <a:pt x="9164" y="11795"/>
                    <a:pt x="9121" y="11257"/>
                    <a:pt x="9087" y="10713"/>
                  </a:cubicBezTo>
                  <a:cubicBezTo>
                    <a:pt x="9047" y="10140"/>
                    <a:pt x="9013" y="9567"/>
                    <a:pt x="8983" y="8994"/>
                  </a:cubicBezTo>
                  <a:lnTo>
                    <a:pt x="8954" y="8381"/>
                  </a:lnTo>
                  <a:lnTo>
                    <a:pt x="8910" y="7558"/>
                  </a:lnTo>
                  <a:lnTo>
                    <a:pt x="8900" y="7343"/>
                  </a:lnTo>
                  <a:cubicBezTo>
                    <a:pt x="8881" y="6952"/>
                    <a:pt x="8861" y="6554"/>
                    <a:pt x="8841" y="6163"/>
                  </a:cubicBezTo>
                  <a:cubicBezTo>
                    <a:pt x="8827" y="5946"/>
                    <a:pt x="8817" y="5736"/>
                    <a:pt x="8802" y="5521"/>
                  </a:cubicBezTo>
                  <a:cubicBezTo>
                    <a:pt x="8782" y="5198"/>
                    <a:pt x="8768" y="4859"/>
                    <a:pt x="8759" y="4531"/>
                  </a:cubicBezTo>
                  <a:cubicBezTo>
                    <a:pt x="8753" y="4443"/>
                    <a:pt x="8753" y="4355"/>
                    <a:pt x="8748" y="4267"/>
                  </a:cubicBezTo>
                  <a:cubicBezTo>
                    <a:pt x="8729" y="3753"/>
                    <a:pt x="8714" y="3228"/>
                    <a:pt x="8675" y="2709"/>
                  </a:cubicBezTo>
                  <a:cubicBezTo>
                    <a:pt x="8635" y="2170"/>
                    <a:pt x="8572" y="1637"/>
                    <a:pt x="8469" y="1112"/>
                  </a:cubicBezTo>
                  <a:cubicBezTo>
                    <a:pt x="8391" y="735"/>
                    <a:pt x="8293" y="362"/>
                    <a:pt x="8160"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3624;p51">
              <a:extLst>
                <a:ext uri="{FF2B5EF4-FFF2-40B4-BE49-F238E27FC236}">
                  <a16:creationId xmlns:a16="http://schemas.microsoft.com/office/drawing/2014/main" id="{69E2CF8D-8C26-F2C8-76CC-4F0A65069246}"/>
                </a:ext>
              </a:extLst>
            </p:cNvPr>
            <p:cNvSpPr/>
            <p:nvPr/>
          </p:nvSpPr>
          <p:spPr>
            <a:xfrm>
              <a:off x="2107632" y="2348382"/>
              <a:ext cx="561358" cy="570501"/>
            </a:xfrm>
            <a:custGeom>
              <a:avLst/>
              <a:gdLst/>
              <a:ahLst/>
              <a:cxnLst/>
              <a:rect l="l" t="t" r="r" b="b"/>
              <a:pathLst>
                <a:path w="6374" h="6478" extrusionOk="0">
                  <a:moveTo>
                    <a:pt x="3045" y="0"/>
                  </a:moveTo>
                  <a:cubicBezTo>
                    <a:pt x="2842" y="0"/>
                    <a:pt x="2671" y="59"/>
                    <a:pt x="2533" y="175"/>
                  </a:cubicBezTo>
                  <a:cubicBezTo>
                    <a:pt x="2293" y="376"/>
                    <a:pt x="2156" y="762"/>
                    <a:pt x="2156" y="1233"/>
                  </a:cubicBezTo>
                  <a:cubicBezTo>
                    <a:pt x="2156" y="1257"/>
                    <a:pt x="2146" y="1282"/>
                    <a:pt x="2131" y="1296"/>
                  </a:cubicBezTo>
                  <a:cubicBezTo>
                    <a:pt x="2126" y="1394"/>
                    <a:pt x="2117" y="1492"/>
                    <a:pt x="2102" y="1585"/>
                  </a:cubicBezTo>
                  <a:cubicBezTo>
                    <a:pt x="2072" y="1825"/>
                    <a:pt x="2013" y="2051"/>
                    <a:pt x="1941" y="2266"/>
                  </a:cubicBezTo>
                  <a:cubicBezTo>
                    <a:pt x="1690" y="2996"/>
                    <a:pt x="1235" y="3623"/>
                    <a:pt x="794" y="4235"/>
                  </a:cubicBezTo>
                  <a:cubicBezTo>
                    <a:pt x="716" y="4343"/>
                    <a:pt x="632" y="4456"/>
                    <a:pt x="555" y="4563"/>
                  </a:cubicBezTo>
                  <a:cubicBezTo>
                    <a:pt x="442" y="4725"/>
                    <a:pt x="334" y="4886"/>
                    <a:pt x="225" y="5044"/>
                  </a:cubicBezTo>
                  <a:lnTo>
                    <a:pt x="221" y="5058"/>
                  </a:lnTo>
                  <a:cubicBezTo>
                    <a:pt x="137" y="5191"/>
                    <a:pt x="64" y="5313"/>
                    <a:pt x="1" y="5426"/>
                  </a:cubicBezTo>
                  <a:cubicBezTo>
                    <a:pt x="639" y="6140"/>
                    <a:pt x="2195" y="6477"/>
                    <a:pt x="3356" y="6477"/>
                  </a:cubicBezTo>
                  <a:cubicBezTo>
                    <a:pt x="3620" y="6477"/>
                    <a:pt x="3863" y="6460"/>
                    <a:pt x="4071" y="6425"/>
                  </a:cubicBezTo>
                  <a:cubicBezTo>
                    <a:pt x="5163" y="6243"/>
                    <a:pt x="5908" y="5901"/>
                    <a:pt x="6338" y="5377"/>
                  </a:cubicBezTo>
                  <a:cubicBezTo>
                    <a:pt x="6354" y="5357"/>
                    <a:pt x="6363" y="5343"/>
                    <a:pt x="6374" y="5323"/>
                  </a:cubicBezTo>
                  <a:cubicBezTo>
                    <a:pt x="6280" y="5092"/>
                    <a:pt x="6177" y="4862"/>
                    <a:pt x="6055" y="4642"/>
                  </a:cubicBezTo>
                  <a:cubicBezTo>
                    <a:pt x="5775" y="4147"/>
                    <a:pt x="5447" y="3721"/>
                    <a:pt x="5129" y="3315"/>
                  </a:cubicBezTo>
                  <a:cubicBezTo>
                    <a:pt x="4864" y="2981"/>
                    <a:pt x="4610" y="2653"/>
                    <a:pt x="4389" y="2295"/>
                  </a:cubicBezTo>
                  <a:cubicBezTo>
                    <a:pt x="4120" y="1859"/>
                    <a:pt x="3905" y="1380"/>
                    <a:pt x="3801" y="787"/>
                  </a:cubicBezTo>
                  <a:cubicBezTo>
                    <a:pt x="3792" y="742"/>
                    <a:pt x="3787" y="699"/>
                    <a:pt x="3777" y="654"/>
                  </a:cubicBezTo>
                  <a:cubicBezTo>
                    <a:pt x="3723" y="326"/>
                    <a:pt x="3684" y="91"/>
                    <a:pt x="3248" y="18"/>
                  </a:cubicBezTo>
                  <a:cubicBezTo>
                    <a:pt x="3177" y="6"/>
                    <a:pt x="3110" y="0"/>
                    <a:pt x="3045" y="0"/>
                  </a:cubicBezTo>
                  <a:close/>
                </a:path>
              </a:pathLst>
            </a:custGeom>
            <a:solidFill>
              <a:srgbClr val="EC78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3625;p51">
              <a:extLst>
                <a:ext uri="{FF2B5EF4-FFF2-40B4-BE49-F238E27FC236}">
                  <a16:creationId xmlns:a16="http://schemas.microsoft.com/office/drawing/2014/main" id="{7A981639-69D9-E33F-A333-5BCF8257EB8C}"/>
                </a:ext>
              </a:extLst>
            </p:cNvPr>
            <p:cNvSpPr/>
            <p:nvPr/>
          </p:nvSpPr>
          <p:spPr>
            <a:xfrm>
              <a:off x="2318560" y="2360271"/>
              <a:ext cx="16998" cy="16909"/>
            </a:xfrm>
            <a:custGeom>
              <a:avLst/>
              <a:gdLst/>
              <a:ahLst/>
              <a:cxnLst/>
              <a:rect l="l" t="t" r="r" b="b"/>
              <a:pathLst>
                <a:path w="193" h="192" extrusionOk="0">
                  <a:moveTo>
                    <a:pt x="192" y="1"/>
                  </a:moveTo>
                  <a:cubicBezTo>
                    <a:pt x="172" y="10"/>
                    <a:pt x="158" y="24"/>
                    <a:pt x="138" y="40"/>
                  </a:cubicBezTo>
                  <a:cubicBezTo>
                    <a:pt x="89" y="83"/>
                    <a:pt x="40" y="132"/>
                    <a:pt x="0" y="191"/>
                  </a:cubicBezTo>
                  <a:cubicBezTo>
                    <a:pt x="40" y="132"/>
                    <a:pt x="89" y="83"/>
                    <a:pt x="138" y="40"/>
                  </a:cubicBezTo>
                  <a:cubicBezTo>
                    <a:pt x="158" y="24"/>
                    <a:pt x="172" y="10"/>
                    <a:pt x="192" y="1"/>
                  </a:cubicBezTo>
                  <a:close/>
                </a:path>
              </a:pathLst>
            </a:custGeom>
            <a:solidFill>
              <a:srgbClr val="F4AE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3626;p51">
              <a:extLst>
                <a:ext uri="{FF2B5EF4-FFF2-40B4-BE49-F238E27FC236}">
                  <a16:creationId xmlns:a16="http://schemas.microsoft.com/office/drawing/2014/main" id="{86860C85-2175-1577-1BF4-47D477E6B43C}"/>
                </a:ext>
              </a:extLst>
            </p:cNvPr>
            <p:cNvSpPr/>
            <p:nvPr/>
          </p:nvSpPr>
          <p:spPr>
            <a:xfrm>
              <a:off x="2442386" y="2417691"/>
              <a:ext cx="51873" cy="132894"/>
            </a:xfrm>
            <a:custGeom>
              <a:avLst/>
              <a:gdLst/>
              <a:ahLst/>
              <a:cxnLst/>
              <a:rect l="l" t="t" r="r" b="b"/>
              <a:pathLst>
                <a:path w="589" h="1509" extrusionOk="0">
                  <a:moveTo>
                    <a:pt x="1" y="0"/>
                  </a:moveTo>
                  <a:cubicBezTo>
                    <a:pt x="104" y="593"/>
                    <a:pt x="319" y="1072"/>
                    <a:pt x="588" y="1508"/>
                  </a:cubicBezTo>
                  <a:cubicBezTo>
                    <a:pt x="319" y="1072"/>
                    <a:pt x="104" y="588"/>
                    <a:pt x="1" y="0"/>
                  </a:cubicBezTo>
                  <a:close/>
                </a:path>
              </a:pathLst>
            </a:custGeom>
            <a:solidFill>
              <a:srgbClr val="F4AE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3627;p51">
              <a:extLst>
                <a:ext uri="{FF2B5EF4-FFF2-40B4-BE49-F238E27FC236}">
                  <a16:creationId xmlns:a16="http://schemas.microsoft.com/office/drawing/2014/main" id="{981B9B70-7489-5FDA-090A-D08364CB5CC7}"/>
                </a:ext>
              </a:extLst>
            </p:cNvPr>
            <p:cNvSpPr/>
            <p:nvPr/>
          </p:nvSpPr>
          <p:spPr>
            <a:xfrm>
              <a:off x="2442386" y="2417691"/>
              <a:ext cx="51873" cy="132894"/>
            </a:xfrm>
            <a:custGeom>
              <a:avLst/>
              <a:gdLst/>
              <a:ahLst/>
              <a:cxnLst/>
              <a:rect l="l" t="t" r="r" b="b"/>
              <a:pathLst>
                <a:path w="589" h="1509" extrusionOk="0">
                  <a:moveTo>
                    <a:pt x="1" y="0"/>
                  </a:moveTo>
                  <a:cubicBezTo>
                    <a:pt x="104" y="593"/>
                    <a:pt x="319" y="1072"/>
                    <a:pt x="588" y="1508"/>
                  </a:cubicBezTo>
                  <a:cubicBezTo>
                    <a:pt x="319" y="1072"/>
                    <a:pt x="104" y="588"/>
                    <a:pt x="1" y="0"/>
                  </a:cubicBezTo>
                  <a:close/>
                </a:path>
              </a:pathLst>
            </a:custGeom>
            <a:solidFill>
              <a:srgbClr val="30142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3628;p51">
              <a:extLst>
                <a:ext uri="{FF2B5EF4-FFF2-40B4-BE49-F238E27FC236}">
                  <a16:creationId xmlns:a16="http://schemas.microsoft.com/office/drawing/2014/main" id="{E2BD1637-BE5F-03BE-61C8-6E65B5487075}"/>
                </a:ext>
              </a:extLst>
            </p:cNvPr>
            <p:cNvSpPr/>
            <p:nvPr/>
          </p:nvSpPr>
          <p:spPr>
            <a:xfrm>
              <a:off x="2292667" y="2471588"/>
              <a:ext cx="2290" cy="16469"/>
            </a:xfrm>
            <a:custGeom>
              <a:avLst/>
              <a:gdLst/>
              <a:ahLst/>
              <a:cxnLst/>
              <a:rect l="l" t="t" r="r" b="b"/>
              <a:pathLst>
                <a:path w="26" h="187" extrusionOk="0">
                  <a:moveTo>
                    <a:pt x="25" y="1"/>
                  </a:moveTo>
                  <a:lnTo>
                    <a:pt x="25" y="1"/>
                  </a:lnTo>
                  <a:cubicBezTo>
                    <a:pt x="21" y="30"/>
                    <a:pt x="21" y="59"/>
                    <a:pt x="16" y="89"/>
                  </a:cubicBezTo>
                  <a:cubicBezTo>
                    <a:pt x="11" y="123"/>
                    <a:pt x="5" y="157"/>
                    <a:pt x="1" y="186"/>
                  </a:cubicBezTo>
                  <a:cubicBezTo>
                    <a:pt x="11" y="128"/>
                    <a:pt x="21" y="64"/>
                    <a:pt x="25" y="1"/>
                  </a:cubicBezTo>
                  <a:close/>
                </a:path>
              </a:pathLst>
            </a:custGeom>
            <a:solidFill>
              <a:srgbClr val="F4AE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3629;p51">
              <a:extLst>
                <a:ext uri="{FF2B5EF4-FFF2-40B4-BE49-F238E27FC236}">
                  <a16:creationId xmlns:a16="http://schemas.microsoft.com/office/drawing/2014/main" id="{AF6BA447-8333-E8B2-77F5-83206B4852D5}"/>
                </a:ext>
              </a:extLst>
            </p:cNvPr>
            <p:cNvSpPr/>
            <p:nvPr/>
          </p:nvSpPr>
          <p:spPr>
            <a:xfrm>
              <a:off x="2293988" y="2466833"/>
              <a:ext cx="969" cy="12594"/>
            </a:xfrm>
            <a:custGeom>
              <a:avLst/>
              <a:gdLst/>
              <a:ahLst/>
              <a:cxnLst/>
              <a:rect l="l" t="t" r="r" b="b"/>
              <a:pathLst>
                <a:path w="11" h="143" extrusionOk="0">
                  <a:moveTo>
                    <a:pt x="10" y="1"/>
                  </a:moveTo>
                  <a:cubicBezTo>
                    <a:pt x="10" y="49"/>
                    <a:pt x="6" y="93"/>
                    <a:pt x="1" y="143"/>
                  </a:cubicBezTo>
                  <a:cubicBezTo>
                    <a:pt x="6" y="113"/>
                    <a:pt x="6" y="84"/>
                    <a:pt x="10" y="55"/>
                  </a:cubicBezTo>
                  <a:lnTo>
                    <a:pt x="10" y="1"/>
                  </a:lnTo>
                  <a:close/>
                </a:path>
              </a:pathLst>
            </a:custGeom>
            <a:solidFill>
              <a:srgbClr val="30142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3630;p51">
              <a:extLst>
                <a:ext uri="{FF2B5EF4-FFF2-40B4-BE49-F238E27FC236}">
                  <a16:creationId xmlns:a16="http://schemas.microsoft.com/office/drawing/2014/main" id="{504BF37D-6562-F9B2-0443-ABB115EAA8E1}"/>
                </a:ext>
              </a:extLst>
            </p:cNvPr>
            <p:cNvSpPr/>
            <p:nvPr/>
          </p:nvSpPr>
          <p:spPr>
            <a:xfrm>
              <a:off x="2292667" y="2348206"/>
              <a:ext cx="201592" cy="202379"/>
            </a:xfrm>
            <a:custGeom>
              <a:avLst/>
              <a:gdLst/>
              <a:ahLst/>
              <a:cxnLst/>
              <a:rect l="l" t="t" r="r" b="b"/>
              <a:pathLst>
                <a:path w="2289" h="2298" extrusionOk="0">
                  <a:moveTo>
                    <a:pt x="946" y="0"/>
                  </a:moveTo>
                  <a:cubicBezTo>
                    <a:pt x="765" y="0"/>
                    <a:pt x="613" y="44"/>
                    <a:pt x="486" y="138"/>
                  </a:cubicBezTo>
                  <a:cubicBezTo>
                    <a:pt x="466" y="147"/>
                    <a:pt x="452" y="161"/>
                    <a:pt x="432" y="177"/>
                  </a:cubicBezTo>
                  <a:cubicBezTo>
                    <a:pt x="383" y="220"/>
                    <a:pt x="334" y="269"/>
                    <a:pt x="294" y="328"/>
                  </a:cubicBezTo>
                  <a:cubicBezTo>
                    <a:pt x="143" y="549"/>
                    <a:pt x="59" y="862"/>
                    <a:pt x="59" y="1235"/>
                  </a:cubicBezTo>
                  <a:cubicBezTo>
                    <a:pt x="59" y="1259"/>
                    <a:pt x="45" y="1284"/>
                    <a:pt x="30" y="1298"/>
                  </a:cubicBezTo>
                  <a:cubicBezTo>
                    <a:pt x="30" y="1318"/>
                    <a:pt x="30" y="1332"/>
                    <a:pt x="25" y="1348"/>
                  </a:cubicBezTo>
                  <a:lnTo>
                    <a:pt x="25" y="1402"/>
                  </a:lnTo>
                  <a:cubicBezTo>
                    <a:pt x="21" y="1465"/>
                    <a:pt x="11" y="1529"/>
                    <a:pt x="1" y="1587"/>
                  </a:cubicBezTo>
                  <a:cubicBezTo>
                    <a:pt x="319" y="1705"/>
                    <a:pt x="1422" y="2107"/>
                    <a:pt x="2288" y="2297"/>
                  </a:cubicBezTo>
                  <a:cubicBezTo>
                    <a:pt x="2019" y="1861"/>
                    <a:pt x="1804" y="1382"/>
                    <a:pt x="1700" y="789"/>
                  </a:cubicBezTo>
                  <a:cubicBezTo>
                    <a:pt x="1691" y="744"/>
                    <a:pt x="1686" y="701"/>
                    <a:pt x="1676" y="656"/>
                  </a:cubicBezTo>
                  <a:cubicBezTo>
                    <a:pt x="1646" y="485"/>
                    <a:pt x="1622" y="333"/>
                    <a:pt x="1544" y="226"/>
                  </a:cubicBezTo>
                  <a:cubicBezTo>
                    <a:pt x="1470" y="123"/>
                    <a:pt x="1353" y="54"/>
                    <a:pt x="1147" y="20"/>
                  </a:cubicBezTo>
                  <a:cubicBezTo>
                    <a:pt x="1079" y="5"/>
                    <a:pt x="1010" y="0"/>
                    <a:pt x="946" y="0"/>
                  </a:cubicBezTo>
                  <a:close/>
                </a:path>
              </a:pathLst>
            </a:custGeom>
            <a:solidFill>
              <a:srgbClr val="E152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3631;p51">
              <a:extLst>
                <a:ext uri="{FF2B5EF4-FFF2-40B4-BE49-F238E27FC236}">
                  <a16:creationId xmlns:a16="http://schemas.microsoft.com/office/drawing/2014/main" id="{5BBDEFC8-2DFD-2453-E41E-F576AD10209E}"/>
                </a:ext>
              </a:extLst>
            </p:cNvPr>
            <p:cNvSpPr/>
            <p:nvPr/>
          </p:nvSpPr>
          <p:spPr>
            <a:xfrm>
              <a:off x="2035151" y="2933150"/>
              <a:ext cx="686065" cy="223868"/>
            </a:xfrm>
            <a:custGeom>
              <a:avLst/>
              <a:gdLst/>
              <a:ahLst/>
              <a:cxnLst/>
              <a:rect l="l" t="t" r="r" b="b"/>
              <a:pathLst>
                <a:path w="7790" h="2542" extrusionOk="0">
                  <a:moveTo>
                    <a:pt x="7583" y="0"/>
                  </a:moveTo>
                  <a:cubicBezTo>
                    <a:pt x="7491" y="14"/>
                    <a:pt x="7392" y="44"/>
                    <a:pt x="7304" y="84"/>
                  </a:cubicBezTo>
                  <a:cubicBezTo>
                    <a:pt x="6152" y="588"/>
                    <a:pt x="4719" y="950"/>
                    <a:pt x="3329" y="950"/>
                  </a:cubicBezTo>
                  <a:cubicBezTo>
                    <a:pt x="2236" y="950"/>
                    <a:pt x="1169" y="726"/>
                    <a:pt x="284" y="172"/>
                  </a:cubicBezTo>
                  <a:cubicBezTo>
                    <a:pt x="211" y="461"/>
                    <a:pt x="148" y="760"/>
                    <a:pt x="98" y="1078"/>
                  </a:cubicBezTo>
                  <a:cubicBezTo>
                    <a:pt x="60" y="1323"/>
                    <a:pt x="26" y="1578"/>
                    <a:pt x="1" y="1847"/>
                  </a:cubicBezTo>
                  <a:cubicBezTo>
                    <a:pt x="982" y="2338"/>
                    <a:pt x="2098" y="2541"/>
                    <a:pt x="3235" y="2541"/>
                  </a:cubicBezTo>
                  <a:cubicBezTo>
                    <a:pt x="4810" y="2541"/>
                    <a:pt x="6427" y="2152"/>
                    <a:pt x="7789" y="1597"/>
                  </a:cubicBezTo>
                  <a:cubicBezTo>
                    <a:pt x="7749" y="1058"/>
                    <a:pt x="7686" y="525"/>
                    <a:pt x="7583"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3632;p51">
              <a:extLst>
                <a:ext uri="{FF2B5EF4-FFF2-40B4-BE49-F238E27FC236}">
                  <a16:creationId xmlns:a16="http://schemas.microsoft.com/office/drawing/2014/main" id="{5356506E-FEA5-E379-DD1D-8BFBE1B9577C}"/>
                </a:ext>
              </a:extLst>
            </p:cNvPr>
            <p:cNvSpPr/>
            <p:nvPr/>
          </p:nvSpPr>
          <p:spPr>
            <a:xfrm>
              <a:off x="2027841" y="3234253"/>
              <a:ext cx="707907" cy="181507"/>
            </a:xfrm>
            <a:custGeom>
              <a:avLst/>
              <a:gdLst/>
              <a:ahLst/>
              <a:cxnLst/>
              <a:rect l="l" t="t" r="r" b="b"/>
              <a:pathLst>
                <a:path w="8038" h="2061" extrusionOk="0">
                  <a:moveTo>
                    <a:pt x="7956" y="0"/>
                  </a:moveTo>
                  <a:cubicBezTo>
                    <a:pt x="6749" y="343"/>
                    <a:pt x="5508" y="473"/>
                    <a:pt x="4258" y="473"/>
                  </a:cubicBezTo>
                  <a:cubicBezTo>
                    <a:pt x="2835" y="473"/>
                    <a:pt x="1401" y="305"/>
                    <a:pt x="0" y="93"/>
                  </a:cubicBezTo>
                  <a:lnTo>
                    <a:pt x="0" y="128"/>
                  </a:lnTo>
                  <a:cubicBezTo>
                    <a:pt x="0" y="651"/>
                    <a:pt x="10" y="1180"/>
                    <a:pt x="25" y="1700"/>
                  </a:cubicBezTo>
                  <a:cubicBezTo>
                    <a:pt x="1446" y="1904"/>
                    <a:pt x="2889" y="2061"/>
                    <a:pt x="4324" y="2061"/>
                  </a:cubicBezTo>
                  <a:cubicBezTo>
                    <a:pt x="5575" y="2061"/>
                    <a:pt x="6820" y="1942"/>
                    <a:pt x="8038" y="1632"/>
                  </a:cubicBezTo>
                  <a:cubicBezTo>
                    <a:pt x="8024" y="1415"/>
                    <a:pt x="8014" y="1205"/>
                    <a:pt x="7999" y="990"/>
                  </a:cubicBezTo>
                  <a:cubicBezTo>
                    <a:pt x="7979" y="667"/>
                    <a:pt x="7965" y="328"/>
                    <a:pt x="7956"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3633;p51">
              <a:extLst>
                <a:ext uri="{FF2B5EF4-FFF2-40B4-BE49-F238E27FC236}">
                  <a16:creationId xmlns:a16="http://schemas.microsoft.com/office/drawing/2014/main" id="{3AF30A3E-1F9D-108D-EA7D-A2ED19CC6B31}"/>
                </a:ext>
              </a:extLst>
            </p:cNvPr>
            <p:cNvSpPr/>
            <p:nvPr/>
          </p:nvSpPr>
          <p:spPr>
            <a:xfrm>
              <a:off x="2033830" y="3481899"/>
              <a:ext cx="714512" cy="211538"/>
            </a:xfrm>
            <a:custGeom>
              <a:avLst/>
              <a:gdLst/>
              <a:ahLst/>
              <a:cxnLst/>
              <a:rect l="l" t="t" r="r" b="b"/>
              <a:pathLst>
                <a:path w="8113" h="2402" extrusionOk="0">
                  <a:moveTo>
                    <a:pt x="8029" y="0"/>
                  </a:moveTo>
                  <a:cubicBezTo>
                    <a:pt x="6726" y="524"/>
                    <a:pt x="5291" y="710"/>
                    <a:pt x="3900" y="764"/>
                  </a:cubicBezTo>
                  <a:cubicBezTo>
                    <a:pt x="3629" y="775"/>
                    <a:pt x="3358" y="781"/>
                    <a:pt x="3086" y="781"/>
                  </a:cubicBezTo>
                  <a:cubicBezTo>
                    <a:pt x="2057" y="781"/>
                    <a:pt x="1025" y="699"/>
                    <a:pt x="5" y="529"/>
                  </a:cubicBezTo>
                  <a:lnTo>
                    <a:pt x="5" y="549"/>
                  </a:lnTo>
                  <a:cubicBezTo>
                    <a:pt x="16" y="1033"/>
                    <a:pt x="16" y="1524"/>
                    <a:pt x="5" y="1989"/>
                  </a:cubicBezTo>
                  <a:cubicBezTo>
                    <a:pt x="1" y="2042"/>
                    <a:pt x="1" y="2091"/>
                    <a:pt x="1" y="2141"/>
                  </a:cubicBezTo>
                  <a:cubicBezTo>
                    <a:pt x="1056" y="2307"/>
                    <a:pt x="2142" y="2401"/>
                    <a:pt x="3228" y="2401"/>
                  </a:cubicBezTo>
                  <a:cubicBezTo>
                    <a:pt x="4895" y="2401"/>
                    <a:pt x="6561" y="2179"/>
                    <a:pt x="8112" y="1651"/>
                  </a:cubicBezTo>
                  <a:lnTo>
                    <a:pt x="8083" y="1038"/>
                  </a:lnTo>
                  <a:lnTo>
                    <a:pt x="8039" y="215"/>
                  </a:lnTo>
                  <a:lnTo>
                    <a:pt x="8029" y="0"/>
                  </a:ln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3634;p51">
              <a:extLst>
                <a:ext uri="{FF2B5EF4-FFF2-40B4-BE49-F238E27FC236}">
                  <a16:creationId xmlns:a16="http://schemas.microsoft.com/office/drawing/2014/main" id="{4EBC1988-5187-D347-35CA-9054AFB2619D}"/>
                </a:ext>
              </a:extLst>
            </p:cNvPr>
            <p:cNvSpPr/>
            <p:nvPr/>
          </p:nvSpPr>
          <p:spPr>
            <a:xfrm>
              <a:off x="2016127" y="3778158"/>
              <a:ext cx="752470" cy="180979"/>
            </a:xfrm>
            <a:custGeom>
              <a:avLst/>
              <a:gdLst/>
              <a:ahLst/>
              <a:cxnLst/>
              <a:rect l="l" t="t" r="r" b="b"/>
              <a:pathLst>
                <a:path w="8544" h="2055" extrusionOk="0">
                  <a:moveTo>
                    <a:pt x="143" y="1"/>
                  </a:moveTo>
                  <a:cubicBezTo>
                    <a:pt x="133" y="188"/>
                    <a:pt x="118" y="378"/>
                    <a:pt x="104" y="565"/>
                  </a:cubicBezTo>
                  <a:cubicBezTo>
                    <a:pt x="75" y="902"/>
                    <a:pt x="41" y="1246"/>
                    <a:pt x="1" y="1594"/>
                  </a:cubicBezTo>
                  <a:cubicBezTo>
                    <a:pt x="1549" y="1608"/>
                    <a:pt x="3068" y="1980"/>
                    <a:pt x="4615" y="2044"/>
                  </a:cubicBezTo>
                  <a:cubicBezTo>
                    <a:pt x="4784" y="2051"/>
                    <a:pt x="4955" y="2055"/>
                    <a:pt x="5128" y="2055"/>
                  </a:cubicBezTo>
                  <a:cubicBezTo>
                    <a:pt x="6253" y="2055"/>
                    <a:pt x="7436" y="1903"/>
                    <a:pt x="8544" y="1623"/>
                  </a:cubicBezTo>
                  <a:cubicBezTo>
                    <a:pt x="8494" y="1088"/>
                    <a:pt x="8451" y="550"/>
                    <a:pt x="8417" y="6"/>
                  </a:cubicBezTo>
                  <a:cubicBezTo>
                    <a:pt x="7285" y="307"/>
                    <a:pt x="6091" y="456"/>
                    <a:pt x="4930" y="456"/>
                  </a:cubicBezTo>
                  <a:cubicBezTo>
                    <a:pt x="4825" y="456"/>
                    <a:pt x="4720" y="454"/>
                    <a:pt x="4615" y="452"/>
                  </a:cubicBezTo>
                  <a:cubicBezTo>
                    <a:pt x="3111" y="412"/>
                    <a:pt x="1646" y="41"/>
                    <a:pt x="143"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3635;p51">
              <a:extLst>
                <a:ext uri="{FF2B5EF4-FFF2-40B4-BE49-F238E27FC236}">
                  <a16:creationId xmlns:a16="http://schemas.microsoft.com/office/drawing/2014/main" id="{6B0FCB28-6BE7-540F-28A0-831C601F678D}"/>
                </a:ext>
              </a:extLst>
            </p:cNvPr>
            <p:cNvSpPr/>
            <p:nvPr/>
          </p:nvSpPr>
          <p:spPr>
            <a:xfrm>
              <a:off x="1970507" y="4033553"/>
              <a:ext cx="840364" cy="195686"/>
            </a:xfrm>
            <a:custGeom>
              <a:avLst/>
              <a:gdLst/>
              <a:ahLst/>
              <a:cxnLst/>
              <a:rect l="l" t="t" r="r" b="b"/>
              <a:pathLst>
                <a:path w="9542" h="2222" extrusionOk="0">
                  <a:moveTo>
                    <a:pt x="9218" y="1"/>
                  </a:moveTo>
                  <a:cubicBezTo>
                    <a:pt x="7954" y="466"/>
                    <a:pt x="6632" y="559"/>
                    <a:pt x="5261" y="584"/>
                  </a:cubicBezTo>
                  <a:cubicBezTo>
                    <a:pt x="4413" y="597"/>
                    <a:pt x="3558" y="636"/>
                    <a:pt x="2704" y="636"/>
                  </a:cubicBezTo>
                  <a:cubicBezTo>
                    <a:pt x="1891" y="636"/>
                    <a:pt x="1080" y="600"/>
                    <a:pt x="279" y="471"/>
                  </a:cubicBezTo>
                  <a:cubicBezTo>
                    <a:pt x="240" y="716"/>
                    <a:pt x="195" y="966"/>
                    <a:pt x="152" y="1221"/>
                  </a:cubicBezTo>
                  <a:lnTo>
                    <a:pt x="147" y="1240"/>
                  </a:lnTo>
                  <a:cubicBezTo>
                    <a:pt x="142" y="1274"/>
                    <a:pt x="137" y="1309"/>
                    <a:pt x="127" y="1339"/>
                  </a:cubicBezTo>
                  <a:cubicBezTo>
                    <a:pt x="98" y="1515"/>
                    <a:pt x="64" y="1696"/>
                    <a:pt x="30" y="1877"/>
                  </a:cubicBezTo>
                  <a:cubicBezTo>
                    <a:pt x="19" y="1931"/>
                    <a:pt x="10" y="1985"/>
                    <a:pt x="0" y="2033"/>
                  </a:cubicBezTo>
                  <a:cubicBezTo>
                    <a:pt x="937" y="2181"/>
                    <a:pt x="1877" y="2221"/>
                    <a:pt x="2820" y="2221"/>
                  </a:cubicBezTo>
                  <a:cubicBezTo>
                    <a:pt x="3633" y="2221"/>
                    <a:pt x="4447" y="2191"/>
                    <a:pt x="5261" y="2176"/>
                  </a:cubicBezTo>
                  <a:cubicBezTo>
                    <a:pt x="6749" y="2146"/>
                    <a:pt x="8175" y="2029"/>
                    <a:pt x="9541" y="1568"/>
                  </a:cubicBezTo>
                  <a:cubicBezTo>
                    <a:pt x="9419" y="1054"/>
                    <a:pt x="9306" y="530"/>
                    <a:pt x="9218"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3636;p51">
              <a:extLst>
                <a:ext uri="{FF2B5EF4-FFF2-40B4-BE49-F238E27FC236}">
                  <a16:creationId xmlns:a16="http://schemas.microsoft.com/office/drawing/2014/main" id="{AAFBF00A-7755-47A0-5046-1C98AED76B5A}"/>
                </a:ext>
              </a:extLst>
            </p:cNvPr>
            <p:cNvSpPr/>
            <p:nvPr/>
          </p:nvSpPr>
          <p:spPr>
            <a:xfrm>
              <a:off x="2156423" y="2547855"/>
              <a:ext cx="322688" cy="255572"/>
            </a:xfrm>
            <a:custGeom>
              <a:avLst/>
              <a:gdLst/>
              <a:ahLst/>
              <a:cxnLst/>
              <a:rect l="l" t="t" r="r" b="b"/>
              <a:pathLst>
                <a:path w="3664" h="2902" extrusionOk="0">
                  <a:moveTo>
                    <a:pt x="1387" y="1"/>
                  </a:moveTo>
                  <a:cubicBezTo>
                    <a:pt x="1136" y="731"/>
                    <a:pt x="681" y="1358"/>
                    <a:pt x="240" y="1970"/>
                  </a:cubicBezTo>
                  <a:cubicBezTo>
                    <a:pt x="162" y="2078"/>
                    <a:pt x="78" y="2191"/>
                    <a:pt x="1" y="2298"/>
                  </a:cubicBezTo>
                  <a:cubicBezTo>
                    <a:pt x="740" y="2587"/>
                    <a:pt x="1676" y="2901"/>
                    <a:pt x="2199" y="2901"/>
                  </a:cubicBezTo>
                  <a:cubicBezTo>
                    <a:pt x="2298" y="2901"/>
                    <a:pt x="2386" y="2891"/>
                    <a:pt x="2449" y="2867"/>
                  </a:cubicBezTo>
                  <a:cubicBezTo>
                    <a:pt x="2596" y="2813"/>
                    <a:pt x="1391" y="2250"/>
                    <a:pt x="1317" y="2221"/>
                  </a:cubicBezTo>
                  <a:lnTo>
                    <a:pt x="1317" y="2221"/>
                  </a:lnTo>
                  <a:cubicBezTo>
                    <a:pt x="1396" y="2235"/>
                    <a:pt x="2621" y="2524"/>
                    <a:pt x="3032" y="2524"/>
                  </a:cubicBezTo>
                  <a:cubicBezTo>
                    <a:pt x="3110" y="2524"/>
                    <a:pt x="3159" y="2514"/>
                    <a:pt x="3164" y="2490"/>
                  </a:cubicBezTo>
                  <a:cubicBezTo>
                    <a:pt x="3243" y="2137"/>
                    <a:pt x="1964" y="1823"/>
                    <a:pt x="1651" y="1750"/>
                  </a:cubicBezTo>
                  <a:lnTo>
                    <a:pt x="1651" y="1750"/>
                  </a:lnTo>
                  <a:cubicBezTo>
                    <a:pt x="1916" y="1803"/>
                    <a:pt x="2870" y="1990"/>
                    <a:pt x="3351" y="1990"/>
                  </a:cubicBezTo>
                  <a:cubicBezTo>
                    <a:pt x="3517" y="1990"/>
                    <a:pt x="3630" y="1970"/>
                    <a:pt x="3634" y="1911"/>
                  </a:cubicBezTo>
                  <a:cubicBezTo>
                    <a:pt x="3664" y="1617"/>
                    <a:pt x="1993" y="1206"/>
                    <a:pt x="1812" y="1162"/>
                  </a:cubicBezTo>
                  <a:lnTo>
                    <a:pt x="1812" y="1162"/>
                  </a:lnTo>
                  <a:cubicBezTo>
                    <a:pt x="1916" y="1177"/>
                    <a:pt x="2503" y="1269"/>
                    <a:pt x="2915" y="1269"/>
                  </a:cubicBezTo>
                  <a:cubicBezTo>
                    <a:pt x="3159" y="1269"/>
                    <a:pt x="3340" y="1240"/>
                    <a:pt x="3336" y="1142"/>
                  </a:cubicBezTo>
                  <a:cubicBezTo>
                    <a:pt x="3322" y="966"/>
                    <a:pt x="1332" y="530"/>
                    <a:pt x="1332" y="530"/>
                  </a:cubicBezTo>
                  <a:lnTo>
                    <a:pt x="1376" y="530"/>
                  </a:lnTo>
                  <a:cubicBezTo>
                    <a:pt x="1538" y="530"/>
                    <a:pt x="2101" y="510"/>
                    <a:pt x="2038" y="266"/>
                  </a:cubicBezTo>
                  <a:cubicBezTo>
                    <a:pt x="1999" y="139"/>
                    <a:pt x="1699" y="55"/>
                    <a:pt x="1387" y="1"/>
                  </a:cubicBezTo>
                  <a:close/>
                </a:path>
              </a:pathLst>
            </a:custGeom>
            <a:solidFill>
              <a:srgbClr val="E55E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3637;p51">
              <a:extLst>
                <a:ext uri="{FF2B5EF4-FFF2-40B4-BE49-F238E27FC236}">
                  <a16:creationId xmlns:a16="http://schemas.microsoft.com/office/drawing/2014/main" id="{FF4E7E5E-6DCA-669B-4B69-7B126D0F1B94}"/>
                </a:ext>
              </a:extLst>
            </p:cNvPr>
            <p:cNvSpPr/>
            <p:nvPr/>
          </p:nvSpPr>
          <p:spPr>
            <a:xfrm>
              <a:off x="1875127" y="2972516"/>
              <a:ext cx="1019058" cy="1033120"/>
            </a:xfrm>
            <a:custGeom>
              <a:avLst/>
              <a:gdLst/>
              <a:ahLst/>
              <a:cxnLst/>
              <a:rect l="l" t="t" r="r" b="b"/>
              <a:pathLst>
                <a:path w="11571" h="11731" extrusionOk="0">
                  <a:moveTo>
                    <a:pt x="994" y="0"/>
                  </a:moveTo>
                  <a:cubicBezTo>
                    <a:pt x="935" y="0"/>
                    <a:pt x="876" y="14"/>
                    <a:pt x="819" y="44"/>
                  </a:cubicBezTo>
                  <a:cubicBezTo>
                    <a:pt x="803" y="48"/>
                    <a:pt x="794" y="58"/>
                    <a:pt x="785" y="73"/>
                  </a:cubicBezTo>
                  <a:cubicBezTo>
                    <a:pt x="715" y="175"/>
                    <a:pt x="730" y="318"/>
                    <a:pt x="828" y="503"/>
                  </a:cubicBezTo>
                  <a:cubicBezTo>
                    <a:pt x="631" y="360"/>
                    <a:pt x="460" y="269"/>
                    <a:pt x="330" y="269"/>
                  </a:cubicBezTo>
                  <a:cubicBezTo>
                    <a:pt x="296" y="269"/>
                    <a:pt x="264" y="275"/>
                    <a:pt x="236" y="288"/>
                  </a:cubicBezTo>
                  <a:cubicBezTo>
                    <a:pt x="181" y="318"/>
                    <a:pt x="118" y="381"/>
                    <a:pt x="123" y="533"/>
                  </a:cubicBezTo>
                  <a:cubicBezTo>
                    <a:pt x="127" y="666"/>
                    <a:pt x="226" y="817"/>
                    <a:pt x="373" y="969"/>
                  </a:cubicBezTo>
                  <a:cubicBezTo>
                    <a:pt x="290" y="930"/>
                    <a:pt x="197" y="910"/>
                    <a:pt x="98" y="910"/>
                  </a:cubicBezTo>
                  <a:cubicBezTo>
                    <a:pt x="73" y="910"/>
                    <a:pt x="44" y="919"/>
                    <a:pt x="30" y="939"/>
                  </a:cubicBezTo>
                  <a:cubicBezTo>
                    <a:pt x="10" y="959"/>
                    <a:pt x="0" y="978"/>
                    <a:pt x="5" y="1008"/>
                  </a:cubicBezTo>
                  <a:cubicBezTo>
                    <a:pt x="15" y="1253"/>
                    <a:pt x="220" y="1523"/>
                    <a:pt x="455" y="1758"/>
                  </a:cubicBezTo>
                  <a:cubicBezTo>
                    <a:pt x="402" y="1738"/>
                    <a:pt x="344" y="1733"/>
                    <a:pt x="274" y="1733"/>
                  </a:cubicBezTo>
                  <a:cubicBezTo>
                    <a:pt x="231" y="1733"/>
                    <a:pt x="197" y="1762"/>
                    <a:pt x="186" y="1807"/>
                  </a:cubicBezTo>
                  <a:cubicBezTo>
                    <a:pt x="79" y="2355"/>
                    <a:pt x="500" y="2488"/>
                    <a:pt x="867" y="2610"/>
                  </a:cubicBezTo>
                  <a:cubicBezTo>
                    <a:pt x="1000" y="2653"/>
                    <a:pt x="1137" y="2698"/>
                    <a:pt x="1249" y="2762"/>
                  </a:cubicBezTo>
                  <a:cubicBezTo>
                    <a:pt x="1749" y="3418"/>
                    <a:pt x="2449" y="4158"/>
                    <a:pt x="3125" y="4878"/>
                  </a:cubicBezTo>
                  <a:cubicBezTo>
                    <a:pt x="3615" y="5393"/>
                    <a:pt x="4076" y="5882"/>
                    <a:pt x="4448" y="6322"/>
                  </a:cubicBezTo>
                  <a:cubicBezTo>
                    <a:pt x="5275" y="7308"/>
                    <a:pt x="6236" y="8243"/>
                    <a:pt x="7162" y="9149"/>
                  </a:cubicBezTo>
                  <a:cubicBezTo>
                    <a:pt x="7377" y="9360"/>
                    <a:pt x="7588" y="9571"/>
                    <a:pt x="7798" y="9776"/>
                  </a:cubicBezTo>
                  <a:cubicBezTo>
                    <a:pt x="9116" y="11079"/>
                    <a:pt x="10179" y="11730"/>
                    <a:pt x="10968" y="11730"/>
                  </a:cubicBezTo>
                  <a:cubicBezTo>
                    <a:pt x="11169" y="11730"/>
                    <a:pt x="11350" y="11691"/>
                    <a:pt x="11517" y="11608"/>
                  </a:cubicBezTo>
                  <a:cubicBezTo>
                    <a:pt x="11535" y="11599"/>
                    <a:pt x="11555" y="11579"/>
                    <a:pt x="11560" y="11554"/>
                  </a:cubicBezTo>
                  <a:cubicBezTo>
                    <a:pt x="11571" y="11535"/>
                    <a:pt x="11571" y="11506"/>
                    <a:pt x="11555" y="11481"/>
                  </a:cubicBezTo>
                  <a:cubicBezTo>
                    <a:pt x="11551" y="11470"/>
                    <a:pt x="11546" y="11461"/>
                    <a:pt x="11535" y="11456"/>
                  </a:cubicBezTo>
                  <a:cubicBezTo>
                    <a:pt x="11518" y="11439"/>
                    <a:pt x="11496" y="11430"/>
                    <a:pt x="11474" y="11430"/>
                  </a:cubicBezTo>
                  <a:cubicBezTo>
                    <a:pt x="11459" y="11430"/>
                    <a:pt x="11444" y="11434"/>
                    <a:pt x="11428" y="11441"/>
                  </a:cubicBezTo>
                  <a:cubicBezTo>
                    <a:pt x="11309" y="11502"/>
                    <a:pt x="11160" y="11542"/>
                    <a:pt x="10976" y="11542"/>
                  </a:cubicBezTo>
                  <a:cubicBezTo>
                    <a:pt x="10385" y="11542"/>
                    <a:pt x="9433" y="11127"/>
                    <a:pt x="7931" y="9644"/>
                  </a:cubicBezTo>
                  <a:cubicBezTo>
                    <a:pt x="7721" y="9433"/>
                    <a:pt x="7509" y="9227"/>
                    <a:pt x="7294" y="9017"/>
                  </a:cubicBezTo>
                  <a:cubicBezTo>
                    <a:pt x="6369" y="8111"/>
                    <a:pt x="5418" y="7175"/>
                    <a:pt x="4590" y="6200"/>
                  </a:cubicBezTo>
                  <a:cubicBezTo>
                    <a:pt x="4217" y="5759"/>
                    <a:pt x="3753" y="5269"/>
                    <a:pt x="3263" y="4751"/>
                  </a:cubicBezTo>
                  <a:cubicBezTo>
                    <a:pt x="2607" y="4050"/>
                    <a:pt x="1931" y="3335"/>
                    <a:pt x="1441" y="2698"/>
                  </a:cubicBezTo>
                  <a:cubicBezTo>
                    <a:pt x="1436" y="2669"/>
                    <a:pt x="1421" y="2639"/>
                    <a:pt x="1396" y="2624"/>
                  </a:cubicBezTo>
                  <a:cubicBezTo>
                    <a:pt x="1391" y="2619"/>
                    <a:pt x="1382" y="2619"/>
                    <a:pt x="1377" y="2615"/>
                  </a:cubicBezTo>
                  <a:cubicBezTo>
                    <a:pt x="1372" y="2605"/>
                    <a:pt x="1366" y="2601"/>
                    <a:pt x="1357" y="2595"/>
                  </a:cubicBezTo>
                  <a:cubicBezTo>
                    <a:pt x="1340" y="2569"/>
                    <a:pt x="1311" y="2555"/>
                    <a:pt x="1282" y="2555"/>
                  </a:cubicBezTo>
                  <a:cubicBezTo>
                    <a:pt x="1278" y="2555"/>
                    <a:pt x="1273" y="2555"/>
                    <a:pt x="1269" y="2556"/>
                  </a:cubicBezTo>
                  <a:cubicBezTo>
                    <a:pt x="1161" y="2506"/>
                    <a:pt x="1038" y="2468"/>
                    <a:pt x="926" y="2429"/>
                  </a:cubicBezTo>
                  <a:cubicBezTo>
                    <a:pt x="554" y="2311"/>
                    <a:pt x="333" y="2223"/>
                    <a:pt x="358" y="1925"/>
                  </a:cubicBezTo>
                  <a:lnTo>
                    <a:pt x="358" y="1925"/>
                  </a:lnTo>
                  <a:cubicBezTo>
                    <a:pt x="461" y="1943"/>
                    <a:pt x="554" y="1993"/>
                    <a:pt x="652" y="2052"/>
                  </a:cubicBezTo>
                  <a:cubicBezTo>
                    <a:pt x="749" y="2101"/>
                    <a:pt x="848" y="2160"/>
                    <a:pt x="966" y="2189"/>
                  </a:cubicBezTo>
                  <a:cubicBezTo>
                    <a:pt x="973" y="2191"/>
                    <a:pt x="980" y="2191"/>
                    <a:pt x="987" y="2191"/>
                  </a:cubicBezTo>
                  <a:cubicBezTo>
                    <a:pt x="1023" y="2191"/>
                    <a:pt x="1057" y="2172"/>
                    <a:pt x="1073" y="2140"/>
                  </a:cubicBezTo>
                  <a:cubicBezTo>
                    <a:pt x="1093" y="2101"/>
                    <a:pt x="1078" y="2052"/>
                    <a:pt x="1049" y="2022"/>
                  </a:cubicBezTo>
                  <a:cubicBezTo>
                    <a:pt x="823" y="1841"/>
                    <a:pt x="328" y="1434"/>
                    <a:pt x="216" y="1111"/>
                  </a:cubicBezTo>
                  <a:lnTo>
                    <a:pt x="216" y="1111"/>
                  </a:lnTo>
                  <a:cubicBezTo>
                    <a:pt x="367" y="1150"/>
                    <a:pt x="500" y="1263"/>
                    <a:pt x="642" y="1376"/>
                  </a:cubicBezTo>
                  <a:cubicBezTo>
                    <a:pt x="789" y="1498"/>
                    <a:pt x="941" y="1620"/>
                    <a:pt x="1127" y="1679"/>
                  </a:cubicBezTo>
                  <a:cubicBezTo>
                    <a:pt x="1135" y="1681"/>
                    <a:pt x="1143" y="1682"/>
                    <a:pt x="1152" y="1682"/>
                  </a:cubicBezTo>
                  <a:cubicBezTo>
                    <a:pt x="1182" y="1682"/>
                    <a:pt x="1211" y="1667"/>
                    <a:pt x="1230" y="1640"/>
                  </a:cubicBezTo>
                  <a:cubicBezTo>
                    <a:pt x="1255" y="1606"/>
                    <a:pt x="1255" y="1561"/>
                    <a:pt x="1230" y="1532"/>
                  </a:cubicBezTo>
                  <a:cubicBezTo>
                    <a:pt x="1156" y="1434"/>
                    <a:pt x="1024" y="1317"/>
                    <a:pt x="867" y="1175"/>
                  </a:cubicBezTo>
                  <a:cubicBezTo>
                    <a:pt x="632" y="969"/>
                    <a:pt x="314" y="684"/>
                    <a:pt x="308" y="528"/>
                  </a:cubicBezTo>
                  <a:cubicBezTo>
                    <a:pt x="308" y="474"/>
                    <a:pt x="319" y="460"/>
                    <a:pt x="319" y="460"/>
                  </a:cubicBezTo>
                  <a:cubicBezTo>
                    <a:pt x="326" y="456"/>
                    <a:pt x="334" y="454"/>
                    <a:pt x="344" y="454"/>
                  </a:cubicBezTo>
                  <a:cubicBezTo>
                    <a:pt x="445" y="454"/>
                    <a:pt x="711" y="632"/>
                    <a:pt x="1137" y="978"/>
                  </a:cubicBezTo>
                  <a:cubicBezTo>
                    <a:pt x="1244" y="1066"/>
                    <a:pt x="1323" y="1131"/>
                    <a:pt x="1372" y="1160"/>
                  </a:cubicBezTo>
                  <a:cubicBezTo>
                    <a:pt x="1386" y="1169"/>
                    <a:pt x="1403" y="1173"/>
                    <a:pt x="1419" y="1173"/>
                  </a:cubicBezTo>
                  <a:cubicBezTo>
                    <a:pt x="1447" y="1173"/>
                    <a:pt x="1476" y="1160"/>
                    <a:pt x="1495" y="1136"/>
                  </a:cubicBezTo>
                  <a:cubicBezTo>
                    <a:pt x="1519" y="1096"/>
                    <a:pt x="1519" y="1043"/>
                    <a:pt x="1484" y="1013"/>
                  </a:cubicBezTo>
                  <a:cubicBezTo>
                    <a:pt x="1078" y="607"/>
                    <a:pt x="907" y="308"/>
                    <a:pt x="931" y="195"/>
                  </a:cubicBezTo>
                  <a:cubicBezTo>
                    <a:pt x="950" y="189"/>
                    <a:pt x="970" y="187"/>
                    <a:pt x="990" y="187"/>
                  </a:cubicBezTo>
                  <a:cubicBezTo>
                    <a:pt x="1157" y="187"/>
                    <a:pt x="1381" y="371"/>
                    <a:pt x="1612" y="562"/>
                  </a:cubicBezTo>
                  <a:cubicBezTo>
                    <a:pt x="1734" y="666"/>
                    <a:pt x="1861" y="768"/>
                    <a:pt x="1990" y="856"/>
                  </a:cubicBezTo>
                  <a:cubicBezTo>
                    <a:pt x="2004" y="885"/>
                    <a:pt x="2033" y="910"/>
                    <a:pt x="2072" y="910"/>
                  </a:cubicBezTo>
                  <a:cubicBezTo>
                    <a:pt x="2078" y="910"/>
                    <a:pt x="2082" y="915"/>
                    <a:pt x="2087" y="915"/>
                  </a:cubicBezTo>
                  <a:cubicBezTo>
                    <a:pt x="2103" y="925"/>
                    <a:pt x="2120" y="930"/>
                    <a:pt x="2137" y="930"/>
                  </a:cubicBezTo>
                  <a:cubicBezTo>
                    <a:pt x="2168" y="930"/>
                    <a:pt x="2198" y="914"/>
                    <a:pt x="2214" y="885"/>
                  </a:cubicBezTo>
                  <a:cubicBezTo>
                    <a:pt x="2239" y="837"/>
                    <a:pt x="2225" y="783"/>
                    <a:pt x="2180" y="754"/>
                  </a:cubicBezTo>
                  <a:cubicBezTo>
                    <a:pt x="2175" y="754"/>
                    <a:pt x="2171" y="749"/>
                    <a:pt x="2166" y="743"/>
                  </a:cubicBezTo>
                  <a:lnTo>
                    <a:pt x="2166" y="670"/>
                  </a:lnTo>
                  <a:cubicBezTo>
                    <a:pt x="2160" y="528"/>
                    <a:pt x="2155" y="396"/>
                    <a:pt x="2185" y="279"/>
                  </a:cubicBezTo>
                  <a:cubicBezTo>
                    <a:pt x="2449" y="528"/>
                    <a:pt x="2591" y="1136"/>
                    <a:pt x="2571" y="1484"/>
                  </a:cubicBezTo>
                  <a:cubicBezTo>
                    <a:pt x="2567" y="1537"/>
                    <a:pt x="2607" y="1581"/>
                    <a:pt x="2660" y="1581"/>
                  </a:cubicBezTo>
                  <a:lnTo>
                    <a:pt x="2665" y="1581"/>
                  </a:lnTo>
                  <a:cubicBezTo>
                    <a:pt x="2680" y="1581"/>
                    <a:pt x="2689" y="1581"/>
                    <a:pt x="2700" y="1577"/>
                  </a:cubicBezTo>
                  <a:cubicBezTo>
                    <a:pt x="2930" y="1816"/>
                    <a:pt x="3150" y="2061"/>
                    <a:pt x="3365" y="2301"/>
                  </a:cubicBezTo>
                  <a:cubicBezTo>
                    <a:pt x="4017" y="3012"/>
                    <a:pt x="4624" y="3688"/>
                    <a:pt x="5354" y="4315"/>
                  </a:cubicBezTo>
                  <a:cubicBezTo>
                    <a:pt x="5599" y="4525"/>
                    <a:pt x="5834" y="4755"/>
                    <a:pt x="6064" y="4971"/>
                  </a:cubicBezTo>
                  <a:cubicBezTo>
                    <a:pt x="6295" y="5196"/>
                    <a:pt x="6534" y="5427"/>
                    <a:pt x="6785" y="5647"/>
                  </a:cubicBezTo>
                  <a:cubicBezTo>
                    <a:pt x="7416" y="6196"/>
                    <a:pt x="10013" y="8219"/>
                    <a:pt x="10757" y="8649"/>
                  </a:cubicBezTo>
                  <a:cubicBezTo>
                    <a:pt x="10771" y="8660"/>
                    <a:pt x="10786" y="8660"/>
                    <a:pt x="10806" y="8660"/>
                  </a:cubicBezTo>
                  <a:cubicBezTo>
                    <a:pt x="10836" y="8660"/>
                    <a:pt x="10865" y="8649"/>
                    <a:pt x="10879" y="8620"/>
                  </a:cubicBezTo>
                  <a:cubicBezTo>
                    <a:pt x="10884" y="8620"/>
                    <a:pt x="10884" y="8615"/>
                    <a:pt x="10884" y="8615"/>
                  </a:cubicBezTo>
                  <a:cubicBezTo>
                    <a:pt x="10904" y="8585"/>
                    <a:pt x="10904" y="8547"/>
                    <a:pt x="10884" y="8517"/>
                  </a:cubicBezTo>
                  <a:cubicBezTo>
                    <a:pt x="10875" y="8508"/>
                    <a:pt x="10865" y="8493"/>
                    <a:pt x="10850" y="8488"/>
                  </a:cubicBezTo>
                  <a:cubicBezTo>
                    <a:pt x="10135" y="8072"/>
                    <a:pt x="7520" y="6033"/>
                    <a:pt x="6907" y="5504"/>
                  </a:cubicBezTo>
                  <a:cubicBezTo>
                    <a:pt x="6663" y="5289"/>
                    <a:pt x="6422" y="5059"/>
                    <a:pt x="6192" y="4839"/>
                  </a:cubicBezTo>
                  <a:cubicBezTo>
                    <a:pt x="5962" y="4618"/>
                    <a:pt x="5727" y="4387"/>
                    <a:pt x="5476" y="4172"/>
                  </a:cubicBezTo>
                  <a:cubicBezTo>
                    <a:pt x="4757" y="3550"/>
                    <a:pt x="4149" y="2884"/>
                    <a:pt x="3507" y="2174"/>
                  </a:cubicBezTo>
                  <a:cubicBezTo>
                    <a:pt x="3263" y="1909"/>
                    <a:pt x="3012" y="1631"/>
                    <a:pt x="2758" y="1360"/>
                  </a:cubicBezTo>
                  <a:cubicBezTo>
                    <a:pt x="2743" y="939"/>
                    <a:pt x="2567" y="259"/>
                    <a:pt x="2185" y="44"/>
                  </a:cubicBezTo>
                  <a:cubicBezTo>
                    <a:pt x="2169" y="34"/>
                    <a:pt x="2153" y="30"/>
                    <a:pt x="2138" y="30"/>
                  </a:cubicBezTo>
                  <a:cubicBezTo>
                    <a:pt x="2129" y="30"/>
                    <a:pt x="2121" y="31"/>
                    <a:pt x="2112" y="33"/>
                  </a:cubicBezTo>
                  <a:cubicBezTo>
                    <a:pt x="2087" y="44"/>
                    <a:pt x="2062" y="62"/>
                    <a:pt x="2053" y="82"/>
                  </a:cubicBezTo>
                  <a:cubicBezTo>
                    <a:pt x="1974" y="254"/>
                    <a:pt x="1970" y="435"/>
                    <a:pt x="1974" y="616"/>
                  </a:cubicBezTo>
                  <a:cubicBezTo>
                    <a:pt x="1891" y="553"/>
                    <a:pt x="1813" y="484"/>
                    <a:pt x="1730" y="420"/>
                  </a:cubicBezTo>
                  <a:cubicBezTo>
                    <a:pt x="1472" y="205"/>
                    <a:pt x="1226" y="0"/>
                    <a:pt x="994"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3638;p51">
              <a:extLst>
                <a:ext uri="{FF2B5EF4-FFF2-40B4-BE49-F238E27FC236}">
                  <a16:creationId xmlns:a16="http://schemas.microsoft.com/office/drawing/2014/main" id="{DE900890-D52A-82D2-184A-34681C90D6F4}"/>
                </a:ext>
              </a:extLst>
            </p:cNvPr>
            <p:cNvSpPr/>
            <p:nvPr/>
          </p:nvSpPr>
          <p:spPr>
            <a:xfrm>
              <a:off x="1894062" y="2988897"/>
              <a:ext cx="1032885" cy="1000095"/>
            </a:xfrm>
            <a:custGeom>
              <a:avLst/>
              <a:gdLst/>
              <a:ahLst/>
              <a:cxnLst/>
              <a:rect l="l" t="t" r="r" b="b"/>
              <a:pathLst>
                <a:path w="11728" h="11356" extrusionOk="0">
                  <a:moveTo>
                    <a:pt x="775" y="1"/>
                  </a:moveTo>
                  <a:cubicBezTo>
                    <a:pt x="755" y="1"/>
                    <a:pt x="735" y="3"/>
                    <a:pt x="716" y="9"/>
                  </a:cubicBezTo>
                  <a:cubicBezTo>
                    <a:pt x="692" y="122"/>
                    <a:pt x="863" y="421"/>
                    <a:pt x="1269" y="827"/>
                  </a:cubicBezTo>
                  <a:cubicBezTo>
                    <a:pt x="1304" y="857"/>
                    <a:pt x="1304" y="910"/>
                    <a:pt x="1280" y="950"/>
                  </a:cubicBezTo>
                  <a:cubicBezTo>
                    <a:pt x="1261" y="974"/>
                    <a:pt x="1232" y="987"/>
                    <a:pt x="1204" y="987"/>
                  </a:cubicBezTo>
                  <a:cubicBezTo>
                    <a:pt x="1188" y="987"/>
                    <a:pt x="1171" y="983"/>
                    <a:pt x="1157" y="974"/>
                  </a:cubicBezTo>
                  <a:cubicBezTo>
                    <a:pt x="1108" y="945"/>
                    <a:pt x="1029" y="880"/>
                    <a:pt x="922" y="792"/>
                  </a:cubicBezTo>
                  <a:cubicBezTo>
                    <a:pt x="496" y="446"/>
                    <a:pt x="230" y="268"/>
                    <a:pt x="129" y="268"/>
                  </a:cubicBezTo>
                  <a:cubicBezTo>
                    <a:pt x="119" y="268"/>
                    <a:pt x="111" y="270"/>
                    <a:pt x="104" y="274"/>
                  </a:cubicBezTo>
                  <a:cubicBezTo>
                    <a:pt x="104" y="274"/>
                    <a:pt x="93" y="288"/>
                    <a:pt x="93" y="342"/>
                  </a:cubicBezTo>
                  <a:cubicBezTo>
                    <a:pt x="99" y="498"/>
                    <a:pt x="417" y="783"/>
                    <a:pt x="652" y="989"/>
                  </a:cubicBezTo>
                  <a:cubicBezTo>
                    <a:pt x="809" y="1131"/>
                    <a:pt x="941" y="1248"/>
                    <a:pt x="1015" y="1346"/>
                  </a:cubicBezTo>
                  <a:cubicBezTo>
                    <a:pt x="1040" y="1375"/>
                    <a:pt x="1040" y="1420"/>
                    <a:pt x="1015" y="1454"/>
                  </a:cubicBezTo>
                  <a:cubicBezTo>
                    <a:pt x="996" y="1481"/>
                    <a:pt x="967" y="1496"/>
                    <a:pt x="937" y="1496"/>
                  </a:cubicBezTo>
                  <a:cubicBezTo>
                    <a:pt x="928" y="1496"/>
                    <a:pt x="920" y="1495"/>
                    <a:pt x="912" y="1493"/>
                  </a:cubicBezTo>
                  <a:cubicBezTo>
                    <a:pt x="726" y="1434"/>
                    <a:pt x="574" y="1312"/>
                    <a:pt x="427" y="1190"/>
                  </a:cubicBezTo>
                  <a:cubicBezTo>
                    <a:pt x="285" y="1077"/>
                    <a:pt x="152" y="964"/>
                    <a:pt x="1" y="925"/>
                  </a:cubicBezTo>
                  <a:lnTo>
                    <a:pt x="1" y="925"/>
                  </a:lnTo>
                  <a:cubicBezTo>
                    <a:pt x="113" y="1248"/>
                    <a:pt x="608" y="1655"/>
                    <a:pt x="834" y="1836"/>
                  </a:cubicBezTo>
                  <a:cubicBezTo>
                    <a:pt x="863" y="1866"/>
                    <a:pt x="878" y="1915"/>
                    <a:pt x="858" y="1954"/>
                  </a:cubicBezTo>
                  <a:cubicBezTo>
                    <a:pt x="842" y="1986"/>
                    <a:pt x="808" y="2005"/>
                    <a:pt x="772" y="2005"/>
                  </a:cubicBezTo>
                  <a:cubicBezTo>
                    <a:pt x="765" y="2005"/>
                    <a:pt x="758" y="2005"/>
                    <a:pt x="751" y="2003"/>
                  </a:cubicBezTo>
                  <a:cubicBezTo>
                    <a:pt x="633" y="1974"/>
                    <a:pt x="534" y="1915"/>
                    <a:pt x="437" y="1866"/>
                  </a:cubicBezTo>
                  <a:cubicBezTo>
                    <a:pt x="339" y="1807"/>
                    <a:pt x="246" y="1757"/>
                    <a:pt x="143" y="1739"/>
                  </a:cubicBezTo>
                  <a:lnTo>
                    <a:pt x="143" y="1739"/>
                  </a:lnTo>
                  <a:cubicBezTo>
                    <a:pt x="118" y="2037"/>
                    <a:pt x="339" y="2125"/>
                    <a:pt x="711" y="2243"/>
                  </a:cubicBezTo>
                  <a:cubicBezTo>
                    <a:pt x="823" y="2282"/>
                    <a:pt x="946" y="2320"/>
                    <a:pt x="1054" y="2370"/>
                  </a:cubicBezTo>
                  <a:cubicBezTo>
                    <a:pt x="1058" y="2369"/>
                    <a:pt x="1063" y="2369"/>
                    <a:pt x="1067" y="2369"/>
                  </a:cubicBezTo>
                  <a:cubicBezTo>
                    <a:pt x="1096" y="2369"/>
                    <a:pt x="1125" y="2383"/>
                    <a:pt x="1142" y="2409"/>
                  </a:cubicBezTo>
                  <a:cubicBezTo>
                    <a:pt x="1151" y="2415"/>
                    <a:pt x="1157" y="2419"/>
                    <a:pt x="1162" y="2429"/>
                  </a:cubicBezTo>
                  <a:cubicBezTo>
                    <a:pt x="1167" y="2433"/>
                    <a:pt x="1176" y="2433"/>
                    <a:pt x="1181" y="2438"/>
                  </a:cubicBezTo>
                  <a:cubicBezTo>
                    <a:pt x="1206" y="2453"/>
                    <a:pt x="1221" y="2483"/>
                    <a:pt x="1226" y="2512"/>
                  </a:cubicBezTo>
                  <a:cubicBezTo>
                    <a:pt x="1716" y="3149"/>
                    <a:pt x="2392" y="3864"/>
                    <a:pt x="3048" y="4565"/>
                  </a:cubicBezTo>
                  <a:cubicBezTo>
                    <a:pt x="3538" y="5083"/>
                    <a:pt x="4002" y="5573"/>
                    <a:pt x="4375" y="6014"/>
                  </a:cubicBezTo>
                  <a:cubicBezTo>
                    <a:pt x="5203" y="6989"/>
                    <a:pt x="6154" y="7925"/>
                    <a:pt x="7079" y="8831"/>
                  </a:cubicBezTo>
                  <a:cubicBezTo>
                    <a:pt x="7294" y="9041"/>
                    <a:pt x="7506" y="9247"/>
                    <a:pt x="7716" y="9458"/>
                  </a:cubicBezTo>
                  <a:cubicBezTo>
                    <a:pt x="9218" y="10941"/>
                    <a:pt x="10170" y="11356"/>
                    <a:pt x="10761" y="11356"/>
                  </a:cubicBezTo>
                  <a:cubicBezTo>
                    <a:pt x="10945" y="11356"/>
                    <a:pt x="11094" y="11316"/>
                    <a:pt x="11213" y="11255"/>
                  </a:cubicBezTo>
                  <a:cubicBezTo>
                    <a:pt x="11229" y="11248"/>
                    <a:pt x="11244" y="11244"/>
                    <a:pt x="11259" y="11244"/>
                  </a:cubicBezTo>
                  <a:cubicBezTo>
                    <a:pt x="11281" y="11244"/>
                    <a:pt x="11303" y="11253"/>
                    <a:pt x="11320" y="11270"/>
                  </a:cubicBezTo>
                  <a:cubicBezTo>
                    <a:pt x="11727" y="10888"/>
                    <a:pt x="11688" y="10217"/>
                    <a:pt x="11537" y="9717"/>
                  </a:cubicBezTo>
                  <a:cubicBezTo>
                    <a:pt x="11394" y="9247"/>
                    <a:pt x="11120" y="8684"/>
                    <a:pt x="10664" y="8434"/>
                  </a:cubicBezTo>
                  <a:cubicBezTo>
                    <a:pt x="10650" y="8463"/>
                    <a:pt x="10621" y="8474"/>
                    <a:pt x="10591" y="8474"/>
                  </a:cubicBezTo>
                  <a:cubicBezTo>
                    <a:pt x="10571" y="8474"/>
                    <a:pt x="10556" y="8474"/>
                    <a:pt x="10542" y="8463"/>
                  </a:cubicBezTo>
                  <a:cubicBezTo>
                    <a:pt x="9798" y="8033"/>
                    <a:pt x="7201" y="6010"/>
                    <a:pt x="6570" y="5461"/>
                  </a:cubicBezTo>
                  <a:cubicBezTo>
                    <a:pt x="6319" y="5241"/>
                    <a:pt x="6080" y="5010"/>
                    <a:pt x="5849" y="4785"/>
                  </a:cubicBezTo>
                  <a:cubicBezTo>
                    <a:pt x="5619" y="4569"/>
                    <a:pt x="5384" y="4339"/>
                    <a:pt x="5139" y="4129"/>
                  </a:cubicBezTo>
                  <a:cubicBezTo>
                    <a:pt x="4409" y="3502"/>
                    <a:pt x="3802" y="2826"/>
                    <a:pt x="3150" y="2115"/>
                  </a:cubicBezTo>
                  <a:cubicBezTo>
                    <a:pt x="2935" y="1875"/>
                    <a:pt x="2715" y="1630"/>
                    <a:pt x="2485" y="1391"/>
                  </a:cubicBezTo>
                  <a:cubicBezTo>
                    <a:pt x="2474" y="1395"/>
                    <a:pt x="2465" y="1395"/>
                    <a:pt x="2450" y="1395"/>
                  </a:cubicBezTo>
                  <a:lnTo>
                    <a:pt x="2445" y="1395"/>
                  </a:lnTo>
                  <a:cubicBezTo>
                    <a:pt x="2392" y="1395"/>
                    <a:pt x="2352" y="1351"/>
                    <a:pt x="2356" y="1298"/>
                  </a:cubicBezTo>
                  <a:cubicBezTo>
                    <a:pt x="2376" y="950"/>
                    <a:pt x="2234" y="342"/>
                    <a:pt x="1970" y="93"/>
                  </a:cubicBezTo>
                  <a:cubicBezTo>
                    <a:pt x="1940" y="210"/>
                    <a:pt x="1945" y="342"/>
                    <a:pt x="1951" y="484"/>
                  </a:cubicBezTo>
                  <a:lnTo>
                    <a:pt x="1951" y="557"/>
                  </a:lnTo>
                  <a:cubicBezTo>
                    <a:pt x="1956" y="563"/>
                    <a:pt x="1960" y="568"/>
                    <a:pt x="1965" y="568"/>
                  </a:cubicBezTo>
                  <a:cubicBezTo>
                    <a:pt x="2010" y="597"/>
                    <a:pt x="2024" y="651"/>
                    <a:pt x="1999" y="699"/>
                  </a:cubicBezTo>
                  <a:cubicBezTo>
                    <a:pt x="1983" y="728"/>
                    <a:pt x="1953" y="744"/>
                    <a:pt x="1922" y="744"/>
                  </a:cubicBezTo>
                  <a:cubicBezTo>
                    <a:pt x="1905" y="744"/>
                    <a:pt x="1888" y="739"/>
                    <a:pt x="1872" y="729"/>
                  </a:cubicBezTo>
                  <a:cubicBezTo>
                    <a:pt x="1867" y="729"/>
                    <a:pt x="1863" y="724"/>
                    <a:pt x="1857" y="724"/>
                  </a:cubicBezTo>
                  <a:cubicBezTo>
                    <a:pt x="1818" y="724"/>
                    <a:pt x="1789" y="699"/>
                    <a:pt x="1775" y="670"/>
                  </a:cubicBezTo>
                  <a:cubicBezTo>
                    <a:pt x="1646" y="582"/>
                    <a:pt x="1519" y="480"/>
                    <a:pt x="1397" y="376"/>
                  </a:cubicBezTo>
                  <a:cubicBezTo>
                    <a:pt x="1166" y="185"/>
                    <a:pt x="942" y="1"/>
                    <a:pt x="775" y="1"/>
                  </a:cubicBezTo>
                  <a:close/>
                </a:path>
              </a:pathLst>
            </a:custGeom>
            <a:solidFill>
              <a:srgbClr val="EC78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3639;p51">
              <a:extLst>
                <a:ext uri="{FF2B5EF4-FFF2-40B4-BE49-F238E27FC236}">
                  <a16:creationId xmlns:a16="http://schemas.microsoft.com/office/drawing/2014/main" id="{4D8E2C56-9A56-AA4C-0C75-91CB4E081963}"/>
                </a:ext>
              </a:extLst>
            </p:cNvPr>
            <p:cNvSpPr/>
            <p:nvPr/>
          </p:nvSpPr>
          <p:spPr>
            <a:xfrm>
              <a:off x="2163645" y="3228616"/>
              <a:ext cx="53194" cy="54866"/>
            </a:xfrm>
            <a:custGeom>
              <a:avLst/>
              <a:gdLst/>
              <a:ahLst/>
              <a:cxnLst/>
              <a:rect l="l" t="t" r="r" b="b"/>
              <a:pathLst>
                <a:path w="604" h="623" extrusionOk="0">
                  <a:moveTo>
                    <a:pt x="501" y="0"/>
                  </a:moveTo>
                  <a:cubicBezTo>
                    <a:pt x="475" y="0"/>
                    <a:pt x="450" y="10"/>
                    <a:pt x="432" y="30"/>
                  </a:cubicBezTo>
                  <a:cubicBezTo>
                    <a:pt x="403" y="59"/>
                    <a:pt x="373" y="93"/>
                    <a:pt x="344" y="123"/>
                  </a:cubicBezTo>
                  <a:cubicBezTo>
                    <a:pt x="231" y="236"/>
                    <a:pt x="118" y="349"/>
                    <a:pt x="30" y="475"/>
                  </a:cubicBezTo>
                  <a:cubicBezTo>
                    <a:pt x="1" y="515"/>
                    <a:pt x="11" y="574"/>
                    <a:pt x="50" y="608"/>
                  </a:cubicBezTo>
                  <a:cubicBezTo>
                    <a:pt x="70" y="618"/>
                    <a:pt x="89" y="622"/>
                    <a:pt x="109" y="622"/>
                  </a:cubicBezTo>
                  <a:cubicBezTo>
                    <a:pt x="134" y="622"/>
                    <a:pt x="163" y="608"/>
                    <a:pt x="183" y="584"/>
                  </a:cubicBezTo>
                  <a:cubicBezTo>
                    <a:pt x="265" y="471"/>
                    <a:pt x="373" y="363"/>
                    <a:pt x="477" y="256"/>
                  </a:cubicBezTo>
                  <a:cubicBezTo>
                    <a:pt x="506" y="222"/>
                    <a:pt x="540" y="192"/>
                    <a:pt x="570" y="157"/>
                  </a:cubicBezTo>
                  <a:cubicBezTo>
                    <a:pt x="604" y="123"/>
                    <a:pt x="604" y="64"/>
                    <a:pt x="565" y="25"/>
                  </a:cubicBezTo>
                  <a:cubicBezTo>
                    <a:pt x="548" y="9"/>
                    <a:pt x="524" y="0"/>
                    <a:pt x="501"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3640;p51">
              <a:extLst>
                <a:ext uri="{FF2B5EF4-FFF2-40B4-BE49-F238E27FC236}">
                  <a16:creationId xmlns:a16="http://schemas.microsoft.com/office/drawing/2014/main" id="{CEAF054F-AA5A-D97C-5ED4-BB0933AF8CA5}"/>
                </a:ext>
              </a:extLst>
            </p:cNvPr>
            <p:cNvSpPr/>
            <p:nvPr/>
          </p:nvSpPr>
          <p:spPr>
            <a:xfrm>
              <a:off x="2501922" y="3571463"/>
              <a:ext cx="53635" cy="55042"/>
            </a:xfrm>
            <a:custGeom>
              <a:avLst/>
              <a:gdLst/>
              <a:ahLst/>
              <a:cxnLst/>
              <a:rect l="l" t="t" r="r" b="b"/>
              <a:pathLst>
                <a:path w="609" h="625" extrusionOk="0">
                  <a:moveTo>
                    <a:pt x="504" y="1"/>
                  </a:moveTo>
                  <a:cubicBezTo>
                    <a:pt x="479" y="1"/>
                    <a:pt x="454" y="11"/>
                    <a:pt x="437" y="32"/>
                  </a:cubicBezTo>
                  <a:cubicBezTo>
                    <a:pt x="407" y="61"/>
                    <a:pt x="373" y="90"/>
                    <a:pt x="344" y="125"/>
                  </a:cubicBezTo>
                  <a:cubicBezTo>
                    <a:pt x="236" y="232"/>
                    <a:pt x="123" y="349"/>
                    <a:pt x="30" y="473"/>
                  </a:cubicBezTo>
                  <a:cubicBezTo>
                    <a:pt x="0" y="516"/>
                    <a:pt x="10" y="575"/>
                    <a:pt x="55" y="604"/>
                  </a:cubicBezTo>
                  <a:cubicBezTo>
                    <a:pt x="69" y="619"/>
                    <a:pt x="89" y="624"/>
                    <a:pt x="109" y="624"/>
                  </a:cubicBezTo>
                  <a:cubicBezTo>
                    <a:pt x="138" y="624"/>
                    <a:pt x="167" y="609"/>
                    <a:pt x="182" y="584"/>
                  </a:cubicBezTo>
                  <a:cubicBezTo>
                    <a:pt x="265" y="467"/>
                    <a:pt x="373" y="360"/>
                    <a:pt x="475" y="256"/>
                  </a:cubicBezTo>
                  <a:cubicBezTo>
                    <a:pt x="509" y="222"/>
                    <a:pt x="539" y="188"/>
                    <a:pt x="568" y="159"/>
                  </a:cubicBezTo>
                  <a:cubicBezTo>
                    <a:pt x="608" y="120"/>
                    <a:pt x="604" y="61"/>
                    <a:pt x="568" y="26"/>
                  </a:cubicBezTo>
                  <a:cubicBezTo>
                    <a:pt x="550" y="9"/>
                    <a:pt x="526" y="1"/>
                    <a:pt x="504"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3641;p51">
              <a:extLst>
                <a:ext uri="{FF2B5EF4-FFF2-40B4-BE49-F238E27FC236}">
                  <a16:creationId xmlns:a16="http://schemas.microsoft.com/office/drawing/2014/main" id="{24CEA8FF-639F-924A-8D83-3591FE0780DA}"/>
                </a:ext>
              </a:extLst>
            </p:cNvPr>
            <p:cNvSpPr/>
            <p:nvPr/>
          </p:nvSpPr>
          <p:spPr>
            <a:xfrm>
              <a:off x="2175798" y="3299247"/>
              <a:ext cx="32850" cy="32145"/>
            </a:xfrm>
            <a:custGeom>
              <a:avLst/>
              <a:gdLst/>
              <a:ahLst/>
              <a:cxnLst/>
              <a:rect l="l" t="t" r="r" b="b"/>
              <a:pathLst>
                <a:path w="373" h="365" extrusionOk="0">
                  <a:moveTo>
                    <a:pt x="266" y="1"/>
                  </a:moveTo>
                  <a:cubicBezTo>
                    <a:pt x="237" y="1"/>
                    <a:pt x="209" y="15"/>
                    <a:pt x="192" y="41"/>
                  </a:cubicBezTo>
                  <a:cubicBezTo>
                    <a:pt x="152" y="96"/>
                    <a:pt x="98" y="154"/>
                    <a:pt x="45" y="202"/>
                  </a:cubicBezTo>
                  <a:cubicBezTo>
                    <a:pt x="5" y="232"/>
                    <a:pt x="0" y="295"/>
                    <a:pt x="34" y="335"/>
                  </a:cubicBezTo>
                  <a:cubicBezTo>
                    <a:pt x="54" y="354"/>
                    <a:pt x="79" y="365"/>
                    <a:pt x="104" y="365"/>
                  </a:cubicBezTo>
                  <a:cubicBezTo>
                    <a:pt x="127" y="365"/>
                    <a:pt x="147" y="360"/>
                    <a:pt x="167" y="345"/>
                  </a:cubicBezTo>
                  <a:cubicBezTo>
                    <a:pt x="231" y="286"/>
                    <a:pt x="294" y="218"/>
                    <a:pt x="344" y="148"/>
                  </a:cubicBezTo>
                  <a:cubicBezTo>
                    <a:pt x="373" y="110"/>
                    <a:pt x="362" y="51"/>
                    <a:pt x="324" y="21"/>
                  </a:cubicBezTo>
                  <a:cubicBezTo>
                    <a:pt x="306" y="8"/>
                    <a:pt x="286" y="1"/>
                    <a:pt x="266"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3642;p51">
              <a:extLst>
                <a:ext uri="{FF2B5EF4-FFF2-40B4-BE49-F238E27FC236}">
                  <a16:creationId xmlns:a16="http://schemas.microsoft.com/office/drawing/2014/main" id="{945F95DC-8875-F70B-DA8F-61FE563B8878}"/>
                </a:ext>
              </a:extLst>
            </p:cNvPr>
            <p:cNvSpPr/>
            <p:nvPr/>
          </p:nvSpPr>
          <p:spPr>
            <a:xfrm>
              <a:off x="2512314" y="3637514"/>
              <a:ext cx="33290" cy="32057"/>
            </a:xfrm>
            <a:custGeom>
              <a:avLst/>
              <a:gdLst/>
              <a:ahLst/>
              <a:cxnLst/>
              <a:rect l="l" t="t" r="r" b="b"/>
              <a:pathLst>
                <a:path w="378" h="364" extrusionOk="0">
                  <a:moveTo>
                    <a:pt x="269" y="0"/>
                  </a:moveTo>
                  <a:cubicBezTo>
                    <a:pt x="240" y="0"/>
                    <a:pt x="212" y="14"/>
                    <a:pt x="192" y="40"/>
                  </a:cubicBezTo>
                  <a:cubicBezTo>
                    <a:pt x="152" y="94"/>
                    <a:pt x="98" y="153"/>
                    <a:pt x="45" y="202"/>
                  </a:cubicBezTo>
                  <a:cubicBezTo>
                    <a:pt x="5" y="236"/>
                    <a:pt x="0" y="295"/>
                    <a:pt x="34" y="334"/>
                  </a:cubicBezTo>
                  <a:cubicBezTo>
                    <a:pt x="54" y="354"/>
                    <a:pt x="79" y="363"/>
                    <a:pt x="108" y="363"/>
                  </a:cubicBezTo>
                  <a:cubicBezTo>
                    <a:pt x="127" y="363"/>
                    <a:pt x="147" y="359"/>
                    <a:pt x="167" y="344"/>
                  </a:cubicBezTo>
                  <a:cubicBezTo>
                    <a:pt x="230" y="286"/>
                    <a:pt x="294" y="216"/>
                    <a:pt x="343" y="148"/>
                  </a:cubicBezTo>
                  <a:cubicBezTo>
                    <a:pt x="377" y="109"/>
                    <a:pt x="368" y="51"/>
                    <a:pt x="323" y="21"/>
                  </a:cubicBezTo>
                  <a:cubicBezTo>
                    <a:pt x="307" y="7"/>
                    <a:pt x="288" y="0"/>
                    <a:pt x="269"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3643;p51">
              <a:extLst>
                <a:ext uri="{FF2B5EF4-FFF2-40B4-BE49-F238E27FC236}">
                  <a16:creationId xmlns:a16="http://schemas.microsoft.com/office/drawing/2014/main" id="{2298A100-AA4E-6691-502C-DC593B1555BA}"/>
                </a:ext>
              </a:extLst>
            </p:cNvPr>
            <p:cNvSpPr/>
            <p:nvPr/>
          </p:nvSpPr>
          <p:spPr>
            <a:xfrm>
              <a:off x="1900580" y="3083305"/>
              <a:ext cx="1099202" cy="1085784"/>
            </a:xfrm>
            <a:custGeom>
              <a:avLst/>
              <a:gdLst/>
              <a:ahLst/>
              <a:cxnLst/>
              <a:rect l="l" t="t" r="r" b="b"/>
              <a:pathLst>
                <a:path w="12481" h="12329" extrusionOk="0">
                  <a:moveTo>
                    <a:pt x="11143" y="0"/>
                  </a:moveTo>
                  <a:cubicBezTo>
                    <a:pt x="11096" y="0"/>
                    <a:pt x="11055" y="6"/>
                    <a:pt x="11031" y="9"/>
                  </a:cubicBezTo>
                  <a:cubicBezTo>
                    <a:pt x="10566" y="83"/>
                    <a:pt x="10292" y="558"/>
                    <a:pt x="10052" y="979"/>
                  </a:cubicBezTo>
                  <a:cubicBezTo>
                    <a:pt x="10007" y="1049"/>
                    <a:pt x="9968" y="1117"/>
                    <a:pt x="9930" y="1180"/>
                  </a:cubicBezTo>
                  <a:cubicBezTo>
                    <a:pt x="9894" y="995"/>
                    <a:pt x="9846" y="794"/>
                    <a:pt x="9718" y="705"/>
                  </a:cubicBezTo>
                  <a:cubicBezTo>
                    <a:pt x="9677" y="678"/>
                    <a:pt x="9631" y="662"/>
                    <a:pt x="9582" y="662"/>
                  </a:cubicBezTo>
                  <a:cubicBezTo>
                    <a:pt x="9561" y="662"/>
                    <a:pt x="9540" y="665"/>
                    <a:pt x="9518" y="671"/>
                  </a:cubicBezTo>
                  <a:cubicBezTo>
                    <a:pt x="9141" y="749"/>
                    <a:pt x="9037" y="1705"/>
                    <a:pt x="9013" y="2268"/>
                  </a:cubicBezTo>
                  <a:cubicBezTo>
                    <a:pt x="9013" y="2288"/>
                    <a:pt x="9019" y="2307"/>
                    <a:pt x="9028" y="2322"/>
                  </a:cubicBezTo>
                  <a:cubicBezTo>
                    <a:pt x="8567" y="2767"/>
                    <a:pt x="8117" y="3253"/>
                    <a:pt x="7685" y="3723"/>
                  </a:cubicBezTo>
                  <a:cubicBezTo>
                    <a:pt x="6991" y="4467"/>
                    <a:pt x="6279" y="5241"/>
                    <a:pt x="5481" y="5898"/>
                  </a:cubicBezTo>
                  <a:cubicBezTo>
                    <a:pt x="4281" y="6887"/>
                    <a:pt x="2895" y="7603"/>
                    <a:pt x="1583" y="8229"/>
                  </a:cubicBezTo>
                  <a:cubicBezTo>
                    <a:pt x="1421" y="8302"/>
                    <a:pt x="1254" y="8371"/>
                    <a:pt x="1088" y="8440"/>
                  </a:cubicBezTo>
                  <a:cubicBezTo>
                    <a:pt x="916" y="8514"/>
                    <a:pt x="740" y="8587"/>
                    <a:pt x="573" y="8665"/>
                  </a:cubicBezTo>
                  <a:cubicBezTo>
                    <a:pt x="544" y="8679"/>
                    <a:pt x="530" y="8704"/>
                    <a:pt x="525" y="8734"/>
                  </a:cubicBezTo>
                  <a:cubicBezTo>
                    <a:pt x="519" y="8753"/>
                    <a:pt x="519" y="8772"/>
                    <a:pt x="530" y="8792"/>
                  </a:cubicBezTo>
                  <a:cubicBezTo>
                    <a:pt x="534" y="8808"/>
                    <a:pt x="544" y="8817"/>
                    <a:pt x="554" y="8822"/>
                  </a:cubicBezTo>
                  <a:cubicBezTo>
                    <a:pt x="568" y="8837"/>
                    <a:pt x="593" y="8846"/>
                    <a:pt x="613" y="8846"/>
                  </a:cubicBezTo>
                  <a:cubicBezTo>
                    <a:pt x="627" y="8846"/>
                    <a:pt x="642" y="8842"/>
                    <a:pt x="657" y="8837"/>
                  </a:cubicBezTo>
                  <a:cubicBezTo>
                    <a:pt x="813" y="8758"/>
                    <a:pt x="989" y="8684"/>
                    <a:pt x="1161" y="8616"/>
                  </a:cubicBezTo>
                  <a:cubicBezTo>
                    <a:pt x="1328" y="8543"/>
                    <a:pt x="1500" y="8474"/>
                    <a:pt x="1661" y="8396"/>
                  </a:cubicBezTo>
                  <a:cubicBezTo>
                    <a:pt x="2988" y="7764"/>
                    <a:pt x="4384" y="7044"/>
                    <a:pt x="5599" y="6045"/>
                  </a:cubicBezTo>
                  <a:cubicBezTo>
                    <a:pt x="6408" y="5378"/>
                    <a:pt x="7127" y="4599"/>
                    <a:pt x="7823" y="3850"/>
                  </a:cubicBezTo>
                  <a:cubicBezTo>
                    <a:pt x="8307" y="3321"/>
                    <a:pt x="8807" y="2783"/>
                    <a:pt x="9327" y="2292"/>
                  </a:cubicBezTo>
                  <a:cubicBezTo>
                    <a:pt x="9365" y="2258"/>
                    <a:pt x="9365" y="2195"/>
                    <a:pt x="9331" y="2160"/>
                  </a:cubicBezTo>
                  <a:cubicBezTo>
                    <a:pt x="9315" y="2141"/>
                    <a:pt x="9291" y="2131"/>
                    <a:pt x="9266" y="2131"/>
                  </a:cubicBezTo>
                  <a:cubicBezTo>
                    <a:pt x="9247" y="2131"/>
                    <a:pt x="9226" y="2137"/>
                    <a:pt x="9209" y="2150"/>
                  </a:cubicBezTo>
                  <a:cubicBezTo>
                    <a:pt x="9254" y="1425"/>
                    <a:pt x="9395" y="886"/>
                    <a:pt x="9557" y="852"/>
                  </a:cubicBezTo>
                  <a:cubicBezTo>
                    <a:pt x="9565" y="851"/>
                    <a:pt x="9572" y="850"/>
                    <a:pt x="9578" y="850"/>
                  </a:cubicBezTo>
                  <a:cubicBezTo>
                    <a:pt x="9594" y="850"/>
                    <a:pt x="9603" y="855"/>
                    <a:pt x="9611" y="862"/>
                  </a:cubicBezTo>
                  <a:cubicBezTo>
                    <a:pt x="9699" y="920"/>
                    <a:pt x="9738" y="1166"/>
                    <a:pt x="9763" y="1313"/>
                  </a:cubicBezTo>
                  <a:cubicBezTo>
                    <a:pt x="9767" y="1347"/>
                    <a:pt x="9772" y="1381"/>
                    <a:pt x="9777" y="1406"/>
                  </a:cubicBezTo>
                  <a:cubicBezTo>
                    <a:pt x="9772" y="1411"/>
                    <a:pt x="9772" y="1411"/>
                    <a:pt x="9772" y="1415"/>
                  </a:cubicBezTo>
                  <a:cubicBezTo>
                    <a:pt x="9738" y="1454"/>
                    <a:pt x="9743" y="1513"/>
                    <a:pt x="9783" y="1548"/>
                  </a:cubicBezTo>
                  <a:cubicBezTo>
                    <a:pt x="9802" y="1562"/>
                    <a:pt x="9822" y="1567"/>
                    <a:pt x="9842" y="1567"/>
                  </a:cubicBezTo>
                  <a:cubicBezTo>
                    <a:pt x="9865" y="1567"/>
                    <a:pt x="9885" y="1558"/>
                    <a:pt x="9900" y="1548"/>
                  </a:cubicBezTo>
                  <a:lnTo>
                    <a:pt x="9905" y="1548"/>
                  </a:lnTo>
                  <a:cubicBezTo>
                    <a:pt x="9948" y="1533"/>
                    <a:pt x="9973" y="1494"/>
                    <a:pt x="9973" y="1454"/>
                  </a:cubicBezTo>
                  <a:cubicBezTo>
                    <a:pt x="10057" y="1343"/>
                    <a:pt x="10130" y="1210"/>
                    <a:pt x="10213" y="1072"/>
                  </a:cubicBezTo>
                  <a:cubicBezTo>
                    <a:pt x="10434" y="690"/>
                    <a:pt x="10683" y="255"/>
                    <a:pt x="11061" y="196"/>
                  </a:cubicBezTo>
                  <a:cubicBezTo>
                    <a:pt x="11097" y="191"/>
                    <a:pt x="11126" y="189"/>
                    <a:pt x="11149" y="189"/>
                  </a:cubicBezTo>
                  <a:cubicBezTo>
                    <a:pt x="11205" y="189"/>
                    <a:pt x="11223" y="201"/>
                    <a:pt x="11223" y="201"/>
                  </a:cubicBezTo>
                  <a:cubicBezTo>
                    <a:pt x="11223" y="201"/>
                    <a:pt x="11257" y="323"/>
                    <a:pt x="10855" y="759"/>
                  </a:cubicBezTo>
                  <a:cubicBezTo>
                    <a:pt x="10830" y="784"/>
                    <a:pt x="10825" y="814"/>
                    <a:pt x="10835" y="843"/>
                  </a:cubicBezTo>
                  <a:cubicBezTo>
                    <a:pt x="10805" y="872"/>
                    <a:pt x="10801" y="916"/>
                    <a:pt x="10825" y="955"/>
                  </a:cubicBezTo>
                  <a:cubicBezTo>
                    <a:pt x="10841" y="983"/>
                    <a:pt x="10871" y="999"/>
                    <a:pt x="10902" y="999"/>
                  </a:cubicBezTo>
                  <a:cubicBezTo>
                    <a:pt x="10919" y="999"/>
                    <a:pt x="10937" y="994"/>
                    <a:pt x="10952" y="984"/>
                  </a:cubicBezTo>
                  <a:cubicBezTo>
                    <a:pt x="11002" y="955"/>
                    <a:pt x="11046" y="925"/>
                    <a:pt x="11099" y="891"/>
                  </a:cubicBezTo>
                  <a:cubicBezTo>
                    <a:pt x="11382" y="714"/>
                    <a:pt x="11673" y="529"/>
                    <a:pt x="12020" y="529"/>
                  </a:cubicBezTo>
                  <a:cubicBezTo>
                    <a:pt x="12029" y="529"/>
                    <a:pt x="12037" y="529"/>
                    <a:pt x="12046" y="529"/>
                  </a:cubicBezTo>
                  <a:cubicBezTo>
                    <a:pt x="12021" y="642"/>
                    <a:pt x="11698" y="852"/>
                    <a:pt x="11521" y="965"/>
                  </a:cubicBezTo>
                  <a:cubicBezTo>
                    <a:pt x="11433" y="1024"/>
                    <a:pt x="11359" y="1072"/>
                    <a:pt x="11300" y="1117"/>
                  </a:cubicBezTo>
                  <a:lnTo>
                    <a:pt x="11291" y="1117"/>
                  </a:lnTo>
                  <a:cubicBezTo>
                    <a:pt x="11237" y="1131"/>
                    <a:pt x="11208" y="1180"/>
                    <a:pt x="11223" y="1230"/>
                  </a:cubicBezTo>
                  <a:cubicBezTo>
                    <a:pt x="11232" y="1274"/>
                    <a:pt x="11270" y="1303"/>
                    <a:pt x="11311" y="1303"/>
                  </a:cubicBezTo>
                  <a:cubicBezTo>
                    <a:pt x="11314" y="1303"/>
                    <a:pt x="11317" y="1303"/>
                    <a:pt x="11320" y="1303"/>
                  </a:cubicBezTo>
                  <a:lnTo>
                    <a:pt x="11330" y="1303"/>
                  </a:lnTo>
                  <a:cubicBezTo>
                    <a:pt x="11350" y="1303"/>
                    <a:pt x="11364" y="1298"/>
                    <a:pt x="11379" y="1288"/>
                  </a:cubicBezTo>
                  <a:cubicBezTo>
                    <a:pt x="11409" y="1284"/>
                    <a:pt x="11438" y="1268"/>
                    <a:pt x="11477" y="1259"/>
                  </a:cubicBezTo>
                  <a:cubicBezTo>
                    <a:pt x="11608" y="1220"/>
                    <a:pt x="11951" y="1113"/>
                    <a:pt x="12148" y="1113"/>
                  </a:cubicBezTo>
                  <a:cubicBezTo>
                    <a:pt x="12203" y="1113"/>
                    <a:pt x="12246" y="1121"/>
                    <a:pt x="12270" y="1142"/>
                  </a:cubicBezTo>
                  <a:cubicBezTo>
                    <a:pt x="12275" y="1146"/>
                    <a:pt x="12286" y="1156"/>
                    <a:pt x="12281" y="1196"/>
                  </a:cubicBezTo>
                  <a:cubicBezTo>
                    <a:pt x="12256" y="1264"/>
                    <a:pt x="12030" y="1401"/>
                    <a:pt x="11610" y="1601"/>
                  </a:cubicBezTo>
                  <a:cubicBezTo>
                    <a:pt x="11551" y="1626"/>
                    <a:pt x="11506" y="1651"/>
                    <a:pt x="11472" y="1666"/>
                  </a:cubicBezTo>
                  <a:lnTo>
                    <a:pt x="11452" y="1666"/>
                  </a:lnTo>
                  <a:cubicBezTo>
                    <a:pt x="11399" y="1671"/>
                    <a:pt x="11359" y="1709"/>
                    <a:pt x="11359" y="1763"/>
                  </a:cubicBezTo>
                  <a:cubicBezTo>
                    <a:pt x="11359" y="1817"/>
                    <a:pt x="11404" y="1856"/>
                    <a:pt x="11458" y="1856"/>
                  </a:cubicBezTo>
                  <a:cubicBezTo>
                    <a:pt x="11463" y="1856"/>
                    <a:pt x="11472" y="1852"/>
                    <a:pt x="11481" y="1852"/>
                  </a:cubicBezTo>
                  <a:cubicBezTo>
                    <a:pt x="11487" y="1852"/>
                    <a:pt x="11492" y="1856"/>
                    <a:pt x="11497" y="1856"/>
                  </a:cubicBezTo>
                  <a:cubicBezTo>
                    <a:pt x="11506" y="1856"/>
                    <a:pt x="11517" y="1852"/>
                    <a:pt x="11526" y="1847"/>
                  </a:cubicBezTo>
                  <a:cubicBezTo>
                    <a:pt x="11590" y="1842"/>
                    <a:pt x="11664" y="1827"/>
                    <a:pt x="11741" y="1813"/>
                  </a:cubicBezTo>
                  <a:cubicBezTo>
                    <a:pt x="11833" y="1792"/>
                    <a:pt x="11997" y="1760"/>
                    <a:pt x="12106" y="1760"/>
                  </a:cubicBezTo>
                  <a:cubicBezTo>
                    <a:pt x="12154" y="1760"/>
                    <a:pt x="12192" y="1767"/>
                    <a:pt x="12207" y="1783"/>
                  </a:cubicBezTo>
                  <a:cubicBezTo>
                    <a:pt x="12216" y="1793"/>
                    <a:pt x="12216" y="1822"/>
                    <a:pt x="12202" y="1872"/>
                  </a:cubicBezTo>
                  <a:cubicBezTo>
                    <a:pt x="12157" y="2003"/>
                    <a:pt x="11811" y="2218"/>
                    <a:pt x="11580" y="2365"/>
                  </a:cubicBezTo>
                  <a:cubicBezTo>
                    <a:pt x="11438" y="2453"/>
                    <a:pt x="11320" y="2528"/>
                    <a:pt x="11252" y="2586"/>
                  </a:cubicBezTo>
                  <a:lnTo>
                    <a:pt x="11246" y="2591"/>
                  </a:lnTo>
                  <a:cubicBezTo>
                    <a:pt x="11246" y="2591"/>
                    <a:pt x="11242" y="2600"/>
                    <a:pt x="11237" y="2600"/>
                  </a:cubicBezTo>
                  <a:cubicBezTo>
                    <a:pt x="11232" y="2606"/>
                    <a:pt x="11232" y="2611"/>
                    <a:pt x="11228" y="2620"/>
                  </a:cubicBezTo>
                  <a:cubicBezTo>
                    <a:pt x="11099" y="2894"/>
                    <a:pt x="10434" y="3694"/>
                    <a:pt x="9998" y="4217"/>
                  </a:cubicBezTo>
                  <a:cubicBezTo>
                    <a:pt x="9797" y="4458"/>
                    <a:pt x="9630" y="4658"/>
                    <a:pt x="9548" y="4771"/>
                  </a:cubicBezTo>
                  <a:cubicBezTo>
                    <a:pt x="8122" y="6647"/>
                    <a:pt x="6632" y="8190"/>
                    <a:pt x="4992" y="9488"/>
                  </a:cubicBezTo>
                  <a:cubicBezTo>
                    <a:pt x="3699" y="10512"/>
                    <a:pt x="1744" y="12059"/>
                    <a:pt x="93" y="12138"/>
                  </a:cubicBezTo>
                  <a:cubicBezTo>
                    <a:pt x="69" y="12143"/>
                    <a:pt x="44" y="12152"/>
                    <a:pt x="30" y="12172"/>
                  </a:cubicBezTo>
                  <a:cubicBezTo>
                    <a:pt x="10" y="12187"/>
                    <a:pt x="1" y="12211"/>
                    <a:pt x="5" y="12236"/>
                  </a:cubicBezTo>
                  <a:cubicBezTo>
                    <a:pt x="5" y="12251"/>
                    <a:pt x="5" y="12260"/>
                    <a:pt x="10" y="12270"/>
                  </a:cubicBezTo>
                  <a:cubicBezTo>
                    <a:pt x="25" y="12305"/>
                    <a:pt x="59" y="12328"/>
                    <a:pt x="98" y="12328"/>
                  </a:cubicBezTo>
                  <a:lnTo>
                    <a:pt x="103" y="12328"/>
                  </a:lnTo>
                  <a:cubicBezTo>
                    <a:pt x="1812" y="12240"/>
                    <a:pt x="3797" y="10673"/>
                    <a:pt x="5104" y="9635"/>
                  </a:cubicBezTo>
                  <a:cubicBezTo>
                    <a:pt x="6760" y="8327"/>
                    <a:pt x="8264" y="6774"/>
                    <a:pt x="9695" y="4883"/>
                  </a:cubicBezTo>
                  <a:cubicBezTo>
                    <a:pt x="9777" y="4775"/>
                    <a:pt x="9944" y="4575"/>
                    <a:pt x="10140" y="4340"/>
                  </a:cubicBezTo>
                  <a:cubicBezTo>
                    <a:pt x="10600" y="3787"/>
                    <a:pt x="11232" y="3027"/>
                    <a:pt x="11384" y="2718"/>
                  </a:cubicBezTo>
                  <a:cubicBezTo>
                    <a:pt x="11447" y="2670"/>
                    <a:pt x="11560" y="2600"/>
                    <a:pt x="11678" y="2523"/>
                  </a:cubicBezTo>
                  <a:cubicBezTo>
                    <a:pt x="12055" y="2292"/>
                    <a:pt x="12324" y="2111"/>
                    <a:pt x="12378" y="1930"/>
                  </a:cubicBezTo>
                  <a:cubicBezTo>
                    <a:pt x="12417" y="1813"/>
                    <a:pt x="12403" y="1725"/>
                    <a:pt x="12344" y="1655"/>
                  </a:cubicBezTo>
                  <a:cubicBezTo>
                    <a:pt x="12286" y="1592"/>
                    <a:pt x="12193" y="1572"/>
                    <a:pt x="12080" y="1572"/>
                  </a:cubicBezTo>
                  <a:cubicBezTo>
                    <a:pt x="12320" y="1440"/>
                    <a:pt x="12451" y="1332"/>
                    <a:pt x="12467" y="1225"/>
                  </a:cubicBezTo>
                  <a:cubicBezTo>
                    <a:pt x="12481" y="1107"/>
                    <a:pt x="12433" y="1038"/>
                    <a:pt x="12393" y="999"/>
                  </a:cubicBezTo>
                  <a:cubicBezTo>
                    <a:pt x="12332" y="949"/>
                    <a:pt x="12243" y="929"/>
                    <a:pt x="12137" y="929"/>
                  </a:cubicBezTo>
                  <a:cubicBezTo>
                    <a:pt x="12056" y="929"/>
                    <a:pt x="11965" y="941"/>
                    <a:pt x="11869" y="960"/>
                  </a:cubicBezTo>
                  <a:cubicBezTo>
                    <a:pt x="12075" y="814"/>
                    <a:pt x="12216" y="681"/>
                    <a:pt x="12231" y="549"/>
                  </a:cubicBezTo>
                  <a:cubicBezTo>
                    <a:pt x="12236" y="480"/>
                    <a:pt x="12216" y="421"/>
                    <a:pt x="12173" y="373"/>
                  </a:cubicBezTo>
                  <a:cubicBezTo>
                    <a:pt x="12157" y="357"/>
                    <a:pt x="12134" y="348"/>
                    <a:pt x="12114" y="343"/>
                  </a:cubicBezTo>
                  <a:cubicBezTo>
                    <a:pt x="12080" y="340"/>
                    <a:pt x="12047" y="339"/>
                    <a:pt x="12014" y="339"/>
                  </a:cubicBezTo>
                  <a:cubicBezTo>
                    <a:pt x="11724" y="339"/>
                    <a:pt x="11471" y="451"/>
                    <a:pt x="11242" y="583"/>
                  </a:cubicBezTo>
                  <a:cubicBezTo>
                    <a:pt x="11438" y="303"/>
                    <a:pt x="11423" y="181"/>
                    <a:pt x="11389" y="113"/>
                  </a:cubicBezTo>
                  <a:cubicBezTo>
                    <a:pt x="11338" y="20"/>
                    <a:pt x="11231" y="0"/>
                    <a:pt x="11143"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3644;p51">
              <a:extLst>
                <a:ext uri="{FF2B5EF4-FFF2-40B4-BE49-F238E27FC236}">
                  <a16:creationId xmlns:a16="http://schemas.microsoft.com/office/drawing/2014/main" id="{8636ADD8-79B3-A604-2006-9FDB1F25D78B}"/>
                </a:ext>
              </a:extLst>
            </p:cNvPr>
            <p:cNvSpPr/>
            <p:nvPr/>
          </p:nvSpPr>
          <p:spPr>
            <a:xfrm>
              <a:off x="1851789" y="3099862"/>
              <a:ext cx="1130819" cy="1055489"/>
            </a:xfrm>
            <a:custGeom>
              <a:avLst/>
              <a:gdLst/>
              <a:ahLst/>
              <a:cxnLst/>
              <a:rect l="l" t="t" r="r" b="b"/>
              <a:pathLst>
                <a:path w="12840" h="11985" extrusionOk="0">
                  <a:moveTo>
                    <a:pt x="11703" y="1"/>
                  </a:moveTo>
                  <a:cubicBezTo>
                    <a:pt x="11680" y="1"/>
                    <a:pt x="11651" y="3"/>
                    <a:pt x="11615" y="8"/>
                  </a:cubicBezTo>
                  <a:cubicBezTo>
                    <a:pt x="11237" y="67"/>
                    <a:pt x="10988" y="502"/>
                    <a:pt x="10767" y="884"/>
                  </a:cubicBezTo>
                  <a:cubicBezTo>
                    <a:pt x="10689" y="1022"/>
                    <a:pt x="10611" y="1155"/>
                    <a:pt x="10527" y="1266"/>
                  </a:cubicBezTo>
                  <a:cubicBezTo>
                    <a:pt x="10527" y="1306"/>
                    <a:pt x="10502" y="1345"/>
                    <a:pt x="10459" y="1360"/>
                  </a:cubicBezTo>
                  <a:lnTo>
                    <a:pt x="10454" y="1360"/>
                  </a:lnTo>
                  <a:cubicBezTo>
                    <a:pt x="10439" y="1370"/>
                    <a:pt x="10419" y="1384"/>
                    <a:pt x="10396" y="1384"/>
                  </a:cubicBezTo>
                  <a:cubicBezTo>
                    <a:pt x="10376" y="1384"/>
                    <a:pt x="10356" y="1374"/>
                    <a:pt x="10337" y="1360"/>
                  </a:cubicBezTo>
                  <a:cubicBezTo>
                    <a:pt x="10297" y="1325"/>
                    <a:pt x="10292" y="1266"/>
                    <a:pt x="10321" y="1227"/>
                  </a:cubicBezTo>
                  <a:cubicBezTo>
                    <a:pt x="10326" y="1223"/>
                    <a:pt x="10326" y="1223"/>
                    <a:pt x="10331" y="1218"/>
                  </a:cubicBezTo>
                  <a:cubicBezTo>
                    <a:pt x="10326" y="1193"/>
                    <a:pt x="10321" y="1159"/>
                    <a:pt x="10317" y="1125"/>
                  </a:cubicBezTo>
                  <a:cubicBezTo>
                    <a:pt x="10292" y="978"/>
                    <a:pt x="10253" y="732"/>
                    <a:pt x="10165" y="674"/>
                  </a:cubicBezTo>
                  <a:cubicBezTo>
                    <a:pt x="10157" y="667"/>
                    <a:pt x="10148" y="662"/>
                    <a:pt x="10132" y="662"/>
                  </a:cubicBezTo>
                  <a:cubicBezTo>
                    <a:pt x="10126" y="662"/>
                    <a:pt x="10119" y="663"/>
                    <a:pt x="10111" y="664"/>
                  </a:cubicBezTo>
                  <a:cubicBezTo>
                    <a:pt x="9949" y="698"/>
                    <a:pt x="9808" y="1237"/>
                    <a:pt x="9763" y="1962"/>
                  </a:cubicBezTo>
                  <a:cubicBezTo>
                    <a:pt x="9778" y="1949"/>
                    <a:pt x="9797" y="1943"/>
                    <a:pt x="9817" y="1943"/>
                  </a:cubicBezTo>
                  <a:cubicBezTo>
                    <a:pt x="9841" y="1943"/>
                    <a:pt x="9866" y="1953"/>
                    <a:pt x="9885" y="1972"/>
                  </a:cubicBezTo>
                  <a:cubicBezTo>
                    <a:pt x="9919" y="2007"/>
                    <a:pt x="9919" y="2070"/>
                    <a:pt x="9885" y="2104"/>
                  </a:cubicBezTo>
                  <a:cubicBezTo>
                    <a:pt x="9361" y="2595"/>
                    <a:pt x="8861" y="3133"/>
                    <a:pt x="8377" y="3662"/>
                  </a:cubicBezTo>
                  <a:cubicBezTo>
                    <a:pt x="7681" y="4411"/>
                    <a:pt x="6962" y="5190"/>
                    <a:pt x="6153" y="5857"/>
                  </a:cubicBezTo>
                  <a:cubicBezTo>
                    <a:pt x="6134" y="5871"/>
                    <a:pt x="6114" y="5886"/>
                    <a:pt x="6089" y="5905"/>
                  </a:cubicBezTo>
                  <a:cubicBezTo>
                    <a:pt x="6055" y="5935"/>
                    <a:pt x="6021" y="5959"/>
                    <a:pt x="5987" y="5989"/>
                  </a:cubicBezTo>
                  <a:cubicBezTo>
                    <a:pt x="5884" y="6072"/>
                    <a:pt x="5781" y="6151"/>
                    <a:pt x="5678" y="6228"/>
                  </a:cubicBezTo>
                  <a:cubicBezTo>
                    <a:pt x="5565" y="6312"/>
                    <a:pt x="5447" y="6395"/>
                    <a:pt x="5330" y="6474"/>
                  </a:cubicBezTo>
                  <a:cubicBezTo>
                    <a:pt x="5252" y="6533"/>
                    <a:pt x="5169" y="6586"/>
                    <a:pt x="5085" y="6640"/>
                  </a:cubicBezTo>
                  <a:cubicBezTo>
                    <a:pt x="5017" y="6685"/>
                    <a:pt x="4943" y="6733"/>
                    <a:pt x="4875" y="6777"/>
                  </a:cubicBezTo>
                  <a:cubicBezTo>
                    <a:pt x="4007" y="7331"/>
                    <a:pt x="3096" y="7791"/>
                    <a:pt x="2215" y="8208"/>
                  </a:cubicBezTo>
                  <a:cubicBezTo>
                    <a:pt x="2054" y="8286"/>
                    <a:pt x="1882" y="8360"/>
                    <a:pt x="1715" y="8428"/>
                  </a:cubicBezTo>
                  <a:cubicBezTo>
                    <a:pt x="1543" y="8496"/>
                    <a:pt x="1373" y="8570"/>
                    <a:pt x="1211" y="8649"/>
                  </a:cubicBezTo>
                  <a:cubicBezTo>
                    <a:pt x="1196" y="8654"/>
                    <a:pt x="1181" y="8658"/>
                    <a:pt x="1172" y="8658"/>
                  </a:cubicBezTo>
                  <a:cubicBezTo>
                    <a:pt x="1147" y="8658"/>
                    <a:pt x="1122" y="8649"/>
                    <a:pt x="1108" y="8634"/>
                  </a:cubicBezTo>
                  <a:cubicBezTo>
                    <a:pt x="426" y="8869"/>
                    <a:pt x="94" y="9662"/>
                    <a:pt x="40" y="10334"/>
                  </a:cubicBezTo>
                  <a:cubicBezTo>
                    <a:pt x="1" y="10853"/>
                    <a:pt x="74" y="11695"/>
                    <a:pt x="584" y="11984"/>
                  </a:cubicBezTo>
                  <a:cubicBezTo>
                    <a:pt x="598" y="11964"/>
                    <a:pt x="623" y="11955"/>
                    <a:pt x="647" y="11950"/>
                  </a:cubicBezTo>
                  <a:cubicBezTo>
                    <a:pt x="2230" y="11871"/>
                    <a:pt x="4096" y="10446"/>
                    <a:pt x="5384" y="9427"/>
                  </a:cubicBezTo>
                  <a:cubicBezTo>
                    <a:pt x="5438" y="9384"/>
                    <a:pt x="5492" y="9344"/>
                    <a:pt x="5546" y="9300"/>
                  </a:cubicBezTo>
                  <a:cubicBezTo>
                    <a:pt x="6197" y="8781"/>
                    <a:pt x="6829" y="8227"/>
                    <a:pt x="7441" y="7625"/>
                  </a:cubicBezTo>
                  <a:cubicBezTo>
                    <a:pt x="8362" y="6719"/>
                    <a:pt x="9243" y="5710"/>
                    <a:pt x="10102" y="4583"/>
                  </a:cubicBezTo>
                  <a:cubicBezTo>
                    <a:pt x="10184" y="4470"/>
                    <a:pt x="10356" y="4270"/>
                    <a:pt x="10552" y="4029"/>
                  </a:cubicBezTo>
                  <a:cubicBezTo>
                    <a:pt x="10988" y="3506"/>
                    <a:pt x="11653" y="2706"/>
                    <a:pt x="11782" y="2432"/>
                  </a:cubicBezTo>
                  <a:cubicBezTo>
                    <a:pt x="11782" y="2423"/>
                    <a:pt x="11786" y="2418"/>
                    <a:pt x="11791" y="2412"/>
                  </a:cubicBezTo>
                  <a:cubicBezTo>
                    <a:pt x="11796" y="2408"/>
                    <a:pt x="11800" y="2403"/>
                    <a:pt x="11800" y="2403"/>
                  </a:cubicBezTo>
                  <a:lnTo>
                    <a:pt x="11806" y="2398"/>
                  </a:lnTo>
                  <a:cubicBezTo>
                    <a:pt x="11874" y="2340"/>
                    <a:pt x="11992" y="2265"/>
                    <a:pt x="12134" y="2177"/>
                  </a:cubicBezTo>
                  <a:cubicBezTo>
                    <a:pt x="12365" y="2030"/>
                    <a:pt x="12711" y="1815"/>
                    <a:pt x="12756" y="1684"/>
                  </a:cubicBezTo>
                  <a:cubicBezTo>
                    <a:pt x="12770" y="1634"/>
                    <a:pt x="12766" y="1605"/>
                    <a:pt x="12761" y="1595"/>
                  </a:cubicBezTo>
                  <a:cubicBezTo>
                    <a:pt x="12746" y="1579"/>
                    <a:pt x="12711" y="1573"/>
                    <a:pt x="12665" y="1573"/>
                  </a:cubicBezTo>
                  <a:cubicBezTo>
                    <a:pt x="12556" y="1573"/>
                    <a:pt x="12389" y="1607"/>
                    <a:pt x="12295" y="1625"/>
                  </a:cubicBezTo>
                  <a:cubicBezTo>
                    <a:pt x="12218" y="1639"/>
                    <a:pt x="12144" y="1654"/>
                    <a:pt x="12080" y="1664"/>
                  </a:cubicBezTo>
                  <a:cubicBezTo>
                    <a:pt x="12071" y="1664"/>
                    <a:pt x="12060" y="1668"/>
                    <a:pt x="12051" y="1668"/>
                  </a:cubicBezTo>
                  <a:cubicBezTo>
                    <a:pt x="12046" y="1668"/>
                    <a:pt x="12041" y="1668"/>
                    <a:pt x="12035" y="1664"/>
                  </a:cubicBezTo>
                  <a:cubicBezTo>
                    <a:pt x="12026" y="1668"/>
                    <a:pt x="12017" y="1668"/>
                    <a:pt x="12012" y="1668"/>
                  </a:cubicBezTo>
                  <a:cubicBezTo>
                    <a:pt x="11958" y="1668"/>
                    <a:pt x="11913" y="1629"/>
                    <a:pt x="11913" y="1575"/>
                  </a:cubicBezTo>
                  <a:cubicBezTo>
                    <a:pt x="11913" y="1521"/>
                    <a:pt x="11953" y="1483"/>
                    <a:pt x="12006" y="1478"/>
                  </a:cubicBezTo>
                  <a:lnTo>
                    <a:pt x="12026" y="1478"/>
                  </a:lnTo>
                  <a:cubicBezTo>
                    <a:pt x="12060" y="1463"/>
                    <a:pt x="12105" y="1438"/>
                    <a:pt x="12164" y="1413"/>
                  </a:cubicBezTo>
                  <a:cubicBezTo>
                    <a:pt x="12584" y="1213"/>
                    <a:pt x="12810" y="1076"/>
                    <a:pt x="12835" y="1008"/>
                  </a:cubicBezTo>
                  <a:cubicBezTo>
                    <a:pt x="12840" y="968"/>
                    <a:pt x="12829" y="958"/>
                    <a:pt x="12824" y="954"/>
                  </a:cubicBezTo>
                  <a:cubicBezTo>
                    <a:pt x="12800" y="933"/>
                    <a:pt x="12757" y="925"/>
                    <a:pt x="12702" y="925"/>
                  </a:cubicBezTo>
                  <a:cubicBezTo>
                    <a:pt x="12505" y="925"/>
                    <a:pt x="12162" y="1032"/>
                    <a:pt x="12031" y="1071"/>
                  </a:cubicBezTo>
                  <a:cubicBezTo>
                    <a:pt x="11992" y="1080"/>
                    <a:pt x="11963" y="1096"/>
                    <a:pt x="11933" y="1100"/>
                  </a:cubicBezTo>
                  <a:cubicBezTo>
                    <a:pt x="11918" y="1110"/>
                    <a:pt x="11904" y="1115"/>
                    <a:pt x="11884" y="1115"/>
                  </a:cubicBezTo>
                  <a:lnTo>
                    <a:pt x="11874" y="1115"/>
                  </a:lnTo>
                  <a:cubicBezTo>
                    <a:pt x="11871" y="1115"/>
                    <a:pt x="11868" y="1115"/>
                    <a:pt x="11865" y="1115"/>
                  </a:cubicBezTo>
                  <a:cubicBezTo>
                    <a:pt x="11824" y="1115"/>
                    <a:pt x="11786" y="1086"/>
                    <a:pt x="11777" y="1042"/>
                  </a:cubicBezTo>
                  <a:cubicBezTo>
                    <a:pt x="11762" y="992"/>
                    <a:pt x="11791" y="943"/>
                    <a:pt x="11845" y="934"/>
                  </a:cubicBezTo>
                  <a:cubicBezTo>
                    <a:pt x="11845" y="929"/>
                    <a:pt x="11850" y="929"/>
                    <a:pt x="11854" y="929"/>
                  </a:cubicBezTo>
                  <a:cubicBezTo>
                    <a:pt x="11913" y="884"/>
                    <a:pt x="11987" y="836"/>
                    <a:pt x="12075" y="777"/>
                  </a:cubicBezTo>
                  <a:cubicBezTo>
                    <a:pt x="12252" y="664"/>
                    <a:pt x="12575" y="454"/>
                    <a:pt x="12600" y="341"/>
                  </a:cubicBezTo>
                  <a:cubicBezTo>
                    <a:pt x="12591" y="341"/>
                    <a:pt x="12583" y="341"/>
                    <a:pt x="12574" y="341"/>
                  </a:cubicBezTo>
                  <a:cubicBezTo>
                    <a:pt x="12227" y="341"/>
                    <a:pt x="11936" y="526"/>
                    <a:pt x="11649" y="703"/>
                  </a:cubicBezTo>
                  <a:cubicBezTo>
                    <a:pt x="11600" y="737"/>
                    <a:pt x="11556" y="767"/>
                    <a:pt x="11506" y="796"/>
                  </a:cubicBezTo>
                  <a:cubicBezTo>
                    <a:pt x="11491" y="806"/>
                    <a:pt x="11474" y="811"/>
                    <a:pt x="11457" y="811"/>
                  </a:cubicBezTo>
                  <a:cubicBezTo>
                    <a:pt x="11425" y="811"/>
                    <a:pt x="11394" y="794"/>
                    <a:pt x="11375" y="762"/>
                  </a:cubicBezTo>
                  <a:cubicBezTo>
                    <a:pt x="11355" y="728"/>
                    <a:pt x="11359" y="684"/>
                    <a:pt x="11389" y="655"/>
                  </a:cubicBezTo>
                  <a:cubicBezTo>
                    <a:pt x="11379" y="626"/>
                    <a:pt x="11384" y="596"/>
                    <a:pt x="11409" y="571"/>
                  </a:cubicBezTo>
                  <a:cubicBezTo>
                    <a:pt x="11811" y="135"/>
                    <a:pt x="11777" y="13"/>
                    <a:pt x="11777" y="13"/>
                  </a:cubicBezTo>
                  <a:cubicBezTo>
                    <a:pt x="11777" y="13"/>
                    <a:pt x="11759" y="1"/>
                    <a:pt x="11703" y="1"/>
                  </a:cubicBezTo>
                  <a:close/>
                </a:path>
              </a:pathLst>
            </a:custGeom>
            <a:solidFill>
              <a:srgbClr val="EC78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3645;p51">
              <a:extLst>
                <a:ext uri="{FF2B5EF4-FFF2-40B4-BE49-F238E27FC236}">
                  <a16:creationId xmlns:a16="http://schemas.microsoft.com/office/drawing/2014/main" id="{CDAF484F-21EE-9A75-0EAD-455B452CEA80}"/>
                </a:ext>
              </a:extLst>
            </p:cNvPr>
            <p:cNvSpPr/>
            <p:nvPr/>
          </p:nvSpPr>
          <p:spPr>
            <a:xfrm>
              <a:off x="2096359" y="3862526"/>
              <a:ext cx="53194" cy="55042"/>
            </a:xfrm>
            <a:custGeom>
              <a:avLst/>
              <a:gdLst/>
              <a:ahLst/>
              <a:cxnLst/>
              <a:rect l="l" t="t" r="r" b="b"/>
              <a:pathLst>
                <a:path w="604" h="625" extrusionOk="0">
                  <a:moveTo>
                    <a:pt x="500" y="0"/>
                  </a:moveTo>
                  <a:cubicBezTo>
                    <a:pt x="475" y="0"/>
                    <a:pt x="450" y="10"/>
                    <a:pt x="432" y="28"/>
                  </a:cubicBezTo>
                  <a:cubicBezTo>
                    <a:pt x="403" y="62"/>
                    <a:pt x="373" y="91"/>
                    <a:pt x="344" y="125"/>
                  </a:cubicBezTo>
                  <a:cubicBezTo>
                    <a:pt x="231" y="233"/>
                    <a:pt x="118" y="351"/>
                    <a:pt x="30" y="473"/>
                  </a:cubicBezTo>
                  <a:cubicBezTo>
                    <a:pt x="1" y="518"/>
                    <a:pt x="11" y="577"/>
                    <a:pt x="50" y="606"/>
                  </a:cubicBezTo>
                  <a:cubicBezTo>
                    <a:pt x="70" y="620"/>
                    <a:pt x="89" y="625"/>
                    <a:pt x="104" y="625"/>
                  </a:cubicBezTo>
                  <a:cubicBezTo>
                    <a:pt x="134" y="625"/>
                    <a:pt x="163" y="611"/>
                    <a:pt x="183" y="586"/>
                  </a:cubicBezTo>
                  <a:cubicBezTo>
                    <a:pt x="265" y="469"/>
                    <a:pt x="373" y="360"/>
                    <a:pt x="477" y="253"/>
                  </a:cubicBezTo>
                  <a:cubicBezTo>
                    <a:pt x="506" y="224"/>
                    <a:pt x="540" y="189"/>
                    <a:pt x="570" y="159"/>
                  </a:cubicBezTo>
                  <a:cubicBezTo>
                    <a:pt x="604" y="121"/>
                    <a:pt x="604" y="62"/>
                    <a:pt x="565" y="28"/>
                  </a:cubicBezTo>
                  <a:cubicBezTo>
                    <a:pt x="548" y="9"/>
                    <a:pt x="524" y="0"/>
                    <a:pt x="500"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3646;p51">
              <a:extLst>
                <a:ext uri="{FF2B5EF4-FFF2-40B4-BE49-F238E27FC236}">
                  <a16:creationId xmlns:a16="http://schemas.microsoft.com/office/drawing/2014/main" id="{D202E7B0-6850-2E69-814D-FE4480829E94}"/>
                </a:ext>
              </a:extLst>
            </p:cNvPr>
            <p:cNvSpPr/>
            <p:nvPr/>
          </p:nvSpPr>
          <p:spPr>
            <a:xfrm>
              <a:off x="2091163" y="3820694"/>
              <a:ext cx="32938" cy="32233"/>
            </a:xfrm>
            <a:custGeom>
              <a:avLst/>
              <a:gdLst/>
              <a:ahLst/>
              <a:cxnLst/>
              <a:rect l="l" t="t" r="r" b="b"/>
              <a:pathLst>
                <a:path w="374" h="366" extrusionOk="0">
                  <a:moveTo>
                    <a:pt x="269" y="0"/>
                  </a:moveTo>
                  <a:cubicBezTo>
                    <a:pt x="239" y="0"/>
                    <a:pt x="210" y="14"/>
                    <a:pt x="193" y="37"/>
                  </a:cubicBezTo>
                  <a:cubicBezTo>
                    <a:pt x="154" y="91"/>
                    <a:pt x="100" y="155"/>
                    <a:pt x="46" y="199"/>
                  </a:cubicBezTo>
                  <a:cubicBezTo>
                    <a:pt x="7" y="234"/>
                    <a:pt x="1" y="292"/>
                    <a:pt x="36" y="331"/>
                  </a:cubicBezTo>
                  <a:cubicBezTo>
                    <a:pt x="55" y="351"/>
                    <a:pt x="80" y="365"/>
                    <a:pt x="104" y="365"/>
                  </a:cubicBezTo>
                  <a:cubicBezTo>
                    <a:pt x="129" y="365"/>
                    <a:pt x="148" y="356"/>
                    <a:pt x="168" y="341"/>
                  </a:cubicBezTo>
                  <a:cubicBezTo>
                    <a:pt x="231" y="288"/>
                    <a:pt x="295" y="214"/>
                    <a:pt x="344" y="150"/>
                  </a:cubicBezTo>
                  <a:cubicBezTo>
                    <a:pt x="374" y="105"/>
                    <a:pt x="364" y="47"/>
                    <a:pt x="324" y="17"/>
                  </a:cubicBezTo>
                  <a:cubicBezTo>
                    <a:pt x="307" y="6"/>
                    <a:pt x="288" y="0"/>
                    <a:pt x="269"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3647;p51">
              <a:extLst>
                <a:ext uri="{FF2B5EF4-FFF2-40B4-BE49-F238E27FC236}">
                  <a16:creationId xmlns:a16="http://schemas.microsoft.com/office/drawing/2014/main" id="{9023B38C-C665-79D8-24FA-464A2D7A641B}"/>
                </a:ext>
              </a:extLst>
            </p:cNvPr>
            <p:cNvSpPr/>
            <p:nvPr/>
          </p:nvSpPr>
          <p:spPr>
            <a:xfrm>
              <a:off x="2379064" y="3619460"/>
              <a:ext cx="9071" cy="7838"/>
            </a:xfrm>
            <a:custGeom>
              <a:avLst/>
              <a:gdLst/>
              <a:ahLst/>
              <a:cxnLst/>
              <a:rect l="l" t="t" r="r" b="b"/>
              <a:pathLst>
                <a:path w="103" h="89" extrusionOk="0">
                  <a:moveTo>
                    <a:pt x="93" y="0"/>
                  </a:moveTo>
                  <a:cubicBezTo>
                    <a:pt x="88" y="0"/>
                    <a:pt x="88" y="0"/>
                    <a:pt x="82" y="5"/>
                  </a:cubicBezTo>
                  <a:cubicBezTo>
                    <a:pt x="44" y="20"/>
                    <a:pt x="14" y="45"/>
                    <a:pt x="0" y="89"/>
                  </a:cubicBezTo>
                  <a:cubicBezTo>
                    <a:pt x="34" y="59"/>
                    <a:pt x="68" y="35"/>
                    <a:pt x="102" y="5"/>
                  </a:cubicBezTo>
                  <a:cubicBezTo>
                    <a:pt x="98" y="0"/>
                    <a:pt x="98" y="0"/>
                    <a:pt x="93" y="0"/>
                  </a:cubicBezTo>
                  <a:close/>
                </a:path>
              </a:pathLst>
            </a:custGeom>
            <a:solidFill>
              <a:srgbClr val="3017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3648;p51">
              <a:extLst>
                <a:ext uri="{FF2B5EF4-FFF2-40B4-BE49-F238E27FC236}">
                  <a16:creationId xmlns:a16="http://schemas.microsoft.com/office/drawing/2014/main" id="{A1423228-7AF5-B685-A1BF-CAFF02680FD4}"/>
                </a:ext>
              </a:extLst>
            </p:cNvPr>
            <p:cNvSpPr/>
            <p:nvPr/>
          </p:nvSpPr>
          <p:spPr>
            <a:xfrm>
              <a:off x="2281042" y="3684542"/>
              <a:ext cx="18671" cy="12241"/>
            </a:xfrm>
            <a:custGeom>
              <a:avLst/>
              <a:gdLst/>
              <a:ahLst/>
              <a:cxnLst/>
              <a:rect l="l" t="t" r="r" b="b"/>
              <a:pathLst>
                <a:path w="212" h="139" extrusionOk="0">
                  <a:moveTo>
                    <a:pt x="211" y="1"/>
                  </a:moveTo>
                  <a:lnTo>
                    <a:pt x="106" y="70"/>
                  </a:lnTo>
                  <a:lnTo>
                    <a:pt x="106" y="70"/>
                  </a:lnTo>
                  <a:cubicBezTo>
                    <a:pt x="142" y="46"/>
                    <a:pt x="177" y="23"/>
                    <a:pt x="211" y="1"/>
                  </a:cubicBezTo>
                  <a:close/>
                  <a:moveTo>
                    <a:pt x="106" y="70"/>
                  </a:moveTo>
                  <a:cubicBezTo>
                    <a:pt x="71" y="93"/>
                    <a:pt x="35" y="116"/>
                    <a:pt x="1" y="138"/>
                  </a:cubicBezTo>
                  <a:lnTo>
                    <a:pt x="106" y="70"/>
                  </a:lnTo>
                  <a:close/>
                </a:path>
              </a:pathLst>
            </a:custGeom>
            <a:solidFill>
              <a:srgbClr val="3017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3649;p51">
              <a:extLst>
                <a:ext uri="{FF2B5EF4-FFF2-40B4-BE49-F238E27FC236}">
                  <a16:creationId xmlns:a16="http://schemas.microsoft.com/office/drawing/2014/main" id="{B087AC0F-135A-C541-389A-E53C70E5FFE3}"/>
                </a:ext>
              </a:extLst>
            </p:cNvPr>
            <p:cNvSpPr/>
            <p:nvPr/>
          </p:nvSpPr>
          <p:spPr>
            <a:xfrm>
              <a:off x="2265982" y="3619900"/>
              <a:ext cx="241224" cy="310262"/>
            </a:xfrm>
            <a:custGeom>
              <a:avLst/>
              <a:gdLst/>
              <a:ahLst/>
              <a:cxnLst/>
              <a:rect l="l" t="t" r="r" b="b"/>
              <a:pathLst>
                <a:path w="2739" h="3523" extrusionOk="0">
                  <a:moveTo>
                    <a:pt x="1386" y="0"/>
                  </a:moveTo>
                  <a:cubicBezTo>
                    <a:pt x="1352" y="30"/>
                    <a:pt x="1318" y="54"/>
                    <a:pt x="1284" y="84"/>
                  </a:cubicBezTo>
                  <a:cubicBezTo>
                    <a:pt x="1137" y="393"/>
                    <a:pt x="1490" y="1343"/>
                    <a:pt x="1607" y="1637"/>
                  </a:cubicBezTo>
                  <a:cubicBezTo>
                    <a:pt x="1504" y="1401"/>
                    <a:pt x="1219" y="750"/>
                    <a:pt x="975" y="323"/>
                  </a:cubicBezTo>
                  <a:cubicBezTo>
                    <a:pt x="916" y="368"/>
                    <a:pt x="857" y="407"/>
                    <a:pt x="799" y="452"/>
                  </a:cubicBezTo>
                  <a:cubicBezTo>
                    <a:pt x="744" y="490"/>
                    <a:pt x="686" y="529"/>
                    <a:pt x="627" y="569"/>
                  </a:cubicBezTo>
                  <a:cubicBezTo>
                    <a:pt x="744" y="1073"/>
                    <a:pt x="984" y="1715"/>
                    <a:pt x="1034" y="1852"/>
                  </a:cubicBezTo>
                  <a:cubicBezTo>
                    <a:pt x="965" y="1709"/>
                    <a:pt x="632" y="1019"/>
                    <a:pt x="382" y="735"/>
                  </a:cubicBezTo>
                  <a:cubicBezTo>
                    <a:pt x="314" y="780"/>
                    <a:pt x="240" y="828"/>
                    <a:pt x="172" y="872"/>
                  </a:cubicBezTo>
                  <a:cubicBezTo>
                    <a:pt x="294" y="1392"/>
                    <a:pt x="755" y="2528"/>
                    <a:pt x="784" y="2611"/>
                  </a:cubicBezTo>
                  <a:cubicBezTo>
                    <a:pt x="749" y="2557"/>
                    <a:pt x="471" y="2141"/>
                    <a:pt x="274" y="2141"/>
                  </a:cubicBezTo>
                  <a:cubicBezTo>
                    <a:pt x="240" y="2141"/>
                    <a:pt x="206" y="2150"/>
                    <a:pt x="177" y="2186"/>
                  </a:cubicBezTo>
                  <a:cubicBezTo>
                    <a:pt x="0" y="2391"/>
                    <a:pt x="583" y="3366"/>
                    <a:pt x="681" y="3522"/>
                  </a:cubicBezTo>
                  <a:cubicBezTo>
                    <a:pt x="735" y="3479"/>
                    <a:pt x="789" y="3439"/>
                    <a:pt x="843" y="3395"/>
                  </a:cubicBezTo>
                  <a:cubicBezTo>
                    <a:pt x="1494" y="2876"/>
                    <a:pt x="2126" y="2322"/>
                    <a:pt x="2738" y="1720"/>
                  </a:cubicBezTo>
                  <a:cubicBezTo>
                    <a:pt x="2548" y="1098"/>
                    <a:pt x="2322" y="540"/>
                    <a:pt x="2087" y="373"/>
                  </a:cubicBezTo>
                  <a:cubicBezTo>
                    <a:pt x="2082" y="368"/>
                    <a:pt x="2078" y="368"/>
                    <a:pt x="2072" y="368"/>
                  </a:cubicBezTo>
                  <a:cubicBezTo>
                    <a:pt x="1969" y="368"/>
                    <a:pt x="2175" y="1578"/>
                    <a:pt x="2189" y="1671"/>
                  </a:cubicBezTo>
                  <a:cubicBezTo>
                    <a:pt x="2150" y="1573"/>
                    <a:pt x="1567" y="69"/>
                    <a:pt x="1386" y="0"/>
                  </a:cubicBezTo>
                  <a:close/>
                </a:path>
              </a:pathLst>
            </a:custGeom>
            <a:solidFill>
              <a:srgbClr val="E55E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3650;p51">
              <a:extLst>
                <a:ext uri="{FF2B5EF4-FFF2-40B4-BE49-F238E27FC236}">
                  <a16:creationId xmlns:a16="http://schemas.microsoft.com/office/drawing/2014/main" id="{3963B92E-B6BE-A8F6-6C3E-D73ACC1CC731}"/>
                </a:ext>
              </a:extLst>
            </p:cNvPr>
            <p:cNvSpPr/>
            <p:nvPr/>
          </p:nvSpPr>
          <p:spPr>
            <a:xfrm>
              <a:off x="1912205" y="1326711"/>
              <a:ext cx="959523" cy="1138449"/>
            </a:xfrm>
            <a:custGeom>
              <a:avLst/>
              <a:gdLst/>
              <a:ahLst/>
              <a:cxnLst/>
              <a:rect l="l" t="t" r="r" b="b"/>
              <a:pathLst>
                <a:path w="10895" h="12927" extrusionOk="0">
                  <a:moveTo>
                    <a:pt x="1013" y="5569"/>
                  </a:moveTo>
                  <a:cubicBezTo>
                    <a:pt x="1252" y="5569"/>
                    <a:pt x="1494" y="5669"/>
                    <a:pt x="1680" y="5848"/>
                  </a:cubicBezTo>
                  <a:cubicBezTo>
                    <a:pt x="1657" y="5981"/>
                    <a:pt x="1637" y="6113"/>
                    <a:pt x="1617" y="6250"/>
                  </a:cubicBezTo>
                  <a:cubicBezTo>
                    <a:pt x="1436" y="6142"/>
                    <a:pt x="1191" y="6123"/>
                    <a:pt x="1015" y="6123"/>
                  </a:cubicBezTo>
                  <a:cubicBezTo>
                    <a:pt x="961" y="6128"/>
                    <a:pt x="922" y="6162"/>
                    <a:pt x="922" y="6216"/>
                  </a:cubicBezTo>
                  <a:cubicBezTo>
                    <a:pt x="916" y="6264"/>
                    <a:pt x="961" y="6309"/>
                    <a:pt x="1010" y="6309"/>
                  </a:cubicBezTo>
                  <a:cubicBezTo>
                    <a:pt x="1117" y="6309"/>
                    <a:pt x="1440" y="6314"/>
                    <a:pt x="1583" y="6461"/>
                  </a:cubicBezTo>
                  <a:cubicBezTo>
                    <a:pt x="1544" y="6764"/>
                    <a:pt x="1510" y="7073"/>
                    <a:pt x="1490" y="7387"/>
                  </a:cubicBezTo>
                  <a:cubicBezTo>
                    <a:pt x="1044" y="7377"/>
                    <a:pt x="652" y="7225"/>
                    <a:pt x="432" y="6960"/>
                  </a:cubicBezTo>
                  <a:cubicBezTo>
                    <a:pt x="255" y="6759"/>
                    <a:pt x="197" y="6510"/>
                    <a:pt x="251" y="6212"/>
                  </a:cubicBezTo>
                  <a:cubicBezTo>
                    <a:pt x="299" y="5907"/>
                    <a:pt x="495" y="5687"/>
                    <a:pt x="775" y="5604"/>
                  </a:cubicBezTo>
                  <a:cubicBezTo>
                    <a:pt x="853" y="5580"/>
                    <a:pt x="933" y="5569"/>
                    <a:pt x="1013" y="5569"/>
                  </a:cubicBezTo>
                  <a:close/>
                  <a:moveTo>
                    <a:pt x="10011" y="6133"/>
                  </a:moveTo>
                  <a:cubicBezTo>
                    <a:pt x="10179" y="6133"/>
                    <a:pt x="10315" y="6192"/>
                    <a:pt x="10415" y="6309"/>
                  </a:cubicBezTo>
                  <a:cubicBezTo>
                    <a:pt x="10693" y="6646"/>
                    <a:pt x="10615" y="7387"/>
                    <a:pt x="10262" y="7803"/>
                  </a:cubicBezTo>
                  <a:cubicBezTo>
                    <a:pt x="10103" y="7987"/>
                    <a:pt x="9912" y="8079"/>
                    <a:pt x="9701" y="8079"/>
                  </a:cubicBezTo>
                  <a:cubicBezTo>
                    <a:pt x="9574" y="8079"/>
                    <a:pt x="9440" y="8046"/>
                    <a:pt x="9303" y="7980"/>
                  </a:cubicBezTo>
                  <a:cubicBezTo>
                    <a:pt x="9346" y="7636"/>
                    <a:pt x="9380" y="7299"/>
                    <a:pt x="9405" y="6985"/>
                  </a:cubicBezTo>
                  <a:cubicBezTo>
                    <a:pt x="9530" y="6890"/>
                    <a:pt x="9730" y="6824"/>
                    <a:pt x="9890" y="6824"/>
                  </a:cubicBezTo>
                  <a:cubicBezTo>
                    <a:pt x="9962" y="6824"/>
                    <a:pt x="10026" y="6837"/>
                    <a:pt x="10072" y="6867"/>
                  </a:cubicBezTo>
                  <a:cubicBezTo>
                    <a:pt x="10087" y="6876"/>
                    <a:pt x="10104" y="6881"/>
                    <a:pt x="10122" y="6881"/>
                  </a:cubicBezTo>
                  <a:cubicBezTo>
                    <a:pt x="10153" y="6881"/>
                    <a:pt x="10184" y="6866"/>
                    <a:pt x="10203" y="6838"/>
                  </a:cubicBezTo>
                  <a:cubicBezTo>
                    <a:pt x="10233" y="6793"/>
                    <a:pt x="10219" y="6741"/>
                    <a:pt x="10180" y="6711"/>
                  </a:cubicBezTo>
                  <a:cubicBezTo>
                    <a:pt x="10099" y="6658"/>
                    <a:pt x="9997" y="6635"/>
                    <a:pt x="9890" y="6635"/>
                  </a:cubicBezTo>
                  <a:cubicBezTo>
                    <a:pt x="9730" y="6635"/>
                    <a:pt x="9558" y="6684"/>
                    <a:pt x="9420" y="6755"/>
                  </a:cubicBezTo>
                  <a:cubicBezTo>
                    <a:pt x="9430" y="6594"/>
                    <a:pt x="9434" y="6441"/>
                    <a:pt x="9439" y="6300"/>
                  </a:cubicBezTo>
                  <a:cubicBezTo>
                    <a:pt x="9656" y="6189"/>
                    <a:pt x="9848" y="6133"/>
                    <a:pt x="10011" y="6133"/>
                  </a:cubicBezTo>
                  <a:close/>
                  <a:moveTo>
                    <a:pt x="5857" y="189"/>
                  </a:moveTo>
                  <a:cubicBezTo>
                    <a:pt x="6428" y="189"/>
                    <a:pt x="6940" y="354"/>
                    <a:pt x="7382" y="680"/>
                  </a:cubicBezTo>
                  <a:cubicBezTo>
                    <a:pt x="8822" y="1749"/>
                    <a:pt x="9292" y="4272"/>
                    <a:pt x="9258" y="6113"/>
                  </a:cubicBezTo>
                  <a:cubicBezTo>
                    <a:pt x="9258" y="6137"/>
                    <a:pt x="9253" y="6162"/>
                    <a:pt x="9253" y="6187"/>
                  </a:cubicBezTo>
                  <a:lnTo>
                    <a:pt x="9253" y="6192"/>
                  </a:lnTo>
                  <a:lnTo>
                    <a:pt x="9249" y="6377"/>
                  </a:lnTo>
                  <a:cubicBezTo>
                    <a:pt x="9244" y="6544"/>
                    <a:pt x="9233" y="6721"/>
                    <a:pt x="9219" y="6906"/>
                  </a:cubicBezTo>
                  <a:cubicBezTo>
                    <a:pt x="9215" y="6922"/>
                    <a:pt x="9215" y="6936"/>
                    <a:pt x="9219" y="6951"/>
                  </a:cubicBezTo>
                  <a:cubicBezTo>
                    <a:pt x="9097" y="8685"/>
                    <a:pt x="8646" y="11050"/>
                    <a:pt x="7167" y="12142"/>
                  </a:cubicBezTo>
                  <a:cubicBezTo>
                    <a:pt x="6624" y="12539"/>
                    <a:pt x="5981" y="12740"/>
                    <a:pt x="5243" y="12740"/>
                  </a:cubicBezTo>
                  <a:cubicBezTo>
                    <a:pt x="4788" y="12740"/>
                    <a:pt x="4297" y="12664"/>
                    <a:pt x="3773" y="12510"/>
                  </a:cubicBezTo>
                  <a:cubicBezTo>
                    <a:pt x="2136" y="12035"/>
                    <a:pt x="1798" y="10154"/>
                    <a:pt x="1686" y="8783"/>
                  </a:cubicBezTo>
                  <a:cubicBezTo>
                    <a:pt x="1603" y="7779"/>
                    <a:pt x="1705" y="6813"/>
                    <a:pt x="1867" y="5873"/>
                  </a:cubicBezTo>
                  <a:cubicBezTo>
                    <a:pt x="1881" y="5848"/>
                    <a:pt x="1881" y="5824"/>
                    <a:pt x="1877" y="5800"/>
                  </a:cubicBezTo>
                  <a:cubicBezTo>
                    <a:pt x="1960" y="5335"/>
                    <a:pt x="2058" y="4869"/>
                    <a:pt x="2150" y="4413"/>
                  </a:cubicBezTo>
                  <a:cubicBezTo>
                    <a:pt x="2220" y="4095"/>
                    <a:pt x="2288" y="3762"/>
                    <a:pt x="2351" y="3434"/>
                  </a:cubicBezTo>
                  <a:cubicBezTo>
                    <a:pt x="2754" y="2068"/>
                    <a:pt x="3156" y="897"/>
                    <a:pt x="4673" y="397"/>
                  </a:cubicBezTo>
                  <a:cubicBezTo>
                    <a:pt x="5091" y="258"/>
                    <a:pt x="5487" y="189"/>
                    <a:pt x="5857" y="189"/>
                  </a:cubicBezTo>
                  <a:close/>
                  <a:moveTo>
                    <a:pt x="5857" y="1"/>
                  </a:moveTo>
                  <a:cubicBezTo>
                    <a:pt x="5468" y="1"/>
                    <a:pt x="5053" y="73"/>
                    <a:pt x="4614" y="216"/>
                  </a:cubicBezTo>
                  <a:cubicBezTo>
                    <a:pt x="2939" y="768"/>
                    <a:pt x="2538" y="2120"/>
                    <a:pt x="2121" y="3551"/>
                  </a:cubicBezTo>
                  <a:lnTo>
                    <a:pt x="2053" y="3782"/>
                  </a:lnTo>
                  <a:cubicBezTo>
                    <a:pt x="2043" y="3816"/>
                    <a:pt x="2048" y="3850"/>
                    <a:pt x="2073" y="3870"/>
                  </a:cubicBezTo>
                  <a:cubicBezTo>
                    <a:pt x="2039" y="4041"/>
                    <a:pt x="2003" y="4207"/>
                    <a:pt x="1969" y="4374"/>
                  </a:cubicBezTo>
                  <a:cubicBezTo>
                    <a:pt x="1881" y="4790"/>
                    <a:pt x="1793" y="5206"/>
                    <a:pt x="1720" y="5628"/>
                  </a:cubicBezTo>
                  <a:cubicBezTo>
                    <a:pt x="1513" y="5467"/>
                    <a:pt x="1264" y="5381"/>
                    <a:pt x="1017" y="5381"/>
                  </a:cubicBezTo>
                  <a:cubicBezTo>
                    <a:pt x="919" y="5381"/>
                    <a:pt x="820" y="5395"/>
                    <a:pt x="726" y="5423"/>
                  </a:cubicBezTo>
                  <a:cubicBezTo>
                    <a:pt x="368" y="5525"/>
                    <a:pt x="128" y="5805"/>
                    <a:pt x="64" y="6182"/>
                  </a:cubicBezTo>
                  <a:cubicBezTo>
                    <a:pt x="0" y="6529"/>
                    <a:pt x="79" y="6838"/>
                    <a:pt x="285" y="7083"/>
                  </a:cubicBezTo>
                  <a:cubicBezTo>
                    <a:pt x="540" y="7381"/>
                    <a:pt x="985" y="7563"/>
                    <a:pt x="1480" y="7573"/>
                  </a:cubicBezTo>
                  <a:cubicBezTo>
                    <a:pt x="1460" y="7975"/>
                    <a:pt x="1465" y="8380"/>
                    <a:pt x="1499" y="8798"/>
                  </a:cubicBezTo>
                  <a:cubicBezTo>
                    <a:pt x="1617" y="10223"/>
                    <a:pt x="1974" y="12182"/>
                    <a:pt x="3719" y="12691"/>
                  </a:cubicBezTo>
                  <a:cubicBezTo>
                    <a:pt x="4262" y="12848"/>
                    <a:pt x="4777" y="12927"/>
                    <a:pt x="5247" y="12927"/>
                  </a:cubicBezTo>
                  <a:cubicBezTo>
                    <a:pt x="6025" y="12927"/>
                    <a:pt x="6706" y="12716"/>
                    <a:pt x="7280" y="12295"/>
                  </a:cubicBezTo>
                  <a:cubicBezTo>
                    <a:pt x="8489" y="11403"/>
                    <a:pt x="9034" y="9714"/>
                    <a:pt x="9273" y="8175"/>
                  </a:cubicBezTo>
                  <a:cubicBezTo>
                    <a:pt x="9416" y="8239"/>
                    <a:pt x="9563" y="8269"/>
                    <a:pt x="9699" y="8269"/>
                  </a:cubicBezTo>
                  <a:cubicBezTo>
                    <a:pt x="9963" y="8269"/>
                    <a:pt x="10203" y="8151"/>
                    <a:pt x="10404" y="7921"/>
                  </a:cubicBezTo>
                  <a:cubicBezTo>
                    <a:pt x="10820" y="7440"/>
                    <a:pt x="10895" y="6598"/>
                    <a:pt x="10556" y="6192"/>
                  </a:cubicBezTo>
                  <a:cubicBezTo>
                    <a:pt x="10464" y="6080"/>
                    <a:pt x="10293" y="5946"/>
                    <a:pt x="10009" y="5946"/>
                  </a:cubicBezTo>
                  <a:cubicBezTo>
                    <a:pt x="9856" y="5946"/>
                    <a:pt x="9670" y="5985"/>
                    <a:pt x="9445" y="6088"/>
                  </a:cubicBezTo>
                  <a:cubicBezTo>
                    <a:pt x="9474" y="4207"/>
                    <a:pt x="8984" y="1631"/>
                    <a:pt x="7495" y="533"/>
                  </a:cubicBezTo>
                  <a:cubicBezTo>
                    <a:pt x="7016" y="178"/>
                    <a:pt x="6468" y="1"/>
                    <a:pt x="5857"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3651;p51">
              <a:extLst>
                <a:ext uri="{FF2B5EF4-FFF2-40B4-BE49-F238E27FC236}">
                  <a16:creationId xmlns:a16="http://schemas.microsoft.com/office/drawing/2014/main" id="{B624043B-E031-6BFA-AC1C-447E26A4E9C3}"/>
                </a:ext>
              </a:extLst>
            </p:cNvPr>
            <p:cNvSpPr/>
            <p:nvPr/>
          </p:nvSpPr>
          <p:spPr>
            <a:xfrm>
              <a:off x="1929467" y="1817159"/>
              <a:ext cx="130784" cy="160195"/>
            </a:xfrm>
            <a:custGeom>
              <a:avLst/>
              <a:gdLst/>
              <a:ahLst/>
              <a:cxnLst/>
              <a:rect l="l" t="t" r="r" b="b"/>
              <a:pathLst>
                <a:path w="1485" h="1819" extrusionOk="0">
                  <a:moveTo>
                    <a:pt x="817" y="0"/>
                  </a:moveTo>
                  <a:cubicBezTo>
                    <a:pt x="737" y="0"/>
                    <a:pt x="657" y="11"/>
                    <a:pt x="579" y="35"/>
                  </a:cubicBezTo>
                  <a:cubicBezTo>
                    <a:pt x="299" y="118"/>
                    <a:pt x="103" y="338"/>
                    <a:pt x="55" y="643"/>
                  </a:cubicBezTo>
                  <a:cubicBezTo>
                    <a:pt x="1" y="941"/>
                    <a:pt x="59" y="1190"/>
                    <a:pt x="236" y="1391"/>
                  </a:cubicBezTo>
                  <a:cubicBezTo>
                    <a:pt x="456" y="1656"/>
                    <a:pt x="848" y="1808"/>
                    <a:pt x="1294" y="1818"/>
                  </a:cubicBezTo>
                  <a:cubicBezTo>
                    <a:pt x="1314" y="1504"/>
                    <a:pt x="1348" y="1195"/>
                    <a:pt x="1387" y="892"/>
                  </a:cubicBezTo>
                  <a:cubicBezTo>
                    <a:pt x="1244" y="745"/>
                    <a:pt x="921" y="740"/>
                    <a:pt x="814" y="740"/>
                  </a:cubicBezTo>
                  <a:cubicBezTo>
                    <a:pt x="765" y="740"/>
                    <a:pt x="720" y="695"/>
                    <a:pt x="726" y="647"/>
                  </a:cubicBezTo>
                  <a:cubicBezTo>
                    <a:pt x="726" y="593"/>
                    <a:pt x="765" y="559"/>
                    <a:pt x="819" y="554"/>
                  </a:cubicBezTo>
                  <a:cubicBezTo>
                    <a:pt x="995" y="554"/>
                    <a:pt x="1240" y="573"/>
                    <a:pt x="1421" y="681"/>
                  </a:cubicBezTo>
                  <a:cubicBezTo>
                    <a:pt x="1441" y="544"/>
                    <a:pt x="1461" y="412"/>
                    <a:pt x="1484" y="279"/>
                  </a:cubicBezTo>
                  <a:cubicBezTo>
                    <a:pt x="1298" y="100"/>
                    <a:pt x="1056" y="0"/>
                    <a:pt x="817" y="0"/>
                  </a:cubicBezTo>
                  <a:close/>
                </a:path>
              </a:pathLst>
            </a:custGeom>
            <a:solidFill>
              <a:srgbClr val="EC78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3652;p51">
              <a:extLst>
                <a:ext uri="{FF2B5EF4-FFF2-40B4-BE49-F238E27FC236}">
                  <a16:creationId xmlns:a16="http://schemas.microsoft.com/office/drawing/2014/main" id="{567D07A6-4BD9-0AC8-CA1F-4204EA222073}"/>
                </a:ext>
              </a:extLst>
            </p:cNvPr>
            <p:cNvSpPr/>
            <p:nvPr/>
          </p:nvSpPr>
          <p:spPr>
            <a:xfrm>
              <a:off x="2731432" y="1866829"/>
              <a:ext cx="122593" cy="171379"/>
            </a:xfrm>
            <a:custGeom>
              <a:avLst/>
              <a:gdLst/>
              <a:ahLst/>
              <a:cxnLst/>
              <a:rect l="l" t="t" r="r" b="b"/>
              <a:pathLst>
                <a:path w="1392" h="1946" extrusionOk="0">
                  <a:moveTo>
                    <a:pt x="709" y="0"/>
                  </a:moveTo>
                  <a:cubicBezTo>
                    <a:pt x="546" y="0"/>
                    <a:pt x="354" y="56"/>
                    <a:pt x="137" y="167"/>
                  </a:cubicBezTo>
                  <a:cubicBezTo>
                    <a:pt x="132" y="308"/>
                    <a:pt x="128" y="461"/>
                    <a:pt x="118" y="622"/>
                  </a:cubicBezTo>
                  <a:cubicBezTo>
                    <a:pt x="256" y="551"/>
                    <a:pt x="428" y="502"/>
                    <a:pt x="588" y="502"/>
                  </a:cubicBezTo>
                  <a:cubicBezTo>
                    <a:pt x="695" y="502"/>
                    <a:pt x="797" y="525"/>
                    <a:pt x="878" y="578"/>
                  </a:cubicBezTo>
                  <a:cubicBezTo>
                    <a:pt x="917" y="608"/>
                    <a:pt x="931" y="660"/>
                    <a:pt x="901" y="705"/>
                  </a:cubicBezTo>
                  <a:cubicBezTo>
                    <a:pt x="882" y="733"/>
                    <a:pt x="851" y="748"/>
                    <a:pt x="820" y="748"/>
                  </a:cubicBezTo>
                  <a:cubicBezTo>
                    <a:pt x="802" y="748"/>
                    <a:pt x="785" y="743"/>
                    <a:pt x="770" y="734"/>
                  </a:cubicBezTo>
                  <a:cubicBezTo>
                    <a:pt x="724" y="704"/>
                    <a:pt x="660" y="691"/>
                    <a:pt x="588" y="691"/>
                  </a:cubicBezTo>
                  <a:cubicBezTo>
                    <a:pt x="428" y="691"/>
                    <a:pt x="228" y="757"/>
                    <a:pt x="103" y="852"/>
                  </a:cubicBezTo>
                  <a:cubicBezTo>
                    <a:pt x="78" y="1166"/>
                    <a:pt x="44" y="1503"/>
                    <a:pt x="1" y="1847"/>
                  </a:cubicBezTo>
                  <a:cubicBezTo>
                    <a:pt x="138" y="1913"/>
                    <a:pt x="272" y="1946"/>
                    <a:pt x="399" y="1946"/>
                  </a:cubicBezTo>
                  <a:cubicBezTo>
                    <a:pt x="610" y="1946"/>
                    <a:pt x="801" y="1854"/>
                    <a:pt x="960" y="1670"/>
                  </a:cubicBezTo>
                  <a:cubicBezTo>
                    <a:pt x="1313" y="1254"/>
                    <a:pt x="1391" y="513"/>
                    <a:pt x="1113" y="176"/>
                  </a:cubicBezTo>
                  <a:cubicBezTo>
                    <a:pt x="1013" y="59"/>
                    <a:pt x="877" y="0"/>
                    <a:pt x="709" y="0"/>
                  </a:cubicBezTo>
                  <a:close/>
                </a:path>
              </a:pathLst>
            </a:custGeom>
            <a:solidFill>
              <a:srgbClr val="EC78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3653;p51">
              <a:extLst>
                <a:ext uri="{FF2B5EF4-FFF2-40B4-BE49-F238E27FC236}">
                  <a16:creationId xmlns:a16="http://schemas.microsoft.com/office/drawing/2014/main" id="{9C8893A5-CF0C-9A03-A759-6A6A55D88383}"/>
                </a:ext>
              </a:extLst>
            </p:cNvPr>
            <p:cNvSpPr/>
            <p:nvPr/>
          </p:nvSpPr>
          <p:spPr>
            <a:xfrm>
              <a:off x="2053293" y="1343355"/>
              <a:ext cx="677346" cy="1105335"/>
            </a:xfrm>
            <a:custGeom>
              <a:avLst/>
              <a:gdLst/>
              <a:ahLst/>
              <a:cxnLst/>
              <a:rect l="l" t="t" r="r" b="b"/>
              <a:pathLst>
                <a:path w="7691" h="12551" extrusionOk="0">
                  <a:moveTo>
                    <a:pt x="4255" y="0"/>
                  </a:moveTo>
                  <a:cubicBezTo>
                    <a:pt x="3885" y="0"/>
                    <a:pt x="3489" y="69"/>
                    <a:pt x="3071" y="208"/>
                  </a:cubicBezTo>
                  <a:cubicBezTo>
                    <a:pt x="1554" y="708"/>
                    <a:pt x="1152" y="1879"/>
                    <a:pt x="749" y="3245"/>
                  </a:cubicBezTo>
                  <a:cubicBezTo>
                    <a:pt x="686" y="3573"/>
                    <a:pt x="618" y="3906"/>
                    <a:pt x="548" y="4224"/>
                  </a:cubicBezTo>
                  <a:cubicBezTo>
                    <a:pt x="456" y="4680"/>
                    <a:pt x="358" y="5146"/>
                    <a:pt x="275" y="5611"/>
                  </a:cubicBezTo>
                  <a:cubicBezTo>
                    <a:pt x="279" y="5635"/>
                    <a:pt x="279" y="5659"/>
                    <a:pt x="265" y="5684"/>
                  </a:cubicBezTo>
                  <a:cubicBezTo>
                    <a:pt x="103" y="6624"/>
                    <a:pt x="1" y="7590"/>
                    <a:pt x="84" y="8594"/>
                  </a:cubicBezTo>
                  <a:cubicBezTo>
                    <a:pt x="196" y="9965"/>
                    <a:pt x="534" y="11846"/>
                    <a:pt x="2171" y="12321"/>
                  </a:cubicBezTo>
                  <a:cubicBezTo>
                    <a:pt x="2695" y="12475"/>
                    <a:pt x="3186" y="12551"/>
                    <a:pt x="3641" y="12551"/>
                  </a:cubicBezTo>
                  <a:cubicBezTo>
                    <a:pt x="4379" y="12551"/>
                    <a:pt x="5022" y="12350"/>
                    <a:pt x="5565" y="11953"/>
                  </a:cubicBezTo>
                  <a:cubicBezTo>
                    <a:pt x="7044" y="10861"/>
                    <a:pt x="7495" y="8496"/>
                    <a:pt x="7617" y="6762"/>
                  </a:cubicBezTo>
                  <a:cubicBezTo>
                    <a:pt x="7613" y="6747"/>
                    <a:pt x="7613" y="6733"/>
                    <a:pt x="7617" y="6717"/>
                  </a:cubicBezTo>
                  <a:cubicBezTo>
                    <a:pt x="7631" y="6532"/>
                    <a:pt x="7642" y="6355"/>
                    <a:pt x="7647" y="6188"/>
                  </a:cubicBezTo>
                  <a:lnTo>
                    <a:pt x="7651" y="6003"/>
                  </a:lnTo>
                  <a:lnTo>
                    <a:pt x="7651" y="5998"/>
                  </a:lnTo>
                  <a:cubicBezTo>
                    <a:pt x="7651" y="5973"/>
                    <a:pt x="7656" y="5948"/>
                    <a:pt x="7656" y="5924"/>
                  </a:cubicBezTo>
                  <a:cubicBezTo>
                    <a:pt x="7690" y="4083"/>
                    <a:pt x="7220" y="1560"/>
                    <a:pt x="5780" y="491"/>
                  </a:cubicBezTo>
                  <a:cubicBezTo>
                    <a:pt x="5338" y="165"/>
                    <a:pt x="4826" y="0"/>
                    <a:pt x="4255" y="0"/>
                  </a:cubicBezTo>
                  <a:close/>
                </a:path>
              </a:pathLst>
            </a:custGeom>
            <a:solidFill>
              <a:srgbClr val="EC78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3654;p51">
              <a:extLst>
                <a:ext uri="{FF2B5EF4-FFF2-40B4-BE49-F238E27FC236}">
                  <a16:creationId xmlns:a16="http://schemas.microsoft.com/office/drawing/2014/main" id="{47F1A323-C9A9-208B-3CE1-1CA92390E219}"/>
                </a:ext>
              </a:extLst>
            </p:cNvPr>
            <p:cNvSpPr/>
            <p:nvPr/>
          </p:nvSpPr>
          <p:spPr>
            <a:xfrm>
              <a:off x="2237535" y="2086733"/>
              <a:ext cx="130256" cy="95906"/>
            </a:xfrm>
            <a:custGeom>
              <a:avLst/>
              <a:gdLst/>
              <a:ahLst/>
              <a:cxnLst/>
              <a:rect l="l" t="t" r="r" b="b"/>
              <a:pathLst>
                <a:path w="1479" h="1089" extrusionOk="0">
                  <a:moveTo>
                    <a:pt x="43" y="1"/>
                  </a:moveTo>
                  <a:cubicBezTo>
                    <a:pt x="34" y="6"/>
                    <a:pt x="25" y="6"/>
                    <a:pt x="20" y="15"/>
                  </a:cubicBezTo>
                  <a:cubicBezTo>
                    <a:pt x="0" y="35"/>
                    <a:pt x="0" y="64"/>
                    <a:pt x="20" y="80"/>
                  </a:cubicBezTo>
                  <a:lnTo>
                    <a:pt x="29" y="94"/>
                  </a:lnTo>
                  <a:lnTo>
                    <a:pt x="34" y="94"/>
                  </a:lnTo>
                  <a:cubicBezTo>
                    <a:pt x="333" y="383"/>
                    <a:pt x="705" y="627"/>
                    <a:pt x="1097" y="887"/>
                  </a:cubicBezTo>
                  <a:cubicBezTo>
                    <a:pt x="1171" y="937"/>
                    <a:pt x="1244" y="985"/>
                    <a:pt x="1318" y="1034"/>
                  </a:cubicBezTo>
                  <a:cubicBezTo>
                    <a:pt x="1347" y="1050"/>
                    <a:pt x="1377" y="1068"/>
                    <a:pt x="1401" y="1088"/>
                  </a:cubicBezTo>
                  <a:cubicBezTo>
                    <a:pt x="1425" y="1068"/>
                    <a:pt x="1454" y="1050"/>
                    <a:pt x="1479" y="1030"/>
                  </a:cubicBezTo>
                  <a:cubicBezTo>
                    <a:pt x="1450" y="1010"/>
                    <a:pt x="1425" y="991"/>
                    <a:pt x="1395" y="971"/>
                  </a:cubicBezTo>
                  <a:cubicBezTo>
                    <a:pt x="1313" y="917"/>
                    <a:pt x="1230" y="863"/>
                    <a:pt x="1151" y="809"/>
                  </a:cubicBezTo>
                  <a:cubicBezTo>
                    <a:pt x="755" y="550"/>
                    <a:pt x="382" y="299"/>
                    <a:pt x="83" y="15"/>
                  </a:cubicBezTo>
                  <a:cubicBezTo>
                    <a:pt x="73" y="6"/>
                    <a:pt x="59" y="1"/>
                    <a:pt x="43"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3655;p51">
              <a:extLst>
                <a:ext uri="{FF2B5EF4-FFF2-40B4-BE49-F238E27FC236}">
                  <a16:creationId xmlns:a16="http://schemas.microsoft.com/office/drawing/2014/main" id="{0873850D-2E9A-81ED-7635-02E8D3F87D23}"/>
                </a:ext>
              </a:extLst>
            </p:cNvPr>
            <p:cNvSpPr/>
            <p:nvPr/>
          </p:nvSpPr>
          <p:spPr>
            <a:xfrm>
              <a:off x="2442386" y="2243846"/>
              <a:ext cx="43683" cy="54866"/>
            </a:xfrm>
            <a:custGeom>
              <a:avLst/>
              <a:gdLst/>
              <a:ahLst/>
              <a:cxnLst/>
              <a:rect l="l" t="t" r="r" b="b"/>
              <a:pathLst>
                <a:path w="496" h="623" extrusionOk="0">
                  <a:moveTo>
                    <a:pt x="84" y="0"/>
                  </a:moveTo>
                  <a:lnTo>
                    <a:pt x="30" y="34"/>
                  </a:lnTo>
                  <a:cubicBezTo>
                    <a:pt x="20" y="39"/>
                    <a:pt x="10" y="44"/>
                    <a:pt x="0" y="48"/>
                  </a:cubicBezTo>
                  <a:cubicBezTo>
                    <a:pt x="25" y="73"/>
                    <a:pt x="45" y="93"/>
                    <a:pt x="69" y="118"/>
                  </a:cubicBezTo>
                  <a:cubicBezTo>
                    <a:pt x="192" y="254"/>
                    <a:pt x="299" y="406"/>
                    <a:pt x="387" y="563"/>
                  </a:cubicBezTo>
                  <a:cubicBezTo>
                    <a:pt x="392" y="577"/>
                    <a:pt x="398" y="588"/>
                    <a:pt x="403" y="597"/>
                  </a:cubicBezTo>
                  <a:cubicBezTo>
                    <a:pt x="412" y="612"/>
                    <a:pt x="427" y="622"/>
                    <a:pt x="446" y="622"/>
                  </a:cubicBezTo>
                  <a:cubicBezTo>
                    <a:pt x="451" y="622"/>
                    <a:pt x="461" y="622"/>
                    <a:pt x="466" y="617"/>
                  </a:cubicBezTo>
                  <a:cubicBezTo>
                    <a:pt x="471" y="617"/>
                    <a:pt x="471" y="612"/>
                    <a:pt x="475" y="612"/>
                  </a:cubicBezTo>
                  <a:cubicBezTo>
                    <a:pt x="486" y="607"/>
                    <a:pt x="491" y="597"/>
                    <a:pt x="491" y="588"/>
                  </a:cubicBezTo>
                  <a:cubicBezTo>
                    <a:pt x="491" y="582"/>
                    <a:pt x="495" y="577"/>
                    <a:pt x="495" y="577"/>
                  </a:cubicBezTo>
                  <a:cubicBezTo>
                    <a:pt x="495" y="563"/>
                    <a:pt x="491" y="553"/>
                    <a:pt x="480" y="548"/>
                  </a:cubicBezTo>
                  <a:cubicBezTo>
                    <a:pt x="392" y="376"/>
                    <a:pt x="280" y="215"/>
                    <a:pt x="152" y="68"/>
                  </a:cubicBezTo>
                  <a:cubicBezTo>
                    <a:pt x="127" y="44"/>
                    <a:pt x="109" y="24"/>
                    <a:pt x="84"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3656;p51">
              <a:extLst>
                <a:ext uri="{FF2B5EF4-FFF2-40B4-BE49-F238E27FC236}">
                  <a16:creationId xmlns:a16="http://schemas.microsoft.com/office/drawing/2014/main" id="{CDE672E0-07DE-B945-37FD-7C16FC278623}"/>
                </a:ext>
              </a:extLst>
            </p:cNvPr>
            <p:cNvSpPr/>
            <p:nvPr/>
          </p:nvSpPr>
          <p:spPr>
            <a:xfrm>
              <a:off x="2182316" y="2085500"/>
              <a:ext cx="60856" cy="94496"/>
            </a:xfrm>
            <a:custGeom>
              <a:avLst/>
              <a:gdLst/>
              <a:ahLst/>
              <a:cxnLst/>
              <a:rect l="l" t="t" r="r" b="b"/>
              <a:pathLst>
                <a:path w="691" h="1073" extrusionOk="0">
                  <a:moveTo>
                    <a:pt x="639" y="0"/>
                  </a:moveTo>
                  <a:cubicBezTo>
                    <a:pt x="623" y="0"/>
                    <a:pt x="607" y="8"/>
                    <a:pt x="598" y="24"/>
                  </a:cubicBezTo>
                  <a:cubicBezTo>
                    <a:pt x="534" y="137"/>
                    <a:pt x="451" y="259"/>
                    <a:pt x="372" y="377"/>
                  </a:cubicBezTo>
                  <a:cubicBezTo>
                    <a:pt x="225" y="583"/>
                    <a:pt x="78" y="804"/>
                    <a:pt x="10" y="1009"/>
                  </a:cubicBezTo>
                  <a:lnTo>
                    <a:pt x="10" y="1014"/>
                  </a:lnTo>
                  <a:cubicBezTo>
                    <a:pt x="0" y="1039"/>
                    <a:pt x="15" y="1064"/>
                    <a:pt x="39" y="1073"/>
                  </a:cubicBezTo>
                  <a:lnTo>
                    <a:pt x="53" y="1073"/>
                  </a:lnTo>
                  <a:cubicBezTo>
                    <a:pt x="69" y="1073"/>
                    <a:pt x="83" y="1068"/>
                    <a:pt x="93" y="1053"/>
                  </a:cubicBezTo>
                  <a:cubicBezTo>
                    <a:pt x="93" y="1053"/>
                    <a:pt x="98" y="1048"/>
                    <a:pt x="98" y="1044"/>
                  </a:cubicBezTo>
                  <a:cubicBezTo>
                    <a:pt x="166" y="843"/>
                    <a:pt x="308" y="632"/>
                    <a:pt x="451" y="426"/>
                  </a:cubicBezTo>
                  <a:cubicBezTo>
                    <a:pt x="519" y="323"/>
                    <a:pt x="598" y="216"/>
                    <a:pt x="656" y="108"/>
                  </a:cubicBezTo>
                  <a:lnTo>
                    <a:pt x="661" y="108"/>
                  </a:lnTo>
                  <a:cubicBezTo>
                    <a:pt x="666" y="94"/>
                    <a:pt x="670" y="83"/>
                    <a:pt x="681" y="69"/>
                  </a:cubicBezTo>
                  <a:cubicBezTo>
                    <a:pt x="690" y="54"/>
                    <a:pt x="686" y="29"/>
                    <a:pt x="670" y="15"/>
                  </a:cubicBezTo>
                  <a:cubicBezTo>
                    <a:pt x="670" y="15"/>
                    <a:pt x="666" y="10"/>
                    <a:pt x="661" y="5"/>
                  </a:cubicBezTo>
                  <a:cubicBezTo>
                    <a:pt x="655" y="2"/>
                    <a:pt x="647" y="0"/>
                    <a:pt x="639"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3657;p51">
              <a:extLst>
                <a:ext uri="{FF2B5EF4-FFF2-40B4-BE49-F238E27FC236}">
                  <a16:creationId xmlns:a16="http://schemas.microsoft.com/office/drawing/2014/main" id="{A22A521D-BA1B-087D-DC92-4BF0E01C070A}"/>
                </a:ext>
              </a:extLst>
            </p:cNvPr>
            <p:cNvSpPr/>
            <p:nvPr/>
          </p:nvSpPr>
          <p:spPr>
            <a:xfrm>
              <a:off x="2180114" y="2174184"/>
              <a:ext cx="94147" cy="74945"/>
            </a:xfrm>
            <a:custGeom>
              <a:avLst/>
              <a:gdLst/>
              <a:ahLst/>
              <a:cxnLst/>
              <a:rect l="l" t="t" r="r" b="b"/>
              <a:pathLst>
                <a:path w="1069" h="851" extrusionOk="0">
                  <a:moveTo>
                    <a:pt x="50" y="1"/>
                  </a:moveTo>
                  <a:cubicBezTo>
                    <a:pt x="45" y="1"/>
                    <a:pt x="40" y="1"/>
                    <a:pt x="35" y="2"/>
                  </a:cubicBezTo>
                  <a:cubicBezTo>
                    <a:pt x="30" y="7"/>
                    <a:pt x="25" y="7"/>
                    <a:pt x="20" y="12"/>
                  </a:cubicBezTo>
                  <a:cubicBezTo>
                    <a:pt x="1" y="32"/>
                    <a:pt x="1" y="61"/>
                    <a:pt x="15" y="80"/>
                  </a:cubicBezTo>
                  <a:cubicBezTo>
                    <a:pt x="261" y="345"/>
                    <a:pt x="573" y="575"/>
                    <a:pt x="901" y="796"/>
                  </a:cubicBezTo>
                  <a:cubicBezTo>
                    <a:pt x="931" y="810"/>
                    <a:pt x="955" y="830"/>
                    <a:pt x="985" y="850"/>
                  </a:cubicBezTo>
                  <a:cubicBezTo>
                    <a:pt x="1000" y="839"/>
                    <a:pt x="1014" y="825"/>
                    <a:pt x="1034" y="815"/>
                  </a:cubicBezTo>
                  <a:cubicBezTo>
                    <a:pt x="1043" y="805"/>
                    <a:pt x="1054" y="801"/>
                    <a:pt x="1068" y="791"/>
                  </a:cubicBezTo>
                  <a:cubicBezTo>
                    <a:pt x="1039" y="771"/>
                    <a:pt x="1009" y="751"/>
                    <a:pt x="980" y="737"/>
                  </a:cubicBezTo>
                  <a:cubicBezTo>
                    <a:pt x="661" y="527"/>
                    <a:pt x="353" y="301"/>
                    <a:pt x="118" y="46"/>
                  </a:cubicBezTo>
                  <a:cubicBezTo>
                    <a:pt x="108" y="37"/>
                    <a:pt x="98" y="27"/>
                    <a:pt x="89" y="17"/>
                  </a:cubicBezTo>
                  <a:cubicBezTo>
                    <a:pt x="77" y="6"/>
                    <a:pt x="64" y="1"/>
                    <a:pt x="50"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3658;p51">
              <a:extLst>
                <a:ext uri="{FF2B5EF4-FFF2-40B4-BE49-F238E27FC236}">
                  <a16:creationId xmlns:a16="http://schemas.microsoft.com/office/drawing/2014/main" id="{5D9965C9-6B74-BD99-44D0-FC85217FB8B0}"/>
                </a:ext>
              </a:extLst>
            </p:cNvPr>
            <p:cNvSpPr/>
            <p:nvPr/>
          </p:nvSpPr>
          <p:spPr>
            <a:xfrm>
              <a:off x="2352643" y="2300737"/>
              <a:ext cx="66493" cy="57860"/>
            </a:xfrm>
            <a:custGeom>
              <a:avLst/>
              <a:gdLst/>
              <a:ahLst/>
              <a:cxnLst/>
              <a:rect l="l" t="t" r="r" b="b"/>
              <a:pathLst>
                <a:path w="755" h="657" extrusionOk="0">
                  <a:moveTo>
                    <a:pt x="84" y="1"/>
                  </a:moveTo>
                  <a:cubicBezTo>
                    <a:pt x="54" y="15"/>
                    <a:pt x="25" y="35"/>
                    <a:pt x="0" y="49"/>
                  </a:cubicBezTo>
                  <a:cubicBezTo>
                    <a:pt x="25" y="74"/>
                    <a:pt x="50" y="94"/>
                    <a:pt x="74" y="118"/>
                  </a:cubicBezTo>
                  <a:cubicBezTo>
                    <a:pt x="143" y="177"/>
                    <a:pt x="206" y="236"/>
                    <a:pt x="271" y="295"/>
                  </a:cubicBezTo>
                  <a:cubicBezTo>
                    <a:pt x="388" y="406"/>
                    <a:pt x="510" y="524"/>
                    <a:pt x="647" y="623"/>
                  </a:cubicBezTo>
                  <a:cubicBezTo>
                    <a:pt x="657" y="632"/>
                    <a:pt x="667" y="642"/>
                    <a:pt x="676" y="647"/>
                  </a:cubicBezTo>
                  <a:cubicBezTo>
                    <a:pt x="687" y="652"/>
                    <a:pt x="696" y="657"/>
                    <a:pt x="706" y="657"/>
                  </a:cubicBezTo>
                  <a:cubicBezTo>
                    <a:pt x="721" y="657"/>
                    <a:pt x="730" y="652"/>
                    <a:pt x="741" y="637"/>
                  </a:cubicBezTo>
                  <a:cubicBezTo>
                    <a:pt x="755" y="618"/>
                    <a:pt x="750" y="589"/>
                    <a:pt x="730" y="573"/>
                  </a:cubicBezTo>
                  <a:cubicBezTo>
                    <a:pt x="726" y="569"/>
                    <a:pt x="721" y="564"/>
                    <a:pt x="716" y="559"/>
                  </a:cubicBezTo>
                  <a:cubicBezTo>
                    <a:pt x="579" y="461"/>
                    <a:pt x="461" y="348"/>
                    <a:pt x="334" y="225"/>
                  </a:cubicBezTo>
                  <a:cubicBezTo>
                    <a:pt x="275" y="171"/>
                    <a:pt x="217" y="118"/>
                    <a:pt x="158" y="64"/>
                  </a:cubicBezTo>
                  <a:cubicBezTo>
                    <a:pt x="133" y="44"/>
                    <a:pt x="108" y="20"/>
                    <a:pt x="84"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3659;p51">
              <a:extLst>
                <a:ext uri="{FF2B5EF4-FFF2-40B4-BE49-F238E27FC236}">
                  <a16:creationId xmlns:a16="http://schemas.microsoft.com/office/drawing/2014/main" id="{D9859C1A-35F0-B961-7506-C647DF40E264}"/>
                </a:ext>
              </a:extLst>
            </p:cNvPr>
            <p:cNvSpPr/>
            <p:nvPr/>
          </p:nvSpPr>
          <p:spPr>
            <a:xfrm>
              <a:off x="2409184" y="2290345"/>
              <a:ext cx="76885" cy="70894"/>
            </a:xfrm>
            <a:custGeom>
              <a:avLst/>
              <a:gdLst/>
              <a:ahLst/>
              <a:cxnLst/>
              <a:rect l="l" t="t" r="r" b="b"/>
              <a:pathLst>
                <a:path w="873" h="805" extrusionOk="0">
                  <a:moveTo>
                    <a:pt x="823" y="0"/>
                  </a:moveTo>
                  <a:cubicBezTo>
                    <a:pt x="813" y="0"/>
                    <a:pt x="802" y="4"/>
                    <a:pt x="794" y="11"/>
                  </a:cubicBezTo>
                  <a:cubicBezTo>
                    <a:pt x="784" y="20"/>
                    <a:pt x="775" y="25"/>
                    <a:pt x="764" y="35"/>
                  </a:cubicBezTo>
                  <a:cubicBezTo>
                    <a:pt x="657" y="124"/>
                    <a:pt x="540" y="241"/>
                    <a:pt x="422" y="354"/>
                  </a:cubicBezTo>
                  <a:cubicBezTo>
                    <a:pt x="305" y="472"/>
                    <a:pt x="176" y="594"/>
                    <a:pt x="74" y="677"/>
                  </a:cubicBezTo>
                  <a:cubicBezTo>
                    <a:pt x="54" y="691"/>
                    <a:pt x="40" y="707"/>
                    <a:pt x="20" y="716"/>
                  </a:cubicBezTo>
                  <a:cubicBezTo>
                    <a:pt x="11" y="725"/>
                    <a:pt x="5" y="730"/>
                    <a:pt x="5" y="741"/>
                  </a:cubicBezTo>
                  <a:cubicBezTo>
                    <a:pt x="0" y="755"/>
                    <a:pt x="0" y="770"/>
                    <a:pt x="11" y="780"/>
                  </a:cubicBezTo>
                  <a:cubicBezTo>
                    <a:pt x="20" y="795"/>
                    <a:pt x="34" y="804"/>
                    <a:pt x="50" y="804"/>
                  </a:cubicBezTo>
                  <a:cubicBezTo>
                    <a:pt x="59" y="804"/>
                    <a:pt x="69" y="800"/>
                    <a:pt x="74" y="795"/>
                  </a:cubicBezTo>
                  <a:cubicBezTo>
                    <a:pt x="196" y="707"/>
                    <a:pt x="339" y="569"/>
                    <a:pt x="490" y="422"/>
                  </a:cubicBezTo>
                  <a:cubicBezTo>
                    <a:pt x="608" y="300"/>
                    <a:pt x="735" y="182"/>
                    <a:pt x="843" y="89"/>
                  </a:cubicBezTo>
                  <a:cubicBezTo>
                    <a:pt x="848" y="89"/>
                    <a:pt x="848" y="84"/>
                    <a:pt x="852" y="84"/>
                  </a:cubicBezTo>
                  <a:cubicBezTo>
                    <a:pt x="863" y="79"/>
                    <a:pt x="868" y="69"/>
                    <a:pt x="868" y="60"/>
                  </a:cubicBezTo>
                  <a:cubicBezTo>
                    <a:pt x="868" y="54"/>
                    <a:pt x="872" y="49"/>
                    <a:pt x="872" y="49"/>
                  </a:cubicBezTo>
                  <a:cubicBezTo>
                    <a:pt x="872" y="35"/>
                    <a:pt x="868" y="25"/>
                    <a:pt x="857" y="20"/>
                  </a:cubicBezTo>
                  <a:cubicBezTo>
                    <a:pt x="849" y="6"/>
                    <a:pt x="837" y="0"/>
                    <a:pt x="823"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3660;p51">
              <a:extLst>
                <a:ext uri="{FF2B5EF4-FFF2-40B4-BE49-F238E27FC236}">
                  <a16:creationId xmlns:a16="http://schemas.microsoft.com/office/drawing/2014/main" id="{0146E91E-5B5C-1A82-9997-C09622ADCE74}"/>
                </a:ext>
              </a:extLst>
            </p:cNvPr>
            <p:cNvSpPr/>
            <p:nvPr/>
          </p:nvSpPr>
          <p:spPr>
            <a:xfrm>
              <a:off x="2190506" y="2094923"/>
              <a:ext cx="163106" cy="144255"/>
            </a:xfrm>
            <a:custGeom>
              <a:avLst/>
              <a:gdLst/>
              <a:ahLst/>
              <a:cxnLst/>
              <a:rect l="l" t="t" r="r" b="b"/>
              <a:pathLst>
                <a:path w="1852" h="1638" extrusionOk="0">
                  <a:moveTo>
                    <a:pt x="563" y="1"/>
                  </a:moveTo>
                  <a:cubicBezTo>
                    <a:pt x="505" y="109"/>
                    <a:pt x="426" y="216"/>
                    <a:pt x="358" y="319"/>
                  </a:cubicBezTo>
                  <a:cubicBezTo>
                    <a:pt x="215" y="525"/>
                    <a:pt x="73" y="736"/>
                    <a:pt x="5" y="937"/>
                  </a:cubicBezTo>
                  <a:cubicBezTo>
                    <a:pt x="5" y="941"/>
                    <a:pt x="0" y="946"/>
                    <a:pt x="0" y="946"/>
                  </a:cubicBezTo>
                  <a:cubicBezTo>
                    <a:pt x="235" y="1201"/>
                    <a:pt x="543" y="1427"/>
                    <a:pt x="862" y="1637"/>
                  </a:cubicBezTo>
                  <a:cubicBezTo>
                    <a:pt x="1004" y="1534"/>
                    <a:pt x="1131" y="1441"/>
                    <a:pt x="1259" y="1357"/>
                  </a:cubicBezTo>
                  <a:cubicBezTo>
                    <a:pt x="1465" y="1226"/>
                    <a:pt x="1660" y="1088"/>
                    <a:pt x="1852" y="941"/>
                  </a:cubicBezTo>
                  <a:cubicBezTo>
                    <a:pt x="1778" y="892"/>
                    <a:pt x="1705" y="844"/>
                    <a:pt x="1631" y="794"/>
                  </a:cubicBezTo>
                  <a:cubicBezTo>
                    <a:pt x="1239" y="534"/>
                    <a:pt x="867" y="290"/>
                    <a:pt x="568" y="1"/>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3661;p51">
              <a:extLst>
                <a:ext uri="{FF2B5EF4-FFF2-40B4-BE49-F238E27FC236}">
                  <a16:creationId xmlns:a16="http://schemas.microsoft.com/office/drawing/2014/main" id="{D4059110-21F2-E7E9-5709-7FB1AFE9A03D}"/>
                </a:ext>
              </a:extLst>
            </p:cNvPr>
            <p:cNvSpPr/>
            <p:nvPr/>
          </p:nvSpPr>
          <p:spPr>
            <a:xfrm>
              <a:off x="2194733" y="2093867"/>
              <a:ext cx="284378" cy="197447"/>
            </a:xfrm>
            <a:custGeom>
              <a:avLst/>
              <a:gdLst/>
              <a:ahLst/>
              <a:cxnLst/>
              <a:rect l="l" t="t" r="r" b="b"/>
              <a:pathLst>
                <a:path w="3229" h="2242" extrusionOk="0">
                  <a:moveTo>
                    <a:pt x="3177" y="1"/>
                  </a:moveTo>
                  <a:cubicBezTo>
                    <a:pt x="3170" y="1"/>
                    <a:pt x="3163" y="2"/>
                    <a:pt x="3156" y="3"/>
                  </a:cubicBezTo>
                  <a:lnTo>
                    <a:pt x="3156" y="8"/>
                  </a:lnTo>
                  <a:cubicBezTo>
                    <a:pt x="2837" y="189"/>
                    <a:pt x="2509" y="375"/>
                    <a:pt x="2220" y="621"/>
                  </a:cubicBezTo>
                  <a:cubicBezTo>
                    <a:pt x="2102" y="718"/>
                    <a:pt x="1994" y="806"/>
                    <a:pt x="1881" y="890"/>
                  </a:cubicBezTo>
                  <a:cubicBezTo>
                    <a:pt x="1858" y="914"/>
                    <a:pt x="1833" y="933"/>
                    <a:pt x="1804" y="953"/>
                  </a:cubicBezTo>
                  <a:cubicBezTo>
                    <a:pt x="1612" y="1100"/>
                    <a:pt x="1417" y="1238"/>
                    <a:pt x="1211" y="1369"/>
                  </a:cubicBezTo>
                  <a:cubicBezTo>
                    <a:pt x="1083" y="1453"/>
                    <a:pt x="956" y="1546"/>
                    <a:pt x="814" y="1649"/>
                  </a:cubicBezTo>
                  <a:lnTo>
                    <a:pt x="809" y="1654"/>
                  </a:lnTo>
                  <a:cubicBezTo>
                    <a:pt x="785" y="1668"/>
                    <a:pt x="760" y="1688"/>
                    <a:pt x="735" y="1708"/>
                  </a:cubicBezTo>
                  <a:cubicBezTo>
                    <a:pt x="500" y="1880"/>
                    <a:pt x="256" y="2050"/>
                    <a:pt x="30" y="2154"/>
                  </a:cubicBezTo>
                  <a:lnTo>
                    <a:pt x="25" y="2154"/>
                  </a:lnTo>
                  <a:cubicBezTo>
                    <a:pt x="25" y="2158"/>
                    <a:pt x="20" y="2158"/>
                    <a:pt x="16" y="2163"/>
                  </a:cubicBezTo>
                  <a:cubicBezTo>
                    <a:pt x="11" y="2168"/>
                    <a:pt x="6" y="2178"/>
                    <a:pt x="6" y="2183"/>
                  </a:cubicBezTo>
                  <a:cubicBezTo>
                    <a:pt x="0" y="2188"/>
                    <a:pt x="0" y="2192"/>
                    <a:pt x="0" y="2197"/>
                  </a:cubicBezTo>
                  <a:cubicBezTo>
                    <a:pt x="0" y="2203"/>
                    <a:pt x="6" y="2212"/>
                    <a:pt x="6" y="2217"/>
                  </a:cubicBezTo>
                  <a:lnTo>
                    <a:pt x="6" y="2222"/>
                  </a:lnTo>
                  <a:cubicBezTo>
                    <a:pt x="16" y="2237"/>
                    <a:pt x="30" y="2242"/>
                    <a:pt x="50" y="2242"/>
                  </a:cubicBezTo>
                  <a:lnTo>
                    <a:pt x="70" y="2242"/>
                  </a:lnTo>
                  <a:cubicBezTo>
                    <a:pt x="84" y="2232"/>
                    <a:pt x="99" y="2226"/>
                    <a:pt x="113" y="2217"/>
                  </a:cubicBezTo>
                  <a:cubicBezTo>
                    <a:pt x="344" y="2104"/>
                    <a:pt x="584" y="1933"/>
                    <a:pt x="819" y="1762"/>
                  </a:cubicBezTo>
                  <a:cubicBezTo>
                    <a:pt x="834" y="1751"/>
                    <a:pt x="848" y="1737"/>
                    <a:pt x="868" y="1727"/>
                  </a:cubicBezTo>
                  <a:cubicBezTo>
                    <a:pt x="877" y="1717"/>
                    <a:pt x="888" y="1713"/>
                    <a:pt x="902" y="1703"/>
                  </a:cubicBezTo>
                  <a:cubicBezTo>
                    <a:pt x="1024" y="1609"/>
                    <a:pt x="1147" y="1527"/>
                    <a:pt x="1260" y="1448"/>
                  </a:cubicBezTo>
                  <a:cubicBezTo>
                    <a:pt x="1481" y="1306"/>
                    <a:pt x="1682" y="1164"/>
                    <a:pt x="1887" y="1007"/>
                  </a:cubicBezTo>
                  <a:cubicBezTo>
                    <a:pt x="1911" y="987"/>
                    <a:pt x="1940" y="969"/>
                    <a:pt x="1965" y="949"/>
                  </a:cubicBezTo>
                  <a:cubicBezTo>
                    <a:pt x="2068" y="865"/>
                    <a:pt x="2171" y="782"/>
                    <a:pt x="2279" y="693"/>
                  </a:cubicBezTo>
                  <a:cubicBezTo>
                    <a:pt x="2553" y="458"/>
                    <a:pt x="2862" y="282"/>
                    <a:pt x="3165" y="106"/>
                  </a:cubicBezTo>
                  <a:cubicBezTo>
                    <a:pt x="3175" y="101"/>
                    <a:pt x="3190" y="92"/>
                    <a:pt x="3199" y="87"/>
                  </a:cubicBezTo>
                  <a:cubicBezTo>
                    <a:pt x="3224" y="76"/>
                    <a:pt x="3229" y="47"/>
                    <a:pt x="3219" y="22"/>
                  </a:cubicBezTo>
                  <a:cubicBezTo>
                    <a:pt x="3215" y="22"/>
                    <a:pt x="3215" y="17"/>
                    <a:pt x="3215" y="17"/>
                  </a:cubicBezTo>
                  <a:lnTo>
                    <a:pt x="3210" y="13"/>
                  </a:lnTo>
                  <a:cubicBezTo>
                    <a:pt x="3200" y="4"/>
                    <a:pt x="3189" y="1"/>
                    <a:pt x="3177"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3662;p51">
              <a:extLst>
                <a:ext uri="{FF2B5EF4-FFF2-40B4-BE49-F238E27FC236}">
                  <a16:creationId xmlns:a16="http://schemas.microsoft.com/office/drawing/2014/main" id="{6F348730-35F1-D8E2-0BFC-E9EBA9317333}"/>
                </a:ext>
              </a:extLst>
            </p:cNvPr>
            <p:cNvSpPr/>
            <p:nvPr/>
          </p:nvSpPr>
          <p:spPr>
            <a:xfrm>
              <a:off x="2470040" y="2093867"/>
              <a:ext cx="67374" cy="96962"/>
            </a:xfrm>
            <a:custGeom>
              <a:avLst/>
              <a:gdLst/>
              <a:ahLst/>
              <a:cxnLst/>
              <a:rect l="l" t="t" r="r" b="b"/>
              <a:pathLst>
                <a:path w="765" h="1101" extrusionOk="0">
                  <a:moveTo>
                    <a:pt x="51" y="1"/>
                  </a:moveTo>
                  <a:cubicBezTo>
                    <a:pt x="44" y="1"/>
                    <a:pt x="37" y="2"/>
                    <a:pt x="30" y="3"/>
                  </a:cubicBezTo>
                  <a:cubicBezTo>
                    <a:pt x="30" y="8"/>
                    <a:pt x="25" y="8"/>
                    <a:pt x="19" y="13"/>
                  </a:cubicBezTo>
                  <a:cubicBezTo>
                    <a:pt x="0" y="28"/>
                    <a:pt x="0" y="57"/>
                    <a:pt x="14" y="76"/>
                  </a:cubicBezTo>
                  <a:cubicBezTo>
                    <a:pt x="25" y="87"/>
                    <a:pt x="30" y="96"/>
                    <a:pt x="39" y="106"/>
                  </a:cubicBezTo>
                  <a:cubicBezTo>
                    <a:pt x="161" y="257"/>
                    <a:pt x="250" y="410"/>
                    <a:pt x="342" y="571"/>
                  </a:cubicBezTo>
                  <a:cubicBezTo>
                    <a:pt x="437" y="738"/>
                    <a:pt x="534" y="904"/>
                    <a:pt x="666" y="1066"/>
                  </a:cubicBezTo>
                  <a:cubicBezTo>
                    <a:pt x="672" y="1071"/>
                    <a:pt x="676" y="1080"/>
                    <a:pt x="681" y="1086"/>
                  </a:cubicBezTo>
                  <a:cubicBezTo>
                    <a:pt x="690" y="1095"/>
                    <a:pt x="706" y="1100"/>
                    <a:pt x="720" y="1100"/>
                  </a:cubicBezTo>
                  <a:cubicBezTo>
                    <a:pt x="730" y="1100"/>
                    <a:pt x="740" y="1095"/>
                    <a:pt x="749" y="1091"/>
                  </a:cubicBezTo>
                  <a:cubicBezTo>
                    <a:pt x="754" y="1086"/>
                    <a:pt x="760" y="1075"/>
                    <a:pt x="765" y="1071"/>
                  </a:cubicBezTo>
                  <a:cubicBezTo>
                    <a:pt x="765" y="1057"/>
                    <a:pt x="765" y="1037"/>
                    <a:pt x="754" y="1021"/>
                  </a:cubicBezTo>
                  <a:cubicBezTo>
                    <a:pt x="618" y="865"/>
                    <a:pt x="519" y="689"/>
                    <a:pt x="426" y="528"/>
                  </a:cubicBezTo>
                  <a:cubicBezTo>
                    <a:pt x="328" y="356"/>
                    <a:pt x="225" y="184"/>
                    <a:pt x="93" y="22"/>
                  </a:cubicBezTo>
                  <a:cubicBezTo>
                    <a:pt x="89" y="22"/>
                    <a:pt x="89" y="17"/>
                    <a:pt x="89" y="17"/>
                  </a:cubicBezTo>
                  <a:lnTo>
                    <a:pt x="84" y="13"/>
                  </a:lnTo>
                  <a:cubicBezTo>
                    <a:pt x="74" y="4"/>
                    <a:pt x="63" y="1"/>
                    <a:pt x="51"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3663;p51">
              <a:extLst>
                <a:ext uri="{FF2B5EF4-FFF2-40B4-BE49-F238E27FC236}">
                  <a16:creationId xmlns:a16="http://schemas.microsoft.com/office/drawing/2014/main" id="{5280C257-0B40-72D6-DA2C-6284F4A4C371}"/>
                </a:ext>
              </a:extLst>
            </p:cNvPr>
            <p:cNvSpPr/>
            <p:nvPr/>
          </p:nvSpPr>
          <p:spPr>
            <a:xfrm>
              <a:off x="2194733" y="2283124"/>
              <a:ext cx="51873" cy="88420"/>
            </a:xfrm>
            <a:custGeom>
              <a:avLst/>
              <a:gdLst/>
              <a:ahLst/>
              <a:cxnLst/>
              <a:rect l="l" t="t" r="r" b="b"/>
              <a:pathLst>
                <a:path w="589" h="1004" extrusionOk="0">
                  <a:moveTo>
                    <a:pt x="47" y="1"/>
                  </a:moveTo>
                  <a:cubicBezTo>
                    <a:pt x="41" y="1"/>
                    <a:pt x="35" y="2"/>
                    <a:pt x="30" y="5"/>
                  </a:cubicBezTo>
                  <a:lnTo>
                    <a:pt x="25" y="5"/>
                  </a:lnTo>
                  <a:cubicBezTo>
                    <a:pt x="25" y="9"/>
                    <a:pt x="20" y="9"/>
                    <a:pt x="16" y="14"/>
                  </a:cubicBezTo>
                  <a:cubicBezTo>
                    <a:pt x="11" y="19"/>
                    <a:pt x="6" y="29"/>
                    <a:pt x="6" y="34"/>
                  </a:cubicBezTo>
                  <a:cubicBezTo>
                    <a:pt x="0" y="39"/>
                    <a:pt x="0" y="43"/>
                    <a:pt x="0" y="48"/>
                  </a:cubicBezTo>
                  <a:cubicBezTo>
                    <a:pt x="0" y="54"/>
                    <a:pt x="6" y="63"/>
                    <a:pt x="6" y="68"/>
                  </a:cubicBezTo>
                  <a:lnTo>
                    <a:pt x="6" y="73"/>
                  </a:lnTo>
                  <a:cubicBezTo>
                    <a:pt x="55" y="166"/>
                    <a:pt x="118" y="274"/>
                    <a:pt x="187" y="387"/>
                  </a:cubicBezTo>
                  <a:cubicBezTo>
                    <a:pt x="305" y="588"/>
                    <a:pt x="427" y="789"/>
                    <a:pt x="495" y="974"/>
                  </a:cubicBezTo>
                  <a:cubicBezTo>
                    <a:pt x="500" y="994"/>
                    <a:pt x="520" y="1004"/>
                    <a:pt x="540" y="1004"/>
                  </a:cubicBezTo>
                  <a:lnTo>
                    <a:pt x="559" y="1004"/>
                  </a:lnTo>
                  <a:cubicBezTo>
                    <a:pt x="579" y="994"/>
                    <a:pt x="588" y="965"/>
                    <a:pt x="584" y="945"/>
                  </a:cubicBezTo>
                  <a:cubicBezTo>
                    <a:pt x="579" y="930"/>
                    <a:pt x="574" y="916"/>
                    <a:pt x="565" y="900"/>
                  </a:cubicBezTo>
                  <a:cubicBezTo>
                    <a:pt x="495" y="719"/>
                    <a:pt x="378" y="529"/>
                    <a:pt x="271" y="342"/>
                  </a:cubicBezTo>
                  <a:cubicBezTo>
                    <a:pt x="212" y="244"/>
                    <a:pt x="158" y="151"/>
                    <a:pt x="113" y="68"/>
                  </a:cubicBezTo>
                  <a:cubicBezTo>
                    <a:pt x="104" y="54"/>
                    <a:pt x="99" y="39"/>
                    <a:pt x="89" y="29"/>
                  </a:cubicBezTo>
                  <a:cubicBezTo>
                    <a:pt x="82" y="11"/>
                    <a:pt x="64" y="1"/>
                    <a:pt x="47"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3664;p51">
              <a:extLst>
                <a:ext uri="{FF2B5EF4-FFF2-40B4-BE49-F238E27FC236}">
                  <a16:creationId xmlns:a16="http://schemas.microsoft.com/office/drawing/2014/main" id="{2D4CDAED-4117-C7F6-DC48-470F017BB29F}"/>
                </a:ext>
              </a:extLst>
            </p:cNvPr>
            <p:cNvSpPr/>
            <p:nvPr/>
          </p:nvSpPr>
          <p:spPr>
            <a:xfrm>
              <a:off x="2204685" y="2103114"/>
              <a:ext cx="324010" cy="259359"/>
            </a:xfrm>
            <a:custGeom>
              <a:avLst/>
              <a:gdLst/>
              <a:ahLst/>
              <a:cxnLst/>
              <a:rect l="l" t="t" r="r" b="b"/>
              <a:pathLst>
                <a:path w="3679" h="2945" extrusionOk="0">
                  <a:moveTo>
                    <a:pt x="3052" y="1"/>
                  </a:moveTo>
                  <a:cubicBezTo>
                    <a:pt x="2749" y="177"/>
                    <a:pt x="2440" y="353"/>
                    <a:pt x="2166" y="588"/>
                  </a:cubicBezTo>
                  <a:cubicBezTo>
                    <a:pt x="2058" y="677"/>
                    <a:pt x="1955" y="760"/>
                    <a:pt x="1852" y="844"/>
                  </a:cubicBezTo>
                  <a:cubicBezTo>
                    <a:pt x="1827" y="864"/>
                    <a:pt x="1798" y="882"/>
                    <a:pt x="1774" y="902"/>
                  </a:cubicBezTo>
                  <a:cubicBezTo>
                    <a:pt x="1569" y="1059"/>
                    <a:pt x="1368" y="1201"/>
                    <a:pt x="1147" y="1343"/>
                  </a:cubicBezTo>
                  <a:cubicBezTo>
                    <a:pt x="1034" y="1422"/>
                    <a:pt x="911" y="1504"/>
                    <a:pt x="789" y="1598"/>
                  </a:cubicBezTo>
                  <a:cubicBezTo>
                    <a:pt x="775" y="1608"/>
                    <a:pt x="764" y="1612"/>
                    <a:pt x="755" y="1622"/>
                  </a:cubicBezTo>
                  <a:cubicBezTo>
                    <a:pt x="735" y="1632"/>
                    <a:pt x="721" y="1646"/>
                    <a:pt x="706" y="1657"/>
                  </a:cubicBezTo>
                  <a:cubicBezTo>
                    <a:pt x="471" y="1828"/>
                    <a:pt x="231" y="1999"/>
                    <a:pt x="0" y="2112"/>
                  </a:cubicBezTo>
                  <a:cubicBezTo>
                    <a:pt x="45" y="2195"/>
                    <a:pt x="99" y="2288"/>
                    <a:pt x="158" y="2386"/>
                  </a:cubicBezTo>
                  <a:cubicBezTo>
                    <a:pt x="265" y="2573"/>
                    <a:pt x="382" y="2763"/>
                    <a:pt x="452" y="2944"/>
                  </a:cubicBezTo>
                  <a:cubicBezTo>
                    <a:pt x="868" y="2793"/>
                    <a:pt x="1279" y="2553"/>
                    <a:pt x="1680" y="2293"/>
                  </a:cubicBezTo>
                  <a:cubicBezTo>
                    <a:pt x="1705" y="2279"/>
                    <a:pt x="1734" y="2259"/>
                    <a:pt x="1764" y="2245"/>
                  </a:cubicBezTo>
                  <a:cubicBezTo>
                    <a:pt x="1852" y="2186"/>
                    <a:pt x="1935" y="2127"/>
                    <a:pt x="2024" y="2073"/>
                  </a:cubicBezTo>
                  <a:cubicBezTo>
                    <a:pt x="2259" y="1922"/>
                    <a:pt x="2480" y="1775"/>
                    <a:pt x="2699" y="1646"/>
                  </a:cubicBezTo>
                  <a:cubicBezTo>
                    <a:pt x="2709" y="1642"/>
                    <a:pt x="2719" y="1637"/>
                    <a:pt x="2729" y="1632"/>
                  </a:cubicBezTo>
                  <a:lnTo>
                    <a:pt x="2783" y="1598"/>
                  </a:lnTo>
                  <a:lnTo>
                    <a:pt x="2851" y="1558"/>
                  </a:lnTo>
                  <a:cubicBezTo>
                    <a:pt x="3150" y="1387"/>
                    <a:pt x="3454" y="1210"/>
                    <a:pt x="3679" y="961"/>
                  </a:cubicBezTo>
                  <a:cubicBezTo>
                    <a:pt x="3547" y="799"/>
                    <a:pt x="3450" y="633"/>
                    <a:pt x="3355" y="466"/>
                  </a:cubicBezTo>
                  <a:cubicBezTo>
                    <a:pt x="3263" y="305"/>
                    <a:pt x="3174" y="152"/>
                    <a:pt x="3052" y="1"/>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3665;p51">
              <a:extLst>
                <a:ext uri="{FF2B5EF4-FFF2-40B4-BE49-F238E27FC236}">
                  <a16:creationId xmlns:a16="http://schemas.microsoft.com/office/drawing/2014/main" id="{3D78EAD3-6BC1-1604-F5C7-428EF2FC49C2}"/>
                </a:ext>
              </a:extLst>
            </p:cNvPr>
            <p:cNvSpPr/>
            <p:nvPr/>
          </p:nvSpPr>
          <p:spPr>
            <a:xfrm>
              <a:off x="2366470" y="2254150"/>
              <a:ext cx="110088" cy="95906"/>
            </a:xfrm>
            <a:custGeom>
              <a:avLst/>
              <a:gdLst/>
              <a:ahLst/>
              <a:cxnLst/>
              <a:rect l="l" t="t" r="r" b="b"/>
              <a:pathLst>
                <a:path w="1250" h="1089" extrusionOk="0">
                  <a:moveTo>
                    <a:pt x="931" y="1"/>
                  </a:moveTo>
                  <a:cubicBezTo>
                    <a:pt x="701" y="132"/>
                    <a:pt x="476" y="279"/>
                    <a:pt x="241" y="436"/>
                  </a:cubicBezTo>
                  <a:cubicBezTo>
                    <a:pt x="157" y="490"/>
                    <a:pt x="78" y="539"/>
                    <a:pt x="1" y="593"/>
                  </a:cubicBezTo>
                  <a:cubicBezTo>
                    <a:pt x="60" y="647"/>
                    <a:pt x="118" y="700"/>
                    <a:pt x="177" y="754"/>
                  </a:cubicBezTo>
                  <a:cubicBezTo>
                    <a:pt x="304" y="877"/>
                    <a:pt x="422" y="990"/>
                    <a:pt x="559" y="1088"/>
                  </a:cubicBezTo>
                  <a:cubicBezTo>
                    <a:pt x="661" y="1005"/>
                    <a:pt x="790" y="883"/>
                    <a:pt x="907" y="765"/>
                  </a:cubicBezTo>
                  <a:cubicBezTo>
                    <a:pt x="1025" y="652"/>
                    <a:pt x="1142" y="535"/>
                    <a:pt x="1249" y="446"/>
                  </a:cubicBezTo>
                  <a:cubicBezTo>
                    <a:pt x="1161" y="289"/>
                    <a:pt x="1054" y="137"/>
                    <a:pt x="931" y="1"/>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3666;p51">
              <a:extLst>
                <a:ext uri="{FF2B5EF4-FFF2-40B4-BE49-F238E27FC236}">
                  <a16:creationId xmlns:a16="http://schemas.microsoft.com/office/drawing/2014/main" id="{D4F9BE61-536C-B41A-1264-FF0A263D1287}"/>
                </a:ext>
              </a:extLst>
            </p:cNvPr>
            <p:cNvSpPr/>
            <p:nvPr/>
          </p:nvSpPr>
          <p:spPr>
            <a:xfrm>
              <a:off x="2237535" y="2185105"/>
              <a:ext cx="299878" cy="186439"/>
            </a:xfrm>
            <a:custGeom>
              <a:avLst/>
              <a:gdLst/>
              <a:ahLst/>
              <a:cxnLst/>
              <a:rect l="l" t="t" r="r" b="b"/>
              <a:pathLst>
                <a:path w="3405" h="2117" extrusionOk="0">
                  <a:moveTo>
                    <a:pt x="3358" y="0"/>
                  </a:moveTo>
                  <a:cubicBezTo>
                    <a:pt x="3345" y="0"/>
                    <a:pt x="3332" y="5"/>
                    <a:pt x="3321" y="15"/>
                  </a:cubicBezTo>
                  <a:cubicBezTo>
                    <a:pt x="3316" y="21"/>
                    <a:pt x="3312" y="25"/>
                    <a:pt x="3306" y="30"/>
                  </a:cubicBezTo>
                  <a:cubicBezTo>
                    <a:pt x="3081" y="279"/>
                    <a:pt x="2777" y="456"/>
                    <a:pt x="2478" y="627"/>
                  </a:cubicBezTo>
                  <a:lnTo>
                    <a:pt x="2410" y="667"/>
                  </a:lnTo>
                  <a:lnTo>
                    <a:pt x="2356" y="701"/>
                  </a:lnTo>
                  <a:cubicBezTo>
                    <a:pt x="2346" y="706"/>
                    <a:pt x="2336" y="711"/>
                    <a:pt x="2326" y="715"/>
                  </a:cubicBezTo>
                  <a:cubicBezTo>
                    <a:pt x="2107" y="844"/>
                    <a:pt x="1886" y="991"/>
                    <a:pt x="1651" y="1142"/>
                  </a:cubicBezTo>
                  <a:cubicBezTo>
                    <a:pt x="1562" y="1196"/>
                    <a:pt x="1479" y="1255"/>
                    <a:pt x="1391" y="1314"/>
                  </a:cubicBezTo>
                  <a:cubicBezTo>
                    <a:pt x="1361" y="1328"/>
                    <a:pt x="1332" y="1348"/>
                    <a:pt x="1307" y="1362"/>
                  </a:cubicBezTo>
                  <a:cubicBezTo>
                    <a:pt x="906" y="1622"/>
                    <a:pt x="495" y="1862"/>
                    <a:pt x="79" y="2013"/>
                  </a:cubicBezTo>
                  <a:cubicBezTo>
                    <a:pt x="63" y="2019"/>
                    <a:pt x="49" y="2024"/>
                    <a:pt x="34" y="2029"/>
                  </a:cubicBezTo>
                  <a:cubicBezTo>
                    <a:pt x="14" y="2038"/>
                    <a:pt x="0" y="2063"/>
                    <a:pt x="9" y="2087"/>
                  </a:cubicBezTo>
                  <a:cubicBezTo>
                    <a:pt x="14" y="2107"/>
                    <a:pt x="34" y="2117"/>
                    <a:pt x="54" y="2117"/>
                  </a:cubicBezTo>
                  <a:lnTo>
                    <a:pt x="73" y="2117"/>
                  </a:lnTo>
                  <a:cubicBezTo>
                    <a:pt x="520" y="1960"/>
                    <a:pt x="955" y="1701"/>
                    <a:pt x="1381" y="1431"/>
                  </a:cubicBezTo>
                  <a:cubicBezTo>
                    <a:pt x="1406" y="1411"/>
                    <a:pt x="1435" y="1396"/>
                    <a:pt x="1465" y="1377"/>
                  </a:cubicBezTo>
                  <a:cubicBezTo>
                    <a:pt x="1542" y="1323"/>
                    <a:pt x="1621" y="1274"/>
                    <a:pt x="1705" y="1220"/>
                  </a:cubicBezTo>
                  <a:cubicBezTo>
                    <a:pt x="1940" y="1063"/>
                    <a:pt x="2165" y="916"/>
                    <a:pt x="2395" y="785"/>
                  </a:cubicBezTo>
                  <a:lnTo>
                    <a:pt x="2401" y="779"/>
                  </a:lnTo>
                  <a:lnTo>
                    <a:pt x="2478" y="735"/>
                  </a:lnTo>
                  <a:lnTo>
                    <a:pt x="2528" y="706"/>
                  </a:lnTo>
                  <a:cubicBezTo>
                    <a:pt x="2836" y="530"/>
                    <a:pt x="3154" y="344"/>
                    <a:pt x="3394" y="79"/>
                  </a:cubicBezTo>
                  <a:cubicBezTo>
                    <a:pt x="3405" y="64"/>
                    <a:pt x="3405" y="50"/>
                    <a:pt x="3405" y="35"/>
                  </a:cubicBezTo>
                  <a:cubicBezTo>
                    <a:pt x="3400" y="25"/>
                    <a:pt x="3394" y="15"/>
                    <a:pt x="3389" y="10"/>
                  </a:cubicBezTo>
                  <a:cubicBezTo>
                    <a:pt x="3381" y="4"/>
                    <a:pt x="3369" y="0"/>
                    <a:pt x="3358"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3667;p51">
              <a:extLst>
                <a:ext uri="{FF2B5EF4-FFF2-40B4-BE49-F238E27FC236}">
                  <a16:creationId xmlns:a16="http://schemas.microsoft.com/office/drawing/2014/main" id="{B76D2877-B378-A587-10E0-5BA8F8CEE24E}"/>
                </a:ext>
              </a:extLst>
            </p:cNvPr>
            <p:cNvSpPr/>
            <p:nvPr/>
          </p:nvSpPr>
          <p:spPr>
            <a:xfrm>
              <a:off x="2638694" y="1900647"/>
              <a:ext cx="35933" cy="47645"/>
            </a:xfrm>
            <a:custGeom>
              <a:avLst/>
              <a:gdLst/>
              <a:ahLst/>
              <a:cxnLst/>
              <a:rect l="l" t="t" r="r" b="b"/>
              <a:pathLst>
                <a:path w="408" h="541" extrusionOk="0">
                  <a:moveTo>
                    <a:pt x="107" y="1"/>
                  </a:moveTo>
                  <a:cubicBezTo>
                    <a:pt x="91" y="1"/>
                    <a:pt x="75" y="4"/>
                    <a:pt x="59" y="12"/>
                  </a:cubicBezTo>
                  <a:cubicBezTo>
                    <a:pt x="15" y="37"/>
                    <a:pt x="0" y="95"/>
                    <a:pt x="25" y="140"/>
                  </a:cubicBezTo>
                  <a:cubicBezTo>
                    <a:pt x="89" y="247"/>
                    <a:pt x="157" y="375"/>
                    <a:pt x="216" y="488"/>
                  </a:cubicBezTo>
                  <a:cubicBezTo>
                    <a:pt x="231" y="522"/>
                    <a:pt x="265" y="541"/>
                    <a:pt x="299" y="541"/>
                  </a:cubicBezTo>
                  <a:cubicBezTo>
                    <a:pt x="314" y="541"/>
                    <a:pt x="328" y="536"/>
                    <a:pt x="338" y="532"/>
                  </a:cubicBezTo>
                  <a:cubicBezTo>
                    <a:pt x="387" y="507"/>
                    <a:pt x="407" y="453"/>
                    <a:pt x="382" y="405"/>
                  </a:cubicBezTo>
                  <a:cubicBezTo>
                    <a:pt x="324" y="287"/>
                    <a:pt x="256" y="154"/>
                    <a:pt x="191" y="47"/>
                  </a:cubicBezTo>
                  <a:cubicBezTo>
                    <a:pt x="171" y="17"/>
                    <a:pt x="140" y="1"/>
                    <a:pt x="107"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3668;p51">
              <a:extLst>
                <a:ext uri="{FF2B5EF4-FFF2-40B4-BE49-F238E27FC236}">
                  <a16:creationId xmlns:a16="http://schemas.microsoft.com/office/drawing/2014/main" id="{57F9D393-E272-CF83-2C2C-CCE61F136976}"/>
                </a:ext>
              </a:extLst>
            </p:cNvPr>
            <p:cNvSpPr/>
            <p:nvPr/>
          </p:nvSpPr>
          <p:spPr>
            <a:xfrm>
              <a:off x="2626981" y="1966521"/>
              <a:ext cx="26949" cy="40511"/>
            </a:xfrm>
            <a:custGeom>
              <a:avLst/>
              <a:gdLst/>
              <a:ahLst/>
              <a:cxnLst/>
              <a:rect l="l" t="t" r="r" b="b"/>
              <a:pathLst>
                <a:path w="306" h="460" extrusionOk="0">
                  <a:moveTo>
                    <a:pt x="106" y="0"/>
                  </a:moveTo>
                  <a:cubicBezTo>
                    <a:pt x="97" y="0"/>
                    <a:pt x="88" y="2"/>
                    <a:pt x="79" y="5"/>
                  </a:cubicBezTo>
                  <a:cubicBezTo>
                    <a:pt x="30" y="19"/>
                    <a:pt x="1" y="68"/>
                    <a:pt x="16" y="116"/>
                  </a:cubicBezTo>
                  <a:cubicBezTo>
                    <a:pt x="41" y="210"/>
                    <a:pt x="75" y="308"/>
                    <a:pt x="113" y="401"/>
                  </a:cubicBezTo>
                  <a:cubicBezTo>
                    <a:pt x="129" y="440"/>
                    <a:pt x="163" y="460"/>
                    <a:pt x="202" y="460"/>
                  </a:cubicBezTo>
                  <a:cubicBezTo>
                    <a:pt x="212" y="460"/>
                    <a:pt x="226" y="455"/>
                    <a:pt x="236" y="450"/>
                  </a:cubicBezTo>
                  <a:cubicBezTo>
                    <a:pt x="285" y="430"/>
                    <a:pt x="305" y="376"/>
                    <a:pt x="285" y="328"/>
                  </a:cubicBezTo>
                  <a:cubicBezTo>
                    <a:pt x="251" y="244"/>
                    <a:pt x="222" y="156"/>
                    <a:pt x="197" y="68"/>
                  </a:cubicBezTo>
                  <a:cubicBezTo>
                    <a:pt x="185" y="28"/>
                    <a:pt x="147" y="0"/>
                    <a:pt x="106"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3669;p51">
              <a:extLst>
                <a:ext uri="{FF2B5EF4-FFF2-40B4-BE49-F238E27FC236}">
                  <a16:creationId xmlns:a16="http://schemas.microsoft.com/office/drawing/2014/main" id="{8085D162-896B-218F-5035-D4BE3B9D6F14}"/>
                </a:ext>
              </a:extLst>
            </p:cNvPr>
            <p:cNvSpPr/>
            <p:nvPr/>
          </p:nvSpPr>
          <p:spPr>
            <a:xfrm>
              <a:off x="2410065" y="1513766"/>
              <a:ext cx="52314" cy="75298"/>
            </a:xfrm>
            <a:custGeom>
              <a:avLst/>
              <a:gdLst/>
              <a:ahLst/>
              <a:cxnLst/>
              <a:rect l="l" t="t" r="r" b="b"/>
              <a:pathLst>
                <a:path w="594" h="855" extrusionOk="0">
                  <a:moveTo>
                    <a:pt x="109" y="0"/>
                  </a:moveTo>
                  <a:cubicBezTo>
                    <a:pt x="97" y="0"/>
                    <a:pt x="85" y="2"/>
                    <a:pt x="74" y="7"/>
                  </a:cubicBezTo>
                  <a:cubicBezTo>
                    <a:pt x="24" y="21"/>
                    <a:pt x="1" y="75"/>
                    <a:pt x="20" y="125"/>
                  </a:cubicBezTo>
                  <a:cubicBezTo>
                    <a:pt x="78" y="296"/>
                    <a:pt x="177" y="443"/>
                    <a:pt x="270" y="584"/>
                  </a:cubicBezTo>
                  <a:cubicBezTo>
                    <a:pt x="318" y="663"/>
                    <a:pt x="363" y="731"/>
                    <a:pt x="406" y="805"/>
                  </a:cubicBezTo>
                  <a:cubicBezTo>
                    <a:pt x="422" y="835"/>
                    <a:pt x="456" y="855"/>
                    <a:pt x="485" y="855"/>
                  </a:cubicBezTo>
                  <a:cubicBezTo>
                    <a:pt x="505" y="855"/>
                    <a:pt x="519" y="849"/>
                    <a:pt x="534" y="839"/>
                  </a:cubicBezTo>
                  <a:cubicBezTo>
                    <a:pt x="578" y="815"/>
                    <a:pt x="593" y="761"/>
                    <a:pt x="569" y="712"/>
                  </a:cubicBezTo>
                  <a:cubicBezTo>
                    <a:pt x="524" y="634"/>
                    <a:pt x="476" y="561"/>
                    <a:pt x="426" y="487"/>
                  </a:cubicBezTo>
                  <a:cubicBezTo>
                    <a:pt x="333" y="344"/>
                    <a:pt x="250" y="208"/>
                    <a:pt x="196" y="61"/>
                  </a:cubicBezTo>
                  <a:cubicBezTo>
                    <a:pt x="181" y="23"/>
                    <a:pt x="147" y="0"/>
                    <a:pt x="109"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3670;p51">
              <a:extLst>
                <a:ext uri="{FF2B5EF4-FFF2-40B4-BE49-F238E27FC236}">
                  <a16:creationId xmlns:a16="http://schemas.microsoft.com/office/drawing/2014/main" id="{EE715728-C04D-DB68-C9A4-CEEFF8AA29A8}"/>
                </a:ext>
              </a:extLst>
            </p:cNvPr>
            <p:cNvSpPr/>
            <p:nvPr/>
          </p:nvSpPr>
          <p:spPr>
            <a:xfrm>
              <a:off x="2397999" y="1584308"/>
              <a:ext cx="34523" cy="29679"/>
            </a:xfrm>
            <a:custGeom>
              <a:avLst/>
              <a:gdLst/>
              <a:ahLst/>
              <a:cxnLst/>
              <a:rect l="l" t="t" r="r" b="b"/>
              <a:pathLst>
                <a:path w="392" h="337" extrusionOk="0">
                  <a:moveTo>
                    <a:pt x="110" y="0"/>
                  </a:moveTo>
                  <a:cubicBezTo>
                    <a:pt x="75" y="0"/>
                    <a:pt x="43" y="18"/>
                    <a:pt x="25" y="54"/>
                  </a:cubicBezTo>
                  <a:cubicBezTo>
                    <a:pt x="0" y="97"/>
                    <a:pt x="20" y="156"/>
                    <a:pt x="64" y="181"/>
                  </a:cubicBezTo>
                  <a:cubicBezTo>
                    <a:pt x="118" y="205"/>
                    <a:pt x="172" y="253"/>
                    <a:pt x="211" y="298"/>
                  </a:cubicBezTo>
                  <a:cubicBezTo>
                    <a:pt x="226" y="328"/>
                    <a:pt x="255" y="337"/>
                    <a:pt x="285" y="337"/>
                  </a:cubicBezTo>
                  <a:cubicBezTo>
                    <a:pt x="303" y="337"/>
                    <a:pt x="323" y="332"/>
                    <a:pt x="338" y="318"/>
                  </a:cubicBezTo>
                  <a:cubicBezTo>
                    <a:pt x="382" y="289"/>
                    <a:pt x="392" y="230"/>
                    <a:pt x="358" y="190"/>
                  </a:cubicBezTo>
                  <a:cubicBezTo>
                    <a:pt x="308" y="117"/>
                    <a:pt x="231" y="54"/>
                    <a:pt x="152" y="9"/>
                  </a:cubicBezTo>
                  <a:cubicBezTo>
                    <a:pt x="138" y="3"/>
                    <a:pt x="123" y="0"/>
                    <a:pt x="110"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3671;p51">
              <a:extLst>
                <a:ext uri="{FF2B5EF4-FFF2-40B4-BE49-F238E27FC236}">
                  <a16:creationId xmlns:a16="http://schemas.microsoft.com/office/drawing/2014/main" id="{3726A142-2D3E-4127-72FB-D6CC7D6221AA}"/>
                </a:ext>
              </a:extLst>
            </p:cNvPr>
            <p:cNvSpPr/>
            <p:nvPr/>
          </p:nvSpPr>
          <p:spPr>
            <a:xfrm>
              <a:off x="2086495" y="2074228"/>
              <a:ext cx="53547" cy="54866"/>
            </a:xfrm>
            <a:custGeom>
              <a:avLst/>
              <a:gdLst/>
              <a:ahLst/>
              <a:cxnLst/>
              <a:rect l="l" t="t" r="r" b="b"/>
              <a:pathLst>
                <a:path w="608" h="623" extrusionOk="0">
                  <a:moveTo>
                    <a:pt x="503" y="0"/>
                  </a:moveTo>
                  <a:cubicBezTo>
                    <a:pt x="479" y="0"/>
                    <a:pt x="454" y="10"/>
                    <a:pt x="436" y="30"/>
                  </a:cubicBezTo>
                  <a:cubicBezTo>
                    <a:pt x="407" y="59"/>
                    <a:pt x="372" y="94"/>
                    <a:pt x="343" y="123"/>
                  </a:cubicBezTo>
                  <a:cubicBezTo>
                    <a:pt x="236" y="236"/>
                    <a:pt x="123" y="349"/>
                    <a:pt x="30" y="476"/>
                  </a:cubicBezTo>
                  <a:cubicBezTo>
                    <a:pt x="1" y="516"/>
                    <a:pt x="10" y="574"/>
                    <a:pt x="54" y="608"/>
                  </a:cubicBezTo>
                  <a:cubicBezTo>
                    <a:pt x="69" y="618"/>
                    <a:pt x="89" y="623"/>
                    <a:pt x="108" y="623"/>
                  </a:cubicBezTo>
                  <a:cubicBezTo>
                    <a:pt x="137" y="623"/>
                    <a:pt x="167" y="608"/>
                    <a:pt x="187" y="584"/>
                  </a:cubicBezTo>
                  <a:cubicBezTo>
                    <a:pt x="265" y="471"/>
                    <a:pt x="372" y="358"/>
                    <a:pt x="476" y="256"/>
                  </a:cubicBezTo>
                  <a:cubicBezTo>
                    <a:pt x="510" y="222"/>
                    <a:pt x="539" y="192"/>
                    <a:pt x="569" y="157"/>
                  </a:cubicBezTo>
                  <a:cubicBezTo>
                    <a:pt x="608" y="123"/>
                    <a:pt x="603" y="64"/>
                    <a:pt x="569" y="25"/>
                  </a:cubicBezTo>
                  <a:cubicBezTo>
                    <a:pt x="550" y="9"/>
                    <a:pt x="527" y="0"/>
                    <a:pt x="503"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3672;p51">
              <a:extLst>
                <a:ext uri="{FF2B5EF4-FFF2-40B4-BE49-F238E27FC236}">
                  <a16:creationId xmlns:a16="http://schemas.microsoft.com/office/drawing/2014/main" id="{A216EC1A-791D-76B5-AEC4-856D778EB609}"/>
                </a:ext>
              </a:extLst>
            </p:cNvPr>
            <p:cNvSpPr/>
            <p:nvPr/>
          </p:nvSpPr>
          <p:spPr>
            <a:xfrm>
              <a:off x="2098561" y="2144858"/>
              <a:ext cx="33290" cy="32145"/>
            </a:xfrm>
            <a:custGeom>
              <a:avLst/>
              <a:gdLst/>
              <a:ahLst/>
              <a:cxnLst/>
              <a:rect l="l" t="t" r="r" b="b"/>
              <a:pathLst>
                <a:path w="378" h="365" extrusionOk="0">
                  <a:moveTo>
                    <a:pt x="270" y="1"/>
                  </a:moveTo>
                  <a:cubicBezTo>
                    <a:pt x="242" y="1"/>
                    <a:pt x="214" y="15"/>
                    <a:pt x="197" y="42"/>
                  </a:cubicBezTo>
                  <a:cubicBezTo>
                    <a:pt x="152" y="96"/>
                    <a:pt x="99" y="154"/>
                    <a:pt x="45" y="198"/>
                  </a:cubicBezTo>
                  <a:cubicBezTo>
                    <a:pt x="5" y="232"/>
                    <a:pt x="0" y="295"/>
                    <a:pt x="34" y="335"/>
                  </a:cubicBezTo>
                  <a:cubicBezTo>
                    <a:pt x="54" y="354"/>
                    <a:pt x="79" y="365"/>
                    <a:pt x="109" y="365"/>
                  </a:cubicBezTo>
                  <a:cubicBezTo>
                    <a:pt x="128" y="365"/>
                    <a:pt x="152" y="360"/>
                    <a:pt x="167" y="345"/>
                  </a:cubicBezTo>
                  <a:cubicBezTo>
                    <a:pt x="231" y="286"/>
                    <a:pt x="299" y="218"/>
                    <a:pt x="348" y="149"/>
                  </a:cubicBezTo>
                  <a:cubicBezTo>
                    <a:pt x="378" y="110"/>
                    <a:pt x="368" y="51"/>
                    <a:pt x="324" y="22"/>
                  </a:cubicBezTo>
                  <a:cubicBezTo>
                    <a:pt x="308" y="8"/>
                    <a:pt x="289" y="1"/>
                    <a:pt x="270"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3673;p51">
              <a:extLst>
                <a:ext uri="{FF2B5EF4-FFF2-40B4-BE49-F238E27FC236}">
                  <a16:creationId xmlns:a16="http://schemas.microsoft.com/office/drawing/2014/main" id="{9907A794-553B-0B1A-FE0D-6ACDD649D311}"/>
                </a:ext>
              </a:extLst>
            </p:cNvPr>
            <p:cNvSpPr/>
            <p:nvPr/>
          </p:nvSpPr>
          <p:spPr>
            <a:xfrm>
              <a:off x="2434636" y="1858022"/>
              <a:ext cx="130872" cy="133070"/>
            </a:xfrm>
            <a:custGeom>
              <a:avLst/>
              <a:gdLst/>
              <a:ahLst/>
              <a:cxnLst/>
              <a:rect l="l" t="t" r="r" b="b"/>
              <a:pathLst>
                <a:path w="1486" h="1511" extrusionOk="0">
                  <a:moveTo>
                    <a:pt x="217" y="0"/>
                  </a:moveTo>
                  <a:cubicBezTo>
                    <a:pt x="175" y="0"/>
                    <a:pt x="137" y="32"/>
                    <a:pt x="127" y="75"/>
                  </a:cubicBezTo>
                  <a:cubicBezTo>
                    <a:pt x="0" y="766"/>
                    <a:pt x="215" y="1207"/>
                    <a:pt x="456" y="1393"/>
                  </a:cubicBezTo>
                  <a:cubicBezTo>
                    <a:pt x="559" y="1472"/>
                    <a:pt x="676" y="1510"/>
                    <a:pt x="789" y="1510"/>
                  </a:cubicBezTo>
                  <a:cubicBezTo>
                    <a:pt x="862" y="1510"/>
                    <a:pt x="941" y="1490"/>
                    <a:pt x="1009" y="1456"/>
                  </a:cubicBezTo>
                  <a:cubicBezTo>
                    <a:pt x="1303" y="1314"/>
                    <a:pt x="1475" y="918"/>
                    <a:pt x="1485" y="364"/>
                  </a:cubicBezTo>
                  <a:cubicBezTo>
                    <a:pt x="1485" y="315"/>
                    <a:pt x="1440" y="271"/>
                    <a:pt x="1391" y="271"/>
                  </a:cubicBezTo>
                  <a:cubicBezTo>
                    <a:pt x="1343" y="271"/>
                    <a:pt x="1293" y="310"/>
                    <a:pt x="1293" y="364"/>
                  </a:cubicBezTo>
                  <a:cubicBezTo>
                    <a:pt x="1289" y="834"/>
                    <a:pt x="1151" y="1182"/>
                    <a:pt x="931" y="1289"/>
                  </a:cubicBezTo>
                  <a:cubicBezTo>
                    <a:pt x="886" y="1312"/>
                    <a:pt x="839" y="1323"/>
                    <a:pt x="791" y="1323"/>
                  </a:cubicBezTo>
                  <a:cubicBezTo>
                    <a:pt x="716" y="1323"/>
                    <a:pt x="640" y="1295"/>
                    <a:pt x="568" y="1241"/>
                  </a:cubicBezTo>
                  <a:cubicBezTo>
                    <a:pt x="373" y="1094"/>
                    <a:pt x="201" y="717"/>
                    <a:pt x="314" y="109"/>
                  </a:cubicBezTo>
                  <a:cubicBezTo>
                    <a:pt x="319" y="55"/>
                    <a:pt x="290" y="7"/>
                    <a:pt x="235" y="2"/>
                  </a:cubicBezTo>
                  <a:cubicBezTo>
                    <a:pt x="229" y="1"/>
                    <a:pt x="223" y="0"/>
                    <a:pt x="217"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3674;p51">
              <a:extLst>
                <a:ext uri="{FF2B5EF4-FFF2-40B4-BE49-F238E27FC236}">
                  <a16:creationId xmlns:a16="http://schemas.microsoft.com/office/drawing/2014/main" id="{51AB8F68-9779-55E6-4AC2-91928670124D}"/>
                </a:ext>
              </a:extLst>
            </p:cNvPr>
            <p:cNvSpPr/>
            <p:nvPr/>
          </p:nvSpPr>
          <p:spPr>
            <a:xfrm>
              <a:off x="2181347" y="1832658"/>
              <a:ext cx="107974" cy="152445"/>
            </a:xfrm>
            <a:custGeom>
              <a:avLst/>
              <a:gdLst/>
              <a:ahLst/>
              <a:cxnLst/>
              <a:rect l="l" t="t" r="r" b="b"/>
              <a:pathLst>
                <a:path w="1226" h="1731" extrusionOk="0">
                  <a:moveTo>
                    <a:pt x="123" y="1"/>
                  </a:moveTo>
                  <a:cubicBezTo>
                    <a:pt x="70" y="1"/>
                    <a:pt x="26" y="44"/>
                    <a:pt x="30" y="99"/>
                  </a:cubicBezTo>
                  <a:cubicBezTo>
                    <a:pt x="30" y="133"/>
                    <a:pt x="26" y="177"/>
                    <a:pt x="26" y="226"/>
                  </a:cubicBezTo>
                  <a:cubicBezTo>
                    <a:pt x="16" y="623"/>
                    <a:pt x="1" y="1358"/>
                    <a:pt x="329" y="1627"/>
                  </a:cubicBezTo>
                  <a:cubicBezTo>
                    <a:pt x="408" y="1695"/>
                    <a:pt x="505" y="1730"/>
                    <a:pt x="613" y="1730"/>
                  </a:cubicBezTo>
                  <a:cubicBezTo>
                    <a:pt x="652" y="1730"/>
                    <a:pt x="697" y="1724"/>
                    <a:pt x="740" y="1715"/>
                  </a:cubicBezTo>
                  <a:cubicBezTo>
                    <a:pt x="1133" y="1627"/>
                    <a:pt x="1211" y="956"/>
                    <a:pt x="1221" y="672"/>
                  </a:cubicBezTo>
                  <a:cubicBezTo>
                    <a:pt x="1226" y="623"/>
                    <a:pt x="1187" y="578"/>
                    <a:pt x="1133" y="573"/>
                  </a:cubicBezTo>
                  <a:cubicBezTo>
                    <a:pt x="1130" y="573"/>
                    <a:pt x="1128" y="573"/>
                    <a:pt x="1125" y="573"/>
                  </a:cubicBezTo>
                  <a:cubicBezTo>
                    <a:pt x="1075" y="573"/>
                    <a:pt x="1040" y="616"/>
                    <a:pt x="1034" y="662"/>
                  </a:cubicBezTo>
                  <a:cubicBezTo>
                    <a:pt x="1015" y="1064"/>
                    <a:pt x="907" y="1485"/>
                    <a:pt x="701" y="1529"/>
                  </a:cubicBezTo>
                  <a:cubicBezTo>
                    <a:pt x="670" y="1537"/>
                    <a:pt x="640" y="1541"/>
                    <a:pt x="612" y="1541"/>
                  </a:cubicBezTo>
                  <a:cubicBezTo>
                    <a:pt x="548" y="1541"/>
                    <a:pt x="491" y="1521"/>
                    <a:pt x="446" y="1480"/>
                  </a:cubicBezTo>
                  <a:cubicBezTo>
                    <a:pt x="192" y="1269"/>
                    <a:pt x="207" y="539"/>
                    <a:pt x="211" y="231"/>
                  </a:cubicBezTo>
                  <a:cubicBezTo>
                    <a:pt x="217" y="177"/>
                    <a:pt x="217" y="133"/>
                    <a:pt x="217" y="99"/>
                  </a:cubicBezTo>
                  <a:cubicBezTo>
                    <a:pt x="217" y="44"/>
                    <a:pt x="172" y="1"/>
                    <a:pt x="123"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3675;p51">
              <a:extLst>
                <a:ext uri="{FF2B5EF4-FFF2-40B4-BE49-F238E27FC236}">
                  <a16:creationId xmlns:a16="http://schemas.microsoft.com/office/drawing/2014/main" id="{37BCAB4F-FA11-3BB4-67A1-159B11AC19BD}"/>
                </a:ext>
              </a:extLst>
            </p:cNvPr>
            <p:cNvSpPr/>
            <p:nvPr/>
          </p:nvSpPr>
          <p:spPr>
            <a:xfrm>
              <a:off x="2317767" y="1910334"/>
              <a:ext cx="59976" cy="181683"/>
            </a:xfrm>
            <a:custGeom>
              <a:avLst/>
              <a:gdLst/>
              <a:ahLst/>
              <a:cxnLst/>
              <a:rect l="l" t="t" r="r" b="b"/>
              <a:pathLst>
                <a:path w="681" h="2063" extrusionOk="0">
                  <a:moveTo>
                    <a:pt x="583" y="1"/>
                  </a:moveTo>
                  <a:cubicBezTo>
                    <a:pt x="529" y="1"/>
                    <a:pt x="490" y="39"/>
                    <a:pt x="490" y="94"/>
                  </a:cubicBezTo>
                  <a:lnTo>
                    <a:pt x="490" y="519"/>
                  </a:lnTo>
                  <a:cubicBezTo>
                    <a:pt x="490" y="774"/>
                    <a:pt x="495" y="1034"/>
                    <a:pt x="490" y="1289"/>
                  </a:cubicBezTo>
                  <a:cubicBezTo>
                    <a:pt x="439" y="1264"/>
                    <a:pt x="392" y="1255"/>
                    <a:pt x="351" y="1255"/>
                  </a:cubicBezTo>
                  <a:cubicBezTo>
                    <a:pt x="297" y="1255"/>
                    <a:pt x="253" y="1270"/>
                    <a:pt x="226" y="1283"/>
                  </a:cubicBezTo>
                  <a:cubicBezTo>
                    <a:pt x="88" y="1353"/>
                    <a:pt x="0" y="1534"/>
                    <a:pt x="29" y="1710"/>
                  </a:cubicBezTo>
                  <a:cubicBezTo>
                    <a:pt x="64" y="1906"/>
                    <a:pt x="220" y="2038"/>
                    <a:pt x="450" y="2063"/>
                  </a:cubicBezTo>
                  <a:lnTo>
                    <a:pt x="461" y="2063"/>
                  </a:lnTo>
                  <a:cubicBezTo>
                    <a:pt x="509" y="2063"/>
                    <a:pt x="549" y="2029"/>
                    <a:pt x="554" y="1979"/>
                  </a:cubicBezTo>
                  <a:cubicBezTo>
                    <a:pt x="558" y="1930"/>
                    <a:pt x="524" y="1882"/>
                    <a:pt x="470" y="1877"/>
                  </a:cubicBezTo>
                  <a:cubicBezTo>
                    <a:pt x="323" y="1857"/>
                    <a:pt x="235" y="1789"/>
                    <a:pt x="215" y="1681"/>
                  </a:cubicBezTo>
                  <a:cubicBezTo>
                    <a:pt x="201" y="1588"/>
                    <a:pt x="240" y="1484"/>
                    <a:pt x="308" y="1450"/>
                  </a:cubicBezTo>
                  <a:cubicBezTo>
                    <a:pt x="321" y="1444"/>
                    <a:pt x="333" y="1442"/>
                    <a:pt x="346" y="1442"/>
                  </a:cubicBezTo>
                  <a:cubicBezTo>
                    <a:pt x="409" y="1442"/>
                    <a:pt x="473" y="1503"/>
                    <a:pt x="509" y="1543"/>
                  </a:cubicBezTo>
                  <a:cubicBezTo>
                    <a:pt x="531" y="1561"/>
                    <a:pt x="559" y="1571"/>
                    <a:pt x="585" y="1571"/>
                  </a:cubicBezTo>
                  <a:cubicBezTo>
                    <a:pt x="595" y="1571"/>
                    <a:pt x="604" y="1570"/>
                    <a:pt x="613" y="1568"/>
                  </a:cubicBezTo>
                  <a:cubicBezTo>
                    <a:pt x="651" y="1554"/>
                    <a:pt x="676" y="1518"/>
                    <a:pt x="676" y="1480"/>
                  </a:cubicBezTo>
                  <a:cubicBezTo>
                    <a:pt x="681" y="1161"/>
                    <a:pt x="681" y="833"/>
                    <a:pt x="681" y="519"/>
                  </a:cubicBezTo>
                  <a:cubicBezTo>
                    <a:pt x="676" y="378"/>
                    <a:pt x="676" y="236"/>
                    <a:pt x="676" y="94"/>
                  </a:cubicBezTo>
                  <a:cubicBezTo>
                    <a:pt x="676" y="39"/>
                    <a:pt x="637" y="1"/>
                    <a:pt x="583"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3676;p51">
              <a:extLst>
                <a:ext uri="{FF2B5EF4-FFF2-40B4-BE49-F238E27FC236}">
                  <a16:creationId xmlns:a16="http://schemas.microsoft.com/office/drawing/2014/main" id="{6AAFC8D8-9AC4-5425-0518-5E6DF0589A56}"/>
                </a:ext>
              </a:extLst>
            </p:cNvPr>
            <p:cNvSpPr/>
            <p:nvPr/>
          </p:nvSpPr>
          <p:spPr>
            <a:xfrm>
              <a:off x="2172364" y="1654938"/>
              <a:ext cx="193842" cy="135096"/>
            </a:xfrm>
            <a:custGeom>
              <a:avLst/>
              <a:gdLst/>
              <a:ahLst/>
              <a:cxnLst/>
              <a:rect l="l" t="t" r="r" b="b"/>
              <a:pathLst>
                <a:path w="2201" h="1534" extrusionOk="0">
                  <a:moveTo>
                    <a:pt x="1665" y="186"/>
                  </a:moveTo>
                  <a:cubicBezTo>
                    <a:pt x="1735" y="186"/>
                    <a:pt x="1798" y="192"/>
                    <a:pt x="1857" y="211"/>
                  </a:cubicBezTo>
                  <a:cubicBezTo>
                    <a:pt x="1920" y="226"/>
                    <a:pt x="1959" y="251"/>
                    <a:pt x="1979" y="290"/>
                  </a:cubicBezTo>
                  <a:cubicBezTo>
                    <a:pt x="2013" y="344"/>
                    <a:pt x="1994" y="417"/>
                    <a:pt x="1988" y="441"/>
                  </a:cubicBezTo>
                  <a:cubicBezTo>
                    <a:pt x="1959" y="525"/>
                    <a:pt x="1936" y="529"/>
                    <a:pt x="1823" y="529"/>
                  </a:cubicBezTo>
                  <a:cubicBezTo>
                    <a:pt x="1773" y="529"/>
                    <a:pt x="1719" y="529"/>
                    <a:pt x="1660" y="545"/>
                  </a:cubicBezTo>
                  <a:cubicBezTo>
                    <a:pt x="1059" y="676"/>
                    <a:pt x="828" y="907"/>
                    <a:pt x="475" y="1255"/>
                  </a:cubicBezTo>
                  <a:lnTo>
                    <a:pt x="466" y="1260"/>
                  </a:lnTo>
                  <a:cubicBezTo>
                    <a:pt x="451" y="1280"/>
                    <a:pt x="441" y="1298"/>
                    <a:pt x="441" y="1323"/>
                  </a:cubicBezTo>
                  <a:cubicBezTo>
                    <a:pt x="421" y="1337"/>
                    <a:pt x="405" y="1344"/>
                    <a:pt x="389" y="1344"/>
                  </a:cubicBezTo>
                  <a:cubicBezTo>
                    <a:pt x="365" y="1344"/>
                    <a:pt x="341" y="1329"/>
                    <a:pt x="304" y="1303"/>
                  </a:cubicBezTo>
                  <a:cubicBezTo>
                    <a:pt x="166" y="1196"/>
                    <a:pt x="274" y="966"/>
                    <a:pt x="349" y="833"/>
                  </a:cubicBezTo>
                  <a:cubicBezTo>
                    <a:pt x="534" y="525"/>
                    <a:pt x="1190" y="186"/>
                    <a:pt x="1665" y="186"/>
                  </a:cubicBezTo>
                  <a:close/>
                  <a:moveTo>
                    <a:pt x="1662" y="1"/>
                  </a:moveTo>
                  <a:cubicBezTo>
                    <a:pt x="1113" y="1"/>
                    <a:pt x="403" y="376"/>
                    <a:pt x="186" y="740"/>
                  </a:cubicBezTo>
                  <a:cubicBezTo>
                    <a:pt x="1" y="1054"/>
                    <a:pt x="5" y="1309"/>
                    <a:pt x="191" y="1450"/>
                  </a:cubicBezTo>
                  <a:cubicBezTo>
                    <a:pt x="270" y="1509"/>
                    <a:pt x="333" y="1533"/>
                    <a:pt x="392" y="1533"/>
                  </a:cubicBezTo>
                  <a:cubicBezTo>
                    <a:pt x="510" y="1533"/>
                    <a:pt x="593" y="1436"/>
                    <a:pt x="672" y="1352"/>
                  </a:cubicBezTo>
                  <a:cubicBezTo>
                    <a:pt x="706" y="1314"/>
                    <a:pt x="745" y="1269"/>
                    <a:pt x="794" y="1225"/>
                  </a:cubicBezTo>
                  <a:cubicBezTo>
                    <a:pt x="808" y="1215"/>
                    <a:pt x="819" y="1196"/>
                    <a:pt x="823" y="1181"/>
                  </a:cubicBezTo>
                  <a:cubicBezTo>
                    <a:pt x="1059" y="961"/>
                    <a:pt x="1274" y="819"/>
                    <a:pt x="1700" y="726"/>
                  </a:cubicBezTo>
                  <a:cubicBezTo>
                    <a:pt x="1739" y="721"/>
                    <a:pt x="1778" y="715"/>
                    <a:pt x="1823" y="715"/>
                  </a:cubicBezTo>
                  <a:cubicBezTo>
                    <a:pt x="1940" y="715"/>
                    <a:pt x="2097" y="715"/>
                    <a:pt x="2165" y="500"/>
                  </a:cubicBezTo>
                  <a:cubicBezTo>
                    <a:pt x="2200" y="392"/>
                    <a:pt x="2194" y="280"/>
                    <a:pt x="2146" y="197"/>
                  </a:cubicBezTo>
                  <a:cubicBezTo>
                    <a:pt x="2112" y="143"/>
                    <a:pt x="2043" y="64"/>
                    <a:pt x="1906" y="30"/>
                  </a:cubicBezTo>
                  <a:cubicBezTo>
                    <a:pt x="1831" y="10"/>
                    <a:pt x="1748" y="1"/>
                    <a:pt x="1662"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3677;p51">
              <a:extLst>
                <a:ext uri="{FF2B5EF4-FFF2-40B4-BE49-F238E27FC236}">
                  <a16:creationId xmlns:a16="http://schemas.microsoft.com/office/drawing/2014/main" id="{4D3F6A18-3186-38B1-E0BC-223470DD496E}"/>
                </a:ext>
              </a:extLst>
            </p:cNvPr>
            <p:cNvSpPr/>
            <p:nvPr/>
          </p:nvSpPr>
          <p:spPr>
            <a:xfrm>
              <a:off x="2186983" y="1671319"/>
              <a:ext cx="162753" cy="101982"/>
            </a:xfrm>
            <a:custGeom>
              <a:avLst/>
              <a:gdLst/>
              <a:ahLst/>
              <a:cxnLst/>
              <a:rect l="l" t="t" r="r" b="b"/>
              <a:pathLst>
                <a:path w="1848" h="1158" extrusionOk="0">
                  <a:moveTo>
                    <a:pt x="1499" y="0"/>
                  </a:moveTo>
                  <a:cubicBezTo>
                    <a:pt x="1024" y="0"/>
                    <a:pt x="368" y="339"/>
                    <a:pt x="183" y="647"/>
                  </a:cubicBezTo>
                  <a:cubicBezTo>
                    <a:pt x="108" y="780"/>
                    <a:pt x="0" y="1010"/>
                    <a:pt x="138" y="1117"/>
                  </a:cubicBezTo>
                  <a:cubicBezTo>
                    <a:pt x="175" y="1143"/>
                    <a:pt x="199" y="1158"/>
                    <a:pt x="223" y="1158"/>
                  </a:cubicBezTo>
                  <a:cubicBezTo>
                    <a:pt x="239" y="1158"/>
                    <a:pt x="255" y="1151"/>
                    <a:pt x="275" y="1137"/>
                  </a:cubicBezTo>
                  <a:cubicBezTo>
                    <a:pt x="275" y="1112"/>
                    <a:pt x="285" y="1094"/>
                    <a:pt x="300" y="1074"/>
                  </a:cubicBezTo>
                  <a:lnTo>
                    <a:pt x="309" y="1069"/>
                  </a:lnTo>
                  <a:cubicBezTo>
                    <a:pt x="662" y="721"/>
                    <a:pt x="893" y="490"/>
                    <a:pt x="1494" y="359"/>
                  </a:cubicBezTo>
                  <a:cubicBezTo>
                    <a:pt x="1553" y="343"/>
                    <a:pt x="1607" y="343"/>
                    <a:pt x="1657" y="343"/>
                  </a:cubicBezTo>
                  <a:cubicBezTo>
                    <a:pt x="1770" y="343"/>
                    <a:pt x="1793" y="339"/>
                    <a:pt x="1822" y="255"/>
                  </a:cubicBezTo>
                  <a:cubicBezTo>
                    <a:pt x="1828" y="231"/>
                    <a:pt x="1847" y="158"/>
                    <a:pt x="1813" y="104"/>
                  </a:cubicBezTo>
                  <a:cubicBezTo>
                    <a:pt x="1793" y="65"/>
                    <a:pt x="1754" y="40"/>
                    <a:pt x="1691" y="25"/>
                  </a:cubicBezTo>
                  <a:cubicBezTo>
                    <a:pt x="1632" y="6"/>
                    <a:pt x="1569" y="0"/>
                    <a:pt x="1499"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3678;p51">
              <a:extLst>
                <a:ext uri="{FF2B5EF4-FFF2-40B4-BE49-F238E27FC236}">
                  <a16:creationId xmlns:a16="http://schemas.microsoft.com/office/drawing/2014/main" id="{F5595564-CB10-90F8-A0E0-6BC11CC9CA55}"/>
                </a:ext>
              </a:extLst>
            </p:cNvPr>
            <p:cNvSpPr/>
            <p:nvPr/>
          </p:nvSpPr>
          <p:spPr>
            <a:xfrm>
              <a:off x="2404868" y="1654322"/>
              <a:ext cx="164867" cy="175871"/>
            </a:xfrm>
            <a:custGeom>
              <a:avLst/>
              <a:gdLst/>
              <a:ahLst/>
              <a:cxnLst/>
              <a:rect l="l" t="t" r="r" b="b"/>
              <a:pathLst>
                <a:path w="1872" h="1997" extrusionOk="0">
                  <a:moveTo>
                    <a:pt x="496" y="190"/>
                  </a:moveTo>
                  <a:cubicBezTo>
                    <a:pt x="591" y="190"/>
                    <a:pt x="696" y="223"/>
                    <a:pt x="770" y="252"/>
                  </a:cubicBezTo>
                  <a:cubicBezTo>
                    <a:pt x="1157" y="405"/>
                    <a:pt x="1676" y="1158"/>
                    <a:pt x="1631" y="1639"/>
                  </a:cubicBezTo>
                  <a:cubicBezTo>
                    <a:pt x="1627" y="1703"/>
                    <a:pt x="1607" y="1751"/>
                    <a:pt x="1573" y="1776"/>
                  </a:cubicBezTo>
                  <a:cubicBezTo>
                    <a:pt x="1537" y="1802"/>
                    <a:pt x="1495" y="1808"/>
                    <a:pt x="1463" y="1808"/>
                  </a:cubicBezTo>
                  <a:cubicBezTo>
                    <a:pt x="1446" y="1808"/>
                    <a:pt x="1431" y="1807"/>
                    <a:pt x="1421" y="1805"/>
                  </a:cubicBezTo>
                  <a:cubicBezTo>
                    <a:pt x="1333" y="1796"/>
                    <a:pt x="1328" y="1771"/>
                    <a:pt x="1308" y="1658"/>
                  </a:cubicBezTo>
                  <a:cubicBezTo>
                    <a:pt x="1299" y="1610"/>
                    <a:pt x="1288" y="1556"/>
                    <a:pt x="1269" y="1497"/>
                  </a:cubicBezTo>
                  <a:cubicBezTo>
                    <a:pt x="1044" y="928"/>
                    <a:pt x="779" y="738"/>
                    <a:pt x="377" y="444"/>
                  </a:cubicBezTo>
                  <a:lnTo>
                    <a:pt x="368" y="439"/>
                  </a:lnTo>
                  <a:cubicBezTo>
                    <a:pt x="354" y="424"/>
                    <a:pt x="334" y="419"/>
                    <a:pt x="314" y="419"/>
                  </a:cubicBezTo>
                  <a:lnTo>
                    <a:pt x="304" y="419"/>
                  </a:lnTo>
                  <a:cubicBezTo>
                    <a:pt x="260" y="380"/>
                    <a:pt x="265" y="351"/>
                    <a:pt x="304" y="287"/>
                  </a:cubicBezTo>
                  <a:cubicBezTo>
                    <a:pt x="343" y="215"/>
                    <a:pt x="415" y="190"/>
                    <a:pt x="496" y="190"/>
                  </a:cubicBezTo>
                  <a:close/>
                  <a:moveTo>
                    <a:pt x="493" y="1"/>
                  </a:moveTo>
                  <a:cubicBezTo>
                    <a:pt x="330" y="1"/>
                    <a:pt x="207" y="66"/>
                    <a:pt x="137" y="193"/>
                  </a:cubicBezTo>
                  <a:cubicBezTo>
                    <a:pt x="1" y="453"/>
                    <a:pt x="171" y="561"/>
                    <a:pt x="314" y="649"/>
                  </a:cubicBezTo>
                  <a:cubicBezTo>
                    <a:pt x="358" y="683"/>
                    <a:pt x="407" y="713"/>
                    <a:pt x="456" y="752"/>
                  </a:cubicBezTo>
                  <a:cubicBezTo>
                    <a:pt x="471" y="767"/>
                    <a:pt x="490" y="772"/>
                    <a:pt x="510" y="772"/>
                  </a:cubicBezTo>
                  <a:cubicBezTo>
                    <a:pt x="759" y="973"/>
                    <a:pt x="936" y="1163"/>
                    <a:pt x="1093" y="1570"/>
                  </a:cubicBezTo>
                  <a:cubicBezTo>
                    <a:pt x="1107" y="1604"/>
                    <a:pt x="1118" y="1644"/>
                    <a:pt x="1122" y="1687"/>
                  </a:cubicBezTo>
                  <a:cubicBezTo>
                    <a:pt x="1141" y="1805"/>
                    <a:pt x="1166" y="1962"/>
                    <a:pt x="1392" y="1992"/>
                  </a:cubicBezTo>
                  <a:cubicBezTo>
                    <a:pt x="1416" y="1997"/>
                    <a:pt x="1435" y="1997"/>
                    <a:pt x="1460" y="1997"/>
                  </a:cubicBezTo>
                  <a:cubicBezTo>
                    <a:pt x="1543" y="1997"/>
                    <a:pt x="1627" y="1972"/>
                    <a:pt x="1686" y="1923"/>
                  </a:cubicBezTo>
                  <a:cubicBezTo>
                    <a:pt x="1740" y="1884"/>
                    <a:pt x="1803" y="1800"/>
                    <a:pt x="1817" y="1658"/>
                  </a:cubicBezTo>
                  <a:cubicBezTo>
                    <a:pt x="1871" y="1085"/>
                    <a:pt x="1294" y="258"/>
                    <a:pt x="838" y="76"/>
                  </a:cubicBezTo>
                  <a:cubicBezTo>
                    <a:pt x="709" y="25"/>
                    <a:pt x="593" y="1"/>
                    <a:pt x="493"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3679;p51">
              <a:extLst>
                <a:ext uri="{FF2B5EF4-FFF2-40B4-BE49-F238E27FC236}">
                  <a16:creationId xmlns:a16="http://schemas.microsoft.com/office/drawing/2014/main" id="{E8FC5076-9667-7BDC-2C96-7D5955DA7914}"/>
                </a:ext>
              </a:extLst>
            </p:cNvPr>
            <p:cNvSpPr/>
            <p:nvPr/>
          </p:nvSpPr>
          <p:spPr>
            <a:xfrm>
              <a:off x="2427679" y="1671055"/>
              <a:ext cx="124883" cy="142581"/>
            </a:xfrm>
            <a:custGeom>
              <a:avLst/>
              <a:gdLst/>
              <a:ahLst/>
              <a:cxnLst/>
              <a:rect l="l" t="t" r="r" b="b"/>
              <a:pathLst>
                <a:path w="1418" h="1619" extrusionOk="0">
                  <a:moveTo>
                    <a:pt x="237" y="0"/>
                  </a:moveTo>
                  <a:cubicBezTo>
                    <a:pt x="156" y="0"/>
                    <a:pt x="84" y="25"/>
                    <a:pt x="45" y="97"/>
                  </a:cubicBezTo>
                  <a:cubicBezTo>
                    <a:pt x="6" y="161"/>
                    <a:pt x="1" y="190"/>
                    <a:pt x="45" y="229"/>
                  </a:cubicBezTo>
                  <a:lnTo>
                    <a:pt x="55" y="229"/>
                  </a:lnTo>
                  <a:cubicBezTo>
                    <a:pt x="75" y="229"/>
                    <a:pt x="95" y="234"/>
                    <a:pt x="109" y="249"/>
                  </a:cubicBezTo>
                  <a:lnTo>
                    <a:pt x="118" y="254"/>
                  </a:lnTo>
                  <a:cubicBezTo>
                    <a:pt x="520" y="548"/>
                    <a:pt x="785" y="738"/>
                    <a:pt x="1010" y="1307"/>
                  </a:cubicBezTo>
                  <a:cubicBezTo>
                    <a:pt x="1029" y="1366"/>
                    <a:pt x="1040" y="1420"/>
                    <a:pt x="1049" y="1468"/>
                  </a:cubicBezTo>
                  <a:cubicBezTo>
                    <a:pt x="1069" y="1581"/>
                    <a:pt x="1074" y="1606"/>
                    <a:pt x="1162" y="1615"/>
                  </a:cubicBezTo>
                  <a:cubicBezTo>
                    <a:pt x="1172" y="1617"/>
                    <a:pt x="1187" y="1618"/>
                    <a:pt x="1204" y="1618"/>
                  </a:cubicBezTo>
                  <a:cubicBezTo>
                    <a:pt x="1236" y="1618"/>
                    <a:pt x="1278" y="1612"/>
                    <a:pt x="1314" y="1586"/>
                  </a:cubicBezTo>
                  <a:cubicBezTo>
                    <a:pt x="1348" y="1561"/>
                    <a:pt x="1368" y="1513"/>
                    <a:pt x="1372" y="1449"/>
                  </a:cubicBezTo>
                  <a:cubicBezTo>
                    <a:pt x="1417" y="968"/>
                    <a:pt x="898" y="215"/>
                    <a:pt x="511" y="62"/>
                  </a:cubicBezTo>
                  <a:cubicBezTo>
                    <a:pt x="437" y="33"/>
                    <a:pt x="332" y="0"/>
                    <a:pt x="237"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3680;p51">
              <a:extLst>
                <a:ext uri="{FF2B5EF4-FFF2-40B4-BE49-F238E27FC236}">
                  <a16:creationId xmlns:a16="http://schemas.microsoft.com/office/drawing/2014/main" id="{1CDB5C2D-28E0-E756-89AB-B27D697F6ED6}"/>
                </a:ext>
              </a:extLst>
            </p:cNvPr>
            <p:cNvSpPr/>
            <p:nvPr/>
          </p:nvSpPr>
          <p:spPr>
            <a:xfrm>
              <a:off x="2058049" y="1253791"/>
              <a:ext cx="720060" cy="615680"/>
            </a:xfrm>
            <a:custGeom>
              <a:avLst/>
              <a:gdLst/>
              <a:ahLst/>
              <a:cxnLst/>
              <a:rect l="l" t="t" r="r" b="b"/>
              <a:pathLst>
                <a:path w="8176" h="6991" extrusionOk="0">
                  <a:moveTo>
                    <a:pt x="4134" y="0"/>
                  </a:moveTo>
                  <a:cubicBezTo>
                    <a:pt x="4080" y="0"/>
                    <a:pt x="4037" y="39"/>
                    <a:pt x="4037" y="93"/>
                  </a:cubicBezTo>
                  <a:cubicBezTo>
                    <a:pt x="4032" y="245"/>
                    <a:pt x="4041" y="402"/>
                    <a:pt x="4056" y="568"/>
                  </a:cubicBezTo>
                  <a:cubicBezTo>
                    <a:pt x="3855" y="936"/>
                    <a:pt x="3659" y="1313"/>
                    <a:pt x="3469" y="1675"/>
                  </a:cubicBezTo>
                  <a:cubicBezTo>
                    <a:pt x="2552" y="3439"/>
                    <a:pt x="1690" y="5104"/>
                    <a:pt x="44" y="6378"/>
                  </a:cubicBezTo>
                  <a:cubicBezTo>
                    <a:pt x="15" y="6398"/>
                    <a:pt x="1" y="6432"/>
                    <a:pt x="5" y="6466"/>
                  </a:cubicBezTo>
                  <a:cubicBezTo>
                    <a:pt x="10" y="6481"/>
                    <a:pt x="15" y="6495"/>
                    <a:pt x="24" y="6510"/>
                  </a:cubicBezTo>
                  <a:cubicBezTo>
                    <a:pt x="39" y="6525"/>
                    <a:pt x="54" y="6534"/>
                    <a:pt x="74" y="6540"/>
                  </a:cubicBezTo>
                  <a:cubicBezTo>
                    <a:pt x="83" y="6545"/>
                    <a:pt x="89" y="6545"/>
                    <a:pt x="98" y="6545"/>
                  </a:cubicBezTo>
                  <a:cubicBezTo>
                    <a:pt x="118" y="6545"/>
                    <a:pt x="142" y="6540"/>
                    <a:pt x="157" y="6525"/>
                  </a:cubicBezTo>
                  <a:cubicBezTo>
                    <a:pt x="1837" y="5227"/>
                    <a:pt x="2709" y="3547"/>
                    <a:pt x="3634" y="1763"/>
                  </a:cubicBezTo>
                  <a:cubicBezTo>
                    <a:pt x="3786" y="1474"/>
                    <a:pt x="3944" y="1176"/>
                    <a:pt x="4100" y="882"/>
                  </a:cubicBezTo>
                  <a:cubicBezTo>
                    <a:pt x="4350" y="2331"/>
                    <a:pt x="5237" y="4081"/>
                    <a:pt x="5879" y="4962"/>
                  </a:cubicBezTo>
                  <a:cubicBezTo>
                    <a:pt x="6515" y="5844"/>
                    <a:pt x="7157" y="6475"/>
                    <a:pt x="7936" y="6990"/>
                  </a:cubicBezTo>
                  <a:cubicBezTo>
                    <a:pt x="7959" y="6956"/>
                    <a:pt x="7999" y="6936"/>
                    <a:pt x="8043" y="6927"/>
                  </a:cubicBezTo>
                  <a:cubicBezTo>
                    <a:pt x="8065" y="6924"/>
                    <a:pt x="8088" y="6923"/>
                    <a:pt x="8111" y="6923"/>
                  </a:cubicBezTo>
                  <a:cubicBezTo>
                    <a:pt x="8134" y="6923"/>
                    <a:pt x="8156" y="6924"/>
                    <a:pt x="8176" y="6927"/>
                  </a:cubicBezTo>
                  <a:cubicBezTo>
                    <a:pt x="8151" y="6911"/>
                    <a:pt x="8126" y="6897"/>
                    <a:pt x="8102" y="6877"/>
                  </a:cubicBezTo>
                  <a:cubicBezTo>
                    <a:pt x="7319" y="6368"/>
                    <a:pt x="6672" y="5736"/>
                    <a:pt x="6030" y="4854"/>
                  </a:cubicBezTo>
                  <a:cubicBezTo>
                    <a:pt x="5339" y="3899"/>
                    <a:pt x="4423" y="2014"/>
                    <a:pt x="4252" y="603"/>
                  </a:cubicBezTo>
                  <a:cubicBezTo>
                    <a:pt x="4256" y="593"/>
                    <a:pt x="4262" y="583"/>
                    <a:pt x="4267" y="574"/>
                  </a:cubicBezTo>
                  <a:cubicBezTo>
                    <a:pt x="4292" y="534"/>
                    <a:pt x="4276" y="480"/>
                    <a:pt x="4238" y="450"/>
                  </a:cubicBezTo>
                  <a:cubicBezTo>
                    <a:pt x="4227" y="328"/>
                    <a:pt x="4222" y="210"/>
                    <a:pt x="4222" y="98"/>
                  </a:cubicBezTo>
                  <a:cubicBezTo>
                    <a:pt x="4227" y="45"/>
                    <a:pt x="4183" y="0"/>
                    <a:pt x="4134"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3681;p51">
              <a:extLst>
                <a:ext uri="{FF2B5EF4-FFF2-40B4-BE49-F238E27FC236}">
                  <a16:creationId xmlns:a16="http://schemas.microsoft.com/office/drawing/2014/main" id="{4A2AF62D-ED55-FACE-6FED-E97BDD2E10CF}"/>
                </a:ext>
              </a:extLst>
            </p:cNvPr>
            <p:cNvSpPr/>
            <p:nvPr/>
          </p:nvSpPr>
          <p:spPr>
            <a:xfrm>
              <a:off x="1799211" y="664091"/>
              <a:ext cx="1219681" cy="1705691"/>
            </a:xfrm>
            <a:custGeom>
              <a:avLst/>
              <a:gdLst/>
              <a:ahLst/>
              <a:cxnLst/>
              <a:rect l="l" t="t" r="r" b="b"/>
              <a:pathLst>
                <a:path w="13849" h="19368" extrusionOk="0">
                  <a:moveTo>
                    <a:pt x="6996" y="191"/>
                  </a:moveTo>
                  <a:cubicBezTo>
                    <a:pt x="7293" y="191"/>
                    <a:pt x="7606" y="269"/>
                    <a:pt x="7930" y="427"/>
                  </a:cubicBezTo>
                  <a:cubicBezTo>
                    <a:pt x="8371" y="642"/>
                    <a:pt x="8651" y="999"/>
                    <a:pt x="8759" y="1489"/>
                  </a:cubicBezTo>
                  <a:cubicBezTo>
                    <a:pt x="8940" y="2337"/>
                    <a:pt x="8577" y="3420"/>
                    <a:pt x="8088" y="4159"/>
                  </a:cubicBezTo>
                  <a:cubicBezTo>
                    <a:pt x="7804" y="3993"/>
                    <a:pt x="7414" y="3927"/>
                    <a:pt x="7018" y="3927"/>
                  </a:cubicBezTo>
                  <a:cubicBezTo>
                    <a:pt x="6561" y="3927"/>
                    <a:pt x="6095" y="4016"/>
                    <a:pt x="5775" y="4139"/>
                  </a:cubicBezTo>
                  <a:cubicBezTo>
                    <a:pt x="5403" y="3802"/>
                    <a:pt x="5173" y="3316"/>
                    <a:pt x="5129" y="2744"/>
                  </a:cubicBezTo>
                  <a:cubicBezTo>
                    <a:pt x="5056" y="1842"/>
                    <a:pt x="5457" y="906"/>
                    <a:pt x="6099" y="470"/>
                  </a:cubicBezTo>
                  <a:cubicBezTo>
                    <a:pt x="6372" y="284"/>
                    <a:pt x="6674" y="191"/>
                    <a:pt x="6996" y="191"/>
                  </a:cubicBezTo>
                  <a:close/>
                  <a:moveTo>
                    <a:pt x="7018" y="4115"/>
                  </a:moveTo>
                  <a:cubicBezTo>
                    <a:pt x="7379" y="4115"/>
                    <a:pt x="7729" y="4172"/>
                    <a:pt x="7979" y="4311"/>
                  </a:cubicBezTo>
                  <a:cubicBezTo>
                    <a:pt x="7945" y="4360"/>
                    <a:pt x="7911" y="4408"/>
                    <a:pt x="7871" y="4453"/>
                  </a:cubicBezTo>
                  <a:cubicBezTo>
                    <a:pt x="7853" y="4478"/>
                    <a:pt x="7828" y="4507"/>
                    <a:pt x="7803" y="4536"/>
                  </a:cubicBezTo>
                  <a:cubicBezTo>
                    <a:pt x="7798" y="4546"/>
                    <a:pt x="7798" y="4551"/>
                    <a:pt x="7794" y="4555"/>
                  </a:cubicBezTo>
                  <a:cubicBezTo>
                    <a:pt x="7783" y="4560"/>
                    <a:pt x="7778" y="4566"/>
                    <a:pt x="7769" y="4571"/>
                  </a:cubicBezTo>
                  <a:cubicBezTo>
                    <a:pt x="7302" y="4467"/>
                    <a:pt x="6804" y="4405"/>
                    <a:pt x="6366" y="4405"/>
                  </a:cubicBezTo>
                  <a:cubicBezTo>
                    <a:pt x="6308" y="4405"/>
                    <a:pt x="6252" y="4406"/>
                    <a:pt x="6196" y="4408"/>
                  </a:cubicBezTo>
                  <a:cubicBezTo>
                    <a:pt x="6187" y="4413"/>
                    <a:pt x="6182" y="4413"/>
                    <a:pt x="6177" y="4413"/>
                  </a:cubicBezTo>
                  <a:cubicBezTo>
                    <a:pt x="6099" y="4374"/>
                    <a:pt x="6020" y="4325"/>
                    <a:pt x="5947" y="4277"/>
                  </a:cubicBezTo>
                  <a:cubicBezTo>
                    <a:pt x="6246" y="4178"/>
                    <a:pt x="6638" y="4115"/>
                    <a:pt x="7018" y="4115"/>
                  </a:cubicBezTo>
                  <a:close/>
                  <a:moveTo>
                    <a:pt x="6996" y="0"/>
                  </a:moveTo>
                  <a:cubicBezTo>
                    <a:pt x="6571" y="0"/>
                    <a:pt x="6236" y="148"/>
                    <a:pt x="5996" y="314"/>
                  </a:cubicBezTo>
                  <a:cubicBezTo>
                    <a:pt x="5285" y="793"/>
                    <a:pt x="4864" y="1779"/>
                    <a:pt x="4943" y="2758"/>
                  </a:cubicBezTo>
                  <a:cubicBezTo>
                    <a:pt x="4991" y="3404"/>
                    <a:pt x="5266" y="3958"/>
                    <a:pt x="5707" y="4325"/>
                  </a:cubicBezTo>
                  <a:cubicBezTo>
                    <a:pt x="5641" y="4319"/>
                    <a:pt x="5575" y="4316"/>
                    <a:pt x="5509" y="4316"/>
                  </a:cubicBezTo>
                  <a:cubicBezTo>
                    <a:pt x="5099" y="4316"/>
                    <a:pt x="4685" y="4432"/>
                    <a:pt x="4272" y="4668"/>
                  </a:cubicBezTo>
                  <a:cubicBezTo>
                    <a:pt x="3013" y="5383"/>
                    <a:pt x="2004" y="7064"/>
                    <a:pt x="1758" y="8274"/>
                  </a:cubicBezTo>
                  <a:cubicBezTo>
                    <a:pt x="1313" y="10507"/>
                    <a:pt x="921" y="12789"/>
                    <a:pt x="549" y="14993"/>
                  </a:cubicBezTo>
                  <a:lnTo>
                    <a:pt x="480" y="15375"/>
                  </a:lnTo>
                  <a:cubicBezTo>
                    <a:pt x="446" y="15596"/>
                    <a:pt x="397" y="15827"/>
                    <a:pt x="353" y="16047"/>
                  </a:cubicBezTo>
                  <a:cubicBezTo>
                    <a:pt x="182" y="16924"/>
                    <a:pt x="1" y="17825"/>
                    <a:pt x="211" y="18667"/>
                  </a:cubicBezTo>
                  <a:cubicBezTo>
                    <a:pt x="211" y="18673"/>
                    <a:pt x="206" y="18678"/>
                    <a:pt x="206" y="18687"/>
                  </a:cubicBezTo>
                  <a:cubicBezTo>
                    <a:pt x="196" y="18726"/>
                    <a:pt x="216" y="18761"/>
                    <a:pt x="245" y="18785"/>
                  </a:cubicBezTo>
                  <a:cubicBezTo>
                    <a:pt x="265" y="18809"/>
                    <a:pt x="295" y="18825"/>
                    <a:pt x="324" y="18825"/>
                  </a:cubicBezTo>
                  <a:cubicBezTo>
                    <a:pt x="333" y="18825"/>
                    <a:pt x="338" y="18825"/>
                    <a:pt x="348" y="18820"/>
                  </a:cubicBezTo>
                  <a:cubicBezTo>
                    <a:pt x="353" y="18820"/>
                    <a:pt x="358" y="18814"/>
                    <a:pt x="363" y="18814"/>
                  </a:cubicBezTo>
                  <a:cubicBezTo>
                    <a:pt x="583" y="18863"/>
                    <a:pt x="813" y="18927"/>
                    <a:pt x="1053" y="19001"/>
                  </a:cubicBezTo>
                  <a:cubicBezTo>
                    <a:pt x="1475" y="19128"/>
                    <a:pt x="1911" y="19255"/>
                    <a:pt x="2361" y="19295"/>
                  </a:cubicBezTo>
                  <a:cubicBezTo>
                    <a:pt x="2852" y="19334"/>
                    <a:pt x="3331" y="19368"/>
                    <a:pt x="3831" y="19368"/>
                  </a:cubicBezTo>
                  <a:cubicBezTo>
                    <a:pt x="3885" y="19368"/>
                    <a:pt x="3928" y="19329"/>
                    <a:pt x="3928" y="19275"/>
                  </a:cubicBezTo>
                  <a:cubicBezTo>
                    <a:pt x="3928" y="19221"/>
                    <a:pt x="3885" y="19182"/>
                    <a:pt x="3831" y="19182"/>
                  </a:cubicBezTo>
                  <a:lnTo>
                    <a:pt x="3723" y="19182"/>
                  </a:lnTo>
                  <a:cubicBezTo>
                    <a:pt x="3684" y="19182"/>
                    <a:pt x="3645" y="19182"/>
                    <a:pt x="3610" y="19177"/>
                  </a:cubicBezTo>
                  <a:cubicBezTo>
                    <a:pt x="3194" y="19173"/>
                    <a:pt x="2787" y="19137"/>
                    <a:pt x="2375" y="19103"/>
                  </a:cubicBezTo>
                  <a:cubicBezTo>
                    <a:pt x="1945" y="19069"/>
                    <a:pt x="1518" y="18942"/>
                    <a:pt x="1107" y="18820"/>
                  </a:cubicBezTo>
                  <a:cubicBezTo>
                    <a:pt x="858" y="18746"/>
                    <a:pt x="627" y="18678"/>
                    <a:pt x="397" y="18628"/>
                  </a:cubicBezTo>
                  <a:cubicBezTo>
                    <a:pt x="191" y="17825"/>
                    <a:pt x="368" y="16939"/>
                    <a:pt x="539" y="16081"/>
                  </a:cubicBezTo>
                  <a:cubicBezTo>
                    <a:pt x="583" y="15861"/>
                    <a:pt x="632" y="15631"/>
                    <a:pt x="666" y="15405"/>
                  </a:cubicBezTo>
                  <a:lnTo>
                    <a:pt x="730" y="15029"/>
                  </a:lnTo>
                  <a:cubicBezTo>
                    <a:pt x="1107" y="12824"/>
                    <a:pt x="1494" y="10541"/>
                    <a:pt x="1945" y="8312"/>
                  </a:cubicBezTo>
                  <a:cubicBezTo>
                    <a:pt x="2180" y="7142"/>
                    <a:pt x="3150" y="5516"/>
                    <a:pt x="4360" y="4830"/>
                  </a:cubicBezTo>
                  <a:cubicBezTo>
                    <a:pt x="4747" y="4612"/>
                    <a:pt x="5130" y="4504"/>
                    <a:pt x="5506" y="4504"/>
                  </a:cubicBezTo>
                  <a:cubicBezTo>
                    <a:pt x="5729" y="4504"/>
                    <a:pt x="5950" y="4542"/>
                    <a:pt x="6167" y="4619"/>
                  </a:cubicBezTo>
                  <a:cubicBezTo>
                    <a:pt x="6173" y="4625"/>
                    <a:pt x="6177" y="4625"/>
                    <a:pt x="6182" y="4625"/>
                  </a:cubicBezTo>
                  <a:lnTo>
                    <a:pt x="6216" y="4625"/>
                  </a:lnTo>
                  <a:cubicBezTo>
                    <a:pt x="6221" y="4619"/>
                    <a:pt x="6231" y="4619"/>
                    <a:pt x="6236" y="4619"/>
                  </a:cubicBezTo>
                  <a:cubicBezTo>
                    <a:pt x="6241" y="4614"/>
                    <a:pt x="6245" y="4614"/>
                    <a:pt x="6250" y="4609"/>
                  </a:cubicBezTo>
                  <a:cubicBezTo>
                    <a:pt x="6255" y="4605"/>
                    <a:pt x="6261" y="4605"/>
                    <a:pt x="6265" y="4600"/>
                  </a:cubicBezTo>
                  <a:cubicBezTo>
                    <a:pt x="6314" y="4598"/>
                    <a:pt x="6364" y="4597"/>
                    <a:pt x="6414" y="4597"/>
                  </a:cubicBezTo>
                  <a:cubicBezTo>
                    <a:pt x="6814" y="4597"/>
                    <a:pt x="7259" y="4651"/>
                    <a:pt x="7686" y="4747"/>
                  </a:cubicBezTo>
                  <a:cubicBezTo>
                    <a:pt x="7690" y="4761"/>
                    <a:pt x="7701" y="4781"/>
                    <a:pt x="7715" y="4790"/>
                  </a:cubicBezTo>
                  <a:cubicBezTo>
                    <a:pt x="7730" y="4810"/>
                    <a:pt x="7754" y="4815"/>
                    <a:pt x="7778" y="4815"/>
                  </a:cubicBezTo>
                  <a:cubicBezTo>
                    <a:pt x="7803" y="4815"/>
                    <a:pt x="7828" y="4806"/>
                    <a:pt x="7848" y="4786"/>
                  </a:cubicBezTo>
                  <a:lnTo>
                    <a:pt x="7848" y="4781"/>
                  </a:lnTo>
                  <a:cubicBezTo>
                    <a:pt x="7853" y="4786"/>
                    <a:pt x="7857" y="4786"/>
                    <a:pt x="7862" y="4786"/>
                  </a:cubicBezTo>
                  <a:cubicBezTo>
                    <a:pt x="7871" y="4790"/>
                    <a:pt x="7877" y="4790"/>
                    <a:pt x="7887" y="4790"/>
                  </a:cubicBezTo>
                  <a:cubicBezTo>
                    <a:pt x="7921" y="4790"/>
                    <a:pt x="7955" y="4766"/>
                    <a:pt x="7970" y="4732"/>
                  </a:cubicBezTo>
                  <a:cubicBezTo>
                    <a:pt x="7998" y="4731"/>
                    <a:pt x="8025" y="4731"/>
                    <a:pt x="8053" y="4731"/>
                  </a:cubicBezTo>
                  <a:cubicBezTo>
                    <a:pt x="12704" y="4731"/>
                    <a:pt x="13305" y="12150"/>
                    <a:pt x="13593" y="15743"/>
                  </a:cubicBezTo>
                  <a:lnTo>
                    <a:pt x="13613" y="15969"/>
                  </a:lnTo>
                  <a:cubicBezTo>
                    <a:pt x="13632" y="16189"/>
                    <a:pt x="13661" y="16880"/>
                    <a:pt x="13638" y="17532"/>
                  </a:cubicBezTo>
                  <a:cubicBezTo>
                    <a:pt x="13608" y="18276"/>
                    <a:pt x="13525" y="18545"/>
                    <a:pt x="13471" y="18638"/>
                  </a:cubicBezTo>
                  <a:cubicBezTo>
                    <a:pt x="13451" y="18638"/>
                    <a:pt x="13432" y="18638"/>
                    <a:pt x="13412" y="18653"/>
                  </a:cubicBezTo>
                  <a:cubicBezTo>
                    <a:pt x="12929" y="18953"/>
                    <a:pt x="12065" y="19025"/>
                    <a:pt x="11200" y="19025"/>
                  </a:cubicBezTo>
                  <a:cubicBezTo>
                    <a:pt x="10767" y="19025"/>
                    <a:pt x="10334" y="19007"/>
                    <a:pt x="9949" y="18990"/>
                  </a:cubicBezTo>
                  <a:cubicBezTo>
                    <a:pt x="9743" y="18981"/>
                    <a:pt x="9547" y="18972"/>
                    <a:pt x="9365" y="18967"/>
                  </a:cubicBezTo>
                  <a:lnTo>
                    <a:pt x="9268" y="18967"/>
                  </a:lnTo>
                  <a:cubicBezTo>
                    <a:pt x="9239" y="18967"/>
                    <a:pt x="9219" y="18961"/>
                    <a:pt x="9194" y="18961"/>
                  </a:cubicBezTo>
                  <a:lnTo>
                    <a:pt x="9189" y="18961"/>
                  </a:lnTo>
                  <a:cubicBezTo>
                    <a:pt x="9141" y="18961"/>
                    <a:pt x="9096" y="19006"/>
                    <a:pt x="9096" y="19055"/>
                  </a:cubicBezTo>
                  <a:cubicBezTo>
                    <a:pt x="9096" y="19094"/>
                    <a:pt x="9121" y="19128"/>
                    <a:pt x="9150" y="19143"/>
                  </a:cubicBezTo>
                  <a:cubicBezTo>
                    <a:pt x="9164" y="19148"/>
                    <a:pt x="9175" y="19153"/>
                    <a:pt x="9189" y="19153"/>
                  </a:cubicBezTo>
                  <a:lnTo>
                    <a:pt x="9253" y="19153"/>
                  </a:lnTo>
                  <a:cubicBezTo>
                    <a:pt x="9454" y="19157"/>
                    <a:pt x="9689" y="19167"/>
                    <a:pt x="9939" y="19177"/>
                  </a:cubicBezTo>
                  <a:cubicBezTo>
                    <a:pt x="10331" y="19191"/>
                    <a:pt x="10767" y="19211"/>
                    <a:pt x="11208" y="19211"/>
                  </a:cubicBezTo>
                  <a:cubicBezTo>
                    <a:pt x="12035" y="19211"/>
                    <a:pt x="12873" y="19143"/>
                    <a:pt x="13402" y="18873"/>
                  </a:cubicBezTo>
                  <a:cubicBezTo>
                    <a:pt x="13412" y="18879"/>
                    <a:pt x="13421" y="18879"/>
                    <a:pt x="13437" y="18879"/>
                  </a:cubicBezTo>
                  <a:lnTo>
                    <a:pt x="13446" y="18879"/>
                  </a:lnTo>
                  <a:cubicBezTo>
                    <a:pt x="13608" y="18863"/>
                    <a:pt x="13779" y="18692"/>
                    <a:pt x="13823" y="17541"/>
                  </a:cubicBezTo>
                  <a:cubicBezTo>
                    <a:pt x="13848" y="16880"/>
                    <a:pt x="13819" y="16175"/>
                    <a:pt x="13799" y="15954"/>
                  </a:cubicBezTo>
                  <a:lnTo>
                    <a:pt x="13785" y="15728"/>
                  </a:lnTo>
                  <a:cubicBezTo>
                    <a:pt x="13485" y="12078"/>
                    <a:pt x="12879" y="4541"/>
                    <a:pt x="8053" y="4541"/>
                  </a:cubicBezTo>
                  <a:cubicBezTo>
                    <a:pt x="8048" y="4541"/>
                    <a:pt x="8043" y="4541"/>
                    <a:pt x="8038" y="4541"/>
                  </a:cubicBezTo>
                  <a:cubicBezTo>
                    <a:pt x="8072" y="4496"/>
                    <a:pt x="8112" y="4453"/>
                    <a:pt x="8146" y="4408"/>
                  </a:cubicBezTo>
                  <a:lnTo>
                    <a:pt x="8156" y="4408"/>
                  </a:lnTo>
                  <a:cubicBezTo>
                    <a:pt x="8185" y="4408"/>
                    <a:pt x="8215" y="4394"/>
                    <a:pt x="8230" y="4374"/>
                  </a:cubicBezTo>
                  <a:cubicBezTo>
                    <a:pt x="8253" y="4340"/>
                    <a:pt x="8259" y="4301"/>
                    <a:pt x="8239" y="4272"/>
                  </a:cubicBezTo>
                  <a:cubicBezTo>
                    <a:pt x="8748" y="3497"/>
                    <a:pt x="9135" y="2351"/>
                    <a:pt x="8940" y="1451"/>
                  </a:cubicBezTo>
                  <a:cubicBezTo>
                    <a:pt x="8822" y="902"/>
                    <a:pt x="8508" y="499"/>
                    <a:pt x="8009" y="255"/>
                  </a:cubicBezTo>
                  <a:cubicBezTo>
                    <a:pt x="7628" y="71"/>
                    <a:pt x="7291" y="0"/>
                    <a:pt x="6996"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3682;p51">
              <a:extLst>
                <a:ext uri="{FF2B5EF4-FFF2-40B4-BE49-F238E27FC236}">
                  <a16:creationId xmlns:a16="http://schemas.microsoft.com/office/drawing/2014/main" id="{4A2673EB-E497-BAB3-934E-E490F9905949}"/>
                </a:ext>
              </a:extLst>
            </p:cNvPr>
            <p:cNvSpPr/>
            <p:nvPr/>
          </p:nvSpPr>
          <p:spPr>
            <a:xfrm>
              <a:off x="2322875" y="1026489"/>
              <a:ext cx="179134" cy="40159"/>
            </a:xfrm>
            <a:custGeom>
              <a:avLst/>
              <a:gdLst/>
              <a:ahLst/>
              <a:cxnLst/>
              <a:rect l="l" t="t" r="r" b="b"/>
              <a:pathLst>
                <a:path w="2034" h="456" extrusionOk="0">
                  <a:moveTo>
                    <a:pt x="1072" y="0"/>
                  </a:moveTo>
                  <a:cubicBezTo>
                    <a:pt x="692" y="0"/>
                    <a:pt x="300" y="63"/>
                    <a:pt x="1" y="162"/>
                  </a:cubicBezTo>
                  <a:cubicBezTo>
                    <a:pt x="74" y="210"/>
                    <a:pt x="153" y="259"/>
                    <a:pt x="231" y="298"/>
                  </a:cubicBezTo>
                  <a:cubicBezTo>
                    <a:pt x="236" y="298"/>
                    <a:pt x="241" y="298"/>
                    <a:pt x="250" y="293"/>
                  </a:cubicBezTo>
                  <a:cubicBezTo>
                    <a:pt x="306" y="291"/>
                    <a:pt x="362" y="290"/>
                    <a:pt x="420" y="290"/>
                  </a:cubicBezTo>
                  <a:cubicBezTo>
                    <a:pt x="858" y="290"/>
                    <a:pt x="1356" y="352"/>
                    <a:pt x="1823" y="456"/>
                  </a:cubicBezTo>
                  <a:cubicBezTo>
                    <a:pt x="1832" y="451"/>
                    <a:pt x="1837" y="445"/>
                    <a:pt x="1848" y="440"/>
                  </a:cubicBezTo>
                  <a:cubicBezTo>
                    <a:pt x="1852" y="436"/>
                    <a:pt x="1852" y="431"/>
                    <a:pt x="1857" y="421"/>
                  </a:cubicBezTo>
                  <a:cubicBezTo>
                    <a:pt x="1882" y="392"/>
                    <a:pt x="1907" y="363"/>
                    <a:pt x="1925" y="338"/>
                  </a:cubicBezTo>
                  <a:cubicBezTo>
                    <a:pt x="1965" y="293"/>
                    <a:pt x="1999" y="245"/>
                    <a:pt x="2033" y="196"/>
                  </a:cubicBezTo>
                  <a:cubicBezTo>
                    <a:pt x="1783" y="57"/>
                    <a:pt x="1433" y="0"/>
                    <a:pt x="1072"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3683;p51">
              <a:extLst>
                <a:ext uri="{FF2B5EF4-FFF2-40B4-BE49-F238E27FC236}">
                  <a16:creationId xmlns:a16="http://schemas.microsoft.com/office/drawing/2014/main" id="{CC843B6D-89AF-001A-EEF3-EC1DECC8E973}"/>
                </a:ext>
              </a:extLst>
            </p:cNvPr>
            <p:cNvSpPr/>
            <p:nvPr/>
          </p:nvSpPr>
          <p:spPr>
            <a:xfrm>
              <a:off x="2244405" y="680824"/>
              <a:ext cx="342152" cy="349628"/>
            </a:xfrm>
            <a:custGeom>
              <a:avLst/>
              <a:gdLst/>
              <a:ahLst/>
              <a:cxnLst/>
              <a:rect l="l" t="t" r="r" b="b"/>
              <a:pathLst>
                <a:path w="3885" h="3970" extrusionOk="0">
                  <a:moveTo>
                    <a:pt x="1941" y="1"/>
                  </a:moveTo>
                  <a:cubicBezTo>
                    <a:pt x="1619" y="1"/>
                    <a:pt x="1317" y="94"/>
                    <a:pt x="1044" y="280"/>
                  </a:cubicBezTo>
                  <a:cubicBezTo>
                    <a:pt x="402" y="716"/>
                    <a:pt x="1" y="1652"/>
                    <a:pt x="74" y="2554"/>
                  </a:cubicBezTo>
                  <a:cubicBezTo>
                    <a:pt x="118" y="3126"/>
                    <a:pt x="348" y="3612"/>
                    <a:pt x="720" y="3949"/>
                  </a:cubicBezTo>
                  <a:cubicBezTo>
                    <a:pt x="1040" y="3826"/>
                    <a:pt x="1506" y="3737"/>
                    <a:pt x="1963" y="3737"/>
                  </a:cubicBezTo>
                  <a:cubicBezTo>
                    <a:pt x="2359" y="3737"/>
                    <a:pt x="2749" y="3803"/>
                    <a:pt x="3033" y="3969"/>
                  </a:cubicBezTo>
                  <a:cubicBezTo>
                    <a:pt x="3522" y="3230"/>
                    <a:pt x="3885" y="2147"/>
                    <a:pt x="3704" y="1299"/>
                  </a:cubicBezTo>
                  <a:cubicBezTo>
                    <a:pt x="3596" y="809"/>
                    <a:pt x="3316" y="452"/>
                    <a:pt x="2875" y="237"/>
                  </a:cubicBezTo>
                  <a:cubicBezTo>
                    <a:pt x="2551" y="79"/>
                    <a:pt x="2238" y="1"/>
                    <a:pt x="1941"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3684;p51">
              <a:extLst>
                <a:ext uri="{FF2B5EF4-FFF2-40B4-BE49-F238E27FC236}">
                  <a16:creationId xmlns:a16="http://schemas.microsoft.com/office/drawing/2014/main" id="{1AE08A87-E8A4-BDEC-976B-928B1B057DC9}"/>
                </a:ext>
              </a:extLst>
            </p:cNvPr>
            <p:cNvSpPr/>
            <p:nvPr/>
          </p:nvSpPr>
          <p:spPr>
            <a:xfrm>
              <a:off x="1816032" y="1060659"/>
              <a:ext cx="1186391" cy="1292391"/>
            </a:xfrm>
            <a:custGeom>
              <a:avLst/>
              <a:gdLst/>
              <a:ahLst/>
              <a:cxnLst/>
              <a:rect l="l" t="t" r="r" b="b"/>
              <a:pathLst>
                <a:path w="13471" h="14675" extrusionOk="0">
                  <a:moveTo>
                    <a:pt x="5315" y="1"/>
                  </a:moveTo>
                  <a:cubicBezTo>
                    <a:pt x="4939" y="1"/>
                    <a:pt x="4556" y="109"/>
                    <a:pt x="4169" y="327"/>
                  </a:cubicBezTo>
                  <a:cubicBezTo>
                    <a:pt x="2959" y="1013"/>
                    <a:pt x="1989" y="2639"/>
                    <a:pt x="1754" y="3809"/>
                  </a:cubicBezTo>
                  <a:cubicBezTo>
                    <a:pt x="1303" y="6038"/>
                    <a:pt x="916" y="8321"/>
                    <a:pt x="539" y="10526"/>
                  </a:cubicBezTo>
                  <a:lnTo>
                    <a:pt x="475" y="10902"/>
                  </a:lnTo>
                  <a:cubicBezTo>
                    <a:pt x="441" y="11128"/>
                    <a:pt x="392" y="11358"/>
                    <a:pt x="348" y="11578"/>
                  </a:cubicBezTo>
                  <a:cubicBezTo>
                    <a:pt x="177" y="12436"/>
                    <a:pt x="0" y="13322"/>
                    <a:pt x="206" y="14125"/>
                  </a:cubicBezTo>
                  <a:cubicBezTo>
                    <a:pt x="436" y="14175"/>
                    <a:pt x="667" y="14243"/>
                    <a:pt x="916" y="14317"/>
                  </a:cubicBezTo>
                  <a:cubicBezTo>
                    <a:pt x="1327" y="14439"/>
                    <a:pt x="1754" y="14566"/>
                    <a:pt x="2184" y="14600"/>
                  </a:cubicBezTo>
                  <a:cubicBezTo>
                    <a:pt x="2596" y="14634"/>
                    <a:pt x="3003" y="14670"/>
                    <a:pt x="3419" y="14674"/>
                  </a:cubicBezTo>
                  <a:cubicBezTo>
                    <a:pt x="3267" y="14439"/>
                    <a:pt x="3174" y="14175"/>
                    <a:pt x="3077" y="13910"/>
                  </a:cubicBezTo>
                  <a:cubicBezTo>
                    <a:pt x="2939" y="13538"/>
                    <a:pt x="2831" y="13155"/>
                    <a:pt x="2753" y="12764"/>
                  </a:cubicBezTo>
                  <a:cubicBezTo>
                    <a:pt x="2611" y="12034"/>
                    <a:pt x="2562" y="11290"/>
                    <a:pt x="2557" y="10549"/>
                  </a:cubicBezTo>
                  <a:cubicBezTo>
                    <a:pt x="2200" y="10486"/>
                    <a:pt x="1729" y="10501"/>
                    <a:pt x="1474" y="10192"/>
                  </a:cubicBezTo>
                  <a:cubicBezTo>
                    <a:pt x="1269" y="9932"/>
                    <a:pt x="1162" y="9590"/>
                    <a:pt x="1225" y="9262"/>
                  </a:cubicBezTo>
                  <a:cubicBezTo>
                    <a:pt x="1284" y="8923"/>
                    <a:pt x="1474" y="8600"/>
                    <a:pt x="1838" y="8532"/>
                  </a:cubicBezTo>
                  <a:cubicBezTo>
                    <a:pt x="1926" y="8514"/>
                    <a:pt x="2016" y="8505"/>
                    <a:pt x="2104" y="8505"/>
                  </a:cubicBezTo>
                  <a:cubicBezTo>
                    <a:pt x="2328" y="8505"/>
                    <a:pt x="2550" y="8560"/>
                    <a:pt x="2753" y="8659"/>
                  </a:cubicBezTo>
                  <a:cubicBezTo>
                    <a:pt x="2749" y="8625"/>
                    <a:pt x="2763" y="8591"/>
                    <a:pt x="2792" y="8571"/>
                  </a:cubicBezTo>
                  <a:cubicBezTo>
                    <a:pt x="4438" y="7297"/>
                    <a:pt x="5300" y="5632"/>
                    <a:pt x="6217" y="3868"/>
                  </a:cubicBezTo>
                  <a:cubicBezTo>
                    <a:pt x="6407" y="3506"/>
                    <a:pt x="6603" y="3129"/>
                    <a:pt x="6804" y="2761"/>
                  </a:cubicBezTo>
                  <a:cubicBezTo>
                    <a:pt x="6789" y="2595"/>
                    <a:pt x="6780" y="2438"/>
                    <a:pt x="6785" y="2286"/>
                  </a:cubicBezTo>
                  <a:cubicBezTo>
                    <a:pt x="6785" y="2232"/>
                    <a:pt x="6828" y="2193"/>
                    <a:pt x="6882" y="2193"/>
                  </a:cubicBezTo>
                  <a:cubicBezTo>
                    <a:pt x="6931" y="2193"/>
                    <a:pt x="6975" y="2238"/>
                    <a:pt x="6970" y="2291"/>
                  </a:cubicBezTo>
                  <a:cubicBezTo>
                    <a:pt x="6970" y="2403"/>
                    <a:pt x="6975" y="2521"/>
                    <a:pt x="6986" y="2643"/>
                  </a:cubicBezTo>
                  <a:cubicBezTo>
                    <a:pt x="7024" y="2673"/>
                    <a:pt x="7040" y="2727"/>
                    <a:pt x="7015" y="2767"/>
                  </a:cubicBezTo>
                  <a:cubicBezTo>
                    <a:pt x="7010" y="2776"/>
                    <a:pt x="7004" y="2786"/>
                    <a:pt x="7000" y="2796"/>
                  </a:cubicBezTo>
                  <a:cubicBezTo>
                    <a:pt x="7171" y="4207"/>
                    <a:pt x="8087" y="6092"/>
                    <a:pt x="8778" y="7047"/>
                  </a:cubicBezTo>
                  <a:cubicBezTo>
                    <a:pt x="9420" y="7929"/>
                    <a:pt x="10067" y="8561"/>
                    <a:pt x="10850" y="9070"/>
                  </a:cubicBezTo>
                  <a:cubicBezTo>
                    <a:pt x="10950" y="9035"/>
                    <a:pt x="11053" y="9014"/>
                    <a:pt x="11153" y="9014"/>
                  </a:cubicBezTo>
                  <a:cubicBezTo>
                    <a:pt x="11326" y="9014"/>
                    <a:pt x="11488" y="9077"/>
                    <a:pt x="11609" y="9233"/>
                  </a:cubicBezTo>
                  <a:cubicBezTo>
                    <a:pt x="11795" y="9472"/>
                    <a:pt x="11815" y="9810"/>
                    <a:pt x="11781" y="10099"/>
                  </a:cubicBezTo>
                  <a:cubicBezTo>
                    <a:pt x="11721" y="10618"/>
                    <a:pt x="11294" y="11249"/>
                    <a:pt x="10767" y="11249"/>
                  </a:cubicBezTo>
                  <a:cubicBezTo>
                    <a:pt x="10642" y="11249"/>
                    <a:pt x="10512" y="11213"/>
                    <a:pt x="10379" y="11132"/>
                  </a:cubicBezTo>
                  <a:cubicBezTo>
                    <a:pt x="10296" y="11485"/>
                    <a:pt x="10169" y="11819"/>
                    <a:pt x="10056" y="12161"/>
                  </a:cubicBezTo>
                  <a:cubicBezTo>
                    <a:pt x="9949" y="12489"/>
                    <a:pt x="9861" y="12823"/>
                    <a:pt x="9748" y="13146"/>
                  </a:cubicBezTo>
                  <a:cubicBezTo>
                    <a:pt x="9645" y="13454"/>
                    <a:pt x="9522" y="13763"/>
                    <a:pt x="9376" y="14057"/>
                  </a:cubicBezTo>
                  <a:cubicBezTo>
                    <a:pt x="9312" y="14184"/>
                    <a:pt x="9249" y="14331"/>
                    <a:pt x="9174" y="14464"/>
                  </a:cubicBezTo>
                  <a:cubicBezTo>
                    <a:pt x="9356" y="14469"/>
                    <a:pt x="9552" y="14478"/>
                    <a:pt x="9758" y="14487"/>
                  </a:cubicBezTo>
                  <a:cubicBezTo>
                    <a:pt x="10143" y="14504"/>
                    <a:pt x="10576" y="14522"/>
                    <a:pt x="11009" y="14522"/>
                  </a:cubicBezTo>
                  <a:cubicBezTo>
                    <a:pt x="11874" y="14522"/>
                    <a:pt x="12738" y="14450"/>
                    <a:pt x="13221" y="14150"/>
                  </a:cubicBezTo>
                  <a:cubicBezTo>
                    <a:pt x="13241" y="14135"/>
                    <a:pt x="13260" y="14135"/>
                    <a:pt x="13280" y="14135"/>
                  </a:cubicBezTo>
                  <a:cubicBezTo>
                    <a:pt x="13334" y="14042"/>
                    <a:pt x="13417" y="13773"/>
                    <a:pt x="13447" y="13029"/>
                  </a:cubicBezTo>
                  <a:cubicBezTo>
                    <a:pt x="13470" y="12377"/>
                    <a:pt x="13441" y="11686"/>
                    <a:pt x="13422" y="11466"/>
                  </a:cubicBezTo>
                  <a:lnTo>
                    <a:pt x="13402" y="11240"/>
                  </a:lnTo>
                  <a:cubicBezTo>
                    <a:pt x="13114" y="7647"/>
                    <a:pt x="12513" y="228"/>
                    <a:pt x="7862" y="228"/>
                  </a:cubicBezTo>
                  <a:cubicBezTo>
                    <a:pt x="7834" y="228"/>
                    <a:pt x="7807" y="228"/>
                    <a:pt x="7779" y="229"/>
                  </a:cubicBezTo>
                  <a:cubicBezTo>
                    <a:pt x="7764" y="263"/>
                    <a:pt x="7730" y="287"/>
                    <a:pt x="7696" y="287"/>
                  </a:cubicBezTo>
                  <a:cubicBezTo>
                    <a:pt x="7686" y="287"/>
                    <a:pt x="7680" y="287"/>
                    <a:pt x="7671" y="283"/>
                  </a:cubicBezTo>
                  <a:cubicBezTo>
                    <a:pt x="7666" y="283"/>
                    <a:pt x="7662" y="283"/>
                    <a:pt x="7657" y="278"/>
                  </a:cubicBezTo>
                  <a:lnTo>
                    <a:pt x="7657" y="283"/>
                  </a:lnTo>
                  <a:cubicBezTo>
                    <a:pt x="7637" y="303"/>
                    <a:pt x="7612" y="312"/>
                    <a:pt x="7587" y="312"/>
                  </a:cubicBezTo>
                  <a:cubicBezTo>
                    <a:pt x="7563" y="312"/>
                    <a:pt x="7539" y="307"/>
                    <a:pt x="7524" y="287"/>
                  </a:cubicBezTo>
                  <a:cubicBezTo>
                    <a:pt x="7510" y="278"/>
                    <a:pt x="7499" y="258"/>
                    <a:pt x="7495" y="244"/>
                  </a:cubicBezTo>
                  <a:cubicBezTo>
                    <a:pt x="7068" y="148"/>
                    <a:pt x="6623" y="94"/>
                    <a:pt x="6223" y="94"/>
                  </a:cubicBezTo>
                  <a:cubicBezTo>
                    <a:pt x="6173" y="94"/>
                    <a:pt x="6123" y="95"/>
                    <a:pt x="6074" y="97"/>
                  </a:cubicBezTo>
                  <a:cubicBezTo>
                    <a:pt x="6070" y="102"/>
                    <a:pt x="6064" y="102"/>
                    <a:pt x="6059" y="106"/>
                  </a:cubicBezTo>
                  <a:cubicBezTo>
                    <a:pt x="6054" y="111"/>
                    <a:pt x="6050" y="111"/>
                    <a:pt x="6045" y="116"/>
                  </a:cubicBezTo>
                  <a:cubicBezTo>
                    <a:pt x="6040" y="116"/>
                    <a:pt x="6030" y="116"/>
                    <a:pt x="6025" y="122"/>
                  </a:cubicBezTo>
                  <a:lnTo>
                    <a:pt x="5991" y="122"/>
                  </a:lnTo>
                  <a:cubicBezTo>
                    <a:pt x="5986" y="122"/>
                    <a:pt x="5982" y="122"/>
                    <a:pt x="5976" y="116"/>
                  </a:cubicBezTo>
                  <a:cubicBezTo>
                    <a:pt x="5759" y="39"/>
                    <a:pt x="5538" y="1"/>
                    <a:pt x="5315"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3685;p51">
              <a:extLst>
                <a:ext uri="{FF2B5EF4-FFF2-40B4-BE49-F238E27FC236}">
                  <a16:creationId xmlns:a16="http://schemas.microsoft.com/office/drawing/2014/main" id="{1BC023A6-CD35-32D7-D07A-9215FDEC7006}"/>
                </a:ext>
              </a:extLst>
            </p:cNvPr>
            <p:cNvSpPr/>
            <p:nvPr/>
          </p:nvSpPr>
          <p:spPr>
            <a:xfrm>
              <a:off x="2306054" y="733752"/>
              <a:ext cx="63498" cy="132277"/>
            </a:xfrm>
            <a:custGeom>
              <a:avLst/>
              <a:gdLst/>
              <a:ahLst/>
              <a:cxnLst/>
              <a:rect l="l" t="t" r="r" b="b"/>
              <a:pathLst>
                <a:path w="721" h="1502" extrusionOk="0">
                  <a:moveTo>
                    <a:pt x="615" y="1"/>
                  </a:moveTo>
                  <a:cubicBezTo>
                    <a:pt x="597" y="1"/>
                    <a:pt x="579" y="6"/>
                    <a:pt x="565" y="18"/>
                  </a:cubicBezTo>
                  <a:cubicBezTo>
                    <a:pt x="133" y="321"/>
                    <a:pt x="84" y="742"/>
                    <a:pt x="40" y="1149"/>
                  </a:cubicBezTo>
                  <a:cubicBezTo>
                    <a:pt x="30" y="1232"/>
                    <a:pt x="20" y="1311"/>
                    <a:pt x="6" y="1394"/>
                  </a:cubicBezTo>
                  <a:cubicBezTo>
                    <a:pt x="0" y="1447"/>
                    <a:pt x="36" y="1497"/>
                    <a:pt x="84" y="1501"/>
                  </a:cubicBezTo>
                  <a:lnTo>
                    <a:pt x="99" y="1501"/>
                  </a:lnTo>
                  <a:cubicBezTo>
                    <a:pt x="147" y="1501"/>
                    <a:pt x="187" y="1472"/>
                    <a:pt x="192" y="1424"/>
                  </a:cubicBezTo>
                  <a:cubicBezTo>
                    <a:pt x="206" y="1340"/>
                    <a:pt x="217" y="1252"/>
                    <a:pt x="226" y="1169"/>
                  </a:cubicBezTo>
                  <a:cubicBezTo>
                    <a:pt x="271" y="771"/>
                    <a:pt x="309" y="429"/>
                    <a:pt x="672" y="174"/>
                  </a:cubicBezTo>
                  <a:cubicBezTo>
                    <a:pt x="711" y="140"/>
                    <a:pt x="721" y="81"/>
                    <a:pt x="691" y="42"/>
                  </a:cubicBezTo>
                  <a:cubicBezTo>
                    <a:pt x="673" y="15"/>
                    <a:pt x="644" y="1"/>
                    <a:pt x="615"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3686;p51">
              <a:extLst>
                <a:ext uri="{FF2B5EF4-FFF2-40B4-BE49-F238E27FC236}">
                  <a16:creationId xmlns:a16="http://schemas.microsoft.com/office/drawing/2014/main" id="{D1E2CB55-8C5C-E3A6-2BE1-D2B60233A6F5}"/>
                </a:ext>
              </a:extLst>
            </p:cNvPr>
            <p:cNvSpPr/>
            <p:nvPr/>
          </p:nvSpPr>
          <p:spPr>
            <a:xfrm>
              <a:off x="2297423" y="909535"/>
              <a:ext cx="26773" cy="41480"/>
            </a:xfrm>
            <a:custGeom>
              <a:avLst/>
              <a:gdLst/>
              <a:ahLst/>
              <a:cxnLst/>
              <a:rect l="l" t="t" r="r" b="b"/>
              <a:pathLst>
                <a:path w="304" h="471" extrusionOk="0">
                  <a:moveTo>
                    <a:pt x="102" y="1"/>
                  </a:moveTo>
                  <a:cubicBezTo>
                    <a:pt x="93" y="1"/>
                    <a:pt x="84" y="2"/>
                    <a:pt x="75" y="5"/>
                  </a:cubicBezTo>
                  <a:cubicBezTo>
                    <a:pt x="25" y="20"/>
                    <a:pt x="1" y="74"/>
                    <a:pt x="16" y="122"/>
                  </a:cubicBezTo>
                  <a:cubicBezTo>
                    <a:pt x="45" y="215"/>
                    <a:pt x="79" y="314"/>
                    <a:pt x="109" y="407"/>
                  </a:cubicBezTo>
                  <a:cubicBezTo>
                    <a:pt x="123" y="446"/>
                    <a:pt x="157" y="470"/>
                    <a:pt x="197" y="470"/>
                  </a:cubicBezTo>
                  <a:cubicBezTo>
                    <a:pt x="206" y="470"/>
                    <a:pt x="216" y="466"/>
                    <a:pt x="231" y="466"/>
                  </a:cubicBezTo>
                  <a:cubicBezTo>
                    <a:pt x="280" y="446"/>
                    <a:pt x="304" y="392"/>
                    <a:pt x="285" y="343"/>
                  </a:cubicBezTo>
                  <a:cubicBezTo>
                    <a:pt x="256" y="255"/>
                    <a:pt x="222" y="157"/>
                    <a:pt x="192" y="64"/>
                  </a:cubicBezTo>
                  <a:cubicBezTo>
                    <a:pt x="180" y="25"/>
                    <a:pt x="142" y="1"/>
                    <a:pt x="102"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3687;p51">
              <a:extLst>
                <a:ext uri="{FF2B5EF4-FFF2-40B4-BE49-F238E27FC236}">
                  <a16:creationId xmlns:a16="http://schemas.microsoft.com/office/drawing/2014/main" id="{D652DBD9-8912-4CC9-FB9A-8BBD8C93FA85}"/>
                </a:ext>
              </a:extLst>
            </p:cNvPr>
            <p:cNvSpPr/>
            <p:nvPr/>
          </p:nvSpPr>
          <p:spPr>
            <a:xfrm>
              <a:off x="2395357" y="797777"/>
              <a:ext cx="25540" cy="117834"/>
            </a:xfrm>
            <a:custGeom>
              <a:avLst/>
              <a:gdLst/>
              <a:ahLst/>
              <a:cxnLst/>
              <a:rect l="l" t="t" r="r" b="b"/>
              <a:pathLst>
                <a:path w="290" h="1338" extrusionOk="0">
                  <a:moveTo>
                    <a:pt x="193" y="0"/>
                  </a:moveTo>
                  <a:cubicBezTo>
                    <a:pt x="146" y="0"/>
                    <a:pt x="102" y="33"/>
                    <a:pt x="94" y="79"/>
                  </a:cubicBezTo>
                  <a:cubicBezTo>
                    <a:pt x="30" y="500"/>
                    <a:pt x="1" y="882"/>
                    <a:pt x="1" y="1244"/>
                  </a:cubicBezTo>
                  <a:cubicBezTo>
                    <a:pt x="1" y="1299"/>
                    <a:pt x="44" y="1337"/>
                    <a:pt x="94" y="1337"/>
                  </a:cubicBezTo>
                  <a:cubicBezTo>
                    <a:pt x="148" y="1337"/>
                    <a:pt x="187" y="1299"/>
                    <a:pt x="187" y="1244"/>
                  </a:cubicBezTo>
                  <a:cubicBezTo>
                    <a:pt x="187" y="892"/>
                    <a:pt x="216" y="520"/>
                    <a:pt x="279" y="109"/>
                  </a:cubicBezTo>
                  <a:cubicBezTo>
                    <a:pt x="290" y="59"/>
                    <a:pt x="256" y="10"/>
                    <a:pt x="202" y="1"/>
                  </a:cubicBezTo>
                  <a:cubicBezTo>
                    <a:pt x="199" y="0"/>
                    <a:pt x="196" y="0"/>
                    <a:pt x="193"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3688;p51">
              <a:extLst>
                <a:ext uri="{FF2B5EF4-FFF2-40B4-BE49-F238E27FC236}">
                  <a16:creationId xmlns:a16="http://schemas.microsoft.com/office/drawing/2014/main" id="{C61B43BD-4088-E6B1-954E-A242AED55C36}"/>
                </a:ext>
              </a:extLst>
            </p:cNvPr>
            <p:cNvSpPr/>
            <p:nvPr/>
          </p:nvSpPr>
          <p:spPr>
            <a:xfrm>
              <a:off x="2079978" y="1116229"/>
              <a:ext cx="173938" cy="194101"/>
            </a:xfrm>
            <a:custGeom>
              <a:avLst/>
              <a:gdLst/>
              <a:ahLst/>
              <a:cxnLst/>
              <a:rect l="l" t="t" r="r" b="b"/>
              <a:pathLst>
                <a:path w="1975" h="2204" extrusionOk="0">
                  <a:moveTo>
                    <a:pt x="1870" y="1"/>
                  </a:moveTo>
                  <a:cubicBezTo>
                    <a:pt x="1861" y="1"/>
                    <a:pt x="1852" y="2"/>
                    <a:pt x="1843" y="4"/>
                  </a:cubicBezTo>
                  <a:cubicBezTo>
                    <a:pt x="991" y="230"/>
                    <a:pt x="300" y="1239"/>
                    <a:pt x="21" y="2082"/>
                  </a:cubicBezTo>
                  <a:cubicBezTo>
                    <a:pt x="1" y="2130"/>
                    <a:pt x="30" y="2184"/>
                    <a:pt x="80" y="2199"/>
                  </a:cubicBezTo>
                  <a:cubicBezTo>
                    <a:pt x="89" y="2204"/>
                    <a:pt x="98" y="2204"/>
                    <a:pt x="109" y="2204"/>
                  </a:cubicBezTo>
                  <a:cubicBezTo>
                    <a:pt x="148" y="2204"/>
                    <a:pt x="182" y="2179"/>
                    <a:pt x="197" y="2140"/>
                  </a:cubicBezTo>
                  <a:cubicBezTo>
                    <a:pt x="417" y="1479"/>
                    <a:pt x="1054" y="411"/>
                    <a:pt x="1891" y="185"/>
                  </a:cubicBezTo>
                  <a:cubicBezTo>
                    <a:pt x="1941" y="171"/>
                    <a:pt x="1975" y="117"/>
                    <a:pt x="1961" y="68"/>
                  </a:cubicBezTo>
                  <a:cubicBezTo>
                    <a:pt x="1948" y="28"/>
                    <a:pt x="1913" y="1"/>
                    <a:pt x="1870"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3689;p51">
              <a:extLst>
                <a:ext uri="{FF2B5EF4-FFF2-40B4-BE49-F238E27FC236}">
                  <a16:creationId xmlns:a16="http://schemas.microsoft.com/office/drawing/2014/main" id="{4DD40526-5C0A-6345-30C3-753DD2B7E603}"/>
                </a:ext>
              </a:extLst>
            </p:cNvPr>
            <p:cNvSpPr/>
            <p:nvPr/>
          </p:nvSpPr>
          <p:spPr>
            <a:xfrm>
              <a:off x="2047216" y="1349784"/>
              <a:ext cx="26509" cy="51608"/>
            </a:xfrm>
            <a:custGeom>
              <a:avLst/>
              <a:gdLst/>
              <a:ahLst/>
              <a:cxnLst/>
              <a:rect l="l" t="t" r="r" b="b"/>
              <a:pathLst>
                <a:path w="301" h="586" extrusionOk="0">
                  <a:moveTo>
                    <a:pt x="201" y="0"/>
                  </a:moveTo>
                  <a:cubicBezTo>
                    <a:pt x="156" y="0"/>
                    <a:pt x="117" y="29"/>
                    <a:pt x="108" y="76"/>
                  </a:cubicBezTo>
                  <a:cubicBezTo>
                    <a:pt x="79" y="203"/>
                    <a:pt x="50" y="341"/>
                    <a:pt x="16" y="468"/>
                  </a:cubicBezTo>
                  <a:cubicBezTo>
                    <a:pt x="0" y="522"/>
                    <a:pt x="30" y="571"/>
                    <a:pt x="84" y="585"/>
                  </a:cubicBezTo>
                  <a:lnTo>
                    <a:pt x="104" y="585"/>
                  </a:lnTo>
                  <a:cubicBezTo>
                    <a:pt x="147" y="585"/>
                    <a:pt x="187" y="556"/>
                    <a:pt x="197" y="517"/>
                  </a:cubicBezTo>
                  <a:cubicBezTo>
                    <a:pt x="231" y="384"/>
                    <a:pt x="260" y="242"/>
                    <a:pt x="289" y="115"/>
                  </a:cubicBezTo>
                  <a:cubicBezTo>
                    <a:pt x="300" y="61"/>
                    <a:pt x="271" y="13"/>
                    <a:pt x="221" y="2"/>
                  </a:cubicBezTo>
                  <a:cubicBezTo>
                    <a:pt x="215" y="1"/>
                    <a:pt x="208" y="0"/>
                    <a:pt x="201"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3690;p51">
              <a:extLst>
                <a:ext uri="{FF2B5EF4-FFF2-40B4-BE49-F238E27FC236}">
                  <a16:creationId xmlns:a16="http://schemas.microsoft.com/office/drawing/2014/main" id="{25F079BB-7E1F-4A2E-6D0D-5EEDDF7B5945}"/>
                </a:ext>
              </a:extLst>
            </p:cNvPr>
            <p:cNvSpPr/>
            <p:nvPr/>
          </p:nvSpPr>
          <p:spPr>
            <a:xfrm>
              <a:off x="1913086" y="2033628"/>
              <a:ext cx="28094" cy="149010"/>
            </a:xfrm>
            <a:custGeom>
              <a:avLst/>
              <a:gdLst/>
              <a:ahLst/>
              <a:cxnLst/>
              <a:rect l="l" t="t" r="r" b="b"/>
              <a:pathLst>
                <a:path w="319" h="1692" extrusionOk="0">
                  <a:moveTo>
                    <a:pt x="225" y="1"/>
                  </a:moveTo>
                  <a:cubicBezTo>
                    <a:pt x="177" y="1"/>
                    <a:pt x="128" y="41"/>
                    <a:pt x="128" y="89"/>
                  </a:cubicBezTo>
                  <a:cubicBezTo>
                    <a:pt x="118" y="231"/>
                    <a:pt x="98" y="378"/>
                    <a:pt x="83" y="525"/>
                  </a:cubicBezTo>
                  <a:cubicBezTo>
                    <a:pt x="44" y="888"/>
                    <a:pt x="1" y="1265"/>
                    <a:pt x="60" y="1613"/>
                  </a:cubicBezTo>
                  <a:cubicBezTo>
                    <a:pt x="64" y="1662"/>
                    <a:pt x="103" y="1691"/>
                    <a:pt x="148" y="1691"/>
                  </a:cubicBezTo>
                  <a:lnTo>
                    <a:pt x="167" y="1691"/>
                  </a:lnTo>
                  <a:cubicBezTo>
                    <a:pt x="216" y="1682"/>
                    <a:pt x="250" y="1637"/>
                    <a:pt x="241" y="1583"/>
                  </a:cubicBezTo>
                  <a:cubicBezTo>
                    <a:pt x="191" y="1260"/>
                    <a:pt x="230" y="898"/>
                    <a:pt x="270" y="545"/>
                  </a:cubicBezTo>
                  <a:cubicBezTo>
                    <a:pt x="289" y="398"/>
                    <a:pt x="304" y="247"/>
                    <a:pt x="314" y="104"/>
                  </a:cubicBezTo>
                  <a:cubicBezTo>
                    <a:pt x="318" y="50"/>
                    <a:pt x="279" y="7"/>
                    <a:pt x="225"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3691;p51">
              <a:extLst>
                <a:ext uri="{FF2B5EF4-FFF2-40B4-BE49-F238E27FC236}">
                  <a16:creationId xmlns:a16="http://schemas.microsoft.com/office/drawing/2014/main" id="{275AF263-61EA-783A-593C-32E2344B2A93}"/>
                </a:ext>
              </a:extLst>
            </p:cNvPr>
            <p:cNvSpPr/>
            <p:nvPr/>
          </p:nvSpPr>
          <p:spPr>
            <a:xfrm>
              <a:off x="1923918" y="2219979"/>
              <a:ext cx="22017" cy="41128"/>
            </a:xfrm>
            <a:custGeom>
              <a:avLst/>
              <a:gdLst/>
              <a:ahLst/>
              <a:cxnLst/>
              <a:rect l="l" t="t" r="r" b="b"/>
              <a:pathLst>
                <a:path w="250" h="467" extrusionOk="0">
                  <a:moveTo>
                    <a:pt x="98" y="0"/>
                  </a:moveTo>
                  <a:cubicBezTo>
                    <a:pt x="95" y="0"/>
                    <a:pt x="92" y="1"/>
                    <a:pt x="88" y="1"/>
                  </a:cubicBezTo>
                  <a:cubicBezTo>
                    <a:pt x="39" y="7"/>
                    <a:pt x="0" y="50"/>
                    <a:pt x="5" y="100"/>
                  </a:cubicBezTo>
                  <a:cubicBezTo>
                    <a:pt x="14" y="202"/>
                    <a:pt x="30" y="301"/>
                    <a:pt x="54" y="398"/>
                  </a:cubicBezTo>
                  <a:cubicBezTo>
                    <a:pt x="64" y="437"/>
                    <a:pt x="102" y="466"/>
                    <a:pt x="142" y="466"/>
                  </a:cubicBezTo>
                  <a:lnTo>
                    <a:pt x="166" y="466"/>
                  </a:lnTo>
                  <a:cubicBezTo>
                    <a:pt x="215" y="452"/>
                    <a:pt x="249" y="403"/>
                    <a:pt x="235" y="354"/>
                  </a:cubicBezTo>
                  <a:cubicBezTo>
                    <a:pt x="215" y="265"/>
                    <a:pt x="201" y="173"/>
                    <a:pt x="191" y="84"/>
                  </a:cubicBezTo>
                  <a:cubicBezTo>
                    <a:pt x="186" y="34"/>
                    <a:pt x="148" y="0"/>
                    <a:pt x="98"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89" name="Google Shape;3692;p51">
              <a:extLst>
                <a:ext uri="{FF2B5EF4-FFF2-40B4-BE49-F238E27FC236}">
                  <a16:creationId xmlns:a16="http://schemas.microsoft.com/office/drawing/2014/main" id="{9F56B8AC-E459-5557-CFD0-284E93074A77}"/>
                </a:ext>
              </a:extLst>
            </p:cNvPr>
            <p:cNvGrpSpPr/>
            <p:nvPr/>
          </p:nvGrpSpPr>
          <p:grpSpPr>
            <a:xfrm>
              <a:off x="-257078" y="2620874"/>
              <a:ext cx="1832404" cy="1388905"/>
              <a:chOff x="190084" y="2506991"/>
              <a:chExt cx="1686364" cy="1278212"/>
            </a:xfrm>
          </p:grpSpPr>
          <p:sp>
            <p:nvSpPr>
              <p:cNvPr id="1990" name="Google Shape;3693;p51">
                <a:extLst>
                  <a:ext uri="{FF2B5EF4-FFF2-40B4-BE49-F238E27FC236}">
                    <a16:creationId xmlns:a16="http://schemas.microsoft.com/office/drawing/2014/main" id="{3690E245-46C1-79AA-A150-933325937328}"/>
                  </a:ext>
                </a:extLst>
              </p:cNvPr>
              <p:cNvSpPr/>
              <p:nvPr/>
            </p:nvSpPr>
            <p:spPr>
              <a:xfrm>
                <a:off x="207786" y="2525838"/>
                <a:ext cx="1644531" cy="1234794"/>
              </a:xfrm>
              <a:custGeom>
                <a:avLst/>
                <a:gdLst/>
                <a:ahLst/>
                <a:cxnLst/>
                <a:rect l="l" t="t" r="r" b="b"/>
                <a:pathLst>
                  <a:path w="18673" h="14021" extrusionOk="0">
                    <a:moveTo>
                      <a:pt x="12837" y="3890"/>
                    </a:moveTo>
                    <a:cubicBezTo>
                      <a:pt x="12888" y="3890"/>
                      <a:pt x="12937" y="3932"/>
                      <a:pt x="12942" y="3988"/>
                    </a:cubicBezTo>
                    <a:cubicBezTo>
                      <a:pt x="12962" y="4194"/>
                      <a:pt x="12980" y="4404"/>
                      <a:pt x="12996" y="4616"/>
                    </a:cubicBezTo>
                    <a:cubicBezTo>
                      <a:pt x="12996" y="4675"/>
                      <a:pt x="12951" y="4728"/>
                      <a:pt x="12892" y="4728"/>
                    </a:cubicBezTo>
                    <a:lnTo>
                      <a:pt x="12878" y="4728"/>
                    </a:lnTo>
                    <a:cubicBezTo>
                      <a:pt x="12829" y="4728"/>
                      <a:pt x="12785" y="4684"/>
                      <a:pt x="12781" y="4630"/>
                    </a:cubicBezTo>
                    <a:cubicBezTo>
                      <a:pt x="12765" y="4420"/>
                      <a:pt x="12751" y="4214"/>
                      <a:pt x="12731" y="4008"/>
                    </a:cubicBezTo>
                    <a:cubicBezTo>
                      <a:pt x="12726" y="3949"/>
                      <a:pt x="12765" y="3895"/>
                      <a:pt x="12829" y="3891"/>
                    </a:cubicBezTo>
                    <a:cubicBezTo>
                      <a:pt x="12831" y="3890"/>
                      <a:pt x="12834" y="3890"/>
                      <a:pt x="12837" y="3890"/>
                    </a:cubicBezTo>
                    <a:close/>
                    <a:moveTo>
                      <a:pt x="12269" y="4413"/>
                    </a:moveTo>
                    <a:cubicBezTo>
                      <a:pt x="12275" y="4413"/>
                      <a:pt x="12280" y="4414"/>
                      <a:pt x="12286" y="4415"/>
                    </a:cubicBezTo>
                    <a:cubicBezTo>
                      <a:pt x="12344" y="4420"/>
                      <a:pt x="12388" y="4474"/>
                      <a:pt x="12378" y="4533"/>
                    </a:cubicBezTo>
                    <a:cubicBezTo>
                      <a:pt x="12374" y="4596"/>
                      <a:pt x="12388" y="4655"/>
                      <a:pt x="12428" y="4704"/>
                    </a:cubicBezTo>
                    <a:cubicBezTo>
                      <a:pt x="12467" y="4748"/>
                      <a:pt x="12462" y="4816"/>
                      <a:pt x="12417" y="4856"/>
                    </a:cubicBezTo>
                    <a:cubicBezTo>
                      <a:pt x="12398" y="4875"/>
                      <a:pt x="12369" y="4880"/>
                      <a:pt x="12344" y="4880"/>
                    </a:cubicBezTo>
                    <a:cubicBezTo>
                      <a:pt x="12315" y="4880"/>
                      <a:pt x="12286" y="4865"/>
                      <a:pt x="12270" y="4845"/>
                    </a:cubicBezTo>
                    <a:cubicBezTo>
                      <a:pt x="12187" y="4752"/>
                      <a:pt x="12148" y="4625"/>
                      <a:pt x="12168" y="4508"/>
                    </a:cubicBezTo>
                    <a:cubicBezTo>
                      <a:pt x="12172" y="4455"/>
                      <a:pt x="12220" y="4413"/>
                      <a:pt x="12269" y="4413"/>
                    </a:cubicBezTo>
                    <a:close/>
                    <a:moveTo>
                      <a:pt x="10541" y="5228"/>
                    </a:moveTo>
                    <a:cubicBezTo>
                      <a:pt x="10582" y="5228"/>
                      <a:pt x="10620" y="5252"/>
                      <a:pt x="10635" y="5292"/>
                    </a:cubicBezTo>
                    <a:cubicBezTo>
                      <a:pt x="10659" y="5345"/>
                      <a:pt x="10635" y="5410"/>
                      <a:pt x="10581" y="5433"/>
                    </a:cubicBezTo>
                    <a:cubicBezTo>
                      <a:pt x="10522" y="5458"/>
                      <a:pt x="10463" y="5492"/>
                      <a:pt x="10409" y="5532"/>
                    </a:cubicBezTo>
                    <a:cubicBezTo>
                      <a:pt x="10385" y="5546"/>
                      <a:pt x="10360" y="5551"/>
                      <a:pt x="10335" y="5551"/>
                    </a:cubicBezTo>
                    <a:cubicBezTo>
                      <a:pt x="10306" y="5546"/>
                      <a:pt x="10277" y="5536"/>
                      <a:pt x="10258" y="5507"/>
                    </a:cubicBezTo>
                    <a:cubicBezTo>
                      <a:pt x="10224" y="5458"/>
                      <a:pt x="10233" y="5390"/>
                      <a:pt x="10282" y="5355"/>
                    </a:cubicBezTo>
                    <a:cubicBezTo>
                      <a:pt x="10351" y="5311"/>
                      <a:pt x="10423" y="5267"/>
                      <a:pt x="10498" y="5238"/>
                    </a:cubicBezTo>
                    <a:cubicBezTo>
                      <a:pt x="10512" y="5231"/>
                      <a:pt x="10527" y="5228"/>
                      <a:pt x="10541" y="5228"/>
                    </a:cubicBezTo>
                    <a:close/>
                    <a:moveTo>
                      <a:pt x="9845" y="5396"/>
                    </a:moveTo>
                    <a:cubicBezTo>
                      <a:pt x="9880" y="5396"/>
                      <a:pt x="9913" y="5413"/>
                      <a:pt x="9934" y="5444"/>
                    </a:cubicBezTo>
                    <a:cubicBezTo>
                      <a:pt x="9964" y="5492"/>
                      <a:pt x="9953" y="5561"/>
                      <a:pt x="9905" y="5595"/>
                    </a:cubicBezTo>
                    <a:cubicBezTo>
                      <a:pt x="9763" y="5683"/>
                      <a:pt x="9606" y="5747"/>
                      <a:pt x="9444" y="5767"/>
                    </a:cubicBezTo>
                    <a:lnTo>
                      <a:pt x="9424" y="5767"/>
                    </a:lnTo>
                    <a:cubicBezTo>
                      <a:pt x="9371" y="5767"/>
                      <a:pt x="9331" y="5727"/>
                      <a:pt x="9322" y="5679"/>
                    </a:cubicBezTo>
                    <a:cubicBezTo>
                      <a:pt x="9317" y="5620"/>
                      <a:pt x="9356" y="5566"/>
                      <a:pt x="9415" y="5556"/>
                    </a:cubicBezTo>
                    <a:cubicBezTo>
                      <a:pt x="9542" y="5536"/>
                      <a:pt x="9675" y="5487"/>
                      <a:pt x="9783" y="5414"/>
                    </a:cubicBezTo>
                    <a:cubicBezTo>
                      <a:pt x="9802" y="5402"/>
                      <a:pt x="9824" y="5396"/>
                      <a:pt x="9845" y="5396"/>
                    </a:cubicBezTo>
                    <a:close/>
                    <a:moveTo>
                      <a:pt x="10762" y="6050"/>
                    </a:moveTo>
                    <a:cubicBezTo>
                      <a:pt x="10798" y="6050"/>
                      <a:pt x="10833" y="6067"/>
                      <a:pt x="10855" y="6100"/>
                    </a:cubicBezTo>
                    <a:cubicBezTo>
                      <a:pt x="10884" y="6149"/>
                      <a:pt x="10870" y="6217"/>
                      <a:pt x="10821" y="6247"/>
                    </a:cubicBezTo>
                    <a:cubicBezTo>
                      <a:pt x="10737" y="6301"/>
                      <a:pt x="10625" y="6379"/>
                      <a:pt x="10532" y="6443"/>
                    </a:cubicBezTo>
                    <a:cubicBezTo>
                      <a:pt x="10512" y="6457"/>
                      <a:pt x="10488" y="6462"/>
                      <a:pt x="10463" y="6462"/>
                    </a:cubicBezTo>
                    <a:cubicBezTo>
                      <a:pt x="10434" y="6457"/>
                      <a:pt x="10400" y="6443"/>
                      <a:pt x="10380" y="6418"/>
                    </a:cubicBezTo>
                    <a:cubicBezTo>
                      <a:pt x="10351" y="6369"/>
                      <a:pt x="10360" y="6301"/>
                      <a:pt x="10409" y="6267"/>
                    </a:cubicBezTo>
                    <a:cubicBezTo>
                      <a:pt x="10502" y="6197"/>
                      <a:pt x="10620" y="6124"/>
                      <a:pt x="10703" y="6065"/>
                    </a:cubicBezTo>
                    <a:cubicBezTo>
                      <a:pt x="10722" y="6055"/>
                      <a:pt x="10742" y="6050"/>
                      <a:pt x="10762" y="6050"/>
                    </a:cubicBezTo>
                    <a:close/>
                    <a:moveTo>
                      <a:pt x="13773" y="6100"/>
                    </a:moveTo>
                    <a:cubicBezTo>
                      <a:pt x="13788" y="6100"/>
                      <a:pt x="13803" y="6103"/>
                      <a:pt x="13819" y="6109"/>
                    </a:cubicBezTo>
                    <a:cubicBezTo>
                      <a:pt x="13873" y="6129"/>
                      <a:pt x="13897" y="6192"/>
                      <a:pt x="13873" y="6247"/>
                    </a:cubicBezTo>
                    <a:cubicBezTo>
                      <a:pt x="13853" y="6301"/>
                      <a:pt x="13769" y="6468"/>
                      <a:pt x="13726" y="6556"/>
                    </a:cubicBezTo>
                    <a:cubicBezTo>
                      <a:pt x="13707" y="6591"/>
                      <a:pt x="13669" y="6615"/>
                      <a:pt x="13632" y="6615"/>
                    </a:cubicBezTo>
                    <a:cubicBezTo>
                      <a:pt x="13629" y="6615"/>
                      <a:pt x="13626" y="6615"/>
                      <a:pt x="13622" y="6614"/>
                    </a:cubicBezTo>
                    <a:cubicBezTo>
                      <a:pt x="13608" y="6614"/>
                      <a:pt x="13593" y="6609"/>
                      <a:pt x="13583" y="6604"/>
                    </a:cubicBezTo>
                    <a:cubicBezTo>
                      <a:pt x="13529" y="6575"/>
                      <a:pt x="13509" y="6511"/>
                      <a:pt x="13534" y="6457"/>
                    </a:cubicBezTo>
                    <a:cubicBezTo>
                      <a:pt x="13579" y="6373"/>
                      <a:pt x="13656" y="6212"/>
                      <a:pt x="13676" y="6163"/>
                    </a:cubicBezTo>
                    <a:cubicBezTo>
                      <a:pt x="13695" y="6123"/>
                      <a:pt x="13731" y="6100"/>
                      <a:pt x="13773" y="6100"/>
                    </a:cubicBezTo>
                    <a:close/>
                    <a:moveTo>
                      <a:pt x="14265" y="6197"/>
                    </a:moveTo>
                    <a:cubicBezTo>
                      <a:pt x="14268" y="6197"/>
                      <a:pt x="14271" y="6197"/>
                      <a:pt x="14274" y="6197"/>
                    </a:cubicBezTo>
                    <a:cubicBezTo>
                      <a:pt x="14332" y="6203"/>
                      <a:pt x="14377" y="6251"/>
                      <a:pt x="14372" y="6305"/>
                    </a:cubicBezTo>
                    <a:cubicBezTo>
                      <a:pt x="14368" y="6364"/>
                      <a:pt x="14318" y="6536"/>
                      <a:pt x="14284" y="6619"/>
                    </a:cubicBezTo>
                    <a:cubicBezTo>
                      <a:pt x="14266" y="6659"/>
                      <a:pt x="14228" y="6683"/>
                      <a:pt x="14187" y="6683"/>
                    </a:cubicBezTo>
                    <a:cubicBezTo>
                      <a:pt x="14183" y="6683"/>
                      <a:pt x="14180" y="6683"/>
                      <a:pt x="14176" y="6683"/>
                    </a:cubicBezTo>
                    <a:cubicBezTo>
                      <a:pt x="14167" y="6683"/>
                      <a:pt x="14151" y="6678"/>
                      <a:pt x="14142" y="6673"/>
                    </a:cubicBezTo>
                    <a:cubicBezTo>
                      <a:pt x="14088" y="6653"/>
                      <a:pt x="14063" y="6590"/>
                      <a:pt x="14088" y="6536"/>
                    </a:cubicBezTo>
                    <a:cubicBezTo>
                      <a:pt x="14117" y="6462"/>
                      <a:pt x="14156" y="6325"/>
                      <a:pt x="14156" y="6296"/>
                    </a:cubicBezTo>
                    <a:cubicBezTo>
                      <a:pt x="14166" y="6240"/>
                      <a:pt x="14210" y="6197"/>
                      <a:pt x="14265" y="6197"/>
                    </a:cubicBezTo>
                    <a:close/>
                    <a:moveTo>
                      <a:pt x="7594" y="6487"/>
                    </a:moveTo>
                    <a:cubicBezTo>
                      <a:pt x="7625" y="6487"/>
                      <a:pt x="7657" y="6501"/>
                      <a:pt x="7676" y="6526"/>
                    </a:cubicBezTo>
                    <a:cubicBezTo>
                      <a:pt x="7715" y="6575"/>
                      <a:pt x="7706" y="6644"/>
                      <a:pt x="7661" y="6678"/>
                    </a:cubicBezTo>
                    <a:cubicBezTo>
                      <a:pt x="7490" y="6814"/>
                      <a:pt x="7289" y="6923"/>
                      <a:pt x="7084" y="7001"/>
                    </a:cubicBezTo>
                    <a:cubicBezTo>
                      <a:pt x="7068" y="7001"/>
                      <a:pt x="7054" y="7006"/>
                      <a:pt x="7039" y="7006"/>
                    </a:cubicBezTo>
                    <a:cubicBezTo>
                      <a:pt x="6995" y="7001"/>
                      <a:pt x="6961" y="6977"/>
                      <a:pt x="6946" y="6938"/>
                    </a:cubicBezTo>
                    <a:cubicBezTo>
                      <a:pt x="6926" y="6879"/>
                      <a:pt x="6951" y="6820"/>
                      <a:pt x="7010" y="6796"/>
                    </a:cubicBezTo>
                    <a:cubicBezTo>
                      <a:pt x="7191" y="6732"/>
                      <a:pt x="7373" y="6629"/>
                      <a:pt x="7529" y="6511"/>
                    </a:cubicBezTo>
                    <a:cubicBezTo>
                      <a:pt x="7548" y="6494"/>
                      <a:pt x="7571" y="6487"/>
                      <a:pt x="7594" y="6487"/>
                    </a:cubicBezTo>
                    <a:close/>
                    <a:moveTo>
                      <a:pt x="8476" y="6702"/>
                    </a:moveTo>
                    <a:cubicBezTo>
                      <a:pt x="8508" y="6702"/>
                      <a:pt x="8540" y="6716"/>
                      <a:pt x="8563" y="6741"/>
                    </a:cubicBezTo>
                    <a:cubicBezTo>
                      <a:pt x="8601" y="6785"/>
                      <a:pt x="8597" y="6854"/>
                      <a:pt x="8548" y="6893"/>
                    </a:cubicBezTo>
                    <a:cubicBezTo>
                      <a:pt x="8436" y="6991"/>
                      <a:pt x="8307" y="7079"/>
                      <a:pt x="8176" y="7158"/>
                    </a:cubicBezTo>
                    <a:cubicBezTo>
                      <a:pt x="8156" y="7167"/>
                      <a:pt x="8137" y="7173"/>
                      <a:pt x="8117" y="7173"/>
                    </a:cubicBezTo>
                    <a:cubicBezTo>
                      <a:pt x="8083" y="7167"/>
                      <a:pt x="8049" y="7153"/>
                      <a:pt x="8029" y="7119"/>
                    </a:cubicBezTo>
                    <a:cubicBezTo>
                      <a:pt x="7999" y="7069"/>
                      <a:pt x="8019" y="7001"/>
                      <a:pt x="8068" y="6972"/>
                    </a:cubicBezTo>
                    <a:cubicBezTo>
                      <a:pt x="8190" y="6898"/>
                      <a:pt x="8303" y="6820"/>
                      <a:pt x="8411" y="6726"/>
                    </a:cubicBezTo>
                    <a:cubicBezTo>
                      <a:pt x="8429" y="6710"/>
                      <a:pt x="8453" y="6702"/>
                      <a:pt x="8476" y="6702"/>
                    </a:cubicBezTo>
                    <a:close/>
                    <a:moveTo>
                      <a:pt x="10312" y="7200"/>
                    </a:moveTo>
                    <a:cubicBezTo>
                      <a:pt x="10337" y="7200"/>
                      <a:pt x="10362" y="7208"/>
                      <a:pt x="10385" y="7226"/>
                    </a:cubicBezTo>
                    <a:cubicBezTo>
                      <a:pt x="10429" y="7266"/>
                      <a:pt x="10429" y="7334"/>
                      <a:pt x="10389" y="7379"/>
                    </a:cubicBezTo>
                    <a:cubicBezTo>
                      <a:pt x="10301" y="7481"/>
                      <a:pt x="10188" y="7549"/>
                      <a:pt x="10077" y="7578"/>
                    </a:cubicBezTo>
                    <a:cubicBezTo>
                      <a:pt x="10066" y="7584"/>
                      <a:pt x="10057" y="7584"/>
                      <a:pt x="10041" y="7584"/>
                    </a:cubicBezTo>
                    <a:cubicBezTo>
                      <a:pt x="9998" y="7578"/>
                      <a:pt x="9959" y="7549"/>
                      <a:pt x="9949" y="7501"/>
                    </a:cubicBezTo>
                    <a:cubicBezTo>
                      <a:pt x="9934" y="7447"/>
                      <a:pt x="9969" y="7388"/>
                      <a:pt x="10027" y="7373"/>
                    </a:cubicBezTo>
                    <a:cubicBezTo>
                      <a:pt x="10095" y="7354"/>
                      <a:pt x="10170" y="7305"/>
                      <a:pt x="10233" y="7236"/>
                    </a:cubicBezTo>
                    <a:cubicBezTo>
                      <a:pt x="10254" y="7212"/>
                      <a:pt x="10283" y="7200"/>
                      <a:pt x="10312" y="7200"/>
                    </a:cubicBezTo>
                    <a:close/>
                    <a:moveTo>
                      <a:pt x="5722" y="7510"/>
                    </a:moveTo>
                    <a:cubicBezTo>
                      <a:pt x="5744" y="7510"/>
                      <a:pt x="5766" y="7517"/>
                      <a:pt x="5786" y="7530"/>
                    </a:cubicBezTo>
                    <a:cubicBezTo>
                      <a:pt x="5834" y="7564"/>
                      <a:pt x="5845" y="7633"/>
                      <a:pt x="5809" y="7677"/>
                    </a:cubicBezTo>
                    <a:cubicBezTo>
                      <a:pt x="5732" y="7784"/>
                      <a:pt x="5619" y="7868"/>
                      <a:pt x="5497" y="7917"/>
                    </a:cubicBezTo>
                    <a:cubicBezTo>
                      <a:pt x="5481" y="7922"/>
                      <a:pt x="5467" y="7922"/>
                      <a:pt x="5452" y="7922"/>
                    </a:cubicBezTo>
                    <a:cubicBezTo>
                      <a:pt x="5413" y="7922"/>
                      <a:pt x="5374" y="7892"/>
                      <a:pt x="5359" y="7854"/>
                    </a:cubicBezTo>
                    <a:cubicBezTo>
                      <a:pt x="5339" y="7799"/>
                      <a:pt x="5364" y="7736"/>
                      <a:pt x="5423" y="7716"/>
                    </a:cubicBezTo>
                    <a:cubicBezTo>
                      <a:pt x="5501" y="7682"/>
                      <a:pt x="5585" y="7623"/>
                      <a:pt x="5633" y="7555"/>
                    </a:cubicBezTo>
                    <a:cubicBezTo>
                      <a:pt x="5657" y="7525"/>
                      <a:pt x="5690" y="7510"/>
                      <a:pt x="5722" y="7510"/>
                    </a:cubicBezTo>
                    <a:close/>
                    <a:moveTo>
                      <a:pt x="7349" y="7805"/>
                    </a:moveTo>
                    <a:cubicBezTo>
                      <a:pt x="7384" y="7805"/>
                      <a:pt x="7418" y="7823"/>
                      <a:pt x="7436" y="7854"/>
                    </a:cubicBezTo>
                    <a:cubicBezTo>
                      <a:pt x="7470" y="7902"/>
                      <a:pt x="7455" y="7966"/>
                      <a:pt x="7412" y="8001"/>
                    </a:cubicBezTo>
                    <a:cubicBezTo>
                      <a:pt x="7249" y="8108"/>
                      <a:pt x="7079" y="8196"/>
                      <a:pt x="6903" y="8260"/>
                    </a:cubicBezTo>
                    <a:cubicBezTo>
                      <a:pt x="6892" y="8264"/>
                      <a:pt x="6882" y="8267"/>
                      <a:pt x="6871" y="8267"/>
                    </a:cubicBezTo>
                    <a:cubicBezTo>
                      <a:pt x="6867" y="8267"/>
                      <a:pt x="6862" y="8266"/>
                      <a:pt x="6858" y="8265"/>
                    </a:cubicBezTo>
                    <a:cubicBezTo>
                      <a:pt x="6819" y="8265"/>
                      <a:pt x="6779" y="8240"/>
                      <a:pt x="6765" y="8196"/>
                    </a:cubicBezTo>
                    <a:cubicBezTo>
                      <a:pt x="6745" y="8143"/>
                      <a:pt x="6774" y="8078"/>
                      <a:pt x="6829" y="8059"/>
                    </a:cubicBezTo>
                    <a:cubicBezTo>
                      <a:pt x="6985" y="8005"/>
                      <a:pt x="7147" y="7922"/>
                      <a:pt x="7289" y="7824"/>
                    </a:cubicBezTo>
                    <a:cubicBezTo>
                      <a:pt x="7307" y="7811"/>
                      <a:pt x="7328" y="7805"/>
                      <a:pt x="7349" y="7805"/>
                    </a:cubicBezTo>
                    <a:close/>
                    <a:moveTo>
                      <a:pt x="8430" y="8376"/>
                    </a:moveTo>
                    <a:cubicBezTo>
                      <a:pt x="8452" y="8376"/>
                      <a:pt x="8475" y="8383"/>
                      <a:pt x="8494" y="8397"/>
                    </a:cubicBezTo>
                    <a:cubicBezTo>
                      <a:pt x="8538" y="8431"/>
                      <a:pt x="8548" y="8500"/>
                      <a:pt x="8513" y="8548"/>
                    </a:cubicBezTo>
                    <a:cubicBezTo>
                      <a:pt x="8450" y="8637"/>
                      <a:pt x="8357" y="8691"/>
                      <a:pt x="8249" y="8701"/>
                    </a:cubicBezTo>
                    <a:lnTo>
                      <a:pt x="8230" y="8701"/>
                    </a:lnTo>
                    <a:cubicBezTo>
                      <a:pt x="8176" y="8701"/>
                      <a:pt x="8137" y="8661"/>
                      <a:pt x="8126" y="8607"/>
                    </a:cubicBezTo>
                    <a:cubicBezTo>
                      <a:pt x="8122" y="8548"/>
                      <a:pt x="8166" y="8495"/>
                      <a:pt x="8219" y="8490"/>
                    </a:cubicBezTo>
                    <a:cubicBezTo>
                      <a:pt x="8284" y="8480"/>
                      <a:pt x="8323" y="8446"/>
                      <a:pt x="8343" y="8421"/>
                    </a:cubicBezTo>
                    <a:cubicBezTo>
                      <a:pt x="8363" y="8392"/>
                      <a:pt x="8396" y="8376"/>
                      <a:pt x="8430" y="8376"/>
                    </a:cubicBezTo>
                    <a:close/>
                    <a:moveTo>
                      <a:pt x="4891" y="8291"/>
                    </a:moveTo>
                    <a:cubicBezTo>
                      <a:pt x="4914" y="8291"/>
                      <a:pt x="4938" y="8298"/>
                      <a:pt x="4957" y="8313"/>
                    </a:cubicBezTo>
                    <a:cubicBezTo>
                      <a:pt x="5006" y="8353"/>
                      <a:pt x="5011" y="8421"/>
                      <a:pt x="4972" y="8466"/>
                    </a:cubicBezTo>
                    <a:cubicBezTo>
                      <a:pt x="4869" y="8593"/>
                      <a:pt x="4732" y="8686"/>
                      <a:pt x="4595" y="8725"/>
                    </a:cubicBezTo>
                    <a:cubicBezTo>
                      <a:pt x="4588" y="8729"/>
                      <a:pt x="4578" y="8732"/>
                      <a:pt x="4568" y="8732"/>
                    </a:cubicBezTo>
                    <a:cubicBezTo>
                      <a:pt x="4564" y="8732"/>
                      <a:pt x="4560" y="8732"/>
                      <a:pt x="4556" y="8731"/>
                    </a:cubicBezTo>
                    <a:cubicBezTo>
                      <a:pt x="4516" y="8731"/>
                      <a:pt x="4477" y="8701"/>
                      <a:pt x="4463" y="8657"/>
                    </a:cubicBezTo>
                    <a:cubicBezTo>
                      <a:pt x="4448" y="8598"/>
                      <a:pt x="4477" y="8539"/>
                      <a:pt x="4536" y="8525"/>
                    </a:cubicBezTo>
                    <a:cubicBezTo>
                      <a:pt x="4629" y="8495"/>
                      <a:pt x="4732" y="8421"/>
                      <a:pt x="4810" y="8329"/>
                    </a:cubicBezTo>
                    <a:cubicBezTo>
                      <a:pt x="4830" y="8303"/>
                      <a:pt x="4860" y="8291"/>
                      <a:pt x="4891" y="8291"/>
                    </a:cubicBezTo>
                    <a:close/>
                    <a:moveTo>
                      <a:pt x="5386" y="9257"/>
                    </a:moveTo>
                    <a:cubicBezTo>
                      <a:pt x="5421" y="9257"/>
                      <a:pt x="5455" y="9272"/>
                      <a:pt x="5477" y="9303"/>
                    </a:cubicBezTo>
                    <a:cubicBezTo>
                      <a:pt x="5506" y="9352"/>
                      <a:pt x="5492" y="9421"/>
                      <a:pt x="5447" y="9455"/>
                    </a:cubicBezTo>
                    <a:cubicBezTo>
                      <a:pt x="5350" y="9514"/>
                      <a:pt x="5149" y="9636"/>
                      <a:pt x="5110" y="9656"/>
                    </a:cubicBezTo>
                    <a:cubicBezTo>
                      <a:pt x="5090" y="9665"/>
                      <a:pt x="5070" y="9665"/>
                      <a:pt x="5056" y="9665"/>
                    </a:cubicBezTo>
                    <a:cubicBezTo>
                      <a:pt x="5016" y="9665"/>
                      <a:pt x="4982" y="9642"/>
                      <a:pt x="4968" y="9606"/>
                    </a:cubicBezTo>
                    <a:cubicBezTo>
                      <a:pt x="4938" y="9553"/>
                      <a:pt x="4963" y="9489"/>
                      <a:pt x="5016" y="9465"/>
                    </a:cubicBezTo>
                    <a:cubicBezTo>
                      <a:pt x="5045" y="9450"/>
                      <a:pt x="5237" y="9332"/>
                      <a:pt x="5325" y="9274"/>
                    </a:cubicBezTo>
                    <a:cubicBezTo>
                      <a:pt x="5344" y="9263"/>
                      <a:pt x="5365" y="9257"/>
                      <a:pt x="5386" y="9257"/>
                    </a:cubicBezTo>
                    <a:close/>
                    <a:moveTo>
                      <a:pt x="6502" y="9769"/>
                    </a:moveTo>
                    <a:cubicBezTo>
                      <a:pt x="6519" y="9769"/>
                      <a:pt x="6537" y="9773"/>
                      <a:pt x="6555" y="9783"/>
                    </a:cubicBezTo>
                    <a:cubicBezTo>
                      <a:pt x="6603" y="9812"/>
                      <a:pt x="6623" y="9877"/>
                      <a:pt x="6593" y="9930"/>
                    </a:cubicBezTo>
                    <a:cubicBezTo>
                      <a:pt x="6535" y="10033"/>
                      <a:pt x="6446" y="10112"/>
                      <a:pt x="6338" y="10151"/>
                    </a:cubicBezTo>
                    <a:cubicBezTo>
                      <a:pt x="6324" y="10155"/>
                      <a:pt x="6309" y="10155"/>
                      <a:pt x="6295" y="10155"/>
                    </a:cubicBezTo>
                    <a:cubicBezTo>
                      <a:pt x="6256" y="10155"/>
                      <a:pt x="6216" y="10126"/>
                      <a:pt x="6202" y="10087"/>
                    </a:cubicBezTo>
                    <a:cubicBezTo>
                      <a:pt x="6182" y="10028"/>
                      <a:pt x="6211" y="9970"/>
                      <a:pt x="6265" y="9950"/>
                    </a:cubicBezTo>
                    <a:cubicBezTo>
                      <a:pt x="6324" y="9925"/>
                      <a:pt x="6374" y="9881"/>
                      <a:pt x="6408" y="9823"/>
                    </a:cubicBezTo>
                    <a:cubicBezTo>
                      <a:pt x="6428" y="9789"/>
                      <a:pt x="6464" y="9769"/>
                      <a:pt x="6502" y="9769"/>
                    </a:cubicBezTo>
                    <a:close/>
                    <a:moveTo>
                      <a:pt x="4935" y="10812"/>
                    </a:moveTo>
                    <a:cubicBezTo>
                      <a:pt x="4967" y="10812"/>
                      <a:pt x="4999" y="10826"/>
                      <a:pt x="5022" y="10851"/>
                    </a:cubicBezTo>
                    <a:cubicBezTo>
                      <a:pt x="5056" y="10895"/>
                      <a:pt x="5051" y="10964"/>
                      <a:pt x="5006" y="11003"/>
                    </a:cubicBezTo>
                    <a:cubicBezTo>
                      <a:pt x="4948" y="11052"/>
                      <a:pt x="4898" y="11111"/>
                      <a:pt x="4864" y="11175"/>
                    </a:cubicBezTo>
                    <a:cubicBezTo>
                      <a:pt x="4839" y="11213"/>
                      <a:pt x="4801" y="11233"/>
                      <a:pt x="4762" y="11233"/>
                    </a:cubicBezTo>
                    <a:cubicBezTo>
                      <a:pt x="4747" y="11233"/>
                      <a:pt x="4732" y="11229"/>
                      <a:pt x="4717" y="11218"/>
                    </a:cubicBezTo>
                    <a:cubicBezTo>
                      <a:pt x="4663" y="11189"/>
                      <a:pt x="4644" y="11125"/>
                      <a:pt x="4674" y="11076"/>
                    </a:cubicBezTo>
                    <a:cubicBezTo>
                      <a:pt x="4722" y="10988"/>
                      <a:pt x="4791" y="10905"/>
                      <a:pt x="4869" y="10836"/>
                    </a:cubicBezTo>
                    <a:cubicBezTo>
                      <a:pt x="4888" y="10819"/>
                      <a:pt x="4911" y="10812"/>
                      <a:pt x="4935" y="10812"/>
                    </a:cubicBezTo>
                    <a:close/>
                    <a:moveTo>
                      <a:pt x="15760" y="1"/>
                    </a:moveTo>
                    <a:cubicBezTo>
                      <a:pt x="14389" y="1"/>
                      <a:pt x="12845" y="1720"/>
                      <a:pt x="12139" y="2911"/>
                    </a:cubicBezTo>
                    <a:cubicBezTo>
                      <a:pt x="12134" y="2916"/>
                      <a:pt x="12128" y="2916"/>
                      <a:pt x="12128" y="2921"/>
                    </a:cubicBezTo>
                    <a:cubicBezTo>
                      <a:pt x="12123" y="2925"/>
                      <a:pt x="12119" y="2935"/>
                      <a:pt x="12114" y="2941"/>
                    </a:cubicBezTo>
                    <a:cubicBezTo>
                      <a:pt x="12105" y="2941"/>
                      <a:pt x="12099" y="2945"/>
                      <a:pt x="12094" y="2950"/>
                    </a:cubicBezTo>
                    <a:cubicBezTo>
                      <a:pt x="12089" y="2950"/>
                      <a:pt x="12085" y="2955"/>
                      <a:pt x="12075" y="2960"/>
                    </a:cubicBezTo>
                    <a:lnTo>
                      <a:pt x="12055" y="2960"/>
                    </a:lnTo>
                    <a:cubicBezTo>
                      <a:pt x="12051" y="2960"/>
                      <a:pt x="12046" y="2964"/>
                      <a:pt x="12040" y="2964"/>
                    </a:cubicBezTo>
                    <a:cubicBezTo>
                      <a:pt x="12040" y="2964"/>
                      <a:pt x="12035" y="2964"/>
                      <a:pt x="12035" y="2960"/>
                    </a:cubicBezTo>
                    <a:cubicBezTo>
                      <a:pt x="12026" y="2960"/>
                      <a:pt x="12016" y="2960"/>
                      <a:pt x="12006" y="2955"/>
                    </a:cubicBezTo>
                    <a:cubicBezTo>
                      <a:pt x="12006" y="2955"/>
                      <a:pt x="12001" y="2955"/>
                      <a:pt x="12001" y="2950"/>
                    </a:cubicBezTo>
                    <a:lnTo>
                      <a:pt x="11992" y="2950"/>
                    </a:lnTo>
                    <a:cubicBezTo>
                      <a:pt x="11981" y="2945"/>
                      <a:pt x="11976" y="2935"/>
                      <a:pt x="11972" y="2930"/>
                    </a:cubicBezTo>
                    <a:lnTo>
                      <a:pt x="11967" y="2925"/>
                    </a:lnTo>
                    <a:cubicBezTo>
                      <a:pt x="11962" y="2921"/>
                      <a:pt x="11952" y="2911"/>
                      <a:pt x="11947" y="2901"/>
                    </a:cubicBezTo>
                    <a:cubicBezTo>
                      <a:pt x="11947" y="2896"/>
                      <a:pt x="11947" y="2896"/>
                      <a:pt x="11942" y="2891"/>
                    </a:cubicBezTo>
                    <a:lnTo>
                      <a:pt x="11942" y="2867"/>
                    </a:lnTo>
                    <a:cubicBezTo>
                      <a:pt x="11938" y="2862"/>
                      <a:pt x="11938" y="2857"/>
                      <a:pt x="11938" y="2853"/>
                    </a:cubicBezTo>
                    <a:cubicBezTo>
                      <a:pt x="11958" y="2294"/>
                      <a:pt x="12252" y="1775"/>
                      <a:pt x="12481" y="1363"/>
                    </a:cubicBezTo>
                    <a:cubicBezTo>
                      <a:pt x="12663" y="1040"/>
                      <a:pt x="12819" y="760"/>
                      <a:pt x="12761" y="624"/>
                    </a:cubicBezTo>
                    <a:lnTo>
                      <a:pt x="12761" y="624"/>
                    </a:lnTo>
                    <a:cubicBezTo>
                      <a:pt x="12638" y="628"/>
                      <a:pt x="12545" y="662"/>
                      <a:pt x="12393" y="737"/>
                    </a:cubicBezTo>
                    <a:cubicBezTo>
                      <a:pt x="11766" y="1020"/>
                      <a:pt x="11447" y="1759"/>
                      <a:pt x="11144" y="2471"/>
                    </a:cubicBezTo>
                    <a:cubicBezTo>
                      <a:pt x="10894" y="3043"/>
                      <a:pt x="10659" y="3587"/>
                      <a:pt x="10272" y="3929"/>
                    </a:cubicBezTo>
                    <a:cubicBezTo>
                      <a:pt x="9758" y="4375"/>
                      <a:pt x="9112" y="4826"/>
                      <a:pt x="8396" y="5243"/>
                    </a:cubicBezTo>
                    <a:cubicBezTo>
                      <a:pt x="8049" y="5444"/>
                      <a:pt x="7690" y="5620"/>
                      <a:pt x="7343" y="5781"/>
                    </a:cubicBezTo>
                    <a:cubicBezTo>
                      <a:pt x="7020" y="5939"/>
                      <a:pt x="6682" y="6100"/>
                      <a:pt x="6363" y="6281"/>
                    </a:cubicBezTo>
                    <a:cubicBezTo>
                      <a:pt x="6055" y="6457"/>
                      <a:pt x="5187" y="7015"/>
                      <a:pt x="4183" y="7662"/>
                    </a:cubicBezTo>
                    <a:cubicBezTo>
                      <a:pt x="2665" y="8647"/>
                      <a:pt x="790" y="9857"/>
                      <a:pt x="137" y="10194"/>
                    </a:cubicBezTo>
                    <a:cubicBezTo>
                      <a:pt x="148" y="10214"/>
                      <a:pt x="152" y="10244"/>
                      <a:pt x="143" y="10273"/>
                    </a:cubicBezTo>
                    <a:cubicBezTo>
                      <a:pt x="1" y="10773"/>
                      <a:pt x="1269" y="13481"/>
                      <a:pt x="1857" y="14021"/>
                    </a:cubicBezTo>
                    <a:cubicBezTo>
                      <a:pt x="2700" y="13074"/>
                      <a:pt x="4781" y="11821"/>
                      <a:pt x="6466" y="10811"/>
                    </a:cubicBezTo>
                    <a:cubicBezTo>
                      <a:pt x="7226" y="10356"/>
                      <a:pt x="7877" y="9965"/>
                      <a:pt x="8307" y="9665"/>
                    </a:cubicBezTo>
                    <a:cubicBezTo>
                      <a:pt x="8729" y="9371"/>
                      <a:pt x="9146" y="9054"/>
                      <a:pt x="9542" y="8740"/>
                    </a:cubicBezTo>
                    <a:cubicBezTo>
                      <a:pt x="9831" y="8514"/>
                      <a:pt x="10130" y="8284"/>
                      <a:pt x="10434" y="8064"/>
                    </a:cubicBezTo>
                    <a:cubicBezTo>
                      <a:pt x="10694" y="7872"/>
                      <a:pt x="10972" y="7725"/>
                      <a:pt x="11242" y="7584"/>
                    </a:cubicBezTo>
                    <a:cubicBezTo>
                      <a:pt x="11531" y="7432"/>
                      <a:pt x="11800" y="7290"/>
                      <a:pt x="12060" y="7099"/>
                    </a:cubicBezTo>
                    <a:cubicBezTo>
                      <a:pt x="12079" y="7082"/>
                      <a:pt x="12101" y="7075"/>
                      <a:pt x="12124" y="7075"/>
                    </a:cubicBezTo>
                    <a:cubicBezTo>
                      <a:pt x="12153" y="7075"/>
                      <a:pt x="12183" y="7089"/>
                      <a:pt x="12202" y="7114"/>
                    </a:cubicBezTo>
                    <a:lnTo>
                      <a:pt x="12227" y="7114"/>
                    </a:lnTo>
                    <a:cubicBezTo>
                      <a:pt x="12383" y="7128"/>
                      <a:pt x="12545" y="7153"/>
                      <a:pt x="12702" y="7173"/>
                    </a:cubicBezTo>
                    <a:cubicBezTo>
                      <a:pt x="13072" y="7220"/>
                      <a:pt x="13433" y="7267"/>
                      <a:pt x="13798" y="7267"/>
                    </a:cubicBezTo>
                    <a:cubicBezTo>
                      <a:pt x="14258" y="7267"/>
                      <a:pt x="14722" y="7193"/>
                      <a:pt x="15214" y="6952"/>
                    </a:cubicBezTo>
                    <a:cubicBezTo>
                      <a:pt x="15562" y="6780"/>
                      <a:pt x="15930" y="6732"/>
                      <a:pt x="16283" y="6678"/>
                    </a:cubicBezTo>
                    <a:cubicBezTo>
                      <a:pt x="16640" y="6629"/>
                      <a:pt x="16973" y="6579"/>
                      <a:pt x="17277" y="6418"/>
                    </a:cubicBezTo>
                    <a:cubicBezTo>
                      <a:pt x="17546" y="6271"/>
                      <a:pt x="17840" y="5899"/>
                      <a:pt x="17820" y="5634"/>
                    </a:cubicBezTo>
                    <a:cubicBezTo>
                      <a:pt x="17811" y="5507"/>
                      <a:pt x="17727" y="5414"/>
                      <a:pt x="17565" y="5355"/>
                    </a:cubicBezTo>
                    <a:cubicBezTo>
                      <a:pt x="17515" y="5337"/>
                      <a:pt x="17469" y="5328"/>
                      <a:pt x="17426" y="5328"/>
                    </a:cubicBezTo>
                    <a:cubicBezTo>
                      <a:pt x="17269" y="5328"/>
                      <a:pt x="17151" y="5446"/>
                      <a:pt x="16993" y="5620"/>
                    </a:cubicBezTo>
                    <a:cubicBezTo>
                      <a:pt x="16846" y="5776"/>
                      <a:pt x="16684" y="5948"/>
                      <a:pt x="16454" y="5997"/>
                    </a:cubicBezTo>
                    <a:cubicBezTo>
                      <a:pt x="16403" y="6008"/>
                      <a:pt x="16343" y="6012"/>
                      <a:pt x="16279" y="6012"/>
                    </a:cubicBezTo>
                    <a:cubicBezTo>
                      <a:pt x="15882" y="6012"/>
                      <a:pt x="15279" y="5837"/>
                      <a:pt x="14985" y="5698"/>
                    </a:cubicBezTo>
                    <a:cubicBezTo>
                      <a:pt x="14979" y="5703"/>
                      <a:pt x="14979" y="5703"/>
                      <a:pt x="14974" y="5708"/>
                    </a:cubicBezTo>
                    <a:cubicBezTo>
                      <a:pt x="14955" y="5727"/>
                      <a:pt x="14926" y="5738"/>
                      <a:pt x="14897" y="5738"/>
                    </a:cubicBezTo>
                    <a:cubicBezTo>
                      <a:pt x="14867" y="5738"/>
                      <a:pt x="14843" y="5722"/>
                      <a:pt x="14823" y="5703"/>
                    </a:cubicBezTo>
                    <a:cubicBezTo>
                      <a:pt x="14784" y="5663"/>
                      <a:pt x="14784" y="5595"/>
                      <a:pt x="14827" y="5556"/>
                    </a:cubicBezTo>
                    <a:cubicBezTo>
                      <a:pt x="15214" y="5179"/>
                      <a:pt x="15557" y="4792"/>
                      <a:pt x="15890" y="4415"/>
                    </a:cubicBezTo>
                    <a:cubicBezTo>
                      <a:pt x="16581" y="3640"/>
                      <a:pt x="17237" y="2905"/>
                      <a:pt x="18164" y="2342"/>
                    </a:cubicBezTo>
                    <a:cubicBezTo>
                      <a:pt x="18564" y="2093"/>
                      <a:pt x="18673" y="1912"/>
                      <a:pt x="18659" y="1863"/>
                    </a:cubicBezTo>
                    <a:cubicBezTo>
                      <a:pt x="18649" y="1837"/>
                      <a:pt x="18560" y="1781"/>
                      <a:pt x="18265" y="1781"/>
                    </a:cubicBezTo>
                    <a:cubicBezTo>
                      <a:pt x="18225" y="1781"/>
                      <a:pt x="18182" y="1782"/>
                      <a:pt x="18134" y="1784"/>
                    </a:cubicBezTo>
                    <a:cubicBezTo>
                      <a:pt x="17483" y="1818"/>
                      <a:pt x="16566" y="2426"/>
                      <a:pt x="16131" y="2720"/>
                    </a:cubicBezTo>
                    <a:lnTo>
                      <a:pt x="16091" y="2744"/>
                    </a:lnTo>
                    <a:cubicBezTo>
                      <a:pt x="15700" y="3009"/>
                      <a:pt x="15166" y="3366"/>
                      <a:pt x="14906" y="3734"/>
                    </a:cubicBezTo>
                    <a:cubicBezTo>
                      <a:pt x="14884" y="3765"/>
                      <a:pt x="14849" y="3782"/>
                      <a:pt x="14813" y="3782"/>
                    </a:cubicBezTo>
                    <a:cubicBezTo>
                      <a:pt x="14793" y="3782"/>
                      <a:pt x="14772" y="3776"/>
                      <a:pt x="14754" y="3764"/>
                    </a:cubicBezTo>
                    <a:cubicBezTo>
                      <a:pt x="14714" y="3734"/>
                      <a:pt x="14705" y="3685"/>
                      <a:pt x="14720" y="3640"/>
                    </a:cubicBezTo>
                    <a:cubicBezTo>
                      <a:pt x="14714" y="3626"/>
                      <a:pt x="14714" y="3611"/>
                      <a:pt x="14714" y="3597"/>
                    </a:cubicBezTo>
                    <a:cubicBezTo>
                      <a:pt x="14857" y="2676"/>
                      <a:pt x="15871" y="2088"/>
                      <a:pt x="16762" y="1569"/>
                    </a:cubicBezTo>
                    <a:cubicBezTo>
                      <a:pt x="17213" y="1304"/>
                      <a:pt x="17644" y="1054"/>
                      <a:pt x="17899" y="795"/>
                    </a:cubicBezTo>
                    <a:cubicBezTo>
                      <a:pt x="18110" y="590"/>
                      <a:pt x="18134" y="477"/>
                      <a:pt x="18114" y="443"/>
                    </a:cubicBezTo>
                    <a:cubicBezTo>
                      <a:pt x="18094" y="404"/>
                      <a:pt x="18000" y="372"/>
                      <a:pt x="17839" y="372"/>
                    </a:cubicBezTo>
                    <a:cubicBezTo>
                      <a:pt x="17727" y="372"/>
                      <a:pt x="17583" y="387"/>
                      <a:pt x="17409" y="427"/>
                    </a:cubicBezTo>
                    <a:cubicBezTo>
                      <a:pt x="16807" y="560"/>
                      <a:pt x="16131" y="995"/>
                      <a:pt x="15528" y="1383"/>
                    </a:cubicBezTo>
                    <a:cubicBezTo>
                      <a:pt x="15390" y="1465"/>
                      <a:pt x="15259" y="1554"/>
                      <a:pt x="15136" y="1632"/>
                    </a:cubicBezTo>
                    <a:cubicBezTo>
                      <a:pt x="14578" y="1976"/>
                      <a:pt x="13857" y="2568"/>
                      <a:pt x="13520" y="3107"/>
                    </a:cubicBezTo>
                    <a:cubicBezTo>
                      <a:pt x="13501" y="3139"/>
                      <a:pt x="13465" y="3156"/>
                      <a:pt x="13429" y="3156"/>
                    </a:cubicBezTo>
                    <a:cubicBezTo>
                      <a:pt x="13409" y="3156"/>
                      <a:pt x="13390" y="3151"/>
                      <a:pt x="13373" y="3141"/>
                    </a:cubicBezTo>
                    <a:cubicBezTo>
                      <a:pt x="13328" y="3111"/>
                      <a:pt x="13314" y="3058"/>
                      <a:pt x="13333" y="3009"/>
                    </a:cubicBezTo>
                    <a:cubicBezTo>
                      <a:pt x="13328" y="2989"/>
                      <a:pt x="13324" y="2964"/>
                      <a:pt x="13333" y="2941"/>
                    </a:cubicBezTo>
                    <a:cubicBezTo>
                      <a:pt x="13613" y="2304"/>
                      <a:pt x="14264" y="1686"/>
                      <a:pt x="14784" y="1187"/>
                    </a:cubicBezTo>
                    <a:cubicBezTo>
                      <a:pt x="14852" y="1123"/>
                      <a:pt x="14920" y="1060"/>
                      <a:pt x="14985" y="995"/>
                    </a:cubicBezTo>
                    <a:cubicBezTo>
                      <a:pt x="15082" y="902"/>
                      <a:pt x="15239" y="795"/>
                      <a:pt x="15410" y="678"/>
                    </a:cubicBezTo>
                    <a:cubicBezTo>
                      <a:pt x="15680" y="496"/>
                      <a:pt x="16082" y="222"/>
                      <a:pt x="16096" y="65"/>
                    </a:cubicBezTo>
                    <a:cubicBezTo>
                      <a:pt x="16096" y="55"/>
                      <a:pt x="16096" y="45"/>
                      <a:pt x="16091" y="36"/>
                    </a:cubicBezTo>
                    <a:cubicBezTo>
                      <a:pt x="15982" y="12"/>
                      <a:pt x="15872" y="1"/>
                      <a:pt x="15760"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3694;p51">
                <a:extLst>
                  <a:ext uri="{FF2B5EF4-FFF2-40B4-BE49-F238E27FC236}">
                    <a16:creationId xmlns:a16="http://schemas.microsoft.com/office/drawing/2014/main" id="{F02F7972-5CCB-DA15-E68B-53384F18C61A}"/>
                  </a:ext>
                </a:extLst>
              </p:cNvPr>
              <p:cNvSpPr/>
              <p:nvPr/>
            </p:nvSpPr>
            <p:spPr>
              <a:xfrm>
                <a:off x="599433" y="3255917"/>
                <a:ext cx="49760" cy="39014"/>
              </a:xfrm>
              <a:custGeom>
                <a:avLst/>
                <a:gdLst/>
                <a:ahLst/>
                <a:cxnLst/>
                <a:rect l="l" t="t" r="r" b="b"/>
                <a:pathLst>
                  <a:path w="565" h="443" extrusionOk="0">
                    <a:moveTo>
                      <a:pt x="444" y="1"/>
                    </a:moveTo>
                    <a:cubicBezTo>
                      <a:pt x="413" y="1"/>
                      <a:pt x="383" y="13"/>
                      <a:pt x="363" y="39"/>
                    </a:cubicBezTo>
                    <a:cubicBezTo>
                      <a:pt x="285" y="131"/>
                      <a:pt x="182" y="205"/>
                      <a:pt x="89" y="235"/>
                    </a:cubicBezTo>
                    <a:cubicBezTo>
                      <a:pt x="30" y="249"/>
                      <a:pt x="1" y="308"/>
                      <a:pt x="16" y="367"/>
                    </a:cubicBezTo>
                    <a:cubicBezTo>
                      <a:pt x="30" y="411"/>
                      <a:pt x="69" y="441"/>
                      <a:pt x="109" y="441"/>
                    </a:cubicBezTo>
                    <a:cubicBezTo>
                      <a:pt x="113" y="442"/>
                      <a:pt x="117" y="442"/>
                      <a:pt x="121" y="442"/>
                    </a:cubicBezTo>
                    <a:cubicBezTo>
                      <a:pt x="131" y="442"/>
                      <a:pt x="141" y="439"/>
                      <a:pt x="148" y="435"/>
                    </a:cubicBezTo>
                    <a:cubicBezTo>
                      <a:pt x="285" y="396"/>
                      <a:pt x="422" y="303"/>
                      <a:pt x="525" y="176"/>
                    </a:cubicBezTo>
                    <a:cubicBezTo>
                      <a:pt x="564" y="131"/>
                      <a:pt x="559" y="63"/>
                      <a:pt x="510" y="23"/>
                    </a:cubicBezTo>
                    <a:cubicBezTo>
                      <a:pt x="491" y="8"/>
                      <a:pt x="467" y="1"/>
                      <a:pt x="444"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3695;p51">
                <a:extLst>
                  <a:ext uri="{FF2B5EF4-FFF2-40B4-BE49-F238E27FC236}">
                    <a16:creationId xmlns:a16="http://schemas.microsoft.com/office/drawing/2014/main" id="{4BFBBDCF-8AC8-82FB-2BC0-F0BB873A0CF2}"/>
                  </a:ext>
                </a:extLst>
              </p:cNvPr>
              <p:cNvSpPr/>
              <p:nvPr/>
            </p:nvSpPr>
            <p:spPr>
              <a:xfrm>
                <a:off x="677992" y="3187225"/>
                <a:ext cx="44563" cy="36284"/>
              </a:xfrm>
              <a:custGeom>
                <a:avLst/>
                <a:gdLst/>
                <a:ahLst/>
                <a:cxnLst/>
                <a:rect l="l" t="t" r="r" b="b"/>
                <a:pathLst>
                  <a:path w="506" h="412" extrusionOk="0">
                    <a:moveTo>
                      <a:pt x="383" y="0"/>
                    </a:moveTo>
                    <a:cubicBezTo>
                      <a:pt x="351" y="0"/>
                      <a:pt x="318" y="15"/>
                      <a:pt x="294" y="45"/>
                    </a:cubicBezTo>
                    <a:cubicBezTo>
                      <a:pt x="246" y="113"/>
                      <a:pt x="162" y="172"/>
                      <a:pt x="84" y="206"/>
                    </a:cubicBezTo>
                    <a:cubicBezTo>
                      <a:pt x="25" y="226"/>
                      <a:pt x="0" y="289"/>
                      <a:pt x="20" y="344"/>
                    </a:cubicBezTo>
                    <a:cubicBezTo>
                      <a:pt x="35" y="382"/>
                      <a:pt x="74" y="412"/>
                      <a:pt x="113" y="412"/>
                    </a:cubicBezTo>
                    <a:cubicBezTo>
                      <a:pt x="128" y="412"/>
                      <a:pt x="142" y="412"/>
                      <a:pt x="158" y="407"/>
                    </a:cubicBezTo>
                    <a:cubicBezTo>
                      <a:pt x="280" y="358"/>
                      <a:pt x="393" y="274"/>
                      <a:pt x="470" y="167"/>
                    </a:cubicBezTo>
                    <a:cubicBezTo>
                      <a:pt x="506" y="123"/>
                      <a:pt x="495" y="54"/>
                      <a:pt x="447" y="20"/>
                    </a:cubicBezTo>
                    <a:cubicBezTo>
                      <a:pt x="427" y="7"/>
                      <a:pt x="405" y="0"/>
                      <a:pt x="383"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3696;p51">
                <a:extLst>
                  <a:ext uri="{FF2B5EF4-FFF2-40B4-BE49-F238E27FC236}">
                    <a16:creationId xmlns:a16="http://schemas.microsoft.com/office/drawing/2014/main" id="{625A268A-6562-06AD-3B86-D57419F073D0}"/>
                  </a:ext>
                </a:extLst>
              </p:cNvPr>
              <p:cNvSpPr/>
              <p:nvPr/>
            </p:nvSpPr>
            <p:spPr>
              <a:xfrm>
                <a:off x="817759" y="3097044"/>
                <a:ext cx="69487" cy="45795"/>
              </a:xfrm>
              <a:custGeom>
                <a:avLst/>
                <a:gdLst/>
                <a:ahLst/>
                <a:cxnLst/>
                <a:rect l="l" t="t" r="r" b="b"/>
                <a:pathLst>
                  <a:path w="789" h="520" extrusionOk="0">
                    <a:moveTo>
                      <a:pt x="668" y="1"/>
                    </a:moveTo>
                    <a:cubicBezTo>
                      <a:pt x="645" y="1"/>
                      <a:pt x="622" y="8"/>
                      <a:pt x="603" y="25"/>
                    </a:cubicBezTo>
                    <a:cubicBezTo>
                      <a:pt x="447" y="143"/>
                      <a:pt x="265" y="246"/>
                      <a:pt x="84" y="310"/>
                    </a:cubicBezTo>
                    <a:cubicBezTo>
                      <a:pt x="25" y="334"/>
                      <a:pt x="0" y="393"/>
                      <a:pt x="20" y="452"/>
                    </a:cubicBezTo>
                    <a:cubicBezTo>
                      <a:pt x="35" y="491"/>
                      <a:pt x="69" y="515"/>
                      <a:pt x="113" y="520"/>
                    </a:cubicBezTo>
                    <a:cubicBezTo>
                      <a:pt x="128" y="520"/>
                      <a:pt x="142" y="515"/>
                      <a:pt x="158" y="515"/>
                    </a:cubicBezTo>
                    <a:cubicBezTo>
                      <a:pt x="363" y="437"/>
                      <a:pt x="564" y="328"/>
                      <a:pt x="735" y="192"/>
                    </a:cubicBezTo>
                    <a:cubicBezTo>
                      <a:pt x="780" y="158"/>
                      <a:pt x="789" y="89"/>
                      <a:pt x="750" y="40"/>
                    </a:cubicBezTo>
                    <a:cubicBezTo>
                      <a:pt x="731" y="15"/>
                      <a:pt x="699" y="1"/>
                      <a:pt x="668"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3697;p51">
                <a:extLst>
                  <a:ext uri="{FF2B5EF4-FFF2-40B4-BE49-F238E27FC236}">
                    <a16:creationId xmlns:a16="http://schemas.microsoft.com/office/drawing/2014/main" id="{508A821B-467B-CF6B-CB75-5FED6778C28C}"/>
                  </a:ext>
                </a:extLst>
              </p:cNvPr>
              <p:cNvSpPr/>
              <p:nvPr/>
            </p:nvSpPr>
            <p:spPr>
              <a:xfrm>
                <a:off x="801818" y="3213205"/>
                <a:ext cx="63939" cy="40687"/>
              </a:xfrm>
              <a:custGeom>
                <a:avLst/>
                <a:gdLst/>
                <a:ahLst/>
                <a:cxnLst/>
                <a:rect l="l" t="t" r="r" b="b"/>
                <a:pathLst>
                  <a:path w="726" h="462" extrusionOk="0">
                    <a:moveTo>
                      <a:pt x="604" y="0"/>
                    </a:moveTo>
                    <a:cubicBezTo>
                      <a:pt x="583" y="0"/>
                      <a:pt x="562" y="6"/>
                      <a:pt x="544" y="19"/>
                    </a:cubicBezTo>
                    <a:cubicBezTo>
                      <a:pt x="402" y="117"/>
                      <a:pt x="240" y="200"/>
                      <a:pt x="84" y="254"/>
                    </a:cubicBezTo>
                    <a:cubicBezTo>
                      <a:pt x="29" y="273"/>
                      <a:pt x="0" y="338"/>
                      <a:pt x="20" y="391"/>
                    </a:cubicBezTo>
                    <a:cubicBezTo>
                      <a:pt x="34" y="435"/>
                      <a:pt x="74" y="460"/>
                      <a:pt x="113" y="460"/>
                    </a:cubicBezTo>
                    <a:cubicBezTo>
                      <a:pt x="117" y="461"/>
                      <a:pt x="122" y="462"/>
                      <a:pt x="126" y="462"/>
                    </a:cubicBezTo>
                    <a:cubicBezTo>
                      <a:pt x="137" y="462"/>
                      <a:pt x="147" y="459"/>
                      <a:pt x="158" y="455"/>
                    </a:cubicBezTo>
                    <a:cubicBezTo>
                      <a:pt x="334" y="391"/>
                      <a:pt x="504" y="303"/>
                      <a:pt x="667" y="196"/>
                    </a:cubicBezTo>
                    <a:cubicBezTo>
                      <a:pt x="710" y="161"/>
                      <a:pt x="725" y="97"/>
                      <a:pt x="691" y="49"/>
                    </a:cubicBezTo>
                    <a:cubicBezTo>
                      <a:pt x="673" y="18"/>
                      <a:pt x="639" y="0"/>
                      <a:pt x="604"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3698;p51">
                <a:extLst>
                  <a:ext uri="{FF2B5EF4-FFF2-40B4-BE49-F238E27FC236}">
                    <a16:creationId xmlns:a16="http://schemas.microsoft.com/office/drawing/2014/main" id="{7A1081B7-0F69-171B-85A1-29D4BC9D82B8}"/>
                  </a:ext>
                </a:extLst>
              </p:cNvPr>
              <p:cNvSpPr/>
              <p:nvPr/>
            </p:nvSpPr>
            <p:spPr>
              <a:xfrm>
                <a:off x="912258" y="3115978"/>
                <a:ext cx="53106" cy="41568"/>
              </a:xfrm>
              <a:custGeom>
                <a:avLst/>
                <a:gdLst/>
                <a:ahLst/>
                <a:cxnLst/>
                <a:rect l="l" t="t" r="r" b="b"/>
                <a:pathLst>
                  <a:path w="603" h="472" extrusionOk="0">
                    <a:moveTo>
                      <a:pt x="477" y="1"/>
                    </a:moveTo>
                    <a:cubicBezTo>
                      <a:pt x="454" y="1"/>
                      <a:pt x="430" y="9"/>
                      <a:pt x="412" y="25"/>
                    </a:cubicBezTo>
                    <a:cubicBezTo>
                      <a:pt x="304" y="119"/>
                      <a:pt x="191" y="197"/>
                      <a:pt x="69" y="271"/>
                    </a:cubicBezTo>
                    <a:cubicBezTo>
                      <a:pt x="20" y="300"/>
                      <a:pt x="0" y="368"/>
                      <a:pt x="30" y="418"/>
                    </a:cubicBezTo>
                    <a:cubicBezTo>
                      <a:pt x="50" y="452"/>
                      <a:pt x="84" y="466"/>
                      <a:pt x="118" y="472"/>
                    </a:cubicBezTo>
                    <a:cubicBezTo>
                      <a:pt x="138" y="472"/>
                      <a:pt x="157" y="466"/>
                      <a:pt x="177" y="457"/>
                    </a:cubicBezTo>
                    <a:cubicBezTo>
                      <a:pt x="308" y="378"/>
                      <a:pt x="437" y="290"/>
                      <a:pt x="549" y="192"/>
                    </a:cubicBezTo>
                    <a:cubicBezTo>
                      <a:pt x="598" y="153"/>
                      <a:pt x="602" y="84"/>
                      <a:pt x="564" y="40"/>
                    </a:cubicBezTo>
                    <a:cubicBezTo>
                      <a:pt x="541" y="15"/>
                      <a:pt x="509" y="1"/>
                      <a:pt x="477"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3699;p51">
                <a:extLst>
                  <a:ext uri="{FF2B5EF4-FFF2-40B4-BE49-F238E27FC236}">
                    <a16:creationId xmlns:a16="http://schemas.microsoft.com/office/drawing/2014/main" id="{D70971A7-B3F6-7155-A2AF-5B4BE5235DC8}"/>
                  </a:ext>
                </a:extLst>
              </p:cNvPr>
              <p:cNvSpPr/>
              <p:nvPr/>
            </p:nvSpPr>
            <p:spPr>
              <a:xfrm>
                <a:off x="1028334" y="3000962"/>
                <a:ext cx="56981" cy="32761"/>
              </a:xfrm>
              <a:custGeom>
                <a:avLst/>
                <a:gdLst/>
                <a:ahLst/>
                <a:cxnLst/>
                <a:rect l="l" t="t" r="r" b="b"/>
                <a:pathLst>
                  <a:path w="647" h="372" extrusionOk="0">
                    <a:moveTo>
                      <a:pt x="528" y="1"/>
                    </a:moveTo>
                    <a:cubicBezTo>
                      <a:pt x="507" y="1"/>
                      <a:pt x="485" y="7"/>
                      <a:pt x="466" y="19"/>
                    </a:cubicBezTo>
                    <a:cubicBezTo>
                      <a:pt x="358" y="92"/>
                      <a:pt x="225" y="141"/>
                      <a:pt x="98" y="161"/>
                    </a:cubicBezTo>
                    <a:cubicBezTo>
                      <a:pt x="39" y="171"/>
                      <a:pt x="0" y="225"/>
                      <a:pt x="5" y="284"/>
                    </a:cubicBezTo>
                    <a:cubicBezTo>
                      <a:pt x="14" y="332"/>
                      <a:pt x="54" y="372"/>
                      <a:pt x="107" y="372"/>
                    </a:cubicBezTo>
                    <a:lnTo>
                      <a:pt x="127" y="372"/>
                    </a:lnTo>
                    <a:cubicBezTo>
                      <a:pt x="289" y="352"/>
                      <a:pt x="446" y="288"/>
                      <a:pt x="588" y="200"/>
                    </a:cubicBezTo>
                    <a:cubicBezTo>
                      <a:pt x="636" y="166"/>
                      <a:pt x="647" y="97"/>
                      <a:pt x="617" y="49"/>
                    </a:cubicBezTo>
                    <a:cubicBezTo>
                      <a:pt x="596" y="18"/>
                      <a:pt x="563" y="1"/>
                      <a:pt x="528"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3700;p51">
                <a:extLst>
                  <a:ext uri="{FF2B5EF4-FFF2-40B4-BE49-F238E27FC236}">
                    <a16:creationId xmlns:a16="http://schemas.microsoft.com/office/drawing/2014/main" id="{62B51449-950B-CDFE-DDC8-2FC2A6906A62}"/>
                  </a:ext>
                </a:extLst>
              </p:cNvPr>
              <p:cNvSpPr/>
              <p:nvPr/>
            </p:nvSpPr>
            <p:spPr>
              <a:xfrm>
                <a:off x="1119311" y="3058646"/>
                <a:ext cx="47117" cy="36284"/>
              </a:xfrm>
              <a:custGeom>
                <a:avLst/>
                <a:gdLst/>
                <a:ahLst/>
                <a:cxnLst/>
                <a:rect l="l" t="t" r="r" b="b"/>
                <a:pathLst>
                  <a:path w="535" h="412" extrusionOk="0">
                    <a:moveTo>
                      <a:pt x="412" y="0"/>
                    </a:moveTo>
                    <a:cubicBezTo>
                      <a:pt x="392" y="0"/>
                      <a:pt x="372" y="5"/>
                      <a:pt x="353" y="15"/>
                    </a:cubicBezTo>
                    <a:cubicBezTo>
                      <a:pt x="270" y="74"/>
                      <a:pt x="152" y="147"/>
                      <a:pt x="59" y="217"/>
                    </a:cubicBezTo>
                    <a:cubicBezTo>
                      <a:pt x="10" y="251"/>
                      <a:pt x="1" y="319"/>
                      <a:pt x="30" y="368"/>
                    </a:cubicBezTo>
                    <a:cubicBezTo>
                      <a:pt x="50" y="393"/>
                      <a:pt x="84" y="407"/>
                      <a:pt x="113" y="412"/>
                    </a:cubicBezTo>
                    <a:cubicBezTo>
                      <a:pt x="138" y="412"/>
                      <a:pt x="162" y="407"/>
                      <a:pt x="182" y="393"/>
                    </a:cubicBezTo>
                    <a:cubicBezTo>
                      <a:pt x="275" y="329"/>
                      <a:pt x="387" y="251"/>
                      <a:pt x="471" y="197"/>
                    </a:cubicBezTo>
                    <a:cubicBezTo>
                      <a:pt x="520" y="167"/>
                      <a:pt x="534" y="99"/>
                      <a:pt x="505" y="50"/>
                    </a:cubicBezTo>
                    <a:cubicBezTo>
                      <a:pt x="483" y="17"/>
                      <a:pt x="448" y="0"/>
                      <a:pt x="412"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3701;p51">
                <a:extLst>
                  <a:ext uri="{FF2B5EF4-FFF2-40B4-BE49-F238E27FC236}">
                    <a16:creationId xmlns:a16="http://schemas.microsoft.com/office/drawing/2014/main" id="{C235026E-3E59-5545-A903-D3924266E4E0}"/>
                  </a:ext>
                </a:extLst>
              </p:cNvPr>
              <p:cNvSpPr/>
              <p:nvPr/>
            </p:nvSpPr>
            <p:spPr>
              <a:xfrm>
                <a:off x="1082674" y="3159836"/>
                <a:ext cx="43683" cy="33994"/>
              </a:xfrm>
              <a:custGeom>
                <a:avLst/>
                <a:gdLst/>
                <a:ahLst/>
                <a:cxnLst/>
                <a:rect l="l" t="t" r="r" b="b"/>
                <a:pathLst>
                  <a:path w="496" h="386" extrusionOk="0">
                    <a:moveTo>
                      <a:pt x="378" y="1"/>
                    </a:moveTo>
                    <a:cubicBezTo>
                      <a:pt x="349" y="1"/>
                      <a:pt x="320" y="13"/>
                      <a:pt x="299" y="37"/>
                    </a:cubicBezTo>
                    <a:cubicBezTo>
                      <a:pt x="236" y="106"/>
                      <a:pt x="161" y="155"/>
                      <a:pt x="93" y="174"/>
                    </a:cubicBezTo>
                    <a:cubicBezTo>
                      <a:pt x="35" y="189"/>
                      <a:pt x="0" y="248"/>
                      <a:pt x="15" y="302"/>
                    </a:cubicBezTo>
                    <a:cubicBezTo>
                      <a:pt x="25" y="350"/>
                      <a:pt x="64" y="379"/>
                      <a:pt x="107" y="385"/>
                    </a:cubicBezTo>
                    <a:cubicBezTo>
                      <a:pt x="123" y="385"/>
                      <a:pt x="132" y="385"/>
                      <a:pt x="143" y="379"/>
                    </a:cubicBezTo>
                    <a:cubicBezTo>
                      <a:pt x="254" y="350"/>
                      <a:pt x="367" y="282"/>
                      <a:pt x="455" y="180"/>
                    </a:cubicBezTo>
                    <a:cubicBezTo>
                      <a:pt x="495" y="135"/>
                      <a:pt x="495" y="67"/>
                      <a:pt x="451" y="27"/>
                    </a:cubicBezTo>
                    <a:cubicBezTo>
                      <a:pt x="428" y="9"/>
                      <a:pt x="403" y="1"/>
                      <a:pt x="378"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3702;p51">
                <a:extLst>
                  <a:ext uri="{FF2B5EF4-FFF2-40B4-BE49-F238E27FC236}">
                    <a16:creationId xmlns:a16="http://schemas.microsoft.com/office/drawing/2014/main" id="{AB5EF795-1FA1-6863-9B08-40BB9ECB112B}"/>
                  </a:ext>
                </a:extLst>
              </p:cNvPr>
              <p:cNvSpPr/>
              <p:nvPr/>
            </p:nvSpPr>
            <p:spPr>
              <a:xfrm>
                <a:off x="923003" y="3263491"/>
                <a:ext cx="37694" cy="28710"/>
              </a:xfrm>
              <a:custGeom>
                <a:avLst/>
                <a:gdLst/>
                <a:ahLst/>
                <a:cxnLst/>
                <a:rect l="l" t="t" r="r" b="b"/>
                <a:pathLst>
                  <a:path w="428" h="326" extrusionOk="0">
                    <a:moveTo>
                      <a:pt x="309" y="0"/>
                    </a:moveTo>
                    <a:cubicBezTo>
                      <a:pt x="275" y="0"/>
                      <a:pt x="242" y="16"/>
                      <a:pt x="222" y="45"/>
                    </a:cubicBezTo>
                    <a:cubicBezTo>
                      <a:pt x="202" y="70"/>
                      <a:pt x="163" y="104"/>
                      <a:pt x="98" y="114"/>
                    </a:cubicBezTo>
                    <a:cubicBezTo>
                      <a:pt x="45" y="119"/>
                      <a:pt x="1" y="172"/>
                      <a:pt x="5" y="231"/>
                    </a:cubicBezTo>
                    <a:cubicBezTo>
                      <a:pt x="16" y="285"/>
                      <a:pt x="55" y="325"/>
                      <a:pt x="109" y="325"/>
                    </a:cubicBezTo>
                    <a:lnTo>
                      <a:pt x="128" y="325"/>
                    </a:lnTo>
                    <a:cubicBezTo>
                      <a:pt x="236" y="315"/>
                      <a:pt x="329" y="261"/>
                      <a:pt x="392" y="172"/>
                    </a:cubicBezTo>
                    <a:cubicBezTo>
                      <a:pt x="427" y="124"/>
                      <a:pt x="417" y="55"/>
                      <a:pt x="373" y="21"/>
                    </a:cubicBezTo>
                    <a:cubicBezTo>
                      <a:pt x="354" y="7"/>
                      <a:pt x="331" y="0"/>
                      <a:pt x="309"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3703;p51">
                <a:extLst>
                  <a:ext uri="{FF2B5EF4-FFF2-40B4-BE49-F238E27FC236}">
                    <a16:creationId xmlns:a16="http://schemas.microsoft.com/office/drawing/2014/main" id="{B0A47A5A-D47A-D645-1AEC-05EBC191F541}"/>
                  </a:ext>
                </a:extLst>
              </p:cNvPr>
              <p:cNvSpPr/>
              <p:nvPr/>
            </p:nvSpPr>
            <p:spPr>
              <a:xfrm>
                <a:off x="752147" y="3386169"/>
                <a:ext cx="38927" cy="34082"/>
              </a:xfrm>
              <a:custGeom>
                <a:avLst/>
                <a:gdLst/>
                <a:ahLst/>
                <a:cxnLst/>
                <a:rect l="l" t="t" r="r" b="b"/>
                <a:pathLst>
                  <a:path w="442" h="387" extrusionOk="0">
                    <a:moveTo>
                      <a:pt x="321" y="0"/>
                    </a:moveTo>
                    <a:cubicBezTo>
                      <a:pt x="283" y="0"/>
                      <a:pt x="247" y="20"/>
                      <a:pt x="227" y="54"/>
                    </a:cubicBezTo>
                    <a:cubicBezTo>
                      <a:pt x="193" y="112"/>
                      <a:pt x="143" y="156"/>
                      <a:pt x="84" y="181"/>
                    </a:cubicBezTo>
                    <a:cubicBezTo>
                      <a:pt x="30" y="201"/>
                      <a:pt x="1" y="259"/>
                      <a:pt x="21" y="318"/>
                    </a:cubicBezTo>
                    <a:cubicBezTo>
                      <a:pt x="35" y="357"/>
                      <a:pt x="75" y="386"/>
                      <a:pt x="114" y="386"/>
                    </a:cubicBezTo>
                    <a:cubicBezTo>
                      <a:pt x="128" y="386"/>
                      <a:pt x="143" y="386"/>
                      <a:pt x="157" y="382"/>
                    </a:cubicBezTo>
                    <a:cubicBezTo>
                      <a:pt x="265" y="343"/>
                      <a:pt x="354" y="264"/>
                      <a:pt x="412" y="161"/>
                    </a:cubicBezTo>
                    <a:cubicBezTo>
                      <a:pt x="442" y="108"/>
                      <a:pt x="422" y="43"/>
                      <a:pt x="374" y="14"/>
                    </a:cubicBezTo>
                    <a:cubicBezTo>
                      <a:pt x="356" y="4"/>
                      <a:pt x="338" y="0"/>
                      <a:pt x="321"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3704;p51">
                <a:extLst>
                  <a:ext uri="{FF2B5EF4-FFF2-40B4-BE49-F238E27FC236}">
                    <a16:creationId xmlns:a16="http://schemas.microsoft.com/office/drawing/2014/main" id="{E48E2342-8BB5-7D1A-6B06-8D9423F7A734}"/>
                  </a:ext>
                </a:extLst>
              </p:cNvPr>
              <p:cNvSpPr/>
              <p:nvPr/>
            </p:nvSpPr>
            <p:spPr>
              <a:xfrm>
                <a:off x="642676" y="3341079"/>
                <a:ext cx="50024" cy="36020"/>
              </a:xfrm>
              <a:custGeom>
                <a:avLst/>
                <a:gdLst/>
                <a:ahLst/>
                <a:cxnLst/>
                <a:rect l="l" t="t" r="r" b="b"/>
                <a:pathLst>
                  <a:path w="568" h="409" extrusionOk="0">
                    <a:moveTo>
                      <a:pt x="448" y="0"/>
                    </a:moveTo>
                    <a:cubicBezTo>
                      <a:pt x="427" y="0"/>
                      <a:pt x="406" y="6"/>
                      <a:pt x="387" y="17"/>
                    </a:cubicBezTo>
                    <a:cubicBezTo>
                      <a:pt x="299" y="75"/>
                      <a:pt x="107" y="193"/>
                      <a:pt x="78" y="208"/>
                    </a:cubicBezTo>
                    <a:cubicBezTo>
                      <a:pt x="25" y="232"/>
                      <a:pt x="0" y="296"/>
                      <a:pt x="30" y="349"/>
                    </a:cubicBezTo>
                    <a:cubicBezTo>
                      <a:pt x="44" y="385"/>
                      <a:pt x="78" y="408"/>
                      <a:pt x="118" y="408"/>
                    </a:cubicBezTo>
                    <a:cubicBezTo>
                      <a:pt x="132" y="408"/>
                      <a:pt x="152" y="408"/>
                      <a:pt x="172" y="399"/>
                    </a:cubicBezTo>
                    <a:cubicBezTo>
                      <a:pt x="211" y="379"/>
                      <a:pt x="412" y="257"/>
                      <a:pt x="509" y="198"/>
                    </a:cubicBezTo>
                    <a:cubicBezTo>
                      <a:pt x="554" y="164"/>
                      <a:pt x="568" y="95"/>
                      <a:pt x="539" y="46"/>
                    </a:cubicBezTo>
                    <a:cubicBezTo>
                      <a:pt x="517" y="15"/>
                      <a:pt x="483" y="0"/>
                      <a:pt x="448"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3705;p51">
                <a:extLst>
                  <a:ext uri="{FF2B5EF4-FFF2-40B4-BE49-F238E27FC236}">
                    <a16:creationId xmlns:a16="http://schemas.microsoft.com/office/drawing/2014/main" id="{4F147C42-8B85-DD1A-82CA-4EB837400144}"/>
                  </a:ext>
                </a:extLst>
              </p:cNvPr>
              <p:cNvSpPr/>
              <p:nvPr/>
            </p:nvSpPr>
            <p:spPr>
              <a:xfrm>
                <a:off x="616783" y="3477935"/>
                <a:ext cx="36285" cy="37253"/>
              </a:xfrm>
              <a:custGeom>
                <a:avLst/>
                <a:gdLst/>
                <a:ahLst/>
                <a:cxnLst/>
                <a:rect l="l" t="t" r="r" b="b"/>
                <a:pathLst>
                  <a:path w="412" h="423" extrusionOk="0">
                    <a:moveTo>
                      <a:pt x="291" y="1"/>
                    </a:moveTo>
                    <a:cubicBezTo>
                      <a:pt x="267" y="1"/>
                      <a:pt x="244" y="8"/>
                      <a:pt x="225" y="25"/>
                    </a:cubicBezTo>
                    <a:cubicBezTo>
                      <a:pt x="147" y="94"/>
                      <a:pt x="78" y="177"/>
                      <a:pt x="30" y="265"/>
                    </a:cubicBezTo>
                    <a:cubicBezTo>
                      <a:pt x="0" y="314"/>
                      <a:pt x="19" y="378"/>
                      <a:pt x="73" y="407"/>
                    </a:cubicBezTo>
                    <a:cubicBezTo>
                      <a:pt x="88" y="418"/>
                      <a:pt x="103" y="422"/>
                      <a:pt x="118" y="422"/>
                    </a:cubicBezTo>
                    <a:cubicBezTo>
                      <a:pt x="157" y="422"/>
                      <a:pt x="195" y="402"/>
                      <a:pt x="220" y="364"/>
                    </a:cubicBezTo>
                    <a:cubicBezTo>
                      <a:pt x="254" y="300"/>
                      <a:pt x="304" y="241"/>
                      <a:pt x="362" y="192"/>
                    </a:cubicBezTo>
                    <a:cubicBezTo>
                      <a:pt x="407" y="153"/>
                      <a:pt x="412" y="84"/>
                      <a:pt x="378" y="40"/>
                    </a:cubicBezTo>
                    <a:cubicBezTo>
                      <a:pt x="355" y="15"/>
                      <a:pt x="323" y="1"/>
                      <a:pt x="291"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3706;p51">
                <a:extLst>
                  <a:ext uri="{FF2B5EF4-FFF2-40B4-BE49-F238E27FC236}">
                    <a16:creationId xmlns:a16="http://schemas.microsoft.com/office/drawing/2014/main" id="{3675D9E5-A928-72E4-7217-2265DBE5F84C}"/>
                  </a:ext>
                </a:extLst>
              </p:cNvPr>
              <p:cNvSpPr/>
              <p:nvPr/>
            </p:nvSpPr>
            <p:spPr>
              <a:xfrm>
                <a:off x="1108126" y="2986255"/>
                <a:ext cx="38399" cy="28446"/>
              </a:xfrm>
              <a:custGeom>
                <a:avLst/>
                <a:gdLst/>
                <a:ahLst/>
                <a:cxnLst/>
                <a:rect l="l" t="t" r="r" b="b"/>
                <a:pathLst>
                  <a:path w="436" h="323" extrusionOk="0">
                    <a:moveTo>
                      <a:pt x="318" y="0"/>
                    </a:moveTo>
                    <a:cubicBezTo>
                      <a:pt x="304" y="0"/>
                      <a:pt x="289" y="3"/>
                      <a:pt x="275" y="10"/>
                    </a:cubicBezTo>
                    <a:cubicBezTo>
                      <a:pt x="200" y="39"/>
                      <a:pt x="128" y="83"/>
                      <a:pt x="59" y="127"/>
                    </a:cubicBezTo>
                    <a:cubicBezTo>
                      <a:pt x="10" y="162"/>
                      <a:pt x="1" y="230"/>
                      <a:pt x="35" y="279"/>
                    </a:cubicBezTo>
                    <a:cubicBezTo>
                      <a:pt x="54" y="308"/>
                      <a:pt x="83" y="318"/>
                      <a:pt x="112" y="323"/>
                    </a:cubicBezTo>
                    <a:cubicBezTo>
                      <a:pt x="137" y="323"/>
                      <a:pt x="162" y="318"/>
                      <a:pt x="186" y="304"/>
                    </a:cubicBezTo>
                    <a:cubicBezTo>
                      <a:pt x="240" y="264"/>
                      <a:pt x="299" y="230"/>
                      <a:pt x="358" y="205"/>
                    </a:cubicBezTo>
                    <a:cubicBezTo>
                      <a:pt x="412" y="182"/>
                      <a:pt x="436" y="117"/>
                      <a:pt x="412" y="64"/>
                    </a:cubicBezTo>
                    <a:cubicBezTo>
                      <a:pt x="397" y="24"/>
                      <a:pt x="359" y="0"/>
                      <a:pt x="318"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3707;p51">
                <a:extLst>
                  <a:ext uri="{FF2B5EF4-FFF2-40B4-BE49-F238E27FC236}">
                    <a16:creationId xmlns:a16="http://schemas.microsoft.com/office/drawing/2014/main" id="{70595E85-8B63-F1FF-FA49-1A445518FE2E}"/>
                  </a:ext>
                </a:extLst>
              </p:cNvPr>
              <p:cNvSpPr/>
              <p:nvPr/>
            </p:nvSpPr>
            <p:spPr>
              <a:xfrm>
                <a:off x="1328565" y="2868420"/>
                <a:ext cx="23779" cy="73801"/>
              </a:xfrm>
              <a:custGeom>
                <a:avLst/>
                <a:gdLst/>
                <a:ahLst/>
                <a:cxnLst/>
                <a:rect l="l" t="t" r="r" b="b"/>
                <a:pathLst>
                  <a:path w="270" h="838" extrusionOk="0">
                    <a:moveTo>
                      <a:pt x="111" y="0"/>
                    </a:moveTo>
                    <a:cubicBezTo>
                      <a:pt x="108" y="0"/>
                      <a:pt x="105" y="0"/>
                      <a:pt x="103" y="1"/>
                    </a:cubicBezTo>
                    <a:cubicBezTo>
                      <a:pt x="39" y="5"/>
                      <a:pt x="0" y="59"/>
                      <a:pt x="5" y="118"/>
                    </a:cubicBezTo>
                    <a:cubicBezTo>
                      <a:pt x="25" y="324"/>
                      <a:pt x="39" y="530"/>
                      <a:pt x="55" y="740"/>
                    </a:cubicBezTo>
                    <a:cubicBezTo>
                      <a:pt x="59" y="794"/>
                      <a:pt x="103" y="838"/>
                      <a:pt x="152" y="838"/>
                    </a:cubicBezTo>
                    <a:lnTo>
                      <a:pt x="166" y="838"/>
                    </a:lnTo>
                    <a:cubicBezTo>
                      <a:pt x="225" y="838"/>
                      <a:pt x="270" y="785"/>
                      <a:pt x="270" y="726"/>
                    </a:cubicBezTo>
                    <a:cubicBezTo>
                      <a:pt x="254" y="514"/>
                      <a:pt x="236" y="304"/>
                      <a:pt x="216" y="98"/>
                    </a:cubicBezTo>
                    <a:cubicBezTo>
                      <a:pt x="211" y="42"/>
                      <a:pt x="162" y="0"/>
                      <a:pt x="111"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3708;p51">
                <a:extLst>
                  <a:ext uri="{FF2B5EF4-FFF2-40B4-BE49-F238E27FC236}">
                    <a16:creationId xmlns:a16="http://schemas.microsoft.com/office/drawing/2014/main" id="{5BC14B75-CFED-C827-FF73-F6BA6CA3B67F}"/>
                  </a:ext>
                </a:extLst>
              </p:cNvPr>
              <p:cNvSpPr/>
              <p:nvPr/>
            </p:nvSpPr>
            <p:spPr>
              <a:xfrm>
                <a:off x="1277661" y="2914480"/>
                <a:ext cx="28094" cy="41216"/>
              </a:xfrm>
              <a:custGeom>
                <a:avLst/>
                <a:gdLst/>
                <a:ahLst/>
                <a:cxnLst/>
                <a:rect l="l" t="t" r="r" b="b"/>
                <a:pathLst>
                  <a:path w="319" h="468" extrusionOk="0">
                    <a:moveTo>
                      <a:pt x="121" y="0"/>
                    </a:moveTo>
                    <a:cubicBezTo>
                      <a:pt x="72" y="0"/>
                      <a:pt x="24" y="42"/>
                      <a:pt x="20" y="95"/>
                    </a:cubicBezTo>
                    <a:cubicBezTo>
                      <a:pt x="0" y="212"/>
                      <a:pt x="39" y="339"/>
                      <a:pt x="122" y="432"/>
                    </a:cubicBezTo>
                    <a:cubicBezTo>
                      <a:pt x="138" y="452"/>
                      <a:pt x="167" y="467"/>
                      <a:pt x="196" y="467"/>
                    </a:cubicBezTo>
                    <a:cubicBezTo>
                      <a:pt x="221" y="467"/>
                      <a:pt x="250" y="462"/>
                      <a:pt x="269" y="443"/>
                    </a:cubicBezTo>
                    <a:cubicBezTo>
                      <a:pt x="314" y="403"/>
                      <a:pt x="319" y="335"/>
                      <a:pt x="280" y="291"/>
                    </a:cubicBezTo>
                    <a:cubicBezTo>
                      <a:pt x="240" y="242"/>
                      <a:pt x="226" y="183"/>
                      <a:pt x="230" y="120"/>
                    </a:cubicBezTo>
                    <a:cubicBezTo>
                      <a:pt x="240" y="61"/>
                      <a:pt x="196" y="7"/>
                      <a:pt x="138" y="2"/>
                    </a:cubicBezTo>
                    <a:cubicBezTo>
                      <a:pt x="132" y="1"/>
                      <a:pt x="127" y="0"/>
                      <a:pt x="121"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3709;p51">
                <a:extLst>
                  <a:ext uri="{FF2B5EF4-FFF2-40B4-BE49-F238E27FC236}">
                    <a16:creationId xmlns:a16="http://schemas.microsoft.com/office/drawing/2014/main" id="{878141B9-0502-D84F-4F7E-CA28445A307B}"/>
                  </a:ext>
                </a:extLst>
              </p:cNvPr>
              <p:cNvSpPr/>
              <p:nvPr/>
            </p:nvSpPr>
            <p:spPr>
              <a:xfrm>
                <a:off x="1397524" y="3062961"/>
                <a:ext cx="34259" cy="45531"/>
              </a:xfrm>
              <a:custGeom>
                <a:avLst/>
                <a:gdLst/>
                <a:ahLst/>
                <a:cxnLst/>
                <a:rect l="l" t="t" r="r" b="b"/>
                <a:pathLst>
                  <a:path w="389" h="517" extrusionOk="0">
                    <a:moveTo>
                      <a:pt x="264" y="1"/>
                    </a:moveTo>
                    <a:cubicBezTo>
                      <a:pt x="222" y="1"/>
                      <a:pt x="186" y="24"/>
                      <a:pt x="167" y="64"/>
                    </a:cubicBezTo>
                    <a:cubicBezTo>
                      <a:pt x="147" y="113"/>
                      <a:pt x="70" y="274"/>
                      <a:pt x="25" y="358"/>
                    </a:cubicBezTo>
                    <a:cubicBezTo>
                      <a:pt x="0" y="412"/>
                      <a:pt x="20" y="476"/>
                      <a:pt x="74" y="505"/>
                    </a:cubicBezTo>
                    <a:cubicBezTo>
                      <a:pt x="84" y="510"/>
                      <a:pt x="99" y="515"/>
                      <a:pt x="113" y="515"/>
                    </a:cubicBezTo>
                    <a:cubicBezTo>
                      <a:pt x="117" y="516"/>
                      <a:pt x="120" y="516"/>
                      <a:pt x="123" y="516"/>
                    </a:cubicBezTo>
                    <a:cubicBezTo>
                      <a:pt x="160" y="516"/>
                      <a:pt x="198" y="492"/>
                      <a:pt x="217" y="457"/>
                    </a:cubicBezTo>
                    <a:cubicBezTo>
                      <a:pt x="260" y="369"/>
                      <a:pt x="344" y="202"/>
                      <a:pt x="364" y="148"/>
                    </a:cubicBezTo>
                    <a:cubicBezTo>
                      <a:pt x="388" y="93"/>
                      <a:pt x="364" y="30"/>
                      <a:pt x="310" y="10"/>
                    </a:cubicBezTo>
                    <a:cubicBezTo>
                      <a:pt x="294" y="4"/>
                      <a:pt x="279" y="1"/>
                      <a:pt x="264"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3710;p51">
                <a:extLst>
                  <a:ext uri="{FF2B5EF4-FFF2-40B4-BE49-F238E27FC236}">
                    <a16:creationId xmlns:a16="http://schemas.microsoft.com/office/drawing/2014/main" id="{C7227911-9153-7E80-FBC4-242783D99D38}"/>
                  </a:ext>
                </a:extLst>
              </p:cNvPr>
              <p:cNvSpPr/>
              <p:nvPr/>
            </p:nvSpPr>
            <p:spPr>
              <a:xfrm>
                <a:off x="1446315" y="3071504"/>
                <a:ext cx="27654" cy="42977"/>
              </a:xfrm>
              <a:custGeom>
                <a:avLst/>
                <a:gdLst/>
                <a:ahLst/>
                <a:cxnLst/>
                <a:rect l="l" t="t" r="r" b="b"/>
                <a:pathLst>
                  <a:path w="314" h="488" extrusionOk="0">
                    <a:moveTo>
                      <a:pt x="202" y="1"/>
                    </a:moveTo>
                    <a:cubicBezTo>
                      <a:pt x="147" y="1"/>
                      <a:pt x="103" y="44"/>
                      <a:pt x="93" y="100"/>
                    </a:cubicBezTo>
                    <a:cubicBezTo>
                      <a:pt x="93" y="129"/>
                      <a:pt x="54" y="266"/>
                      <a:pt x="25" y="340"/>
                    </a:cubicBezTo>
                    <a:cubicBezTo>
                      <a:pt x="0" y="394"/>
                      <a:pt x="25" y="457"/>
                      <a:pt x="79" y="477"/>
                    </a:cubicBezTo>
                    <a:cubicBezTo>
                      <a:pt x="88" y="482"/>
                      <a:pt x="104" y="487"/>
                      <a:pt x="113" y="487"/>
                    </a:cubicBezTo>
                    <a:cubicBezTo>
                      <a:pt x="117" y="487"/>
                      <a:pt x="120" y="487"/>
                      <a:pt x="124" y="487"/>
                    </a:cubicBezTo>
                    <a:cubicBezTo>
                      <a:pt x="165" y="487"/>
                      <a:pt x="203" y="463"/>
                      <a:pt x="221" y="423"/>
                    </a:cubicBezTo>
                    <a:cubicBezTo>
                      <a:pt x="255" y="340"/>
                      <a:pt x="305" y="168"/>
                      <a:pt x="309" y="109"/>
                    </a:cubicBezTo>
                    <a:cubicBezTo>
                      <a:pt x="314" y="55"/>
                      <a:pt x="269" y="7"/>
                      <a:pt x="211" y="1"/>
                    </a:cubicBezTo>
                    <a:cubicBezTo>
                      <a:pt x="208" y="1"/>
                      <a:pt x="205" y="1"/>
                      <a:pt x="202"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3711;p51">
                <a:extLst>
                  <a:ext uri="{FF2B5EF4-FFF2-40B4-BE49-F238E27FC236}">
                    <a16:creationId xmlns:a16="http://schemas.microsoft.com/office/drawing/2014/main" id="{0F9D685B-E247-769B-31EA-F56EF1CFDF54}"/>
                  </a:ext>
                </a:extLst>
              </p:cNvPr>
              <p:cNvSpPr/>
              <p:nvPr/>
            </p:nvSpPr>
            <p:spPr>
              <a:xfrm>
                <a:off x="190084" y="2506991"/>
                <a:ext cx="1686364" cy="1278212"/>
              </a:xfrm>
              <a:custGeom>
                <a:avLst/>
                <a:gdLst/>
                <a:ahLst/>
                <a:cxnLst/>
                <a:rect l="l" t="t" r="r" b="b"/>
                <a:pathLst>
                  <a:path w="19148" h="14514" extrusionOk="0">
                    <a:moveTo>
                      <a:pt x="15961" y="215"/>
                    </a:moveTo>
                    <a:cubicBezTo>
                      <a:pt x="16073" y="215"/>
                      <a:pt x="16183" y="226"/>
                      <a:pt x="16292" y="250"/>
                    </a:cubicBezTo>
                    <a:cubicBezTo>
                      <a:pt x="16297" y="259"/>
                      <a:pt x="16297" y="269"/>
                      <a:pt x="16297" y="279"/>
                    </a:cubicBezTo>
                    <a:cubicBezTo>
                      <a:pt x="16283" y="436"/>
                      <a:pt x="15881" y="710"/>
                      <a:pt x="15611" y="892"/>
                    </a:cubicBezTo>
                    <a:cubicBezTo>
                      <a:pt x="15440" y="1009"/>
                      <a:pt x="15283" y="1116"/>
                      <a:pt x="15186" y="1209"/>
                    </a:cubicBezTo>
                    <a:cubicBezTo>
                      <a:pt x="15121" y="1274"/>
                      <a:pt x="15053" y="1337"/>
                      <a:pt x="14985" y="1401"/>
                    </a:cubicBezTo>
                    <a:cubicBezTo>
                      <a:pt x="14465" y="1900"/>
                      <a:pt x="13814" y="2518"/>
                      <a:pt x="13534" y="3155"/>
                    </a:cubicBezTo>
                    <a:cubicBezTo>
                      <a:pt x="13525" y="3178"/>
                      <a:pt x="13529" y="3203"/>
                      <a:pt x="13534" y="3223"/>
                    </a:cubicBezTo>
                    <a:cubicBezTo>
                      <a:pt x="13515" y="3272"/>
                      <a:pt x="13529" y="3325"/>
                      <a:pt x="13574" y="3355"/>
                    </a:cubicBezTo>
                    <a:cubicBezTo>
                      <a:pt x="13591" y="3365"/>
                      <a:pt x="13610" y="3370"/>
                      <a:pt x="13630" y="3370"/>
                    </a:cubicBezTo>
                    <a:cubicBezTo>
                      <a:pt x="13666" y="3370"/>
                      <a:pt x="13702" y="3353"/>
                      <a:pt x="13721" y="3321"/>
                    </a:cubicBezTo>
                    <a:cubicBezTo>
                      <a:pt x="14058" y="2782"/>
                      <a:pt x="14779" y="2190"/>
                      <a:pt x="15337" y="1846"/>
                    </a:cubicBezTo>
                    <a:cubicBezTo>
                      <a:pt x="15460" y="1768"/>
                      <a:pt x="15591" y="1679"/>
                      <a:pt x="15729" y="1597"/>
                    </a:cubicBezTo>
                    <a:cubicBezTo>
                      <a:pt x="16332" y="1209"/>
                      <a:pt x="17008" y="774"/>
                      <a:pt x="17610" y="641"/>
                    </a:cubicBezTo>
                    <a:cubicBezTo>
                      <a:pt x="17784" y="601"/>
                      <a:pt x="17928" y="586"/>
                      <a:pt x="18040" y="586"/>
                    </a:cubicBezTo>
                    <a:cubicBezTo>
                      <a:pt x="18201" y="586"/>
                      <a:pt x="18295" y="618"/>
                      <a:pt x="18315" y="657"/>
                    </a:cubicBezTo>
                    <a:cubicBezTo>
                      <a:pt x="18335" y="691"/>
                      <a:pt x="18311" y="804"/>
                      <a:pt x="18100" y="1009"/>
                    </a:cubicBezTo>
                    <a:cubicBezTo>
                      <a:pt x="17845" y="1268"/>
                      <a:pt x="17414" y="1518"/>
                      <a:pt x="16963" y="1783"/>
                    </a:cubicBezTo>
                    <a:cubicBezTo>
                      <a:pt x="16072" y="2302"/>
                      <a:pt x="15058" y="2890"/>
                      <a:pt x="14915" y="3811"/>
                    </a:cubicBezTo>
                    <a:cubicBezTo>
                      <a:pt x="14915" y="3825"/>
                      <a:pt x="14915" y="3840"/>
                      <a:pt x="14921" y="3854"/>
                    </a:cubicBezTo>
                    <a:cubicBezTo>
                      <a:pt x="14906" y="3899"/>
                      <a:pt x="14915" y="3948"/>
                      <a:pt x="14955" y="3978"/>
                    </a:cubicBezTo>
                    <a:cubicBezTo>
                      <a:pt x="14973" y="3990"/>
                      <a:pt x="14994" y="3996"/>
                      <a:pt x="15014" y="3996"/>
                    </a:cubicBezTo>
                    <a:cubicBezTo>
                      <a:pt x="15050" y="3996"/>
                      <a:pt x="15085" y="3979"/>
                      <a:pt x="15107" y="3948"/>
                    </a:cubicBezTo>
                    <a:cubicBezTo>
                      <a:pt x="15367" y="3580"/>
                      <a:pt x="15901" y="3223"/>
                      <a:pt x="16292" y="2958"/>
                    </a:cubicBezTo>
                    <a:lnTo>
                      <a:pt x="16332" y="2934"/>
                    </a:lnTo>
                    <a:cubicBezTo>
                      <a:pt x="16767" y="2640"/>
                      <a:pt x="17684" y="2032"/>
                      <a:pt x="18335" y="1998"/>
                    </a:cubicBezTo>
                    <a:cubicBezTo>
                      <a:pt x="18383" y="1996"/>
                      <a:pt x="18426" y="1995"/>
                      <a:pt x="18466" y="1995"/>
                    </a:cubicBezTo>
                    <a:cubicBezTo>
                      <a:pt x="18761" y="1995"/>
                      <a:pt x="18850" y="2051"/>
                      <a:pt x="18860" y="2077"/>
                    </a:cubicBezTo>
                    <a:cubicBezTo>
                      <a:pt x="18874" y="2126"/>
                      <a:pt x="18765" y="2307"/>
                      <a:pt x="18365" y="2556"/>
                    </a:cubicBezTo>
                    <a:cubicBezTo>
                      <a:pt x="17438" y="3119"/>
                      <a:pt x="16782" y="3854"/>
                      <a:pt x="16091" y="4629"/>
                    </a:cubicBezTo>
                    <a:cubicBezTo>
                      <a:pt x="15758" y="5006"/>
                      <a:pt x="15415" y="5393"/>
                      <a:pt x="15028" y="5770"/>
                    </a:cubicBezTo>
                    <a:cubicBezTo>
                      <a:pt x="14985" y="5809"/>
                      <a:pt x="14985" y="5877"/>
                      <a:pt x="15024" y="5917"/>
                    </a:cubicBezTo>
                    <a:cubicBezTo>
                      <a:pt x="15044" y="5936"/>
                      <a:pt x="15068" y="5952"/>
                      <a:pt x="15098" y="5952"/>
                    </a:cubicBezTo>
                    <a:cubicBezTo>
                      <a:pt x="15127" y="5952"/>
                      <a:pt x="15156" y="5941"/>
                      <a:pt x="15175" y="5922"/>
                    </a:cubicBezTo>
                    <a:cubicBezTo>
                      <a:pt x="15180" y="5917"/>
                      <a:pt x="15180" y="5917"/>
                      <a:pt x="15186" y="5912"/>
                    </a:cubicBezTo>
                    <a:cubicBezTo>
                      <a:pt x="15480" y="6051"/>
                      <a:pt x="16083" y="6226"/>
                      <a:pt x="16480" y="6226"/>
                    </a:cubicBezTo>
                    <a:cubicBezTo>
                      <a:pt x="16544" y="6226"/>
                      <a:pt x="16604" y="6222"/>
                      <a:pt x="16655" y="6211"/>
                    </a:cubicBezTo>
                    <a:cubicBezTo>
                      <a:pt x="16885" y="6162"/>
                      <a:pt x="17047" y="5990"/>
                      <a:pt x="17194" y="5834"/>
                    </a:cubicBezTo>
                    <a:cubicBezTo>
                      <a:pt x="17352" y="5660"/>
                      <a:pt x="17470" y="5542"/>
                      <a:pt x="17627" y="5542"/>
                    </a:cubicBezTo>
                    <a:cubicBezTo>
                      <a:pt x="17670" y="5542"/>
                      <a:pt x="17716" y="5551"/>
                      <a:pt x="17766" y="5569"/>
                    </a:cubicBezTo>
                    <a:cubicBezTo>
                      <a:pt x="17928" y="5628"/>
                      <a:pt x="18012" y="5721"/>
                      <a:pt x="18021" y="5848"/>
                    </a:cubicBezTo>
                    <a:cubicBezTo>
                      <a:pt x="18041" y="6113"/>
                      <a:pt x="17747" y="6485"/>
                      <a:pt x="17478" y="6632"/>
                    </a:cubicBezTo>
                    <a:cubicBezTo>
                      <a:pt x="17174" y="6793"/>
                      <a:pt x="16841" y="6843"/>
                      <a:pt x="16484" y="6892"/>
                    </a:cubicBezTo>
                    <a:cubicBezTo>
                      <a:pt x="16131" y="6946"/>
                      <a:pt x="15763" y="6994"/>
                      <a:pt x="15415" y="7166"/>
                    </a:cubicBezTo>
                    <a:cubicBezTo>
                      <a:pt x="14923" y="7407"/>
                      <a:pt x="14459" y="7481"/>
                      <a:pt x="13999" y="7481"/>
                    </a:cubicBezTo>
                    <a:cubicBezTo>
                      <a:pt x="13634" y="7481"/>
                      <a:pt x="13273" y="7434"/>
                      <a:pt x="12903" y="7387"/>
                    </a:cubicBezTo>
                    <a:cubicBezTo>
                      <a:pt x="12746" y="7367"/>
                      <a:pt x="12584" y="7342"/>
                      <a:pt x="12428" y="7328"/>
                    </a:cubicBezTo>
                    <a:lnTo>
                      <a:pt x="12403" y="7328"/>
                    </a:lnTo>
                    <a:cubicBezTo>
                      <a:pt x="12384" y="7303"/>
                      <a:pt x="12354" y="7289"/>
                      <a:pt x="12325" y="7289"/>
                    </a:cubicBezTo>
                    <a:cubicBezTo>
                      <a:pt x="12302" y="7289"/>
                      <a:pt x="12280" y="7296"/>
                      <a:pt x="12261" y="7313"/>
                    </a:cubicBezTo>
                    <a:cubicBezTo>
                      <a:pt x="12001" y="7504"/>
                      <a:pt x="11732" y="7646"/>
                      <a:pt x="11443" y="7798"/>
                    </a:cubicBezTo>
                    <a:cubicBezTo>
                      <a:pt x="11173" y="7939"/>
                      <a:pt x="10895" y="8086"/>
                      <a:pt x="10635" y="8278"/>
                    </a:cubicBezTo>
                    <a:cubicBezTo>
                      <a:pt x="10331" y="8498"/>
                      <a:pt x="10032" y="8728"/>
                      <a:pt x="9743" y="8954"/>
                    </a:cubicBezTo>
                    <a:cubicBezTo>
                      <a:pt x="9347" y="9268"/>
                      <a:pt x="8930" y="9585"/>
                      <a:pt x="8508" y="9879"/>
                    </a:cubicBezTo>
                    <a:cubicBezTo>
                      <a:pt x="8078" y="10179"/>
                      <a:pt x="7427" y="10570"/>
                      <a:pt x="6667" y="11025"/>
                    </a:cubicBezTo>
                    <a:cubicBezTo>
                      <a:pt x="4982" y="12035"/>
                      <a:pt x="2901" y="13288"/>
                      <a:pt x="2058" y="14235"/>
                    </a:cubicBezTo>
                    <a:cubicBezTo>
                      <a:pt x="1470" y="13695"/>
                      <a:pt x="202" y="10987"/>
                      <a:pt x="344" y="10487"/>
                    </a:cubicBezTo>
                    <a:cubicBezTo>
                      <a:pt x="353" y="10458"/>
                      <a:pt x="349" y="10428"/>
                      <a:pt x="338" y="10408"/>
                    </a:cubicBezTo>
                    <a:cubicBezTo>
                      <a:pt x="991" y="10071"/>
                      <a:pt x="2866" y="8861"/>
                      <a:pt x="4384" y="7876"/>
                    </a:cubicBezTo>
                    <a:cubicBezTo>
                      <a:pt x="5388" y="7229"/>
                      <a:pt x="6256" y="6671"/>
                      <a:pt x="6564" y="6495"/>
                    </a:cubicBezTo>
                    <a:cubicBezTo>
                      <a:pt x="6883" y="6314"/>
                      <a:pt x="7221" y="6153"/>
                      <a:pt x="7544" y="5995"/>
                    </a:cubicBezTo>
                    <a:cubicBezTo>
                      <a:pt x="7891" y="5834"/>
                      <a:pt x="8250" y="5658"/>
                      <a:pt x="8597" y="5457"/>
                    </a:cubicBezTo>
                    <a:cubicBezTo>
                      <a:pt x="9313" y="5040"/>
                      <a:pt x="9959" y="4589"/>
                      <a:pt x="10473" y="4143"/>
                    </a:cubicBezTo>
                    <a:cubicBezTo>
                      <a:pt x="10860" y="3801"/>
                      <a:pt x="11095" y="3257"/>
                      <a:pt x="11345" y="2685"/>
                    </a:cubicBezTo>
                    <a:cubicBezTo>
                      <a:pt x="11648" y="1973"/>
                      <a:pt x="11967" y="1234"/>
                      <a:pt x="12594" y="951"/>
                    </a:cubicBezTo>
                    <a:cubicBezTo>
                      <a:pt x="12746" y="876"/>
                      <a:pt x="12839" y="842"/>
                      <a:pt x="12962" y="838"/>
                    </a:cubicBezTo>
                    <a:lnTo>
                      <a:pt x="12962" y="838"/>
                    </a:lnTo>
                    <a:cubicBezTo>
                      <a:pt x="13020" y="974"/>
                      <a:pt x="12864" y="1254"/>
                      <a:pt x="12682" y="1577"/>
                    </a:cubicBezTo>
                    <a:cubicBezTo>
                      <a:pt x="12453" y="1989"/>
                      <a:pt x="12159" y="2508"/>
                      <a:pt x="12139" y="3067"/>
                    </a:cubicBezTo>
                    <a:cubicBezTo>
                      <a:pt x="12139" y="3071"/>
                      <a:pt x="12139" y="3076"/>
                      <a:pt x="12143" y="3081"/>
                    </a:cubicBezTo>
                    <a:lnTo>
                      <a:pt x="12143" y="3105"/>
                    </a:lnTo>
                    <a:cubicBezTo>
                      <a:pt x="12148" y="3110"/>
                      <a:pt x="12148" y="3110"/>
                      <a:pt x="12148" y="3115"/>
                    </a:cubicBezTo>
                    <a:cubicBezTo>
                      <a:pt x="12153" y="3125"/>
                      <a:pt x="12163" y="3135"/>
                      <a:pt x="12168" y="3139"/>
                    </a:cubicBezTo>
                    <a:lnTo>
                      <a:pt x="12173" y="3144"/>
                    </a:lnTo>
                    <a:cubicBezTo>
                      <a:pt x="12177" y="3149"/>
                      <a:pt x="12182" y="3159"/>
                      <a:pt x="12193" y="3164"/>
                    </a:cubicBezTo>
                    <a:lnTo>
                      <a:pt x="12202" y="3164"/>
                    </a:lnTo>
                    <a:cubicBezTo>
                      <a:pt x="12202" y="3169"/>
                      <a:pt x="12207" y="3169"/>
                      <a:pt x="12207" y="3169"/>
                    </a:cubicBezTo>
                    <a:cubicBezTo>
                      <a:pt x="12217" y="3174"/>
                      <a:pt x="12227" y="3174"/>
                      <a:pt x="12236" y="3174"/>
                    </a:cubicBezTo>
                    <a:cubicBezTo>
                      <a:pt x="12236" y="3178"/>
                      <a:pt x="12241" y="3178"/>
                      <a:pt x="12241" y="3178"/>
                    </a:cubicBezTo>
                    <a:cubicBezTo>
                      <a:pt x="12247" y="3178"/>
                      <a:pt x="12252" y="3174"/>
                      <a:pt x="12256" y="3174"/>
                    </a:cubicBezTo>
                    <a:lnTo>
                      <a:pt x="12276" y="3174"/>
                    </a:lnTo>
                    <a:cubicBezTo>
                      <a:pt x="12286" y="3169"/>
                      <a:pt x="12290" y="3164"/>
                      <a:pt x="12295" y="3164"/>
                    </a:cubicBezTo>
                    <a:cubicBezTo>
                      <a:pt x="12300" y="3159"/>
                      <a:pt x="12306" y="3155"/>
                      <a:pt x="12315" y="3155"/>
                    </a:cubicBezTo>
                    <a:cubicBezTo>
                      <a:pt x="12320" y="3149"/>
                      <a:pt x="12324" y="3139"/>
                      <a:pt x="12329" y="3135"/>
                    </a:cubicBezTo>
                    <a:cubicBezTo>
                      <a:pt x="12329" y="3130"/>
                      <a:pt x="12335" y="3130"/>
                      <a:pt x="12340" y="3125"/>
                    </a:cubicBezTo>
                    <a:cubicBezTo>
                      <a:pt x="13046" y="1934"/>
                      <a:pt x="14590" y="215"/>
                      <a:pt x="15961" y="215"/>
                    </a:cubicBezTo>
                    <a:close/>
                    <a:moveTo>
                      <a:pt x="15947" y="1"/>
                    </a:moveTo>
                    <a:cubicBezTo>
                      <a:pt x="14558" y="1"/>
                      <a:pt x="13162" y="1549"/>
                      <a:pt x="12453" y="2556"/>
                    </a:cubicBezTo>
                    <a:cubicBezTo>
                      <a:pt x="12560" y="2238"/>
                      <a:pt x="12726" y="1939"/>
                      <a:pt x="12873" y="1679"/>
                    </a:cubicBezTo>
                    <a:cubicBezTo>
                      <a:pt x="13118" y="1244"/>
                      <a:pt x="13310" y="896"/>
                      <a:pt x="13099" y="661"/>
                    </a:cubicBezTo>
                    <a:cubicBezTo>
                      <a:pt x="13079" y="641"/>
                      <a:pt x="13054" y="632"/>
                      <a:pt x="13030" y="627"/>
                    </a:cubicBezTo>
                    <a:cubicBezTo>
                      <a:pt x="13008" y="626"/>
                      <a:pt x="12987" y="625"/>
                      <a:pt x="12967" y="625"/>
                    </a:cubicBezTo>
                    <a:cubicBezTo>
                      <a:pt x="12786" y="625"/>
                      <a:pt x="12660" y="683"/>
                      <a:pt x="12505" y="754"/>
                    </a:cubicBezTo>
                    <a:cubicBezTo>
                      <a:pt x="11800" y="1077"/>
                      <a:pt x="11467" y="1851"/>
                      <a:pt x="11149" y="2596"/>
                    </a:cubicBezTo>
                    <a:cubicBezTo>
                      <a:pt x="10909" y="3149"/>
                      <a:pt x="10683" y="3673"/>
                      <a:pt x="10331" y="3982"/>
                    </a:cubicBezTo>
                    <a:cubicBezTo>
                      <a:pt x="9831" y="4419"/>
                      <a:pt x="9195" y="4864"/>
                      <a:pt x="8490" y="5276"/>
                    </a:cubicBezTo>
                    <a:cubicBezTo>
                      <a:pt x="8151" y="5471"/>
                      <a:pt x="7794" y="5638"/>
                      <a:pt x="7450" y="5805"/>
                    </a:cubicBezTo>
                    <a:cubicBezTo>
                      <a:pt x="7122" y="5961"/>
                      <a:pt x="6785" y="6123"/>
                      <a:pt x="6457" y="6309"/>
                    </a:cubicBezTo>
                    <a:cubicBezTo>
                      <a:pt x="6148" y="6485"/>
                      <a:pt x="5276" y="7048"/>
                      <a:pt x="4272" y="7700"/>
                    </a:cubicBezTo>
                    <a:cubicBezTo>
                      <a:pt x="2660" y="8739"/>
                      <a:pt x="661" y="10032"/>
                      <a:pt x="143" y="10261"/>
                    </a:cubicBezTo>
                    <a:cubicBezTo>
                      <a:pt x="89" y="10286"/>
                      <a:pt x="64" y="10349"/>
                      <a:pt x="89" y="10403"/>
                    </a:cubicBezTo>
                    <a:cubicBezTo>
                      <a:pt x="98" y="10428"/>
                      <a:pt x="114" y="10443"/>
                      <a:pt x="132" y="10453"/>
                    </a:cubicBezTo>
                    <a:cubicBezTo>
                      <a:pt x="1" y="11104"/>
                      <a:pt x="1279" y="13847"/>
                      <a:pt x="1950" y="14420"/>
                    </a:cubicBezTo>
                    <a:cubicBezTo>
                      <a:pt x="1954" y="14445"/>
                      <a:pt x="1970" y="14470"/>
                      <a:pt x="1990" y="14489"/>
                    </a:cubicBezTo>
                    <a:cubicBezTo>
                      <a:pt x="2009" y="14504"/>
                      <a:pt x="2029" y="14509"/>
                      <a:pt x="2049" y="14513"/>
                    </a:cubicBezTo>
                    <a:cubicBezTo>
                      <a:pt x="2058" y="14513"/>
                      <a:pt x="2067" y="14509"/>
                      <a:pt x="2078" y="14504"/>
                    </a:cubicBezTo>
                    <a:cubicBezTo>
                      <a:pt x="2087" y="14513"/>
                      <a:pt x="2097" y="14513"/>
                      <a:pt x="2112" y="14513"/>
                    </a:cubicBezTo>
                    <a:cubicBezTo>
                      <a:pt x="2115" y="14514"/>
                      <a:pt x="2118" y="14514"/>
                      <a:pt x="2122" y="14514"/>
                    </a:cubicBezTo>
                    <a:cubicBezTo>
                      <a:pt x="2158" y="14514"/>
                      <a:pt x="2197" y="14490"/>
                      <a:pt x="2214" y="14455"/>
                    </a:cubicBezTo>
                    <a:cubicBezTo>
                      <a:pt x="2225" y="14430"/>
                      <a:pt x="2230" y="14401"/>
                      <a:pt x="2219" y="14376"/>
                    </a:cubicBezTo>
                    <a:cubicBezTo>
                      <a:pt x="3037" y="13455"/>
                      <a:pt x="5105" y="12212"/>
                      <a:pt x="6780" y="11208"/>
                    </a:cubicBezTo>
                    <a:cubicBezTo>
                      <a:pt x="7539" y="10751"/>
                      <a:pt x="8196" y="10355"/>
                      <a:pt x="8626" y="10056"/>
                    </a:cubicBezTo>
                    <a:cubicBezTo>
                      <a:pt x="9057" y="9757"/>
                      <a:pt x="9474" y="9434"/>
                      <a:pt x="9876" y="9126"/>
                    </a:cubicBezTo>
                    <a:cubicBezTo>
                      <a:pt x="10165" y="8900"/>
                      <a:pt x="10459" y="8669"/>
                      <a:pt x="10757" y="8450"/>
                    </a:cubicBezTo>
                    <a:cubicBezTo>
                      <a:pt x="11007" y="8269"/>
                      <a:pt x="11282" y="8126"/>
                      <a:pt x="11541" y="7989"/>
                    </a:cubicBezTo>
                    <a:cubicBezTo>
                      <a:pt x="11811" y="7847"/>
                      <a:pt x="12085" y="7700"/>
                      <a:pt x="12344" y="7514"/>
                    </a:cubicBezTo>
                    <a:cubicBezTo>
                      <a:pt x="12358" y="7528"/>
                      <a:pt x="12378" y="7539"/>
                      <a:pt x="12403" y="7539"/>
                    </a:cubicBezTo>
                    <a:cubicBezTo>
                      <a:pt x="12560" y="7557"/>
                      <a:pt x="12717" y="7577"/>
                      <a:pt x="12873" y="7597"/>
                    </a:cubicBezTo>
                    <a:cubicBezTo>
                      <a:pt x="13138" y="7631"/>
                      <a:pt x="13398" y="7666"/>
                      <a:pt x="13658" y="7681"/>
                    </a:cubicBezTo>
                    <a:cubicBezTo>
                      <a:pt x="13779" y="7690"/>
                      <a:pt x="13901" y="7695"/>
                      <a:pt x="14023" y="7695"/>
                    </a:cubicBezTo>
                    <a:cubicBezTo>
                      <a:pt x="14501" y="7695"/>
                      <a:pt x="14987" y="7615"/>
                      <a:pt x="15514" y="7358"/>
                    </a:cubicBezTo>
                    <a:cubicBezTo>
                      <a:pt x="15826" y="7200"/>
                      <a:pt x="16174" y="7152"/>
                      <a:pt x="16513" y="7107"/>
                    </a:cubicBezTo>
                    <a:cubicBezTo>
                      <a:pt x="16870" y="7053"/>
                      <a:pt x="17243" y="6999"/>
                      <a:pt x="17580" y="6818"/>
                    </a:cubicBezTo>
                    <a:cubicBezTo>
                      <a:pt x="17865" y="6666"/>
                      <a:pt x="18261" y="6225"/>
                      <a:pt x="18236" y="5834"/>
                    </a:cubicBezTo>
                    <a:cubicBezTo>
                      <a:pt x="18222" y="5682"/>
                      <a:pt x="18148" y="5481"/>
                      <a:pt x="17840" y="5368"/>
                    </a:cubicBezTo>
                    <a:cubicBezTo>
                      <a:pt x="17761" y="5339"/>
                      <a:pt x="17689" y="5326"/>
                      <a:pt x="17622" y="5326"/>
                    </a:cubicBezTo>
                    <a:cubicBezTo>
                      <a:pt x="17366" y="5326"/>
                      <a:pt x="17192" y="5515"/>
                      <a:pt x="17037" y="5687"/>
                    </a:cubicBezTo>
                    <a:cubicBezTo>
                      <a:pt x="16905" y="5834"/>
                      <a:pt x="16778" y="5966"/>
                      <a:pt x="16611" y="6000"/>
                    </a:cubicBezTo>
                    <a:cubicBezTo>
                      <a:pt x="16574" y="6007"/>
                      <a:pt x="16530" y="6010"/>
                      <a:pt x="16482" y="6010"/>
                    </a:cubicBezTo>
                    <a:cubicBezTo>
                      <a:pt x="16165" y="6010"/>
                      <a:pt x="15640" y="5870"/>
                      <a:pt x="15347" y="5750"/>
                    </a:cubicBezTo>
                    <a:cubicBezTo>
                      <a:pt x="15670" y="5422"/>
                      <a:pt x="15964" y="5094"/>
                      <a:pt x="16253" y="4771"/>
                    </a:cubicBezTo>
                    <a:cubicBezTo>
                      <a:pt x="16934" y="4007"/>
                      <a:pt x="17576" y="3286"/>
                      <a:pt x="18477" y="2737"/>
                    </a:cubicBezTo>
                    <a:cubicBezTo>
                      <a:pt x="18731" y="2581"/>
                      <a:pt x="19148" y="2278"/>
                      <a:pt x="19065" y="2013"/>
                    </a:cubicBezTo>
                    <a:cubicBezTo>
                      <a:pt x="19004" y="1820"/>
                      <a:pt x="18734" y="1778"/>
                      <a:pt x="18482" y="1778"/>
                    </a:cubicBezTo>
                    <a:cubicBezTo>
                      <a:pt x="18428" y="1778"/>
                      <a:pt x="18375" y="1780"/>
                      <a:pt x="18325" y="1783"/>
                    </a:cubicBezTo>
                    <a:cubicBezTo>
                      <a:pt x="17698" y="1817"/>
                      <a:pt x="16905" y="2292"/>
                      <a:pt x="16209" y="2757"/>
                    </a:cubicBezTo>
                    <a:lnTo>
                      <a:pt x="16174" y="2782"/>
                    </a:lnTo>
                    <a:cubicBezTo>
                      <a:pt x="15891" y="2973"/>
                      <a:pt x="15533" y="3208"/>
                      <a:pt x="15249" y="3472"/>
                    </a:cubicBezTo>
                    <a:cubicBezTo>
                      <a:pt x="15557" y="2850"/>
                      <a:pt x="16356" y="2385"/>
                      <a:pt x="17071" y="1969"/>
                    </a:cubicBezTo>
                    <a:cubicBezTo>
                      <a:pt x="17537" y="1695"/>
                      <a:pt x="17978" y="1440"/>
                      <a:pt x="18252" y="1161"/>
                    </a:cubicBezTo>
                    <a:cubicBezTo>
                      <a:pt x="18345" y="1068"/>
                      <a:pt x="18629" y="784"/>
                      <a:pt x="18501" y="553"/>
                    </a:cubicBezTo>
                    <a:cubicBezTo>
                      <a:pt x="18424" y="412"/>
                      <a:pt x="18234" y="371"/>
                      <a:pt x="18037" y="371"/>
                    </a:cubicBezTo>
                    <a:cubicBezTo>
                      <a:pt x="17858" y="371"/>
                      <a:pt x="17673" y="405"/>
                      <a:pt x="17560" y="431"/>
                    </a:cubicBezTo>
                    <a:cubicBezTo>
                      <a:pt x="16920" y="573"/>
                      <a:pt x="16229" y="1019"/>
                      <a:pt x="15616" y="1415"/>
                    </a:cubicBezTo>
                    <a:cubicBezTo>
                      <a:pt x="15480" y="1503"/>
                      <a:pt x="15347" y="1587"/>
                      <a:pt x="15225" y="1665"/>
                    </a:cubicBezTo>
                    <a:cubicBezTo>
                      <a:pt x="15004" y="1797"/>
                      <a:pt x="14745" y="1984"/>
                      <a:pt x="14490" y="2190"/>
                    </a:cubicBezTo>
                    <a:cubicBezTo>
                      <a:pt x="14705" y="1964"/>
                      <a:pt x="14931" y="1749"/>
                      <a:pt x="15132" y="1557"/>
                    </a:cubicBezTo>
                    <a:cubicBezTo>
                      <a:pt x="15200" y="1489"/>
                      <a:pt x="15268" y="1425"/>
                      <a:pt x="15333" y="1367"/>
                    </a:cubicBezTo>
                    <a:cubicBezTo>
                      <a:pt x="15415" y="1288"/>
                      <a:pt x="15568" y="1180"/>
                      <a:pt x="15734" y="1068"/>
                    </a:cubicBezTo>
                    <a:cubicBezTo>
                      <a:pt x="16102" y="818"/>
                      <a:pt x="16484" y="553"/>
                      <a:pt x="16508" y="298"/>
                    </a:cubicBezTo>
                    <a:cubicBezTo>
                      <a:pt x="16518" y="220"/>
                      <a:pt x="16493" y="142"/>
                      <a:pt x="16434" y="83"/>
                    </a:cubicBezTo>
                    <a:cubicBezTo>
                      <a:pt x="16420" y="69"/>
                      <a:pt x="16400" y="58"/>
                      <a:pt x="16380" y="54"/>
                    </a:cubicBezTo>
                    <a:cubicBezTo>
                      <a:pt x="16236" y="17"/>
                      <a:pt x="16091" y="1"/>
                      <a:pt x="15947"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009" name="Google Shape;3475;p51">
            <a:extLst>
              <a:ext uri="{FF2B5EF4-FFF2-40B4-BE49-F238E27FC236}">
                <a16:creationId xmlns:a16="http://schemas.microsoft.com/office/drawing/2014/main" id="{2C4DDA1B-C29E-1639-3F54-25F499A661CD}"/>
              </a:ext>
            </a:extLst>
          </p:cNvPr>
          <p:cNvGrpSpPr/>
          <p:nvPr/>
        </p:nvGrpSpPr>
        <p:grpSpPr>
          <a:xfrm>
            <a:off x="6488081" y="2769872"/>
            <a:ext cx="292202" cy="246571"/>
            <a:chOff x="6868725" y="988525"/>
            <a:chExt cx="187575" cy="182475"/>
          </a:xfrm>
        </p:grpSpPr>
        <p:sp>
          <p:nvSpPr>
            <p:cNvPr id="2010" name="Google Shape;3476;p51">
              <a:extLst>
                <a:ext uri="{FF2B5EF4-FFF2-40B4-BE49-F238E27FC236}">
                  <a16:creationId xmlns:a16="http://schemas.microsoft.com/office/drawing/2014/main" id="{EDE76187-15C9-4230-2266-414824323741}"/>
                </a:ext>
              </a:extLst>
            </p:cNvPr>
            <p:cNvSpPr/>
            <p:nvPr/>
          </p:nvSpPr>
          <p:spPr>
            <a:xfrm>
              <a:off x="6868725" y="988525"/>
              <a:ext cx="187575" cy="182475"/>
            </a:xfrm>
            <a:custGeom>
              <a:avLst/>
              <a:gdLst/>
              <a:ahLst/>
              <a:cxnLst/>
              <a:rect l="l" t="t" r="r" b="b"/>
              <a:pathLst>
                <a:path w="7503" h="7299" extrusionOk="0">
                  <a:moveTo>
                    <a:pt x="3644" y="189"/>
                  </a:moveTo>
                  <a:cubicBezTo>
                    <a:pt x="3812" y="189"/>
                    <a:pt x="3969" y="282"/>
                    <a:pt x="4108" y="459"/>
                  </a:cubicBezTo>
                  <a:cubicBezTo>
                    <a:pt x="4527" y="999"/>
                    <a:pt x="4285" y="2136"/>
                    <a:pt x="4007" y="2828"/>
                  </a:cubicBezTo>
                  <a:cubicBezTo>
                    <a:pt x="3977" y="2812"/>
                    <a:pt x="3946" y="2798"/>
                    <a:pt x="3911" y="2788"/>
                  </a:cubicBezTo>
                  <a:cubicBezTo>
                    <a:pt x="3926" y="2777"/>
                    <a:pt x="3936" y="2762"/>
                    <a:pt x="3936" y="2747"/>
                  </a:cubicBezTo>
                  <a:cubicBezTo>
                    <a:pt x="3991" y="2485"/>
                    <a:pt x="4012" y="2196"/>
                    <a:pt x="4007" y="1828"/>
                  </a:cubicBezTo>
                  <a:cubicBezTo>
                    <a:pt x="4007" y="1792"/>
                    <a:pt x="3982" y="1762"/>
                    <a:pt x="3946" y="1762"/>
                  </a:cubicBezTo>
                  <a:cubicBezTo>
                    <a:pt x="3911" y="1762"/>
                    <a:pt x="3881" y="1792"/>
                    <a:pt x="3881" y="1828"/>
                  </a:cubicBezTo>
                  <a:cubicBezTo>
                    <a:pt x="3886" y="2191"/>
                    <a:pt x="3865" y="2464"/>
                    <a:pt x="3814" y="2721"/>
                  </a:cubicBezTo>
                  <a:cubicBezTo>
                    <a:pt x="3809" y="2737"/>
                    <a:pt x="3814" y="2747"/>
                    <a:pt x="3820" y="2762"/>
                  </a:cubicBezTo>
                  <a:cubicBezTo>
                    <a:pt x="3782" y="2754"/>
                    <a:pt x="3743" y="2750"/>
                    <a:pt x="3703" y="2750"/>
                  </a:cubicBezTo>
                  <a:cubicBezTo>
                    <a:pt x="3649" y="2750"/>
                    <a:pt x="3594" y="2757"/>
                    <a:pt x="3541" y="2772"/>
                  </a:cubicBezTo>
                  <a:lnTo>
                    <a:pt x="3541" y="2752"/>
                  </a:lnTo>
                  <a:cubicBezTo>
                    <a:pt x="3537" y="2676"/>
                    <a:pt x="3527" y="2595"/>
                    <a:pt x="3522" y="2515"/>
                  </a:cubicBezTo>
                  <a:cubicBezTo>
                    <a:pt x="3501" y="2273"/>
                    <a:pt x="3481" y="2030"/>
                    <a:pt x="3451" y="1797"/>
                  </a:cubicBezTo>
                  <a:cubicBezTo>
                    <a:pt x="3446" y="1765"/>
                    <a:pt x="3420" y="1741"/>
                    <a:pt x="3389" y="1741"/>
                  </a:cubicBezTo>
                  <a:cubicBezTo>
                    <a:pt x="3386" y="1741"/>
                    <a:pt x="3383" y="1741"/>
                    <a:pt x="3380" y="1742"/>
                  </a:cubicBezTo>
                  <a:cubicBezTo>
                    <a:pt x="3345" y="1746"/>
                    <a:pt x="3320" y="1777"/>
                    <a:pt x="3324" y="1812"/>
                  </a:cubicBezTo>
                  <a:cubicBezTo>
                    <a:pt x="3355" y="2040"/>
                    <a:pt x="3375" y="2287"/>
                    <a:pt x="3396" y="2525"/>
                  </a:cubicBezTo>
                  <a:cubicBezTo>
                    <a:pt x="3401" y="2606"/>
                    <a:pt x="3411" y="2686"/>
                    <a:pt x="3415" y="2762"/>
                  </a:cubicBezTo>
                  <a:cubicBezTo>
                    <a:pt x="3415" y="2777"/>
                    <a:pt x="3426" y="2788"/>
                    <a:pt x="3431" y="2798"/>
                  </a:cubicBezTo>
                  <a:cubicBezTo>
                    <a:pt x="3406" y="2802"/>
                    <a:pt x="3385" y="2807"/>
                    <a:pt x="3366" y="2812"/>
                  </a:cubicBezTo>
                  <a:cubicBezTo>
                    <a:pt x="3360" y="2798"/>
                    <a:pt x="3355" y="2788"/>
                    <a:pt x="3350" y="2777"/>
                  </a:cubicBezTo>
                  <a:lnTo>
                    <a:pt x="3320" y="2727"/>
                  </a:lnTo>
                  <a:cubicBezTo>
                    <a:pt x="3269" y="2651"/>
                    <a:pt x="3214" y="2570"/>
                    <a:pt x="3153" y="2485"/>
                  </a:cubicBezTo>
                  <a:cubicBezTo>
                    <a:pt x="2976" y="1969"/>
                    <a:pt x="2885" y="1282"/>
                    <a:pt x="2965" y="898"/>
                  </a:cubicBezTo>
                  <a:cubicBezTo>
                    <a:pt x="3037" y="550"/>
                    <a:pt x="3280" y="261"/>
                    <a:pt x="3541" y="200"/>
                  </a:cubicBezTo>
                  <a:cubicBezTo>
                    <a:pt x="3576" y="193"/>
                    <a:pt x="3610" y="189"/>
                    <a:pt x="3644" y="189"/>
                  </a:cubicBezTo>
                  <a:close/>
                  <a:moveTo>
                    <a:pt x="1339" y="1226"/>
                  </a:moveTo>
                  <a:cubicBezTo>
                    <a:pt x="1995" y="1226"/>
                    <a:pt x="2582" y="1979"/>
                    <a:pt x="2986" y="2570"/>
                  </a:cubicBezTo>
                  <a:cubicBezTo>
                    <a:pt x="3026" y="2691"/>
                    <a:pt x="3072" y="2798"/>
                    <a:pt x="3123" y="2893"/>
                  </a:cubicBezTo>
                  <a:cubicBezTo>
                    <a:pt x="3037" y="2933"/>
                    <a:pt x="2972" y="2984"/>
                    <a:pt x="2916" y="3030"/>
                  </a:cubicBezTo>
                  <a:cubicBezTo>
                    <a:pt x="2870" y="3005"/>
                    <a:pt x="2825" y="2980"/>
                    <a:pt x="2779" y="2954"/>
                  </a:cubicBezTo>
                  <a:cubicBezTo>
                    <a:pt x="2536" y="2823"/>
                    <a:pt x="2305" y="2697"/>
                    <a:pt x="2132" y="2485"/>
                  </a:cubicBezTo>
                  <a:cubicBezTo>
                    <a:pt x="2118" y="2471"/>
                    <a:pt x="2100" y="2463"/>
                    <a:pt x="2082" y="2463"/>
                  </a:cubicBezTo>
                  <a:cubicBezTo>
                    <a:pt x="2067" y="2463"/>
                    <a:pt x="2053" y="2468"/>
                    <a:pt x="2042" y="2479"/>
                  </a:cubicBezTo>
                  <a:cubicBezTo>
                    <a:pt x="2016" y="2499"/>
                    <a:pt x="2011" y="2539"/>
                    <a:pt x="2037" y="2565"/>
                  </a:cubicBezTo>
                  <a:cubicBezTo>
                    <a:pt x="2223" y="2793"/>
                    <a:pt x="2461" y="2924"/>
                    <a:pt x="2718" y="3066"/>
                  </a:cubicBezTo>
                  <a:cubicBezTo>
                    <a:pt x="2708" y="3066"/>
                    <a:pt x="2704" y="3061"/>
                    <a:pt x="2699" y="3061"/>
                  </a:cubicBezTo>
                  <a:cubicBezTo>
                    <a:pt x="2032" y="2984"/>
                    <a:pt x="1510" y="2758"/>
                    <a:pt x="1142" y="2383"/>
                  </a:cubicBezTo>
                  <a:cubicBezTo>
                    <a:pt x="859" y="2096"/>
                    <a:pt x="717" y="1701"/>
                    <a:pt x="813" y="1469"/>
                  </a:cubicBezTo>
                  <a:cubicBezTo>
                    <a:pt x="894" y="1266"/>
                    <a:pt x="1142" y="1226"/>
                    <a:pt x="1339" y="1226"/>
                  </a:cubicBezTo>
                  <a:close/>
                  <a:moveTo>
                    <a:pt x="5659" y="1275"/>
                  </a:moveTo>
                  <a:cubicBezTo>
                    <a:pt x="5866" y="1275"/>
                    <a:pt x="6070" y="1341"/>
                    <a:pt x="6225" y="1464"/>
                  </a:cubicBezTo>
                  <a:cubicBezTo>
                    <a:pt x="6412" y="1611"/>
                    <a:pt x="6507" y="1818"/>
                    <a:pt x="6503" y="2049"/>
                  </a:cubicBezTo>
                  <a:cubicBezTo>
                    <a:pt x="6493" y="2661"/>
                    <a:pt x="5831" y="3055"/>
                    <a:pt x="5184" y="3328"/>
                  </a:cubicBezTo>
                  <a:cubicBezTo>
                    <a:pt x="4987" y="3399"/>
                    <a:pt x="4800" y="3469"/>
                    <a:pt x="4639" y="3535"/>
                  </a:cubicBezTo>
                  <a:lnTo>
                    <a:pt x="4497" y="3591"/>
                  </a:lnTo>
                  <a:cubicBezTo>
                    <a:pt x="4481" y="3505"/>
                    <a:pt x="4462" y="3418"/>
                    <a:pt x="4431" y="3343"/>
                  </a:cubicBezTo>
                  <a:lnTo>
                    <a:pt x="4431" y="3338"/>
                  </a:lnTo>
                  <a:cubicBezTo>
                    <a:pt x="4674" y="3101"/>
                    <a:pt x="5118" y="2879"/>
                    <a:pt x="5300" y="2793"/>
                  </a:cubicBezTo>
                  <a:cubicBezTo>
                    <a:pt x="5330" y="2777"/>
                    <a:pt x="5346" y="2737"/>
                    <a:pt x="5330" y="2707"/>
                  </a:cubicBezTo>
                  <a:cubicBezTo>
                    <a:pt x="5319" y="2685"/>
                    <a:pt x="5295" y="2670"/>
                    <a:pt x="5271" y="2670"/>
                  </a:cubicBezTo>
                  <a:cubicBezTo>
                    <a:pt x="5262" y="2670"/>
                    <a:pt x="5253" y="2672"/>
                    <a:pt x="5245" y="2676"/>
                  </a:cubicBezTo>
                  <a:cubicBezTo>
                    <a:pt x="5022" y="2782"/>
                    <a:pt x="4623" y="2989"/>
                    <a:pt x="4371" y="3222"/>
                  </a:cubicBezTo>
                  <a:cubicBezTo>
                    <a:pt x="4371" y="3212"/>
                    <a:pt x="4366" y="3201"/>
                    <a:pt x="4360" y="3192"/>
                  </a:cubicBezTo>
                  <a:lnTo>
                    <a:pt x="4366" y="3192"/>
                  </a:lnTo>
                  <a:cubicBezTo>
                    <a:pt x="4385" y="3192"/>
                    <a:pt x="4411" y="3182"/>
                    <a:pt x="4421" y="3157"/>
                  </a:cubicBezTo>
                  <a:cubicBezTo>
                    <a:pt x="4562" y="2863"/>
                    <a:pt x="4714" y="2590"/>
                    <a:pt x="4957" y="2413"/>
                  </a:cubicBezTo>
                  <a:cubicBezTo>
                    <a:pt x="4987" y="2394"/>
                    <a:pt x="4992" y="2353"/>
                    <a:pt x="4972" y="2327"/>
                  </a:cubicBezTo>
                  <a:cubicBezTo>
                    <a:pt x="4960" y="2309"/>
                    <a:pt x="4943" y="2300"/>
                    <a:pt x="4924" y="2300"/>
                  </a:cubicBezTo>
                  <a:cubicBezTo>
                    <a:pt x="4912" y="2300"/>
                    <a:pt x="4898" y="2304"/>
                    <a:pt x="4886" y="2313"/>
                  </a:cubicBezTo>
                  <a:cubicBezTo>
                    <a:pt x="4613" y="2504"/>
                    <a:pt x="4457" y="2793"/>
                    <a:pt x="4310" y="3101"/>
                  </a:cubicBezTo>
                  <a:lnTo>
                    <a:pt x="4305" y="3106"/>
                  </a:lnTo>
                  <a:cubicBezTo>
                    <a:pt x="4275" y="3061"/>
                    <a:pt x="4239" y="3015"/>
                    <a:pt x="4199" y="2975"/>
                  </a:cubicBezTo>
                  <a:lnTo>
                    <a:pt x="4199" y="2970"/>
                  </a:lnTo>
                  <a:cubicBezTo>
                    <a:pt x="4371" y="2277"/>
                    <a:pt x="4826" y="1464"/>
                    <a:pt x="5411" y="1307"/>
                  </a:cubicBezTo>
                  <a:cubicBezTo>
                    <a:pt x="5492" y="1286"/>
                    <a:pt x="5576" y="1275"/>
                    <a:pt x="5659" y="1275"/>
                  </a:cubicBezTo>
                  <a:close/>
                  <a:moveTo>
                    <a:pt x="3709" y="2873"/>
                  </a:moveTo>
                  <a:cubicBezTo>
                    <a:pt x="3809" y="2873"/>
                    <a:pt x="3900" y="2909"/>
                    <a:pt x="3966" y="2949"/>
                  </a:cubicBezTo>
                  <a:cubicBezTo>
                    <a:pt x="3972" y="2984"/>
                    <a:pt x="3991" y="3015"/>
                    <a:pt x="4022" y="3030"/>
                  </a:cubicBezTo>
                  <a:cubicBezTo>
                    <a:pt x="4034" y="3036"/>
                    <a:pt x="4046" y="3038"/>
                    <a:pt x="4058" y="3038"/>
                  </a:cubicBezTo>
                  <a:cubicBezTo>
                    <a:pt x="4066" y="3038"/>
                    <a:pt x="4074" y="3037"/>
                    <a:pt x="4082" y="3035"/>
                  </a:cubicBezTo>
                  <a:cubicBezTo>
                    <a:pt x="4234" y="3176"/>
                    <a:pt x="4345" y="3404"/>
                    <a:pt x="4376" y="3642"/>
                  </a:cubicBezTo>
                  <a:cubicBezTo>
                    <a:pt x="4385" y="3702"/>
                    <a:pt x="4385" y="3768"/>
                    <a:pt x="4385" y="3833"/>
                  </a:cubicBezTo>
                  <a:cubicBezTo>
                    <a:pt x="4376" y="3975"/>
                    <a:pt x="4341" y="4116"/>
                    <a:pt x="4259" y="4237"/>
                  </a:cubicBezTo>
                  <a:cubicBezTo>
                    <a:pt x="4098" y="4486"/>
                    <a:pt x="3897" y="4616"/>
                    <a:pt x="3679" y="4616"/>
                  </a:cubicBezTo>
                  <a:cubicBezTo>
                    <a:pt x="3609" y="4616"/>
                    <a:pt x="3538" y="4603"/>
                    <a:pt x="3466" y="4576"/>
                  </a:cubicBezTo>
                  <a:cubicBezTo>
                    <a:pt x="3254" y="4495"/>
                    <a:pt x="3067" y="4318"/>
                    <a:pt x="2946" y="4101"/>
                  </a:cubicBezTo>
                  <a:cubicBezTo>
                    <a:pt x="2941" y="4085"/>
                    <a:pt x="2935" y="4066"/>
                    <a:pt x="2925" y="4050"/>
                  </a:cubicBezTo>
                  <a:cubicBezTo>
                    <a:pt x="2921" y="4045"/>
                    <a:pt x="2916" y="4041"/>
                    <a:pt x="2911" y="4036"/>
                  </a:cubicBezTo>
                  <a:cubicBezTo>
                    <a:pt x="2911" y="4036"/>
                    <a:pt x="2905" y="4036"/>
                    <a:pt x="2905" y="4031"/>
                  </a:cubicBezTo>
                  <a:cubicBezTo>
                    <a:pt x="2820" y="3859"/>
                    <a:pt x="2779" y="3667"/>
                    <a:pt x="2804" y="3495"/>
                  </a:cubicBezTo>
                  <a:cubicBezTo>
                    <a:pt x="2835" y="3297"/>
                    <a:pt x="2941" y="3146"/>
                    <a:pt x="3117" y="3045"/>
                  </a:cubicBezTo>
                  <a:lnTo>
                    <a:pt x="3117" y="3045"/>
                  </a:lnTo>
                  <a:cubicBezTo>
                    <a:pt x="3112" y="3061"/>
                    <a:pt x="3112" y="3080"/>
                    <a:pt x="3123" y="3096"/>
                  </a:cubicBezTo>
                  <a:cubicBezTo>
                    <a:pt x="3135" y="3115"/>
                    <a:pt x="3154" y="3124"/>
                    <a:pt x="3174" y="3124"/>
                  </a:cubicBezTo>
                  <a:cubicBezTo>
                    <a:pt x="3185" y="3124"/>
                    <a:pt x="3197" y="3121"/>
                    <a:pt x="3208" y="3115"/>
                  </a:cubicBezTo>
                  <a:lnTo>
                    <a:pt x="3264" y="3080"/>
                  </a:lnTo>
                  <a:cubicBezTo>
                    <a:pt x="3275" y="3070"/>
                    <a:pt x="3280" y="3066"/>
                    <a:pt x="3289" y="3061"/>
                  </a:cubicBezTo>
                  <a:cubicBezTo>
                    <a:pt x="3299" y="3061"/>
                    <a:pt x="3310" y="3055"/>
                    <a:pt x="3320" y="3050"/>
                  </a:cubicBezTo>
                  <a:cubicBezTo>
                    <a:pt x="3340" y="3035"/>
                    <a:pt x="3350" y="3020"/>
                    <a:pt x="3355" y="3005"/>
                  </a:cubicBezTo>
                  <a:cubicBezTo>
                    <a:pt x="3420" y="2959"/>
                    <a:pt x="3476" y="2924"/>
                    <a:pt x="3537" y="2903"/>
                  </a:cubicBezTo>
                  <a:cubicBezTo>
                    <a:pt x="3578" y="2898"/>
                    <a:pt x="3623" y="2893"/>
                    <a:pt x="3669" y="2893"/>
                  </a:cubicBezTo>
                  <a:cubicBezTo>
                    <a:pt x="3683" y="2889"/>
                    <a:pt x="3699" y="2884"/>
                    <a:pt x="3709" y="2873"/>
                  </a:cubicBezTo>
                  <a:close/>
                  <a:moveTo>
                    <a:pt x="2748" y="3085"/>
                  </a:moveTo>
                  <a:lnTo>
                    <a:pt x="2748" y="3085"/>
                  </a:lnTo>
                  <a:cubicBezTo>
                    <a:pt x="2774" y="3096"/>
                    <a:pt x="2799" y="3110"/>
                    <a:pt x="2825" y="3126"/>
                  </a:cubicBezTo>
                  <a:cubicBezTo>
                    <a:pt x="2764" y="3206"/>
                    <a:pt x="2723" y="3292"/>
                    <a:pt x="2704" y="3369"/>
                  </a:cubicBezTo>
                  <a:cubicBezTo>
                    <a:pt x="2668" y="3366"/>
                    <a:pt x="2632" y="3364"/>
                    <a:pt x="2597" y="3364"/>
                  </a:cubicBezTo>
                  <a:cubicBezTo>
                    <a:pt x="2445" y="3364"/>
                    <a:pt x="2303" y="3390"/>
                    <a:pt x="2163" y="3418"/>
                  </a:cubicBezTo>
                  <a:cubicBezTo>
                    <a:pt x="2067" y="3434"/>
                    <a:pt x="1965" y="3455"/>
                    <a:pt x="1869" y="3465"/>
                  </a:cubicBezTo>
                  <a:cubicBezTo>
                    <a:pt x="1834" y="3465"/>
                    <a:pt x="1809" y="3500"/>
                    <a:pt x="1809" y="3530"/>
                  </a:cubicBezTo>
                  <a:cubicBezTo>
                    <a:pt x="1814" y="3565"/>
                    <a:pt x="1839" y="3591"/>
                    <a:pt x="1874" y="3591"/>
                  </a:cubicBezTo>
                  <a:lnTo>
                    <a:pt x="1880" y="3591"/>
                  </a:lnTo>
                  <a:cubicBezTo>
                    <a:pt x="1986" y="3581"/>
                    <a:pt x="2086" y="3560"/>
                    <a:pt x="2183" y="3540"/>
                  </a:cubicBezTo>
                  <a:cubicBezTo>
                    <a:pt x="2318" y="3515"/>
                    <a:pt x="2450" y="3491"/>
                    <a:pt x="2584" y="3491"/>
                  </a:cubicBezTo>
                  <a:cubicBezTo>
                    <a:pt x="2615" y="3491"/>
                    <a:pt x="2647" y="3492"/>
                    <a:pt x="2678" y="3495"/>
                  </a:cubicBezTo>
                  <a:cubicBezTo>
                    <a:pt x="2673" y="3555"/>
                    <a:pt x="2668" y="3616"/>
                    <a:pt x="2678" y="3677"/>
                  </a:cubicBezTo>
                  <a:cubicBezTo>
                    <a:pt x="2673" y="3674"/>
                    <a:pt x="2668" y="3673"/>
                    <a:pt x="2663" y="3673"/>
                  </a:cubicBezTo>
                  <a:cubicBezTo>
                    <a:pt x="2658" y="3673"/>
                    <a:pt x="2653" y="3674"/>
                    <a:pt x="2648" y="3677"/>
                  </a:cubicBezTo>
                  <a:cubicBezTo>
                    <a:pt x="2380" y="3742"/>
                    <a:pt x="2117" y="3863"/>
                    <a:pt x="1869" y="3980"/>
                  </a:cubicBezTo>
                  <a:cubicBezTo>
                    <a:pt x="1839" y="3994"/>
                    <a:pt x="1824" y="4036"/>
                    <a:pt x="1839" y="4066"/>
                  </a:cubicBezTo>
                  <a:cubicBezTo>
                    <a:pt x="1850" y="4091"/>
                    <a:pt x="1874" y="4101"/>
                    <a:pt x="1895" y="4101"/>
                  </a:cubicBezTo>
                  <a:cubicBezTo>
                    <a:pt x="1905" y="4101"/>
                    <a:pt x="1915" y="4101"/>
                    <a:pt x="1925" y="4096"/>
                  </a:cubicBezTo>
                  <a:cubicBezTo>
                    <a:pt x="2163" y="3980"/>
                    <a:pt x="2420" y="3863"/>
                    <a:pt x="2678" y="3798"/>
                  </a:cubicBezTo>
                  <a:cubicBezTo>
                    <a:pt x="2683" y="3798"/>
                    <a:pt x="2688" y="3793"/>
                    <a:pt x="2693" y="3793"/>
                  </a:cubicBezTo>
                  <a:cubicBezTo>
                    <a:pt x="2704" y="3843"/>
                    <a:pt x="2718" y="3899"/>
                    <a:pt x="2739" y="3954"/>
                  </a:cubicBezTo>
                  <a:cubicBezTo>
                    <a:pt x="2734" y="3959"/>
                    <a:pt x="2723" y="3964"/>
                    <a:pt x="2718" y="3970"/>
                  </a:cubicBezTo>
                  <a:cubicBezTo>
                    <a:pt x="2294" y="4362"/>
                    <a:pt x="1648" y="4725"/>
                    <a:pt x="1088" y="4725"/>
                  </a:cubicBezTo>
                  <a:cubicBezTo>
                    <a:pt x="1027" y="4725"/>
                    <a:pt x="968" y="4721"/>
                    <a:pt x="910" y="4712"/>
                  </a:cubicBezTo>
                  <a:cubicBezTo>
                    <a:pt x="657" y="4677"/>
                    <a:pt x="419" y="4495"/>
                    <a:pt x="304" y="4253"/>
                  </a:cubicBezTo>
                  <a:cubicBezTo>
                    <a:pt x="202" y="4041"/>
                    <a:pt x="207" y="3813"/>
                    <a:pt x="323" y="3616"/>
                  </a:cubicBezTo>
                  <a:cubicBezTo>
                    <a:pt x="522" y="3280"/>
                    <a:pt x="1025" y="3206"/>
                    <a:pt x="1536" y="3206"/>
                  </a:cubicBezTo>
                  <a:cubicBezTo>
                    <a:pt x="1754" y="3206"/>
                    <a:pt x="1974" y="3220"/>
                    <a:pt x="2172" y="3232"/>
                  </a:cubicBezTo>
                  <a:cubicBezTo>
                    <a:pt x="2340" y="3243"/>
                    <a:pt x="2491" y="3247"/>
                    <a:pt x="2617" y="3247"/>
                  </a:cubicBezTo>
                  <a:cubicBezTo>
                    <a:pt x="2627" y="3247"/>
                    <a:pt x="2638" y="3247"/>
                    <a:pt x="2643" y="3243"/>
                  </a:cubicBezTo>
                  <a:cubicBezTo>
                    <a:pt x="2658" y="3247"/>
                    <a:pt x="2668" y="3247"/>
                    <a:pt x="2678" y="3247"/>
                  </a:cubicBezTo>
                  <a:lnTo>
                    <a:pt x="2688" y="3247"/>
                  </a:lnTo>
                  <a:cubicBezTo>
                    <a:pt x="2734" y="3247"/>
                    <a:pt x="2774" y="3212"/>
                    <a:pt x="2784" y="3166"/>
                  </a:cubicBezTo>
                  <a:cubicBezTo>
                    <a:pt x="2784" y="3131"/>
                    <a:pt x="2774" y="3106"/>
                    <a:pt x="2748" y="3085"/>
                  </a:cubicBezTo>
                  <a:close/>
                  <a:moveTo>
                    <a:pt x="6420" y="3246"/>
                  </a:moveTo>
                  <a:cubicBezTo>
                    <a:pt x="6550" y="3246"/>
                    <a:pt x="6671" y="3261"/>
                    <a:pt x="6780" y="3297"/>
                  </a:cubicBezTo>
                  <a:cubicBezTo>
                    <a:pt x="7008" y="3369"/>
                    <a:pt x="7174" y="3540"/>
                    <a:pt x="7235" y="3768"/>
                  </a:cubicBezTo>
                  <a:cubicBezTo>
                    <a:pt x="7306" y="4005"/>
                    <a:pt x="7246" y="4262"/>
                    <a:pt x="7078" y="4460"/>
                  </a:cubicBezTo>
                  <a:cubicBezTo>
                    <a:pt x="6860" y="4722"/>
                    <a:pt x="6497" y="4821"/>
                    <a:pt x="6089" y="4821"/>
                  </a:cubicBezTo>
                  <a:cubicBezTo>
                    <a:pt x="5537" y="4821"/>
                    <a:pt x="4900" y="4639"/>
                    <a:pt x="4421" y="4430"/>
                  </a:cubicBezTo>
                  <a:cubicBezTo>
                    <a:pt x="4390" y="4409"/>
                    <a:pt x="4360" y="4384"/>
                    <a:pt x="4330" y="4358"/>
                  </a:cubicBezTo>
                  <a:cubicBezTo>
                    <a:pt x="4341" y="4344"/>
                    <a:pt x="4355" y="4323"/>
                    <a:pt x="4366" y="4308"/>
                  </a:cubicBezTo>
                  <a:cubicBezTo>
                    <a:pt x="4376" y="4288"/>
                    <a:pt x="4390" y="4267"/>
                    <a:pt x="4396" y="4253"/>
                  </a:cubicBezTo>
                  <a:cubicBezTo>
                    <a:pt x="4406" y="4258"/>
                    <a:pt x="4421" y="4262"/>
                    <a:pt x="4436" y="4262"/>
                  </a:cubicBezTo>
                  <a:cubicBezTo>
                    <a:pt x="4461" y="4262"/>
                    <a:pt x="4486" y="4262"/>
                    <a:pt x="4511" y="4262"/>
                  </a:cubicBezTo>
                  <a:cubicBezTo>
                    <a:pt x="4735" y="4262"/>
                    <a:pt x="4966" y="4280"/>
                    <a:pt x="5184" y="4298"/>
                  </a:cubicBezTo>
                  <a:cubicBezTo>
                    <a:pt x="5250" y="4304"/>
                    <a:pt x="5320" y="4308"/>
                    <a:pt x="5381" y="4313"/>
                  </a:cubicBezTo>
                  <a:lnTo>
                    <a:pt x="5391" y="4313"/>
                  </a:lnTo>
                  <a:cubicBezTo>
                    <a:pt x="5421" y="4313"/>
                    <a:pt x="5451" y="4288"/>
                    <a:pt x="5451" y="4253"/>
                  </a:cubicBezTo>
                  <a:cubicBezTo>
                    <a:pt x="5451" y="4218"/>
                    <a:pt x="5427" y="4187"/>
                    <a:pt x="5391" y="4187"/>
                  </a:cubicBezTo>
                  <a:cubicBezTo>
                    <a:pt x="5325" y="4182"/>
                    <a:pt x="5260" y="4176"/>
                    <a:pt x="5194" y="4171"/>
                  </a:cubicBezTo>
                  <a:cubicBezTo>
                    <a:pt x="4976" y="4154"/>
                    <a:pt x="4750" y="4136"/>
                    <a:pt x="4526" y="4136"/>
                  </a:cubicBezTo>
                  <a:cubicBezTo>
                    <a:pt x="4501" y="4136"/>
                    <a:pt x="4476" y="4136"/>
                    <a:pt x="4451" y="4136"/>
                  </a:cubicBezTo>
                  <a:cubicBezTo>
                    <a:pt x="4471" y="4085"/>
                    <a:pt x="4487" y="4031"/>
                    <a:pt x="4497" y="3980"/>
                  </a:cubicBezTo>
                  <a:cubicBezTo>
                    <a:pt x="4805" y="3884"/>
                    <a:pt x="5215" y="3828"/>
                    <a:pt x="5572" y="3823"/>
                  </a:cubicBezTo>
                  <a:cubicBezTo>
                    <a:pt x="5609" y="3823"/>
                    <a:pt x="5639" y="3793"/>
                    <a:pt x="5639" y="3758"/>
                  </a:cubicBezTo>
                  <a:cubicBezTo>
                    <a:pt x="5639" y="3725"/>
                    <a:pt x="5614" y="3697"/>
                    <a:pt x="5582" y="3697"/>
                  </a:cubicBezTo>
                  <a:cubicBezTo>
                    <a:pt x="5579" y="3697"/>
                    <a:pt x="5576" y="3697"/>
                    <a:pt x="5572" y="3697"/>
                  </a:cubicBezTo>
                  <a:cubicBezTo>
                    <a:pt x="5215" y="3697"/>
                    <a:pt x="4826" y="3752"/>
                    <a:pt x="4511" y="3843"/>
                  </a:cubicBezTo>
                  <a:lnTo>
                    <a:pt x="4511" y="3788"/>
                  </a:lnTo>
                  <a:cubicBezTo>
                    <a:pt x="4567" y="3768"/>
                    <a:pt x="4618" y="3747"/>
                    <a:pt x="4679" y="3728"/>
                  </a:cubicBezTo>
                  <a:cubicBezTo>
                    <a:pt x="4851" y="3661"/>
                    <a:pt x="5043" y="3591"/>
                    <a:pt x="5245" y="3505"/>
                  </a:cubicBezTo>
                  <a:cubicBezTo>
                    <a:pt x="5632" y="3367"/>
                    <a:pt x="6057" y="3246"/>
                    <a:pt x="6420" y="3246"/>
                  </a:cubicBezTo>
                  <a:close/>
                  <a:moveTo>
                    <a:pt x="2870" y="4218"/>
                  </a:moveTo>
                  <a:cubicBezTo>
                    <a:pt x="2881" y="4237"/>
                    <a:pt x="2900" y="4262"/>
                    <a:pt x="2916" y="4283"/>
                  </a:cubicBezTo>
                  <a:cubicBezTo>
                    <a:pt x="2905" y="4288"/>
                    <a:pt x="2900" y="4293"/>
                    <a:pt x="2895" y="4304"/>
                  </a:cubicBezTo>
                  <a:lnTo>
                    <a:pt x="2850" y="4358"/>
                  </a:lnTo>
                  <a:cubicBezTo>
                    <a:pt x="2678" y="4566"/>
                    <a:pt x="2487" y="4803"/>
                    <a:pt x="2440" y="5076"/>
                  </a:cubicBezTo>
                  <a:cubicBezTo>
                    <a:pt x="2436" y="5111"/>
                    <a:pt x="2456" y="5142"/>
                    <a:pt x="2491" y="5146"/>
                  </a:cubicBezTo>
                  <a:cubicBezTo>
                    <a:pt x="2496" y="5152"/>
                    <a:pt x="2496" y="5152"/>
                    <a:pt x="2501" y="5152"/>
                  </a:cubicBezTo>
                  <a:cubicBezTo>
                    <a:pt x="2531" y="5152"/>
                    <a:pt x="2557" y="5127"/>
                    <a:pt x="2562" y="5097"/>
                  </a:cubicBezTo>
                  <a:cubicBezTo>
                    <a:pt x="2608" y="4854"/>
                    <a:pt x="2790" y="4631"/>
                    <a:pt x="2946" y="4439"/>
                  </a:cubicBezTo>
                  <a:lnTo>
                    <a:pt x="2991" y="4384"/>
                  </a:lnTo>
                  <a:cubicBezTo>
                    <a:pt x="3063" y="4465"/>
                    <a:pt x="3138" y="4535"/>
                    <a:pt x="3224" y="4591"/>
                  </a:cubicBezTo>
                  <a:lnTo>
                    <a:pt x="3229" y="4591"/>
                  </a:lnTo>
                  <a:cubicBezTo>
                    <a:pt x="3158" y="4712"/>
                    <a:pt x="3103" y="4843"/>
                    <a:pt x="3052" y="4971"/>
                  </a:cubicBezTo>
                  <a:cubicBezTo>
                    <a:pt x="3002" y="5097"/>
                    <a:pt x="2951" y="5223"/>
                    <a:pt x="2890" y="5334"/>
                  </a:cubicBezTo>
                  <a:cubicBezTo>
                    <a:pt x="2870" y="5365"/>
                    <a:pt x="2885" y="5405"/>
                    <a:pt x="2916" y="5419"/>
                  </a:cubicBezTo>
                  <a:cubicBezTo>
                    <a:pt x="2925" y="5425"/>
                    <a:pt x="2935" y="5430"/>
                    <a:pt x="2946" y="5430"/>
                  </a:cubicBezTo>
                  <a:cubicBezTo>
                    <a:pt x="2965" y="5430"/>
                    <a:pt x="2986" y="5414"/>
                    <a:pt x="3002" y="5395"/>
                  </a:cubicBezTo>
                  <a:cubicBezTo>
                    <a:pt x="3063" y="5279"/>
                    <a:pt x="3117" y="5146"/>
                    <a:pt x="3168" y="5020"/>
                  </a:cubicBezTo>
                  <a:cubicBezTo>
                    <a:pt x="3224" y="4889"/>
                    <a:pt x="3275" y="4768"/>
                    <a:pt x="3335" y="4656"/>
                  </a:cubicBezTo>
                  <a:cubicBezTo>
                    <a:pt x="3355" y="4667"/>
                    <a:pt x="3370" y="4672"/>
                    <a:pt x="3390" y="4682"/>
                  </a:cubicBezTo>
                  <a:cubicBezTo>
                    <a:pt x="3390" y="4687"/>
                    <a:pt x="3385" y="4692"/>
                    <a:pt x="3385" y="4703"/>
                  </a:cubicBezTo>
                  <a:cubicBezTo>
                    <a:pt x="3380" y="4738"/>
                    <a:pt x="3370" y="4819"/>
                    <a:pt x="3360" y="4929"/>
                  </a:cubicBezTo>
                  <a:cubicBezTo>
                    <a:pt x="3340" y="5055"/>
                    <a:pt x="3324" y="5188"/>
                    <a:pt x="3310" y="5314"/>
                  </a:cubicBezTo>
                  <a:cubicBezTo>
                    <a:pt x="3244" y="5960"/>
                    <a:pt x="3184" y="6521"/>
                    <a:pt x="2445" y="6764"/>
                  </a:cubicBezTo>
                  <a:cubicBezTo>
                    <a:pt x="2342" y="6799"/>
                    <a:pt x="2245" y="6816"/>
                    <a:pt x="2156" y="6816"/>
                  </a:cubicBezTo>
                  <a:cubicBezTo>
                    <a:pt x="2027" y="6816"/>
                    <a:pt x="1914" y="6780"/>
                    <a:pt x="1824" y="6708"/>
                  </a:cubicBezTo>
                  <a:cubicBezTo>
                    <a:pt x="1668" y="6577"/>
                    <a:pt x="1601" y="6344"/>
                    <a:pt x="1643" y="6056"/>
                  </a:cubicBezTo>
                  <a:cubicBezTo>
                    <a:pt x="1718" y="5465"/>
                    <a:pt x="2329" y="4656"/>
                    <a:pt x="2870" y="4218"/>
                  </a:cubicBezTo>
                  <a:close/>
                  <a:moveTo>
                    <a:pt x="4184" y="4526"/>
                  </a:moveTo>
                  <a:cubicBezTo>
                    <a:pt x="4194" y="4535"/>
                    <a:pt x="4199" y="4540"/>
                    <a:pt x="4208" y="4546"/>
                  </a:cubicBezTo>
                  <a:cubicBezTo>
                    <a:pt x="4239" y="4561"/>
                    <a:pt x="4280" y="4576"/>
                    <a:pt x="4320" y="4591"/>
                  </a:cubicBezTo>
                  <a:cubicBezTo>
                    <a:pt x="4875" y="5055"/>
                    <a:pt x="5234" y="5637"/>
                    <a:pt x="5269" y="6167"/>
                  </a:cubicBezTo>
                  <a:cubicBezTo>
                    <a:pt x="5295" y="6486"/>
                    <a:pt x="5204" y="6753"/>
                    <a:pt x="5022" y="6920"/>
                  </a:cubicBezTo>
                  <a:cubicBezTo>
                    <a:pt x="4884" y="7042"/>
                    <a:pt x="4701" y="7107"/>
                    <a:pt x="4484" y="7107"/>
                  </a:cubicBezTo>
                  <a:cubicBezTo>
                    <a:pt x="4414" y="7107"/>
                    <a:pt x="4341" y="7100"/>
                    <a:pt x="4264" y="7086"/>
                  </a:cubicBezTo>
                  <a:cubicBezTo>
                    <a:pt x="3552" y="6965"/>
                    <a:pt x="3471" y="5794"/>
                    <a:pt x="3548" y="4971"/>
                  </a:cubicBezTo>
                  <a:cubicBezTo>
                    <a:pt x="3557" y="4889"/>
                    <a:pt x="3572" y="4813"/>
                    <a:pt x="3588" y="4738"/>
                  </a:cubicBezTo>
                  <a:cubicBezTo>
                    <a:pt x="3623" y="4743"/>
                    <a:pt x="3653" y="4743"/>
                    <a:pt x="3683" y="4743"/>
                  </a:cubicBezTo>
                  <a:cubicBezTo>
                    <a:pt x="3795" y="4743"/>
                    <a:pt x="3905" y="4712"/>
                    <a:pt x="4012" y="4656"/>
                  </a:cubicBezTo>
                  <a:cubicBezTo>
                    <a:pt x="4012" y="4661"/>
                    <a:pt x="4017" y="4661"/>
                    <a:pt x="4017" y="4667"/>
                  </a:cubicBezTo>
                  <a:cubicBezTo>
                    <a:pt x="4178" y="4813"/>
                    <a:pt x="4325" y="5036"/>
                    <a:pt x="4396" y="5248"/>
                  </a:cubicBezTo>
                  <a:cubicBezTo>
                    <a:pt x="4406" y="5274"/>
                    <a:pt x="4431" y="5288"/>
                    <a:pt x="4457" y="5288"/>
                  </a:cubicBezTo>
                  <a:lnTo>
                    <a:pt x="4476" y="5288"/>
                  </a:lnTo>
                  <a:cubicBezTo>
                    <a:pt x="4511" y="5274"/>
                    <a:pt x="4527" y="5237"/>
                    <a:pt x="4518" y="5202"/>
                  </a:cubicBezTo>
                  <a:cubicBezTo>
                    <a:pt x="4441" y="4980"/>
                    <a:pt x="4285" y="4743"/>
                    <a:pt x="4117" y="4586"/>
                  </a:cubicBezTo>
                  <a:cubicBezTo>
                    <a:pt x="4138" y="4570"/>
                    <a:pt x="4163" y="4551"/>
                    <a:pt x="4184" y="4530"/>
                  </a:cubicBezTo>
                  <a:lnTo>
                    <a:pt x="4184" y="4526"/>
                  </a:lnTo>
                  <a:close/>
                  <a:moveTo>
                    <a:pt x="3652" y="1"/>
                  </a:moveTo>
                  <a:cubicBezTo>
                    <a:pt x="3602" y="1"/>
                    <a:pt x="3552" y="7"/>
                    <a:pt x="3501" y="18"/>
                  </a:cubicBezTo>
                  <a:cubicBezTo>
                    <a:pt x="3158" y="95"/>
                    <a:pt x="2870" y="433"/>
                    <a:pt x="2779" y="858"/>
                  </a:cubicBezTo>
                  <a:cubicBezTo>
                    <a:pt x="2718" y="1161"/>
                    <a:pt x="2748" y="1611"/>
                    <a:pt x="2839" y="2045"/>
                  </a:cubicBezTo>
                  <a:cubicBezTo>
                    <a:pt x="2440" y="1529"/>
                    <a:pt x="1925" y="1035"/>
                    <a:pt x="1339" y="1035"/>
                  </a:cubicBezTo>
                  <a:lnTo>
                    <a:pt x="1335" y="1035"/>
                  </a:lnTo>
                  <a:cubicBezTo>
                    <a:pt x="885" y="1039"/>
                    <a:pt x="708" y="1231"/>
                    <a:pt x="642" y="1398"/>
                  </a:cubicBezTo>
                  <a:cubicBezTo>
                    <a:pt x="496" y="1742"/>
                    <a:pt x="717" y="2222"/>
                    <a:pt x="1011" y="2515"/>
                  </a:cubicBezTo>
                  <a:cubicBezTo>
                    <a:pt x="1218" y="2727"/>
                    <a:pt x="1470" y="2893"/>
                    <a:pt x="1769" y="3020"/>
                  </a:cubicBezTo>
                  <a:cubicBezTo>
                    <a:pt x="1697" y="3017"/>
                    <a:pt x="1624" y="3016"/>
                    <a:pt x="1551" y="3016"/>
                  </a:cubicBezTo>
                  <a:cubicBezTo>
                    <a:pt x="984" y="3016"/>
                    <a:pt x="408" y="3099"/>
                    <a:pt x="162" y="3520"/>
                  </a:cubicBezTo>
                  <a:cubicBezTo>
                    <a:pt x="11" y="3773"/>
                    <a:pt x="1" y="4066"/>
                    <a:pt x="132" y="4334"/>
                  </a:cubicBezTo>
                  <a:cubicBezTo>
                    <a:pt x="274" y="4631"/>
                    <a:pt x="566" y="4854"/>
                    <a:pt x="880" y="4899"/>
                  </a:cubicBezTo>
                  <a:cubicBezTo>
                    <a:pt x="950" y="4910"/>
                    <a:pt x="1021" y="4915"/>
                    <a:pt x="1086" y="4915"/>
                  </a:cubicBezTo>
                  <a:cubicBezTo>
                    <a:pt x="1491" y="4915"/>
                    <a:pt x="1905" y="4758"/>
                    <a:pt x="2263" y="4540"/>
                  </a:cubicBezTo>
                  <a:lnTo>
                    <a:pt x="2263" y="4540"/>
                  </a:lnTo>
                  <a:cubicBezTo>
                    <a:pt x="1880" y="4975"/>
                    <a:pt x="1516" y="5536"/>
                    <a:pt x="1450" y="6032"/>
                  </a:cubicBezTo>
                  <a:cubicBezTo>
                    <a:pt x="1405" y="6384"/>
                    <a:pt x="1496" y="6678"/>
                    <a:pt x="1708" y="6850"/>
                  </a:cubicBezTo>
                  <a:cubicBezTo>
                    <a:pt x="1829" y="6955"/>
                    <a:pt x="1986" y="7006"/>
                    <a:pt x="2158" y="7006"/>
                  </a:cubicBezTo>
                  <a:cubicBezTo>
                    <a:pt x="2268" y="7006"/>
                    <a:pt x="2385" y="6986"/>
                    <a:pt x="2506" y="6946"/>
                  </a:cubicBezTo>
                  <a:cubicBezTo>
                    <a:pt x="3032" y="6769"/>
                    <a:pt x="3264" y="6445"/>
                    <a:pt x="3375" y="6067"/>
                  </a:cubicBezTo>
                  <a:cubicBezTo>
                    <a:pt x="3457" y="6632"/>
                    <a:pt x="3678" y="7177"/>
                    <a:pt x="4234" y="7274"/>
                  </a:cubicBezTo>
                  <a:cubicBezTo>
                    <a:pt x="4320" y="7289"/>
                    <a:pt x="4406" y="7299"/>
                    <a:pt x="4487" y="7299"/>
                  </a:cubicBezTo>
                  <a:cubicBezTo>
                    <a:pt x="4749" y="7299"/>
                    <a:pt x="4977" y="7219"/>
                    <a:pt x="5148" y="7062"/>
                  </a:cubicBezTo>
                  <a:cubicBezTo>
                    <a:pt x="5376" y="6855"/>
                    <a:pt x="5488" y="6531"/>
                    <a:pt x="5462" y="6153"/>
                  </a:cubicBezTo>
                  <a:cubicBezTo>
                    <a:pt x="5427" y="5692"/>
                    <a:pt x="5184" y="5202"/>
                    <a:pt x="4784" y="4773"/>
                  </a:cubicBezTo>
                  <a:lnTo>
                    <a:pt x="4784" y="4773"/>
                  </a:lnTo>
                  <a:cubicBezTo>
                    <a:pt x="5184" y="4904"/>
                    <a:pt x="5654" y="5011"/>
                    <a:pt x="6088" y="5011"/>
                  </a:cubicBezTo>
                  <a:cubicBezTo>
                    <a:pt x="6543" y="5011"/>
                    <a:pt x="6957" y="4899"/>
                    <a:pt x="7225" y="4586"/>
                  </a:cubicBezTo>
                  <a:cubicBezTo>
                    <a:pt x="7433" y="4339"/>
                    <a:pt x="7503" y="4010"/>
                    <a:pt x="7417" y="3712"/>
                  </a:cubicBezTo>
                  <a:cubicBezTo>
                    <a:pt x="7337" y="3429"/>
                    <a:pt x="7125" y="3212"/>
                    <a:pt x="6836" y="3115"/>
                  </a:cubicBezTo>
                  <a:cubicBezTo>
                    <a:pt x="6713" y="3076"/>
                    <a:pt x="6576" y="3058"/>
                    <a:pt x="6430" y="3058"/>
                  </a:cubicBezTo>
                  <a:cubicBezTo>
                    <a:pt x="6301" y="3058"/>
                    <a:pt x="6165" y="3072"/>
                    <a:pt x="6027" y="3096"/>
                  </a:cubicBezTo>
                  <a:cubicBezTo>
                    <a:pt x="6407" y="2833"/>
                    <a:pt x="6684" y="2499"/>
                    <a:pt x="6694" y="2054"/>
                  </a:cubicBezTo>
                  <a:cubicBezTo>
                    <a:pt x="6700" y="1762"/>
                    <a:pt x="6579" y="1499"/>
                    <a:pt x="6346" y="1317"/>
                  </a:cubicBezTo>
                  <a:cubicBezTo>
                    <a:pt x="6154" y="1168"/>
                    <a:pt x="5904" y="1087"/>
                    <a:pt x="5656" y="1087"/>
                  </a:cubicBezTo>
                  <a:cubicBezTo>
                    <a:pt x="5558" y="1087"/>
                    <a:pt x="5460" y="1100"/>
                    <a:pt x="5366" y="1126"/>
                  </a:cubicBezTo>
                  <a:cubicBezTo>
                    <a:pt x="4992" y="1221"/>
                    <a:pt x="4693" y="1520"/>
                    <a:pt x="4476" y="1863"/>
                  </a:cubicBezTo>
                  <a:lnTo>
                    <a:pt x="4471" y="1863"/>
                  </a:lnTo>
                  <a:cubicBezTo>
                    <a:pt x="4562" y="1307"/>
                    <a:pt x="4553" y="721"/>
                    <a:pt x="4259" y="342"/>
                  </a:cubicBezTo>
                  <a:cubicBezTo>
                    <a:pt x="4086" y="119"/>
                    <a:pt x="3875" y="1"/>
                    <a:pt x="3652"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3477;p51">
              <a:extLst>
                <a:ext uri="{FF2B5EF4-FFF2-40B4-BE49-F238E27FC236}">
                  <a16:creationId xmlns:a16="http://schemas.microsoft.com/office/drawing/2014/main" id="{4E637C4F-20F1-93AA-5A90-DCB8BB51F27D}"/>
                </a:ext>
              </a:extLst>
            </p:cNvPr>
            <p:cNvSpPr/>
            <p:nvPr/>
          </p:nvSpPr>
          <p:spPr>
            <a:xfrm>
              <a:off x="6938175" y="1060325"/>
              <a:ext cx="40200" cy="43625"/>
            </a:xfrm>
            <a:custGeom>
              <a:avLst/>
              <a:gdLst/>
              <a:ahLst/>
              <a:cxnLst/>
              <a:rect l="l" t="t" r="r" b="b"/>
              <a:pathLst>
                <a:path w="1608" h="1745" extrusionOk="0">
                  <a:moveTo>
                    <a:pt x="910" y="406"/>
                  </a:moveTo>
                  <a:cubicBezTo>
                    <a:pt x="945" y="406"/>
                    <a:pt x="976" y="436"/>
                    <a:pt x="976" y="466"/>
                  </a:cubicBezTo>
                  <a:cubicBezTo>
                    <a:pt x="976" y="502"/>
                    <a:pt x="945" y="532"/>
                    <a:pt x="910" y="532"/>
                  </a:cubicBezTo>
                  <a:lnTo>
                    <a:pt x="865" y="532"/>
                  </a:lnTo>
                  <a:cubicBezTo>
                    <a:pt x="830" y="532"/>
                    <a:pt x="800" y="502"/>
                    <a:pt x="800" y="466"/>
                  </a:cubicBezTo>
                  <a:cubicBezTo>
                    <a:pt x="800" y="436"/>
                    <a:pt x="830" y="406"/>
                    <a:pt x="865" y="406"/>
                  </a:cubicBezTo>
                  <a:close/>
                  <a:moveTo>
                    <a:pt x="471" y="613"/>
                  </a:moveTo>
                  <a:cubicBezTo>
                    <a:pt x="502" y="613"/>
                    <a:pt x="532" y="643"/>
                    <a:pt x="532" y="679"/>
                  </a:cubicBezTo>
                  <a:cubicBezTo>
                    <a:pt x="532" y="714"/>
                    <a:pt x="502" y="739"/>
                    <a:pt x="471" y="739"/>
                  </a:cubicBezTo>
                  <a:lnTo>
                    <a:pt x="446" y="739"/>
                  </a:lnTo>
                  <a:cubicBezTo>
                    <a:pt x="411" y="739"/>
                    <a:pt x="380" y="714"/>
                    <a:pt x="380" y="679"/>
                  </a:cubicBezTo>
                  <a:cubicBezTo>
                    <a:pt x="380" y="643"/>
                    <a:pt x="411" y="613"/>
                    <a:pt x="446" y="613"/>
                  </a:cubicBezTo>
                  <a:close/>
                  <a:moveTo>
                    <a:pt x="1120" y="799"/>
                  </a:moveTo>
                  <a:cubicBezTo>
                    <a:pt x="1152" y="799"/>
                    <a:pt x="1172" y="814"/>
                    <a:pt x="1183" y="825"/>
                  </a:cubicBezTo>
                  <a:cubicBezTo>
                    <a:pt x="1199" y="840"/>
                    <a:pt x="1218" y="870"/>
                    <a:pt x="1204" y="926"/>
                  </a:cubicBezTo>
                  <a:cubicBezTo>
                    <a:pt x="1199" y="951"/>
                    <a:pt x="1173" y="971"/>
                    <a:pt x="1143" y="971"/>
                  </a:cubicBezTo>
                  <a:lnTo>
                    <a:pt x="1133" y="971"/>
                  </a:lnTo>
                  <a:cubicBezTo>
                    <a:pt x="1108" y="966"/>
                    <a:pt x="1087" y="947"/>
                    <a:pt x="1082" y="926"/>
                  </a:cubicBezTo>
                  <a:cubicBezTo>
                    <a:pt x="1062" y="916"/>
                    <a:pt x="1042" y="901"/>
                    <a:pt x="1036" y="875"/>
                  </a:cubicBezTo>
                  <a:cubicBezTo>
                    <a:pt x="1031" y="845"/>
                    <a:pt x="1052" y="810"/>
                    <a:pt x="1082" y="805"/>
                  </a:cubicBezTo>
                  <a:cubicBezTo>
                    <a:pt x="1096" y="801"/>
                    <a:pt x="1109" y="799"/>
                    <a:pt x="1120" y="799"/>
                  </a:cubicBezTo>
                  <a:close/>
                  <a:moveTo>
                    <a:pt x="657" y="988"/>
                  </a:moveTo>
                  <a:cubicBezTo>
                    <a:pt x="673" y="988"/>
                    <a:pt x="688" y="995"/>
                    <a:pt x="698" y="1007"/>
                  </a:cubicBezTo>
                  <a:cubicBezTo>
                    <a:pt x="733" y="1042"/>
                    <a:pt x="763" y="1092"/>
                    <a:pt x="784" y="1143"/>
                  </a:cubicBezTo>
                  <a:cubicBezTo>
                    <a:pt x="794" y="1178"/>
                    <a:pt x="779" y="1213"/>
                    <a:pt x="749" y="1224"/>
                  </a:cubicBezTo>
                  <a:cubicBezTo>
                    <a:pt x="739" y="1229"/>
                    <a:pt x="733" y="1229"/>
                    <a:pt x="723" y="1229"/>
                  </a:cubicBezTo>
                  <a:cubicBezTo>
                    <a:pt x="698" y="1229"/>
                    <a:pt x="673" y="1213"/>
                    <a:pt x="668" y="1189"/>
                  </a:cubicBezTo>
                  <a:cubicBezTo>
                    <a:pt x="653" y="1153"/>
                    <a:pt x="633" y="1118"/>
                    <a:pt x="607" y="1092"/>
                  </a:cubicBezTo>
                  <a:cubicBezTo>
                    <a:pt x="588" y="1068"/>
                    <a:pt x="588" y="1027"/>
                    <a:pt x="612" y="1007"/>
                  </a:cubicBezTo>
                  <a:cubicBezTo>
                    <a:pt x="625" y="995"/>
                    <a:pt x="641" y="988"/>
                    <a:pt x="657" y="988"/>
                  </a:cubicBezTo>
                  <a:close/>
                  <a:moveTo>
                    <a:pt x="1079" y="1227"/>
                  </a:moveTo>
                  <a:cubicBezTo>
                    <a:pt x="1099" y="1227"/>
                    <a:pt x="1125" y="1235"/>
                    <a:pt x="1148" y="1269"/>
                  </a:cubicBezTo>
                  <a:cubicBezTo>
                    <a:pt x="1168" y="1299"/>
                    <a:pt x="1164" y="1341"/>
                    <a:pt x="1133" y="1360"/>
                  </a:cubicBezTo>
                  <a:cubicBezTo>
                    <a:pt x="1122" y="1365"/>
                    <a:pt x="1108" y="1371"/>
                    <a:pt x="1097" y="1371"/>
                  </a:cubicBezTo>
                  <a:cubicBezTo>
                    <a:pt x="1092" y="1371"/>
                    <a:pt x="1087" y="1371"/>
                    <a:pt x="1082" y="1365"/>
                  </a:cubicBezTo>
                  <a:cubicBezTo>
                    <a:pt x="1078" y="1371"/>
                    <a:pt x="1073" y="1371"/>
                    <a:pt x="1067" y="1371"/>
                  </a:cubicBezTo>
                  <a:cubicBezTo>
                    <a:pt x="1036" y="1365"/>
                    <a:pt x="1006" y="1335"/>
                    <a:pt x="1012" y="1304"/>
                  </a:cubicBezTo>
                  <a:cubicBezTo>
                    <a:pt x="1017" y="1250"/>
                    <a:pt x="1047" y="1234"/>
                    <a:pt x="1062" y="1229"/>
                  </a:cubicBezTo>
                  <a:cubicBezTo>
                    <a:pt x="1067" y="1228"/>
                    <a:pt x="1073" y="1227"/>
                    <a:pt x="1079" y="1227"/>
                  </a:cubicBezTo>
                  <a:close/>
                  <a:moveTo>
                    <a:pt x="931" y="1"/>
                  </a:moveTo>
                  <a:cubicBezTo>
                    <a:pt x="921" y="12"/>
                    <a:pt x="905" y="17"/>
                    <a:pt x="891" y="21"/>
                  </a:cubicBezTo>
                  <a:cubicBezTo>
                    <a:pt x="845" y="21"/>
                    <a:pt x="800" y="26"/>
                    <a:pt x="759" y="31"/>
                  </a:cubicBezTo>
                  <a:cubicBezTo>
                    <a:pt x="698" y="52"/>
                    <a:pt x="642" y="87"/>
                    <a:pt x="577" y="133"/>
                  </a:cubicBezTo>
                  <a:cubicBezTo>
                    <a:pt x="572" y="148"/>
                    <a:pt x="562" y="163"/>
                    <a:pt x="542" y="178"/>
                  </a:cubicBezTo>
                  <a:cubicBezTo>
                    <a:pt x="532" y="183"/>
                    <a:pt x="521" y="189"/>
                    <a:pt x="511" y="189"/>
                  </a:cubicBezTo>
                  <a:cubicBezTo>
                    <a:pt x="502" y="194"/>
                    <a:pt x="497" y="198"/>
                    <a:pt x="486" y="208"/>
                  </a:cubicBezTo>
                  <a:lnTo>
                    <a:pt x="430" y="243"/>
                  </a:lnTo>
                  <a:cubicBezTo>
                    <a:pt x="419" y="249"/>
                    <a:pt x="407" y="252"/>
                    <a:pt x="396" y="252"/>
                  </a:cubicBezTo>
                  <a:cubicBezTo>
                    <a:pt x="376" y="252"/>
                    <a:pt x="357" y="243"/>
                    <a:pt x="345" y="224"/>
                  </a:cubicBezTo>
                  <a:cubicBezTo>
                    <a:pt x="334" y="208"/>
                    <a:pt x="334" y="189"/>
                    <a:pt x="339" y="173"/>
                  </a:cubicBezTo>
                  <a:lnTo>
                    <a:pt x="339" y="173"/>
                  </a:lnTo>
                  <a:cubicBezTo>
                    <a:pt x="163" y="274"/>
                    <a:pt x="57" y="425"/>
                    <a:pt x="26" y="623"/>
                  </a:cubicBezTo>
                  <a:cubicBezTo>
                    <a:pt x="1" y="795"/>
                    <a:pt x="42" y="987"/>
                    <a:pt x="127" y="1159"/>
                  </a:cubicBezTo>
                  <a:cubicBezTo>
                    <a:pt x="127" y="1164"/>
                    <a:pt x="133" y="1164"/>
                    <a:pt x="133" y="1164"/>
                  </a:cubicBezTo>
                  <a:cubicBezTo>
                    <a:pt x="138" y="1169"/>
                    <a:pt x="143" y="1173"/>
                    <a:pt x="147" y="1178"/>
                  </a:cubicBezTo>
                  <a:cubicBezTo>
                    <a:pt x="157" y="1194"/>
                    <a:pt x="163" y="1213"/>
                    <a:pt x="168" y="1229"/>
                  </a:cubicBezTo>
                  <a:cubicBezTo>
                    <a:pt x="289" y="1446"/>
                    <a:pt x="476" y="1623"/>
                    <a:pt x="688" y="1704"/>
                  </a:cubicBezTo>
                  <a:cubicBezTo>
                    <a:pt x="760" y="1731"/>
                    <a:pt x="831" y="1744"/>
                    <a:pt x="901" y="1744"/>
                  </a:cubicBezTo>
                  <a:cubicBezTo>
                    <a:pt x="1119" y="1744"/>
                    <a:pt x="1320" y="1614"/>
                    <a:pt x="1481" y="1365"/>
                  </a:cubicBezTo>
                  <a:cubicBezTo>
                    <a:pt x="1563" y="1244"/>
                    <a:pt x="1598" y="1103"/>
                    <a:pt x="1607" y="961"/>
                  </a:cubicBezTo>
                  <a:cubicBezTo>
                    <a:pt x="1607" y="896"/>
                    <a:pt x="1607" y="830"/>
                    <a:pt x="1598" y="770"/>
                  </a:cubicBezTo>
                  <a:cubicBezTo>
                    <a:pt x="1567" y="532"/>
                    <a:pt x="1456" y="304"/>
                    <a:pt x="1304" y="163"/>
                  </a:cubicBezTo>
                  <a:cubicBezTo>
                    <a:pt x="1296" y="165"/>
                    <a:pt x="1288" y="166"/>
                    <a:pt x="1280" y="166"/>
                  </a:cubicBezTo>
                  <a:cubicBezTo>
                    <a:pt x="1268" y="166"/>
                    <a:pt x="1256" y="164"/>
                    <a:pt x="1244" y="158"/>
                  </a:cubicBezTo>
                  <a:cubicBezTo>
                    <a:pt x="1213" y="143"/>
                    <a:pt x="1194" y="112"/>
                    <a:pt x="1188" y="77"/>
                  </a:cubicBezTo>
                  <a:cubicBezTo>
                    <a:pt x="1122" y="37"/>
                    <a:pt x="1031" y="1"/>
                    <a:pt x="931"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3478;p51">
              <a:extLst>
                <a:ext uri="{FF2B5EF4-FFF2-40B4-BE49-F238E27FC236}">
                  <a16:creationId xmlns:a16="http://schemas.microsoft.com/office/drawing/2014/main" id="{6951E003-4ED5-CAD6-6C34-63DA9A349D54}"/>
                </a:ext>
              </a:extLst>
            </p:cNvPr>
            <p:cNvSpPr/>
            <p:nvPr/>
          </p:nvSpPr>
          <p:spPr>
            <a:xfrm>
              <a:off x="6908750" y="1093950"/>
              <a:ext cx="44725" cy="65000"/>
            </a:xfrm>
            <a:custGeom>
              <a:avLst/>
              <a:gdLst/>
              <a:ahLst/>
              <a:cxnLst/>
              <a:rect l="l" t="t" r="r" b="b"/>
              <a:pathLst>
                <a:path w="1789" h="2600" extrusionOk="0">
                  <a:moveTo>
                    <a:pt x="717" y="1248"/>
                  </a:moveTo>
                  <a:cubicBezTo>
                    <a:pt x="728" y="1248"/>
                    <a:pt x="739" y="1251"/>
                    <a:pt x="749" y="1258"/>
                  </a:cubicBezTo>
                  <a:cubicBezTo>
                    <a:pt x="779" y="1279"/>
                    <a:pt x="784" y="1319"/>
                    <a:pt x="764" y="1349"/>
                  </a:cubicBezTo>
                  <a:cubicBezTo>
                    <a:pt x="728" y="1405"/>
                    <a:pt x="698" y="1465"/>
                    <a:pt x="683" y="1536"/>
                  </a:cubicBezTo>
                  <a:cubicBezTo>
                    <a:pt x="678" y="1566"/>
                    <a:pt x="648" y="1582"/>
                    <a:pt x="622" y="1582"/>
                  </a:cubicBezTo>
                  <a:lnTo>
                    <a:pt x="607" y="1582"/>
                  </a:lnTo>
                  <a:cubicBezTo>
                    <a:pt x="571" y="1572"/>
                    <a:pt x="552" y="1542"/>
                    <a:pt x="562" y="1505"/>
                  </a:cubicBezTo>
                  <a:cubicBezTo>
                    <a:pt x="582" y="1420"/>
                    <a:pt x="618" y="1344"/>
                    <a:pt x="662" y="1274"/>
                  </a:cubicBezTo>
                  <a:cubicBezTo>
                    <a:pt x="676" y="1258"/>
                    <a:pt x="697" y="1248"/>
                    <a:pt x="717" y="1248"/>
                  </a:cubicBezTo>
                  <a:close/>
                  <a:moveTo>
                    <a:pt x="1132" y="1550"/>
                  </a:moveTo>
                  <a:cubicBezTo>
                    <a:pt x="1151" y="1550"/>
                    <a:pt x="1171" y="1559"/>
                    <a:pt x="1183" y="1577"/>
                  </a:cubicBezTo>
                  <a:cubicBezTo>
                    <a:pt x="1203" y="1607"/>
                    <a:pt x="1198" y="1647"/>
                    <a:pt x="1168" y="1668"/>
                  </a:cubicBezTo>
                  <a:cubicBezTo>
                    <a:pt x="1138" y="1687"/>
                    <a:pt x="1112" y="1713"/>
                    <a:pt x="1092" y="1743"/>
                  </a:cubicBezTo>
                  <a:cubicBezTo>
                    <a:pt x="1082" y="1759"/>
                    <a:pt x="1061" y="1768"/>
                    <a:pt x="1042" y="1768"/>
                  </a:cubicBezTo>
                  <a:cubicBezTo>
                    <a:pt x="1026" y="1768"/>
                    <a:pt x="1016" y="1764"/>
                    <a:pt x="1007" y="1759"/>
                  </a:cubicBezTo>
                  <a:cubicBezTo>
                    <a:pt x="976" y="1738"/>
                    <a:pt x="970" y="1698"/>
                    <a:pt x="991" y="1668"/>
                  </a:cubicBezTo>
                  <a:cubicBezTo>
                    <a:pt x="1021" y="1627"/>
                    <a:pt x="1057" y="1591"/>
                    <a:pt x="1098" y="1561"/>
                  </a:cubicBezTo>
                  <a:cubicBezTo>
                    <a:pt x="1107" y="1553"/>
                    <a:pt x="1120" y="1550"/>
                    <a:pt x="1132" y="1550"/>
                  </a:cubicBezTo>
                  <a:close/>
                  <a:moveTo>
                    <a:pt x="1269" y="1"/>
                  </a:moveTo>
                  <a:cubicBezTo>
                    <a:pt x="728" y="439"/>
                    <a:pt x="117" y="1248"/>
                    <a:pt x="42" y="1839"/>
                  </a:cubicBezTo>
                  <a:cubicBezTo>
                    <a:pt x="0" y="2127"/>
                    <a:pt x="67" y="2360"/>
                    <a:pt x="223" y="2491"/>
                  </a:cubicBezTo>
                  <a:cubicBezTo>
                    <a:pt x="313" y="2563"/>
                    <a:pt x="426" y="2599"/>
                    <a:pt x="555" y="2599"/>
                  </a:cubicBezTo>
                  <a:cubicBezTo>
                    <a:pt x="644" y="2599"/>
                    <a:pt x="741" y="2582"/>
                    <a:pt x="844" y="2547"/>
                  </a:cubicBezTo>
                  <a:cubicBezTo>
                    <a:pt x="1583" y="2304"/>
                    <a:pt x="1643" y="1743"/>
                    <a:pt x="1709" y="1097"/>
                  </a:cubicBezTo>
                  <a:cubicBezTo>
                    <a:pt x="1723" y="971"/>
                    <a:pt x="1739" y="838"/>
                    <a:pt x="1759" y="712"/>
                  </a:cubicBezTo>
                  <a:cubicBezTo>
                    <a:pt x="1769" y="602"/>
                    <a:pt x="1779" y="521"/>
                    <a:pt x="1784" y="486"/>
                  </a:cubicBezTo>
                  <a:cubicBezTo>
                    <a:pt x="1784" y="475"/>
                    <a:pt x="1789" y="470"/>
                    <a:pt x="1789" y="465"/>
                  </a:cubicBezTo>
                  <a:cubicBezTo>
                    <a:pt x="1769" y="455"/>
                    <a:pt x="1754" y="450"/>
                    <a:pt x="1734" y="439"/>
                  </a:cubicBezTo>
                  <a:cubicBezTo>
                    <a:pt x="1674" y="551"/>
                    <a:pt x="1623" y="672"/>
                    <a:pt x="1567" y="803"/>
                  </a:cubicBezTo>
                  <a:cubicBezTo>
                    <a:pt x="1516" y="929"/>
                    <a:pt x="1462" y="1062"/>
                    <a:pt x="1401" y="1178"/>
                  </a:cubicBezTo>
                  <a:cubicBezTo>
                    <a:pt x="1385" y="1197"/>
                    <a:pt x="1364" y="1213"/>
                    <a:pt x="1345" y="1213"/>
                  </a:cubicBezTo>
                  <a:cubicBezTo>
                    <a:pt x="1334" y="1213"/>
                    <a:pt x="1324" y="1208"/>
                    <a:pt x="1315" y="1202"/>
                  </a:cubicBezTo>
                  <a:cubicBezTo>
                    <a:pt x="1284" y="1188"/>
                    <a:pt x="1269" y="1148"/>
                    <a:pt x="1289" y="1117"/>
                  </a:cubicBezTo>
                  <a:cubicBezTo>
                    <a:pt x="1350" y="1006"/>
                    <a:pt x="1401" y="880"/>
                    <a:pt x="1451" y="754"/>
                  </a:cubicBezTo>
                  <a:cubicBezTo>
                    <a:pt x="1502" y="626"/>
                    <a:pt x="1557" y="495"/>
                    <a:pt x="1628" y="374"/>
                  </a:cubicBezTo>
                  <a:lnTo>
                    <a:pt x="1623" y="374"/>
                  </a:lnTo>
                  <a:cubicBezTo>
                    <a:pt x="1537" y="318"/>
                    <a:pt x="1462" y="248"/>
                    <a:pt x="1390" y="167"/>
                  </a:cubicBezTo>
                  <a:lnTo>
                    <a:pt x="1345" y="222"/>
                  </a:lnTo>
                  <a:cubicBezTo>
                    <a:pt x="1189" y="414"/>
                    <a:pt x="1007" y="637"/>
                    <a:pt x="961" y="880"/>
                  </a:cubicBezTo>
                  <a:cubicBezTo>
                    <a:pt x="956" y="910"/>
                    <a:pt x="930" y="935"/>
                    <a:pt x="900" y="935"/>
                  </a:cubicBezTo>
                  <a:cubicBezTo>
                    <a:pt x="895" y="935"/>
                    <a:pt x="895" y="935"/>
                    <a:pt x="890" y="929"/>
                  </a:cubicBezTo>
                  <a:cubicBezTo>
                    <a:pt x="855" y="925"/>
                    <a:pt x="835" y="894"/>
                    <a:pt x="839" y="859"/>
                  </a:cubicBezTo>
                  <a:cubicBezTo>
                    <a:pt x="886" y="586"/>
                    <a:pt x="1077" y="349"/>
                    <a:pt x="1249" y="141"/>
                  </a:cubicBezTo>
                  <a:lnTo>
                    <a:pt x="1294" y="87"/>
                  </a:lnTo>
                  <a:cubicBezTo>
                    <a:pt x="1299" y="76"/>
                    <a:pt x="1304" y="71"/>
                    <a:pt x="1315" y="66"/>
                  </a:cubicBezTo>
                  <a:cubicBezTo>
                    <a:pt x="1299" y="45"/>
                    <a:pt x="1280" y="20"/>
                    <a:pt x="1269"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3479;p51">
              <a:extLst>
                <a:ext uri="{FF2B5EF4-FFF2-40B4-BE49-F238E27FC236}">
                  <a16:creationId xmlns:a16="http://schemas.microsoft.com/office/drawing/2014/main" id="{2CEEA9C5-BCB3-9AB0-6361-C969B53E5634}"/>
                </a:ext>
              </a:extLst>
            </p:cNvPr>
            <p:cNvSpPr/>
            <p:nvPr/>
          </p:nvSpPr>
          <p:spPr>
            <a:xfrm>
              <a:off x="6873775" y="1065650"/>
              <a:ext cx="65575" cy="41025"/>
            </a:xfrm>
            <a:custGeom>
              <a:avLst/>
              <a:gdLst/>
              <a:ahLst/>
              <a:cxnLst/>
              <a:rect l="l" t="t" r="r" b="b"/>
              <a:pathLst>
                <a:path w="2623" h="1641" extrusionOk="0">
                  <a:moveTo>
                    <a:pt x="1273" y="496"/>
                  </a:moveTo>
                  <a:cubicBezTo>
                    <a:pt x="1308" y="496"/>
                    <a:pt x="1339" y="521"/>
                    <a:pt x="1339" y="557"/>
                  </a:cubicBezTo>
                  <a:cubicBezTo>
                    <a:pt x="1339" y="592"/>
                    <a:pt x="1308" y="622"/>
                    <a:pt x="1273" y="622"/>
                  </a:cubicBezTo>
                  <a:lnTo>
                    <a:pt x="1087" y="622"/>
                  </a:lnTo>
                  <a:cubicBezTo>
                    <a:pt x="1056" y="622"/>
                    <a:pt x="1026" y="592"/>
                    <a:pt x="1026" y="557"/>
                  </a:cubicBezTo>
                  <a:cubicBezTo>
                    <a:pt x="1026" y="521"/>
                    <a:pt x="1056" y="496"/>
                    <a:pt x="1087" y="496"/>
                  </a:cubicBezTo>
                  <a:close/>
                  <a:moveTo>
                    <a:pt x="1385" y="1006"/>
                  </a:moveTo>
                  <a:cubicBezTo>
                    <a:pt x="1420" y="1006"/>
                    <a:pt x="1450" y="1031"/>
                    <a:pt x="1455" y="1061"/>
                  </a:cubicBezTo>
                  <a:cubicBezTo>
                    <a:pt x="1460" y="1097"/>
                    <a:pt x="1436" y="1128"/>
                    <a:pt x="1399" y="1133"/>
                  </a:cubicBezTo>
                  <a:cubicBezTo>
                    <a:pt x="1324" y="1142"/>
                    <a:pt x="1254" y="1163"/>
                    <a:pt x="1187" y="1198"/>
                  </a:cubicBezTo>
                  <a:cubicBezTo>
                    <a:pt x="1177" y="1203"/>
                    <a:pt x="1173" y="1203"/>
                    <a:pt x="1157" y="1203"/>
                  </a:cubicBezTo>
                  <a:cubicBezTo>
                    <a:pt x="1137" y="1203"/>
                    <a:pt x="1117" y="1193"/>
                    <a:pt x="1102" y="1168"/>
                  </a:cubicBezTo>
                  <a:cubicBezTo>
                    <a:pt x="1087" y="1137"/>
                    <a:pt x="1096" y="1102"/>
                    <a:pt x="1127" y="1086"/>
                  </a:cubicBezTo>
                  <a:cubicBezTo>
                    <a:pt x="1208" y="1042"/>
                    <a:pt x="1294" y="1016"/>
                    <a:pt x="1385" y="1006"/>
                  </a:cubicBezTo>
                  <a:close/>
                  <a:moveTo>
                    <a:pt x="2546" y="0"/>
                  </a:moveTo>
                  <a:lnTo>
                    <a:pt x="2546" y="0"/>
                  </a:lnTo>
                  <a:cubicBezTo>
                    <a:pt x="2572" y="21"/>
                    <a:pt x="2582" y="46"/>
                    <a:pt x="2582" y="81"/>
                  </a:cubicBezTo>
                  <a:cubicBezTo>
                    <a:pt x="2572" y="127"/>
                    <a:pt x="2532" y="162"/>
                    <a:pt x="2486" y="162"/>
                  </a:cubicBezTo>
                  <a:lnTo>
                    <a:pt x="2476" y="162"/>
                  </a:lnTo>
                  <a:cubicBezTo>
                    <a:pt x="2466" y="162"/>
                    <a:pt x="2456" y="162"/>
                    <a:pt x="2441" y="158"/>
                  </a:cubicBezTo>
                  <a:cubicBezTo>
                    <a:pt x="2436" y="162"/>
                    <a:pt x="2425" y="162"/>
                    <a:pt x="2415" y="162"/>
                  </a:cubicBezTo>
                  <a:cubicBezTo>
                    <a:pt x="2289" y="162"/>
                    <a:pt x="2138" y="158"/>
                    <a:pt x="1970" y="147"/>
                  </a:cubicBezTo>
                  <a:cubicBezTo>
                    <a:pt x="1772" y="135"/>
                    <a:pt x="1552" y="121"/>
                    <a:pt x="1334" y="121"/>
                  </a:cubicBezTo>
                  <a:cubicBezTo>
                    <a:pt x="823" y="121"/>
                    <a:pt x="320" y="195"/>
                    <a:pt x="121" y="531"/>
                  </a:cubicBezTo>
                  <a:cubicBezTo>
                    <a:pt x="5" y="728"/>
                    <a:pt x="0" y="956"/>
                    <a:pt x="102" y="1168"/>
                  </a:cubicBezTo>
                  <a:cubicBezTo>
                    <a:pt x="217" y="1410"/>
                    <a:pt x="455" y="1592"/>
                    <a:pt x="708" y="1627"/>
                  </a:cubicBezTo>
                  <a:cubicBezTo>
                    <a:pt x="766" y="1636"/>
                    <a:pt x="825" y="1640"/>
                    <a:pt x="886" y="1640"/>
                  </a:cubicBezTo>
                  <a:cubicBezTo>
                    <a:pt x="1446" y="1640"/>
                    <a:pt x="2092" y="1277"/>
                    <a:pt x="2516" y="885"/>
                  </a:cubicBezTo>
                  <a:cubicBezTo>
                    <a:pt x="2521" y="879"/>
                    <a:pt x="2532" y="874"/>
                    <a:pt x="2537" y="869"/>
                  </a:cubicBezTo>
                  <a:cubicBezTo>
                    <a:pt x="2516" y="814"/>
                    <a:pt x="2502" y="758"/>
                    <a:pt x="2491" y="708"/>
                  </a:cubicBezTo>
                  <a:cubicBezTo>
                    <a:pt x="2486" y="708"/>
                    <a:pt x="2481" y="713"/>
                    <a:pt x="2476" y="713"/>
                  </a:cubicBezTo>
                  <a:cubicBezTo>
                    <a:pt x="2218" y="778"/>
                    <a:pt x="1961" y="895"/>
                    <a:pt x="1723" y="1011"/>
                  </a:cubicBezTo>
                  <a:cubicBezTo>
                    <a:pt x="1713" y="1016"/>
                    <a:pt x="1703" y="1016"/>
                    <a:pt x="1693" y="1016"/>
                  </a:cubicBezTo>
                  <a:cubicBezTo>
                    <a:pt x="1672" y="1016"/>
                    <a:pt x="1648" y="1006"/>
                    <a:pt x="1637" y="981"/>
                  </a:cubicBezTo>
                  <a:cubicBezTo>
                    <a:pt x="1622" y="951"/>
                    <a:pt x="1637" y="909"/>
                    <a:pt x="1667" y="895"/>
                  </a:cubicBezTo>
                  <a:cubicBezTo>
                    <a:pt x="1915" y="778"/>
                    <a:pt x="2178" y="657"/>
                    <a:pt x="2446" y="592"/>
                  </a:cubicBezTo>
                  <a:cubicBezTo>
                    <a:pt x="2451" y="589"/>
                    <a:pt x="2456" y="588"/>
                    <a:pt x="2461" y="588"/>
                  </a:cubicBezTo>
                  <a:cubicBezTo>
                    <a:pt x="2466" y="588"/>
                    <a:pt x="2471" y="589"/>
                    <a:pt x="2476" y="592"/>
                  </a:cubicBezTo>
                  <a:cubicBezTo>
                    <a:pt x="2466" y="531"/>
                    <a:pt x="2471" y="470"/>
                    <a:pt x="2476" y="410"/>
                  </a:cubicBezTo>
                  <a:cubicBezTo>
                    <a:pt x="2445" y="407"/>
                    <a:pt x="2413" y="406"/>
                    <a:pt x="2382" y="406"/>
                  </a:cubicBezTo>
                  <a:cubicBezTo>
                    <a:pt x="2248" y="406"/>
                    <a:pt x="2116" y="430"/>
                    <a:pt x="1981" y="455"/>
                  </a:cubicBezTo>
                  <a:cubicBezTo>
                    <a:pt x="1884" y="475"/>
                    <a:pt x="1784" y="496"/>
                    <a:pt x="1678" y="506"/>
                  </a:cubicBezTo>
                  <a:lnTo>
                    <a:pt x="1672" y="506"/>
                  </a:lnTo>
                  <a:cubicBezTo>
                    <a:pt x="1637" y="506"/>
                    <a:pt x="1612" y="480"/>
                    <a:pt x="1607" y="445"/>
                  </a:cubicBezTo>
                  <a:cubicBezTo>
                    <a:pt x="1607" y="415"/>
                    <a:pt x="1632" y="380"/>
                    <a:pt x="1667" y="380"/>
                  </a:cubicBezTo>
                  <a:cubicBezTo>
                    <a:pt x="1763" y="370"/>
                    <a:pt x="1865" y="349"/>
                    <a:pt x="1961" y="333"/>
                  </a:cubicBezTo>
                  <a:cubicBezTo>
                    <a:pt x="2101" y="305"/>
                    <a:pt x="2243" y="279"/>
                    <a:pt x="2395" y="279"/>
                  </a:cubicBezTo>
                  <a:cubicBezTo>
                    <a:pt x="2430" y="279"/>
                    <a:pt x="2466" y="281"/>
                    <a:pt x="2502" y="284"/>
                  </a:cubicBezTo>
                  <a:cubicBezTo>
                    <a:pt x="2521" y="207"/>
                    <a:pt x="2562" y="121"/>
                    <a:pt x="2623" y="41"/>
                  </a:cubicBezTo>
                  <a:cubicBezTo>
                    <a:pt x="2597" y="25"/>
                    <a:pt x="2572" y="11"/>
                    <a:pt x="2546"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3480;p51">
              <a:extLst>
                <a:ext uri="{FF2B5EF4-FFF2-40B4-BE49-F238E27FC236}">
                  <a16:creationId xmlns:a16="http://schemas.microsoft.com/office/drawing/2014/main" id="{E2FF66BF-7C2D-F016-05FD-01D054F6D4C4}"/>
                </a:ext>
              </a:extLst>
            </p:cNvPr>
            <p:cNvSpPr/>
            <p:nvPr/>
          </p:nvSpPr>
          <p:spPr>
            <a:xfrm>
              <a:off x="6886650" y="1019175"/>
              <a:ext cx="60175" cy="46000"/>
            </a:xfrm>
            <a:custGeom>
              <a:avLst/>
              <a:gdLst/>
              <a:ahLst/>
              <a:cxnLst/>
              <a:rect l="l" t="t" r="r" b="b"/>
              <a:pathLst>
                <a:path w="2407" h="1840" extrusionOk="0">
                  <a:moveTo>
                    <a:pt x="1319" y="678"/>
                  </a:moveTo>
                  <a:cubicBezTo>
                    <a:pt x="1335" y="678"/>
                    <a:pt x="1352" y="685"/>
                    <a:pt x="1365" y="697"/>
                  </a:cubicBezTo>
                  <a:cubicBezTo>
                    <a:pt x="1395" y="728"/>
                    <a:pt x="1430" y="753"/>
                    <a:pt x="1471" y="783"/>
                  </a:cubicBezTo>
                  <a:cubicBezTo>
                    <a:pt x="1502" y="798"/>
                    <a:pt x="1506" y="839"/>
                    <a:pt x="1486" y="870"/>
                  </a:cubicBezTo>
                  <a:cubicBezTo>
                    <a:pt x="1476" y="884"/>
                    <a:pt x="1455" y="895"/>
                    <a:pt x="1436" y="895"/>
                  </a:cubicBezTo>
                  <a:cubicBezTo>
                    <a:pt x="1425" y="895"/>
                    <a:pt x="1411" y="895"/>
                    <a:pt x="1400" y="884"/>
                  </a:cubicBezTo>
                  <a:cubicBezTo>
                    <a:pt x="1355" y="859"/>
                    <a:pt x="1315" y="823"/>
                    <a:pt x="1274" y="788"/>
                  </a:cubicBezTo>
                  <a:cubicBezTo>
                    <a:pt x="1248" y="763"/>
                    <a:pt x="1248" y="723"/>
                    <a:pt x="1274" y="697"/>
                  </a:cubicBezTo>
                  <a:cubicBezTo>
                    <a:pt x="1286" y="685"/>
                    <a:pt x="1303" y="678"/>
                    <a:pt x="1319" y="678"/>
                  </a:cubicBezTo>
                  <a:close/>
                  <a:moveTo>
                    <a:pt x="1017" y="935"/>
                  </a:moveTo>
                  <a:cubicBezTo>
                    <a:pt x="1052" y="935"/>
                    <a:pt x="1082" y="965"/>
                    <a:pt x="1082" y="996"/>
                  </a:cubicBezTo>
                  <a:cubicBezTo>
                    <a:pt x="1077" y="1047"/>
                    <a:pt x="1103" y="1051"/>
                    <a:pt x="1117" y="1051"/>
                  </a:cubicBezTo>
                  <a:cubicBezTo>
                    <a:pt x="1152" y="1056"/>
                    <a:pt x="1178" y="1087"/>
                    <a:pt x="1173" y="1122"/>
                  </a:cubicBezTo>
                  <a:cubicBezTo>
                    <a:pt x="1168" y="1152"/>
                    <a:pt x="1143" y="1178"/>
                    <a:pt x="1107" y="1178"/>
                  </a:cubicBezTo>
                  <a:lnTo>
                    <a:pt x="1103" y="1178"/>
                  </a:lnTo>
                  <a:cubicBezTo>
                    <a:pt x="1012" y="1168"/>
                    <a:pt x="951" y="1096"/>
                    <a:pt x="956" y="996"/>
                  </a:cubicBezTo>
                  <a:cubicBezTo>
                    <a:pt x="956" y="961"/>
                    <a:pt x="981" y="935"/>
                    <a:pt x="1017" y="935"/>
                  </a:cubicBezTo>
                  <a:close/>
                  <a:moveTo>
                    <a:pt x="1577" y="1002"/>
                  </a:moveTo>
                  <a:cubicBezTo>
                    <a:pt x="1593" y="1002"/>
                    <a:pt x="1608" y="1008"/>
                    <a:pt x="1618" y="1021"/>
                  </a:cubicBezTo>
                  <a:cubicBezTo>
                    <a:pt x="1805" y="1203"/>
                    <a:pt x="2031" y="1415"/>
                    <a:pt x="2304" y="1572"/>
                  </a:cubicBezTo>
                  <a:cubicBezTo>
                    <a:pt x="2335" y="1586"/>
                    <a:pt x="2346" y="1627"/>
                    <a:pt x="2330" y="1658"/>
                  </a:cubicBezTo>
                  <a:cubicBezTo>
                    <a:pt x="2315" y="1677"/>
                    <a:pt x="2295" y="1688"/>
                    <a:pt x="2274" y="1688"/>
                  </a:cubicBezTo>
                  <a:cubicBezTo>
                    <a:pt x="2264" y="1688"/>
                    <a:pt x="2255" y="1688"/>
                    <a:pt x="2244" y="1677"/>
                  </a:cubicBezTo>
                  <a:cubicBezTo>
                    <a:pt x="1956" y="1516"/>
                    <a:pt x="1723" y="1299"/>
                    <a:pt x="1532" y="1112"/>
                  </a:cubicBezTo>
                  <a:cubicBezTo>
                    <a:pt x="1506" y="1087"/>
                    <a:pt x="1506" y="1047"/>
                    <a:pt x="1532" y="1021"/>
                  </a:cubicBezTo>
                  <a:cubicBezTo>
                    <a:pt x="1545" y="1008"/>
                    <a:pt x="1561" y="1002"/>
                    <a:pt x="1577" y="1002"/>
                  </a:cubicBezTo>
                  <a:close/>
                  <a:moveTo>
                    <a:pt x="622" y="0"/>
                  </a:moveTo>
                  <a:cubicBezTo>
                    <a:pt x="425" y="0"/>
                    <a:pt x="177" y="40"/>
                    <a:pt x="96" y="243"/>
                  </a:cubicBezTo>
                  <a:cubicBezTo>
                    <a:pt x="0" y="475"/>
                    <a:pt x="142" y="870"/>
                    <a:pt x="425" y="1157"/>
                  </a:cubicBezTo>
                  <a:cubicBezTo>
                    <a:pt x="793" y="1532"/>
                    <a:pt x="1315" y="1758"/>
                    <a:pt x="1982" y="1835"/>
                  </a:cubicBezTo>
                  <a:cubicBezTo>
                    <a:pt x="1987" y="1835"/>
                    <a:pt x="1991" y="1840"/>
                    <a:pt x="2001" y="1840"/>
                  </a:cubicBezTo>
                  <a:cubicBezTo>
                    <a:pt x="1744" y="1698"/>
                    <a:pt x="1506" y="1567"/>
                    <a:pt x="1320" y="1339"/>
                  </a:cubicBezTo>
                  <a:cubicBezTo>
                    <a:pt x="1294" y="1313"/>
                    <a:pt x="1299" y="1273"/>
                    <a:pt x="1325" y="1253"/>
                  </a:cubicBezTo>
                  <a:cubicBezTo>
                    <a:pt x="1336" y="1242"/>
                    <a:pt x="1350" y="1237"/>
                    <a:pt x="1365" y="1237"/>
                  </a:cubicBezTo>
                  <a:cubicBezTo>
                    <a:pt x="1383" y="1237"/>
                    <a:pt x="1401" y="1245"/>
                    <a:pt x="1415" y="1259"/>
                  </a:cubicBezTo>
                  <a:cubicBezTo>
                    <a:pt x="1588" y="1471"/>
                    <a:pt x="1819" y="1597"/>
                    <a:pt x="2062" y="1728"/>
                  </a:cubicBezTo>
                  <a:cubicBezTo>
                    <a:pt x="2108" y="1754"/>
                    <a:pt x="2153" y="1779"/>
                    <a:pt x="2199" y="1804"/>
                  </a:cubicBezTo>
                  <a:cubicBezTo>
                    <a:pt x="2255" y="1758"/>
                    <a:pt x="2320" y="1707"/>
                    <a:pt x="2406" y="1667"/>
                  </a:cubicBezTo>
                  <a:cubicBezTo>
                    <a:pt x="2355" y="1572"/>
                    <a:pt x="2309" y="1465"/>
                    <a:pt x="2269" y="1344"/>
                  </a:cubicBezTo>
                  <a:cubicBezTo>
                    <a:pt x="1865" y="753"/>
                    <a:pt x="1278" y="0"/>
                    <a:pt x="622"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3481;p51">
              <a:extLst>
                <a:ext uri="{FF2B5EF4-FFF2-40B4-BE49-F238E27FC236}">
                  <a16:creationId xmlns:a16="http://schemas.microsoft.com/office/drawing/2014/main" id="{2E1CAB97-996E-9F13-FD78-EA0FD4C10015}"/>
                </a:ext>
              </a:extLst>
            </p:cNvPr>
            <p:cNvSpPr/>
            <p:nvPr/>
          </p:nvSpPr>
          <p:spPr>
            <a:xfrm>
              <a:off x="6940850" y="993250"/>
              <a:ext cx="41075" cy="65975"/>
            </a:xfrm>
            <a:custGeom>
              <a:avLst/>
              <a:gdLst/>
              <a:ahLst/>
              <a:cxnLst/>
              <a:rect l="l" t="t" r="r" b="b"/>
              <a:pathLst>
                <a:path w="1643" h="2639" extrusionOk="0">
                  <a:moveTo>
                    <a:pt x="990" y="1108"/>
                  </a:moveTo>
                  <a:cubicBezTo>
                    <a:pt x="1026" y="1108"/>
                    <a:pt x="1051" y="1138"/>
                    <a:pt x="1051" y="1174"/>
                  </a:cubicBezTo>
                  <a:lnTo>
                    <a:pt x="1051" y="1310"/>
                  </a:lnTo>
                  <a:cubicBezTo>
                    <a:pt x="1051" y="1350"/>
                    <a:pt x="1026" y="1375"/>
                    <a:pt x="990" y="1375"/>
                  </a:cubicBezTo>
                  <a:cubicBezTo>
                    <a:pt x="955" y="1375"/>
                    <a:pt x="924" y="1350"/>
                    <a:pt x="924" y="1310"/>
                  </a:cubicBezTo>
                  <a:lnTo>
                    <a:pt x="924" y="1174"/>
                  </a:lnTo>
                  <a:cubicBezTo>
                    <a:pt x="924" y="1138"/>
                    <a:pt x="955" y="1108"/>
                    <a:pt x="990" y="1108"/>
                  </a:cubicBezTo>
                  <a:close/>
                  <a:moveTo>
                    <a:pt x="482" y="1062"/>
                  </a:moveTo>
                  <a:cubicBezTo>
                    <a:pt x="515" y="1062"/>
                    <a:pt x="541" y="1091"/>
                    <a:pt x="541" y="1123"/>
                  </a:cubicBezTo>
                  <a:cubicBezTo>
                    <a:pt x="546" y="1205"/>
                    <a:pt x="551" y="1275"/>
                    <a:pt x="566" y="1350"/>
                  </a:cubicBezTo>
                  <a:cubicBezTo>
                    <a:pt x="572" y="1380"/>
                    <a:pt x="546" y="1417"/>
                    <a:pt x="511" y="1422"/>
                  </a:cubicBezTo>
                  <a:lnTo>
                    <a:pt x="500" y="1422"/>
                  </a:lnTo>
                  <a:cubicBezTo>
                    <a:pt x="470" y="1422"/>
                    <a:pt x="444" y="1401"/>
                    <a:pt x="439" y="1371"/>
                  </a:cubicBezTo>
                  <a:cubicBezTo>
                    <a:pt x="425" y="1289"/>
                    <a:pt x="420" y="1214"/>
                    <a:pt x="414" y="1128"/>
                  </a:cubicBezTo>
                  <a:cubicBezTo>
                    <a:pt x="414" y="1093"/>
                    <a:pt x="439" y="1067"/>
                    <a:pt x="475" y="1063"/>
                  </a:cubicBezTo>
                  <a:cubicBezTo>
                    <a:pt x="477" y="1062"/>
                    <a:pt x="480" y="1062"/>
                    <a:pt x="482" y="1062"/>
                  </a:cubicBezTo>
                  <a:close/>
                  <a:moveTo>
                    <a:pt x="759" y="0"/>
                  </a:moveTo>
                  <a:cubicBezTo>
                    <a:pt x="725" y="0"/>
                    <a:pt x="691" y="4"/>
                    <a:pt x="656" y="11"/>
                  </a:cubicBezTo>
                  <a:cubicBezTo>
                    <a:pt x="395" y="72"/>
                    <a:pt x="152" y="361"/>
                    <a:pt x="80" y="709"/>
                  </a:cubicBezTo>
                  <a:cubicBezTo>
                    <a:pt x="0" y="1093"/>
                    <a:pt x="91" y="1780"/>
                    <a:pt x="268" y="2296"/>
                  </a:cubicBezTo>
                  <a:cubicBezTo>
                    <a:pt x="329" y="2381"/>
                    <a:pt x="384" y="2462"/>
                    <a:pt x="435" y="2538"/>
                  </a:cubicBezTo>
                  <a:lnTo>
                    <a:pt x="465" y="2588"/>
                  </a:lnTo>
                  <a:cubicBezTo>
                    <a:pt x="470" y="2599"/>
                    <a:pt x="475" y="2609"/>
                    <a:pt x="481" y="2623"/>
                  </a:cubicBezTo>
                  <a:cubicBezTo>
                    <a:pt x="500" y="2618"/>
                    <a:pt x="521" y="2613"/>
                    <a:pt x="546" y="2609"/>
                  </a:cubicBezTo>
                  <a:cubicBezTo>
                    <a:pt x="541" y="2599"/>
                    <a:pt x="530" y="2588"/>
                    <a:pt x="530" y="2573"/>
                  </a:cubicBezTo>
                  <a:cubicBezTo>
                    <a:pt x="526" y="2497"/>
                    <a:pt x="516" y="2417"/>
                    <a:pt x="511" y="2336"/>
                  </a:cubicBezTo>
                  <a:cubicBezTo>
                    <a:pt x="490" y="2098"/>
                    <a:pt x="470" y="1851"/>
                    <a:pt x="439" y="1623"/>
                  </a:cubicBezTo>
                  <a:cubicBezTo>
                    <a:pt x="435" y="1588"/>
                    <a:pt x="460" y="1557"/>
                    <a:pt x="495" y="1553"/>
                  </a:cubicBezTo>
                  <a:cubicBezTo>
                    <a:pt x="498" y="1552"/>
                    <a:pt x="501" y="1552"/>
                    <a:pt x="504" y="1552"/>
                  </a:cubicBezTo>
                  <a:cubicBezTo>
                    <a:pt x="535" y="1552"/>
                    <a:pt x="561" y="1576"/>
                    <a:pt x="566" y="1608"/>
                  </a:cubicBezTo>
                  <a:cubicBezTo>
                    <a:pt x="596" y="1841"/>
                    <a:pt x="616" y="2084"/>
                    <a:pt x="637" y="2326"/>
                  </a:cubicBezTo>
                  <a:cubicBezTo>
                    <a:pt x="642" y="2406"/>
                    <a:pt x="652" y="2487"/>
                    <a:pt x="656" y="2563"/>
                  </a:cubicBezTo>
                  <a:lnTo>
                    <a:pt x="656" y="2583"/>
                  </a:lnTo>
                  <a:cubicBezTo>
                    <a:pt x="709" y="2568"/>
                    <a:pt x="764" y="2561"/>
                    <a:pt x="818" y="2561"/>
                  </a:cubicBezTo>
                  <a:cubicBezTo>
                    <a:pt x="858" y="2561"/>
                    <a:pt x="897" y="2565"/>
                    <a:pt x="935" y="2573"/>
                  </a:cubicBezTo>
                  <a:cubicBezTo>
                    <a:pt x="929" y="2558"/>
                    <a:pt x="924" y="2548"/>
                    <a:pt x="929" y="2532"/>
                  </a:cubicBezTo>
                  <a:cubicBezTo>
                    <a:pt x="980" y="2275"/>
                    <a:pt x="1001" y="2002"/>
                    <a:pt x="996" y="1639"/>
                  </a:cubicBezTo>
                  <a:cubicBezTo>
                    <a:pt x="996" y="1603"/>
                    <a:pt x="1026" y="1573"/>
                    <a:pt x="1061" y="1573"/>
                  </a:cubicBezTo>
                  <a:cubicBezTo>
                    <a:pt x="1097" y="1573"/>
                    <a:pt x="1122" y="1603"/>
                    <a:pt x="1122" y="1639"/>
                  </a:cubicBezTo>
                  <a:cubicBezTo>
                    <a:pt x="1127" y="2007"/>
                    <a:pt x="1106" y="2296"/>
                    <a:pt x="1051" y="2558"/>
                  </a:cubicBezTo>
                  <a:cubicBezTo>
                    <a:pt x="1051" y="2573"/>
                    <a:pt x="1041" y="2588"/>
                    <a:pt x="1026" y="2599"/>
                  </a:cubicBezTo>
                  <a:cubicBezTo>
                    <a:pt x="1061" y="2609"/>
                    <a:pt x="1092" y="2623"/>
                    <a:pt x="1122" y="2639"/>
                  </a:cubicBezTo>
                  <a:cubicBezTo>
                    <a:pt x="1400" y="1947"/>
                    <a:pt x="1642" y="810"/>
                    <a:pt x="1223" y="270"/>
                  </a:cubicBezTo>
                  <a:cubicBezTo>
                    <a:pt x="1084" y="93"/>
                    <a:pt x="927" y="0"/>
                    <a:pt x="759"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3482;p51">
              <a:extLst>
                <a:ext uri="{FF2B5EF4-FFF2-40B4-BE49-F238E27FC236}">
                  <a16:creationId xmlns:a16="http://schemas.microsoft.com/office/drawing/2014/main" id="{C92C9CC4-55D6-76A1-B6F3-847575A30027}"/>
                </a:ext>
              </a:extLst>
            </p:cNvPr>
            <p:cNvSpPr/>
            <p:nvPr/>
          </p:nvSpPr>
          <p:spPr>
            <a:xfrm>
              <a:off x="6973675" y="1020375"/>
              <a:ext cx="57750" cy="57925"/>
            </a:xfrm>
            <a:custGeom>
              <a:avLst/>
              <a:gdLst/>
              <a:ahLst/>
              <a:cxnLst/>
              <a:rect l="l" t="t" r="r" b="b"/>
              <a:pathLst>
                <a:path w="2310" h="2317" extrusionOk="0">
                  <a:moveTo>
                    <a:pt x="1209" y="631"/>
                  </a:moveTo>
                  <a:cubicBezTo>
                    <a:pt x="1235" y="631"/>
                    <a:pt x="1257" y="643"/>
                    <a:pt x="1269" y="665"/>
                  </a:cubicBezTo>
                  <a:cubicBezTo>
                    <a:pt x="1284" y="695"/>
                    <a:pt x="1274" y="735"/>
                    <a:pt x="1239" y="750"/>
                  </a:cubicBezTo>
                  <a:cubicBezTo>
                    <a:pt x="1183" y="775"/>
                    <a:pt x="1113" y="822"/>
                    <a:pt x="1066" y="857"/>
                  </a:cubicBezTo>
                  <a:cubicBezTo>
                    <a:pt x="1057" y="866"/>
                    <a:pt x="1041" y="871"/>
                    <a:pt x="1026" y="871"/>
                  </a:cubicBezTo>
                  <a:cubicBezTo>
                    <a:pt x="1011" y="871"/>
                    <a:pt x="991" y="862"/>
                    <a:pt x="976" y="847"/>
                  </a:cubicBezTo>
                  <a:cubicBezTo>
                    <a:pt x="956" y="822"/>
                    <a:pt x="961" y="780"/>
                    <a:pt x="986" y="761"/>
                  </a:cubicBezTo>
                  <a:cubicBezTo>
                    <a:pt x="1036" y="720"/>
                    <a:pt x="1117" y="670"/>
                    <a:pt x="1183" y="635"/>
                  </a:cubicBezTo>
                  <a:cubicBezTo>
                    <a:pt x="1192" y="632"/>
                    <a:pt x="1201" y="631"/>
                    <a:pt x="1209" y="631"/>
                  </a:cubicBezTo>
                  <a:close/>
                  <a:moveTo>
                    <a:pt x="1521" y="1231"/>
                  </a:moveTo>
                  <a:cubicBezTo>
                    <a:pt x="1538" y="1231"/>
                    <a:pt x="1555" y="1232"/>
                    <a:pt x="1572" y="1235"/>
                  </a:cubicBezTo>
                  <a:cubicBezTo>
                    <a:pt x="1607" y="1241"/>
                    <a:pt x="1628" y="1271"/>
                    <a:pt x="1623" y="1307"/>
                  </a:cubicBezTo>
                  <a:cubicBezTo>
                    <a:pt x="1617" y="1339"/>
                    <a:pt x="1592" y="1363"/>
                    <a:pt x="1560" y="1363"/>
                  </a:cubicBezTo>
                  <a:cubicBezTo>
                    <a:pt x="1557" y="1363"/>
                    <a:pt x="1554" y="1363"/>
                    <a:pt x="1552" y="1362"/>
                  </a:cubicBezTo>
                  <a:cubicBezTo>
                    <a:pt x="1541" y="1360"/>
                    <a:pt x="1529" y="1359"/>
                    <a:pt x="1518" y="1359"/>
                  </a:cubicBezTo>
                  <a:cubicBezTo>
                    <a:pt x="1479" y="1359"/>
                    <a:pt x="1440" y="1373"/>
                    <a:pt x="1421" y="1393"/>
                  </a:cubicBezTo>
                  <a:cubicBezTo>
                    <a:pt x="1405" y="1402"/>
                    <a:pt x="1390" y="1407"/>
                    <a:pt x="1374" y="1407"/>
                  </a:cubicBezTo>
                  <a:cubicBezTo>
                    <a:pt x="1360" y="1407"/>
                    <a:pt x="1344" y="1402"/>
                    <a:pt x="1330" y="1387"/>
                  </a:cubicBezTo>
                  <a:cubicBezTo>
                    <a:pt x="1304" y="1362"/>
                    <a:pt x="1309" y="1321"/>
                    <a:pt x="1334" y="1296"/>
                  </a:cubicBezTo>
                  <a:cubicBezTo>
                    <a:pt x="1380" y="1255"/>
                    <a:pt x="1448" y="1231"/>
                    <a:pt x="1521" y="1231"/>
                  </a:cubicBezTo>
                  <a:close/>
                  <a:moveTo>
                    <a:pt x="1461" y="1"/>
                  </a:moveTo>
                  <a:cubicBezTo>
                    <a:pt x="1378" y="1"/>
                    <a:pt x="1294" y="12"/>
                    <a:pt x="1213" y="33"/>
                  </a:cubicBezTo>
                  <a:cubicBezTo>
                    <a:pt x="628" y="190"/>
                    <a:pt x="173" y="1003"/>
                    <a:pt x="1" y="1696"/>
                  </a:cubicBezTo>
                  <a:lnTo>
                    <a:pt x="1" y="1701"/>
                  </a:lnTo>
                  <a:cubicBezTo>
                    <a:pt x="41" y="1741"/>
                    <a:pt x="77" y="1787"/>
                    <a:pt x="107" y="1832"/>
                  </a:cubicBezTo>
                  <a:lnTo>
                    <a:pt x="112" y="1827"/>
                  </a:lnTo>
                  <a:cubicBezTo>
                    <a:pt x="259" y="1519"/>
                    <a:pt x="415" y="1230"/>
                    <a:pt x="688" y="1039"/>
                  </a:cubicBezTo>
                  <a:cubicBezTo>
                    <a:pt x="700" y="1030"/>
                    <a:pt x="714" y="1026"/>
                    <a:pt x="726" y="1026"/>
                  </a:cubicBezTo>
                  <a:cubicBezTo>
                    <a:pt x="745" y="1026"/>
                    <a:pt x="762" y="1035"/>
                    <a:pt x="774" y="1053"/>
                  </a:cubicBezTo>
                  <a:cubicBezTo>
                    <a:pt x="794" y="1079"/>
                    <a:pt x="789" y="1120"/>
                    <a:pt x="759" y="1139"/>
                  </a:cubicBezTo>
                  <a:cubicBezTo>
                    <a:pt x="516" y="1316"/>
                    <a:pt x="364" y="1589"/>
                    <a:pt x="223" y="1883"/>
                  </a:cubicBezTo>
                  <a:cubicBezTo>
                    <a:pt x="213" y="1908"/>
                    <a:pt x="187" y="1918"/>
                    <a:pt x="168" y="1918"/>
                  </a:cubicBezTo>
                  <a:lnTo>
                    <a:pt x="162" y="1918"/>
                  </a:lnTo>
                  <a:cubicBezTo>
                    <a:pt x="168" y="1927"/>
                    <a:pt x="173" y="1938"/>
                    <a:pt x="173" y="1948"/>
                  </a:cubicBezTo>
                  <a:cubicBezTo>
                    <a:pt x="425" y="1715"/>
                    <a:pt x="824" y="1508"/>
                    <a:pt x="1047" y="1402"/>
                  </a:cubicBezTo>
                  <a:cubicBezTo>
                    <a:pt x="1055" y="1398"/>
                    <a:pt x="1064" y="1396"/>
                    <a:pt x="1073" y="1396"/>
                  </a:cubicBezTo>
                  <a:cubicBezTo>
                    <a:pt x="1097" y="1396"/>
                    <a:pt x="1121" y="1411"/>
                    <a:pt x="1132" y="1433"/>
                  </a:cubicBezTo>
                  <a:cubicBezTo>
                    <a:pt x="1148" y="1463"/>
                    <a:pt x="1132" y="1503"/>
                    <a:pt x="1102" y="1519"/>
                  </a:cubicBezTo>
                  <a:cubicBezTo>
                    <a:pt x="920" y="1605"/>
                    <a:pt x="476" y="1827"/>
                    <a:pt x="233" y="2064"/>
                  </a:cubicBezTo>
                  <a:lnTo>
                    <a:pt x="233" y="2069"/>
                  </a:lnTo>
                  <a:cubicBezTo>
                    <a:pt x="264" y="2144"/>
                    <a:pt x="283" y="2231"/>
                    <a:pt x="299" y="2317"/>
                  </a:cubicBezTo>
                  <a:lnTo>
                    <a:pt x="441" y="2261"/>
                  </a:lnTo>
                  <a:cubicBezTo>
                    <a:pt x="602" y="2195"/>
                    <a:pt x="789" y="2125"/>
                    <a:pt x="986" y="2054"/>
                  </a:cubicBezTo>
                  <a:cubicBezTo>
                    <a:pt x="1633" y="1781"/>
                    <a:pt x="2295" y="1387"/>
                    <a:pt x="2305" y="775"/>
                  </a:cubicBezTo>
                  <a:cubicBezTo>
                    <a:pt x="2309" y="544"/>
                    <a:pt x="2214" y="337"/>
                    <a:pt x="2027" y="190"/>
                  </a:cubicBezTo>
                  <a:cubicBezTo>
                    <a:pt x="1872" y="67"/>
                    <a:pt x="1668" y="1"/>
                    <a:pt x="1461"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3483;p51">
              <a:extLst>
                <a:ext uri="{FF2B5EF4-FFF2-40B4-BE49-F238E27FC236}">
                  <a16:creationId xmlns:a16="http://schemas.microsoft.com/office/drawing/2014/main" id="{0CE2BB37-F47E-9255-88A3-D52E6B126D07}"/>
                </a:ext>
              </a:extLst>
            </p:cNvPr>
            <p:cNvSpPr/>
            <p:nvPr/>
          </p:nvSpPr>
          <p:spPr>
            <a:xfrm>
              <a:off x="6976950" y="1069650"/>
              <a:ext cx="74450" cy="39425"/>
            </a:xfrm>
            <a:custGeom>
              <a:avLst/>
              <a:gdLst/>
              <a:ahLst/>
              <a:cxnLst/>
              <a:rect l="l" t="t" r="r" b="b"/>
              <a:pathLst>
                <a:path w="2978" h="1577" extrusionOk="0">
                  <a:moveTo>
                    <a:pt x="1921" y="427"/>
                  </a:moveTo>
                  <a:cubicBezTo>
                    <a:pt x="1956" y="427"/>
                    <a:pt x="1982" y="457"/>
                    <a:pt x="1982" y="492"/>
                  </a:cubicBezTo>
                  <a:cubicBezTo>
                    <a:pt x="1982" y="528"/>
                    <a:pt x="1956" y="553"/>
                    <a:pt x="1921" y="553"/>
                  </a:cubicBezTo>
                  <a:lnTo>
                    <a:pt x="1709" y="553"/>
                  </a:lnTo>
                  <a:cubicBezTo>
                    <a:pt x="1674" y="553"/>
                    <a:pt x="1648" y="528"/>
                    <a:pt x="1648" y="492"/>
                  </a:cubicBezTo>
                  <a:cubicBezTo>
                    <a:pt x="1648" y="457"/>
                    <a:pt x="1674" y="427"/>
                    <a:pt x="1709" y="427"/>
                  </a:cubicBezTo>
                  <a:close/>
                  <a:moveTo>
                    <a:pt x="1475" y="940"/>
                  </a:moveTo>
                  <a:cubicBezTo>
                    <a:pt x="1480" y="940"/>
                    <a:pt x="1486" y="940"/>
                    <a:pt x="1492" y="942"/>
                  </a:cubicBezTo>
                  <a:cubicBezTo>
                    <a:pt x="1547" y="957"/>
                    <a:pt x="1607" y="973"/>
                    <a:pt x="1663" y="992"/>
                  </a:cubicBezTo>
                  <a:cubicBezTo>
                    <a:pt x="1693" y="1003"/>
                    <a:pt x="1714" y="1038"/>
                    <a:pt x="1698" y="1068"/>
                  </a:cubicBezTo>
                  <a:cubicBezTo>
                    <a:pt x="1693" y="1099"/>
                    <a:pt x="1668" y="1113"/>
                    <a:pt x="1644" y="1113"/>
                  </a:cubicBezTo>
                  <a:cubicBezTo>
                    <a:pt x="1633" y="1113"/>
                    <a:pt x="1628" y="1113"/>
                    <a:pt x="1618" y="1108"/>
                  </a:cubicBezTo>
                  <a:cubicBezTo>
                    <a:pt x="1572" y="1094"/>
                    <a:pt x="1516" y="1078"/>
                    <a:pt x="1462" y="1063"/>
                  </a:cubicBezTo>
                  <a:cubicBezTo>
                    <a:pt x="1431" y="1059"/>
                    <a:pt x="1406" y="1022"/>
                    <a:pt x="1416" y="987"/>
                  </a:cubicBezTo>
                  <a:cubicBezTo>
                    <a:pt x="1424" y="962"/>
                    <a:pt x="1446" y="940"/>
                    <a:pt x="1475" y="940"/>
                  </a:cubicBezTo>
                  <a:close/>
                  <a:moveTo>
                    <a:pt x="2091" y="1"/>
                  </a:moveTo>
                  <a:cubicBezTo>
                    <a:pt x="1728" y="1"/>
                    <a:pt x="1303" y="122"/>
                    <a:pt x="916" y="260"/>
                  </a:cubicBezTo>
                  <a:cubicBezTo>
                    <a:pt x="714" y="346"/>
                    <a:pt x="522" y="416"/>
                    <a:pt x="350" y="483"/>
                  </a:cubicBezTo>
                  <a:cubicBezTo>
                    <a:pt x="289" y="502"/>
                    <a:pt x="238" y="523"/>
                    <a:pt x="182" y="543"/>
                  </a:cubicBezTo>
                  <a:lnTo>
                    <a:pt x="182" y="598"/>
                  </a:lnTo>
                  <a:cubicBezTo>
                    <a:pt x="497" y="507"/>
                    <a:pt x="886" y="452"/>
                    <a:pt x="1243" y="452"/>
                  </a:cubicBezTo>
                  <a:cubicBezTo>
                    <a:pt x="1247" y="452"/>
                    <a:pt x="1250" y="452"/>
                    <a:pt x="1253" y="452"/>
                  </a:cubicBezTo>
                  <a:cubicBezTo>
                    <a:pt x="1285" y="452"/>
                    <a:pt x="1310" y="480"/>
                    <a:pt x="1310" y="513"/>
                  </a:cubicBezTo>
                  <a:cubicBezTo>
                    <a:pt x="1310" y="548"/>
                    <a:pt x="1280" y="578"/>
                    <a:pt x="1243" y="578"/>
                  </a:cubicBezTo>
                  <a:cubicBezTo>
                    <a:pt x="886" y="583"/>
                    <a:pt x="476" y="639"/>
                    <a:pt x="168" y="735"/>
                  </a:cubicBezTo>
                  <a:cubicBezTo>
                    <a:pt x="158" y="786"/>
                    <a:pt x="142" y="840"/>
                    <a:pt x="122" y="891"/>
                  </a:cubicBezTo>
                  <a:cubicBezTo>
                    <a:pt x="147" y="891"/>
                    <a:pt x="172" y="891"/>
                    <a:pt x="197" y="891"/>
                  </a:cubicBezTo>
                  <a:cubicBezTo>
                    <a:pt x="421" y="891"/>
                    <a:pt x="647" y="909"/>
                    <a:pt x="865" y="926"/>
                  </a:cubicBezTo>
                  <a:cubicBezTo>
                    <a:pt x="931" y="931"/>
                    <a:pt x="996" y="937"/>
                    <a:pt x="1062" y="942"/>
                  </a:cubicBezTo>
                  <a:cubicBezTo>
                    <a:pt x="1098" y="942"/>
                    <a:pt x="1122" y="973"/>
                    <a:pt x="1122" y="1008"/>
                  </a:cubicBezTo>
                  <a:cubicBezTo>
                    <a:pt x="1122" y="1043"/>
                    <a:pt x="1092" y="1068"/>
                    <a:pt x="1062" y="1068"/>
                  </a:cubicBezTo>
                  <a:lnTo>
                    <a:pt x="1052" y="1068"/>
                  </a:lnTo>
                  <a:cubicBezTo>
                    <a:pt x="991" y="1063"/>
                    <a:pt x="921" y="1059"/>
                    <a:pt x="855" y="1053"/>
                  </a:cubicBezTo>
                  <a:cubicBezTo>
                    <a:pt x="637" y="1035"/>
                    <a:pt x="406" y="1017"/>
                    <a:pt x="182" y="1017"/>
                  </a:cubicBezTo>
                  <a:cubicBezTo>
                    <a:pt x="157" y="1017"/>
                    <a:pt x="132" y="1017"/>
                    <a:pt x="107" y="1017"/>
                  </a:cubicBezTo>
                  <a:cubicBezTo>
                    <a:pt x="92" y="1017"/>
                    <a:pt x="77" y="1013"/>
                    <a:pt x="67" y="1008"/>
                  </a:cubicBezTo>
                  <a:cubicBezTo>
                    <a:pt x="61" y="1022"/>
                    <a:pt x="47" y="1043"/>
                    <a:pt x="37" y="1063"/>
                  </a:cubicBezTo>
                  <a:cubicBezTo>
                    <a:pt x="26" y="1078"/>
                    <a:pt x="12" y="1099"/>
                    <a:pt x="1" y="1113"/>
                  </a:cubicBezTo>
                  <a:cubicBezTo>
                    <a:pt x="31" y="1139"/>
                    <a:pt x="61" y="1164"/>
                    <a:pt x="92" y="1185"/>
                  </a:cubicBezTo>
                  <a:cubicBezTo>
                    <a:pt x="571" y="1394"/>
                    <a:pt x="1208" y="1576"/>
                    <a:pt x="1760" y="1576"/>
                  </a:cubicBezTo>
                  <a:cubicBezTo>
                    <a:pt x="2168" y="1576"/>
                    <a:pt x="2531" y="1477"/>
                    <a:pt x="2749" y="1215"/>
                  </a:cubicBezTo>
                  <a:cubicBezTo>
                    <a:pt x="2917" y="1017"/>
                    <a:pt x="2977" y="760"/>
                    <a:pt x="2906" y="523"/>
                  </a:cubicBezTo>
                  <a:cubicBezTo>
                    <a:pt x="2845" y="295"/>
                    <a:pt x="2679" y="124"/>
                    <a:pt x="2451" y="52"/>
                  </a:cubicBezTo>
                  <a:cubicBezTo>
                    <a:pt x="2342" y="16"/>
                    <a:pt x="2221" y="1"/>
                    <a:pt x="2091"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3484;p51">
              <a:extLst>
                <a:ext uri="{FF2B5EF4-FFF2-40B4-BE49-F238E27FC236}">
                  <a16:creationId xmlns:a16="http://schemas.microsoft.com/office/drawing/2014/main" id="{35EF3285-1673-46D7-AAAB-812DAA94BAF2}"/>
                </a:ext>
              </a:extLst>
            </p:cNvPr>
            <p:cNvSpPr/>
            <p:nvPr/>
          </p:nvSpPr>
          <p:spPr>
            <a:xfrm>
              <a:off x="6955500" y="1101650"/>
              <a:ext cx="45600" cy="64550"/>
            </a:xfrm>
            <a:custGeom>
              <a:avLst/>
              <a:gdLst/>
              <a:ahLst/>
              <a:cxnLst/>
              <a:rect l="l" t="t" r="r" b="b"/>
              <a:pathLst>
                <a:path w="1824" h="2582" extrusionOk="0">
                  <a:moveTo>
                    <a:pt x="1173" y="964"/>
                  </a:moveTo>
                  <a:cubicBezTo>
                    <a:pt x="1197" y="964"/>
                    <a:pt x="1222" y="979"/>
                    <a:pt x="1233" y="1001"/>
                  </a:cubicBezTo>
                  <a:cubicBezTo>
                    <a:pt x="1259" y="1066"/>
                    <a:pt x="1289" y="1148"/>
                    <a:pt x="1304" y="1218"/>
                  </a:cubicBezTo>
                  <a:cubicBezTo>
                    <a:pt x="1313" y="1253"/>
                    <a:pt x="1294" y="1288"/>
                    <a:pt x="1259" y="1299"/>
                  </a:cubicBezTo>
                  <a:lnTo>
                    <a:pt x="1243" y="1299"/>
                  </a:lnTo>
                  <a:cubicBezTo>
                    <a:pt x="1213" y="1299"/>
                    <a:pt x="1187" y="1279"/>
                    <a:pt x="1182" y="1248"/>
                  </a:cubicBezTo>
                  <a:cubicBezTo>
                    <a:pt x="1168" y="1183"/>
                    <a:pt x="1142" y="1112"/>
                    <a:pt x="1117" y="1052"/>
                  </a:cubicBezTo>
                  <a:cubicBezTo>
                    <a:pt x="1101" y="1022"/>
                    <a:pt x="1117" y="980"/>
                    <a:pt x="1147" y="971"/>
                  </a:cubicBezTo>
                  <a:cubicBezTo>
                    <a:pt x="1155" y="966"/>
                    <a:pt x="1164" y="964"/>
                    <a:pt x="1173" y="964"/>
                  </a:cubicBezTo>
                  <a:close/>
                  <a:moveTo>
                    <a:pt x="452" y="195"/>
                  </a:moveTo>
                  <a:cubicBezTo>
                    <a:pt x="482" y="195"/>
                    <a:pt x="507" y="214"/>
                    <a:pt x="511" y="243"/>
                  </a:cubicBezTo>
                  <a:cubicBezTo>
                    <a:pt x="597" y="567"/>
                    <a:pt x="667" y="920"/>
                    <a:pt x="723" y="1274"/>
                  </a:cubicBezTo>
                  <a:cubicBezTo>
                    <a:pt x="728" y="1309"/>
                    <a:pt x="702" y="1339"/>
                    <a:pt x="672" y="1344"/>
                  </a:cubicBezTo>
                  <a:lnTo>
                    <a:pt x="662" y="1344"/>
                  </a:lnTo>
                  <a:cubicBezTo>
                    <a:pt x="632" y="1344"/>
                    <a:pt x="602" y="1325"/>
                    <a:pt x="597" y="1294"/>
                  </a:cubicBezTo>
                  <a:cubicBezTo>
                    <a:pt x="546" y="945"/>
                    <a:pt x="475" y="591"/>
                    <a:pt x="389" y="273"/>
                  </a:cubicBezTo>
                  <a:cubicBezTo>
                    <a:pt x="380" y="243"/>
                    <a:pt x="399" y="208"/>
                    <a:pt x="434" y="197"/>
                  </a:cubicBezTo>
                  <a:cubicBezTo>
                    <a:pt x="440" y="195"/>
                    <a:pt x="446" y="195"/>
                    <a:pt x="452" y="195"/>
                  </a:cubicBezTo>
                  <a:close/>
                  <a:moveTo>
                    <a:pt x="707" y="1590"/>
                  </a:moveTo>
                  <a:cubicBezTo>
                    <a:pt x="729" y="1590"/>
                    <a:pt x="750" y="1601"/>
                    <a:pt x="763" y="1622"/>
                  </a:cubicBezTo>
                  <a:cubicBezTo>
                    <a:pt x="779" y="1658"/>
                    <a:pt x="798" y="1688"/>
                    <a:pt x="814" y="1724"/>
                  </a:cubicBezTo>
                  <a:cubicBezTo>
                    <a:pt x="823" y="1754"/>
                    <a:pt x="809" y="1794"/>
                    <a:pt x="779" y="1810"/>
                  </a:cubicBezTo>
                  <a:cubicBezTo>
                    <a:pt x="774" y="1810"/>
                    <a:pt x="763" y="1815"/>
                    <a:pt x="753" y="1815"/>
                  </a:cubicBezTo>
                  <a:cubicBezTo>
                    <a:pt x="728" y="1815"/>
                    <a:pt x="707" y="1799"/>
                    <a:pt x="697" y="1773"/>
                  </a:cubicBezTo>
                  <a:cubicBezTo>
                    <a:pt x="683" y="1743"/>
                    <a:pt x="667" y="1713"/>
                    <a:pt x="652" y="1688"/>
                  </a:cubicBezTo>
                  <a:cubicBezTo>
                    <a:pt x="637" y="1652"/>
                    <a:pt x="646" y="1617"/>
                    <a:pt x="677" y="1597"/>
                  </a:cubicBezTo>
                  <a:cubicBezTo>
                    <a:pt x="686" y="1592"/>
                    <a:pt x="697" y="1590"/>
                    <a:pt x="707" y="1590"/>
                  </a:cubicBezTo>
                  <a:close/>
                  <a:moveTo>
                    <a:pt x="713" y="1"/>
                  </a:moveTo>
                  <a:lnTo>
                    <a:pt x="713" y="5"/>
                  </a:lnTo>
                  <a:cubicBezTo>
                    <a:pt x="692" y="26"/>
                    <a:pt x="667" y="45"/>
                    <a:pt x="646" y="61"/>
                  </a:cubicBezTo>
                  <a:cubicBezTo>
                    <a:pt x="814" y="218"/>
                    <a:pt x="970" y="455"/>
                    <a:pt x="1047" y="677"/>
                  </a:cubicBezTo>
                  <a:cubicBezTo>
                    <a:pt x="1056" y="712"/>
                    <a:pt x="1040" y="749"/>
                    <a:pt x="1005" y="763"/>
                  </a:cubicBezTo>
                  <a:lnTo>
                    <a:pt x="986" y="763"/>
                  </a:lnTo>
                  <a:cubicBezTo>
                    <a:pt x="960" y="763"/>
                    <a:pt x="935" y="749"/>
                    <a:pt x="925" y="723"/>
                  </a:cubicBezTo>
                  <a:cubicBezTo>
                    <a:pt x="854" y="511"/>
                    <a:pt x="707" y="288"/>
                    <a:pt x="546" y="142"/>
                  </a:cubicBezTo>
                  <a:cubicBezTo>
                    <a:pt x="546" y="136"/>
                    <a:pt x="541" y="136"/>
                    <a:pt x="541" y="131"/>
                  </a:cubicBezTo>
                  <a:cubicBezTo>
                    <a:pt x="434" y="187"/>
                    <a:pt x="324" y="218"/>
                    <a:pt x="212" y="218"/>
                  </a:cubicBezTo>
                  <a:cubicBezTo>
                    <a:pt x="182" y="218"/>
                    <a:pt x="152" y="218"/>
                    <a:pt x="117" y="213"/>
                  </a:cubicBezTo>
                  <a:cubicBezTo>
                    <a:pt x="101" y="288"/>
                    <a:pt x="86" y="364"/>
                    <a:pt x="77" y="446"/>
                  </a:cubicBezTo>
                  <a:cubicBezTo>
                    <a:pt x="0" y="1269"/>
                    <a:pt x="81" y="2440"/>
                    <a:pt x="793" y="2561"/>
                  </a:cubicBezTo>
                  <a:cubicBezTo>
                    <a:pt x="870" y="2575"/>
                    <a:pt x="943" y="2582"/>
                    <a:pt x="1013" y="2582"/>
                  </a:cubicBezTo>
                  <a:cubicBezTo>
                    <a:pt x="1230" y="2582"/>
                    <a:pt x="1413" y="2517"/>
                    <a:pt x="1551" y="2395"/>
                  </a:cubicBezTo>
                  <a:cubicBezTo>
                    <a:pt x="1733" y="2228"/>
                    <a:pt x="1824" y="1961"/>
                    <a:pt x="1798" y="1642"/>
                  </a:cubicBezTo>
                  <a:cubicBezTo>
                    <a:pt x="1763" y="1112"/>
                    <a:pt x="1404" y="530"/>
                    <a:pt x="849" y="66"/>
                  </a:cubicBezTo>
                  <a:cubicBezTo>
                    <a:pt x="809" y="51"/>
                    <a:pt x="768" y="36"/>
                    <a:pt x="737" y="21"/>
                  </a:cubicBezTo>
                  <a:cubicBezTo>
                    <a:pt x="728" y="15"/>
                    <a:pt x="723" y="10"/>
                    <a:pt x="713"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3485;p51">
              <a:extLst>
                <a:ext uri="{FF2B5EF4-FFF2-40B4-BE49-F238E27FC236}">
                  <a16:creationId xmlns:a16="http://schemas.microsoft.com/office/drawing/2014/main" id="{4B5E0655-2E51-35CF-6944-05E4E9CFCFFE}"/>
                </a:ext>
              </a:extLst>
            </p:cNvPr>
            <p:cNvSpPr/>
            <p:nvPr/>
          </p:nvSpPr>
          <p:spPr>
            <a:xfrm>
              <a:off x="6947675" y="1075650"/>
              <a:ext cx="3800" cy="3175"/>
            </a:xfrm>
            <a:custGeom>
              <a:avLst/>
              <a:gdLst/>
              <a:ahLst/>
              <a:cxnLst/>
              <a:rect l="l" t="t" r="r" b="b"/>
              <a:pathLst>
                <a:path w="152" h="127" extrusionOk="0">
                  <a:moveTo>
                    <a:pt x="66" y="0"/>
                  </a:moveTo>
                  <a:cubicBezTo>
                    <a:pt x="31" y="0"/>
                    <a:pt x="0" y="30"/>
                    <a:pt x="0" y="66"/>
                  </a:cubicBezTo>
                  <a:cubicBezTo>
                    <a:pt x="0" y="101"/>
                    <a:pt x="31" y="126"/>
                    <a:pt x="66" y="126"/>
                  </a:cubicBezTo>
                  <a:lnTo>
                    <a:pt x="91" y="126"/>
                  </a:lnTo>
                  <a:cubicBezTo>
                    <a:pt x="122" y="126"/>
                    <a:pt x="152" y="101"/>
                    <a:pt x="152" y="66"/>
                  </a:cubicBezTo>
                  <a:cubicBezTo>
                    <a:pt x="152" y="30"/>
                    <a:pt x="122" y="0"/>
                    <a:pt x="91"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3486;p51">
              <a:extLst>
                <a:ext uri="{FF2B5EF4-FFF2-40B4-BE49-F238E27FC236}">
                  <a16:creationId xmlns:a16="http://schemas.microsoft.com/office/drawing/2014/main" id="{DB19E140-17F8-C2BF-9E49-27666029240F}"/>
                </a:ext>
              </a:extLst>
            </p:cNvPr>
            <p:cNvSpPr/>
            <p:nvPr/>
          </p:nvSpPr>
          <p:spPr>
            <a:xfrm>
              <a:off x="6958150" y="1070450"/>
              <a:ext cx="4425" cy="3175"/>
            </a:xfrm>
            <a:custGeom>
              <a:avLst/>
              <a:gdLst/>
              <a:ahLst/>
              <a:cxnLst/>
              <a:rect l="l" t="t" r="r" b="b"/>
              <a:pathLst>
                <a:path w="177" h="127" extrusionOk="0">
                  <a:moveTo>
                    <a:pt x="66" y="1"/>
                  </a:moveTo>
                  <a:cubicBezTo>
                    <a:pt x="31" y="1"/>
                    <a:pt x="1" y="31"/>
                    <a:pt x="1" y="61"/>
                  </a:cubicBezTo>
                  <a:cubicBezTo>
                    <a:pt x="1" y="97"/>
                    <a:pt x="31" y="127"/>
                    <a:pt x="66" y="127"/>
                  </a:cubicBezTo>
                  <a:lnTo>
                    <a:pt x="111" y="127"/>
                  </a:lnTo>
                  <a:cubicBezTo>
                    <a:pt x="146" y="127"/>
                    <a:pt x="177" y="97"/>
                    <a:pt x="177" y="61"/>
                  </a:cubicBezTo>
                  <a:cubicBezTo>
                    <a:pt x="177" y="31"/>
                    <a:pt x="146" y="1"/>
                    <a:pt x="111"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3487;p51">
              <a:extLst>
                <a:ext uri="{FF2B5EF4-FFF2-40B4-BE49-F238E27FC236}">
                  <a16:creationId xmlns:a16="http://schemas.microsoft.com/office/drawing/2014/main" id="{75E40ECD-04E9-D171-D793-7E91964A7175}"/>
                </a:ext>
              </a:extLst>
            </p:cNvPr>
            <p:cNvSpPr/>
            <p:nvPr/>
          </p:nvSpPr>
          <p:spPr>
            <a:xfrm>
              <a:off x="6952850" y="1085025"/>
              <a:ext cx="5175" cy="6050"/>
            </a:xfrm>
            <a:custGeom>
              <a:avLst/>
              <a:gdLst/>
              <a:ahLst/>
              <a:cxnLst/>
              <a:rect l="l" t="t" r="r" b="b"/>
              <a:pathLst>
                <a:path w="207" h="242" extrusionOk="0">
                  <a:moveTo>
                    <a:pt x="70" y="0"/>
                  </a:moveTo>
                  <a:cubicBezTo>
                    <a:pt x="54" y="0"/>
                    <a:pt x="38" y="7"/>
                    <a:pt x="25" y="19"/>
                  </a:cubicBezTo>
                  <a:cubicBezTo>
                    <a:pt x="1" y="39"/>
                    <a:pt x="1" y="80"/>
                    <a:pt x="20" y="104"/>
                  </a:cubicBezTo>
                  <a:cubicBezTo>
                    <a:pt x="46" y="130"/>
                    <a:pt x="66" y="165"/>
                    <a:pt x="81" y="201"/>
                  </a:cubicBezTo>
                  <a:cubicBezTo>
                    <a:pt x="86" y="225"/>
                    <a:pt x="111" y="241"/>
                    <a:pt x="136" y="241"/>
                  </a:cubicBezTo>
                  <a:cubicBezTo>
                    <a:pt x="146" y="241"/>
                    <a:pt x="152" y="241"/>
                    <a:pt x="162" y="236"/>
                  </a:cubicBezTo>
                  <a:cubicBezTo>
                    <a:pt x="192" y="225"/>
                    <a:pt x="207" y="190"/>
                    <a:pt x="197" y="155"/>
                  </a:cubicBezTo>
                  <a:cubicBezTo>
                    <a:pt x="176" y="104"/>
                    <a:pt x="146" y="54"/>
                    <a:pt x="111" y="19"/>
                  </a:cubicBezTo>
                  <a:cubicBezTo>
                    <a:pt x="101" y="7"/>
                    <a:pt x="86" y="0"/>
                    <a:pt x="70"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3488;p51">
              <a:extLst>
                <a:ext uri="{FF2B5EF4-FFF2-40B4-BE49-F238E27FC236}">
                  <a16:creationId xmlns:a16="http://schemas.microsoft.com/office/drawing/2014/main" id="{BA9E61AB-4DF2-8988-99E4-9FE6D0C1C7E8}"/>
                </a:ext>
              </a:extLst>
            </p:cNvPr>
            <p:cNvSpPr/>
            <p:nvPr/>
          </p:nvSpPr>
          <p:spPr>
            <a:xfrm>
              <a:off x="6963950" y="1080300"/>
              <a:ext cx="4700" cy="4300"/>
            </a:xfrm>
            <a:custGeom>
              <a:avLst/>
              <a:gdLst/>
              <a:ahLst/>
              <a:cxnLst/>
              <a:rect l="l" t="t" r="r" b="b"/>
              <a:pathLst>
                <a:path w="188" h="172" extrusionOk="0">
                  <a:moveTo>
                    <a:pt x="89" y="0"/>
                  </a:moveTo>
                  <a:cubicBezTo>
                    <a:pt x="78" y="0"/>
                    <a:pt x="65" y="2"/>
                    <a:pt x="51" y="6"/>
                  </a:cubicBezTo>
                  <a:cubicBezTo>
                    <a:pt x="21" y="11"/>
                    <a:pt x="0" y="46"/>
                    <a:pt x="5" y="76"/>
                  </a:cubicBezTo>
                  <a:cubicBezTo>
                    <a:pt x="11" y="102"/>
                    <a:pt x="31" y="117"/>
                    <a:pt x="51" y="127"/>
                  </a:cubicBezTo>
                  <a:cubicBezTo>
                    <a:pt x="56" y="148"/>
                    <a:pt x="77" y="167"/>
                    <a:pt x="102" y="172"/>
                  </a:cubicBezTo>
                  <a:lnTo>
                    <a:pt x="112" y="172"/>
                  </a:lnTo>
                  <a:cubicBezTo>
                    <a:pt x="142" y="172"/>
                    <a:pt x="168" y="152"/>
                    <a:pt x="173" y="127"/>
                  </a:cubicBezTo>
                  <a:cubicBezTo>
                    <a:pt x="187" y="71"/>
                    <a:pt x="168" y="41"/>
                    <a:pt x="152" y="26"/>
                  </a:cubicBezTo>
                  <a:cubicBezTo>
                    <a:pt x="141" y="15"/>
                    <a:pt x="121" y="0"/>
                    <a:pt x="89"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3489;p51">
              <a:extLst>
                <a:ext uri="{FF2B5EF4-FFF2-40B4-BE49-F238E27FC236}">
                  <a16:creationId xmlns:a16="http://schemas.microsoft.com/office/drawing/2014/main" id="{5377385F-2A34-5A25-0427-9B90EDFC5B55}"/>
                </a:ext>
              </a:extLst>
            </p:cNvPr>
            <p:cNvSpPr/>
            <p:nvPr/>
          </p:nvSpPr>
          <p:spPr>
            <a:xfrm>
              <a:off x="6963300" y="1091000"/>
              <a:ext cx="4100" cy="3600"/>
            </a:xfrm>
            <a:custGeom>
              <a:avLst/>
              <a:gdLst/>
              <a:ahLst/>
              <a:cxnLst/>
              <a:rect l="l" t="t" r="r" b="b"/>
              <a:pathLst>
                <a:path w="164" h="144" extrusionOk="0">
                  <a:moveTo>
                    <a:pt x="74" y="0"/>
                  </a:moveTo>
                  <a:cubicBezTo>
                    <a:pt x="68" y="0"/>
                    <a:pt x="62" y="1"/>
                    <a:pt x="57" y="2"/>
                  </a:cubicBezTo>
                  <a:cubicBezTo>
                    <a:pt x="42" y="7"/>
                    <a:pt x="12" y="23"/>
                    <a:pt x="7" y="77"/>
                  </a:cubicBezTo>
                  <a:cubicBezTo>
                    <a:pt x="1" y="108"/>
                    <a:pt x="31" y="138"/>
                    <a:pt x="62" y="144"/>
                  </a:cubicBezTo>
                  <a:cubicBezTo>
                    <a:pt x="68" y="144"/>
                    <a:pt x="73" y="144"/>
                    <a:pt x="77" y="138"/>
                  </a:cubicBezTo>
                  <a:cubicBezTo>
                    <a:pt x="82" y="144"/>
                    <a:pt x="87" y="144"/>
                    <a:pt x="92" y="144"/>
                  </a:cubicBezTo>
                  <a:cubicBezTo>
                    <a:pt x="103" y="144"/>
                    <a:pt x="117" y="138"/>
                    <a:pt x="128" y="133"/>
                  </a:cubicBezTo>
                  <a:cubicBezTo>
                    <a:pt x="159" y="114"/>
                    <a:pt x="163" y="72"/>
                    <a:pt x="143" y="42"/>
                  </a:cubicBezTo>
                  <a:cubicBezTo>
                    <a:pt x="120" y="8"/>
                    <a:pt x="94" y="0"/>
                    <a:pt x="74"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3490;p51">
              <a:extLst>
                <a:ext uri="{FF2B5EF4-FFF2-40B4-BE49-F238E27FC236}">
                  <a16:creationId xmlns:a16="http://schemas.microsoft.com/office/drawing/2014/main" id="{43EE21E8-37DA-A3CB-324F-027EAF11E9C3}"/>
                </a:ext>
              </a:extLst>
            </p:cNvPr>
            <p:cNvSpPr/>
            <p:nvPr/>
          </p:nvSpPr>
          <p:spPr>
            <a:xfrm>
              <a:off x="6997575" y="1036125"/>
              <a:ext cx="8200" cy="6050"/>
            </a:xfrm>
            <a:custGeom>
              <a:avLst/>
              <a:gdLst/>
              <a:ahLst/>
              <a:cxnLst/>
              <a:rect l="l" t="t" r="r" b="b"/>
              <a:pathLst>
                <a:path w="328" h="242" extrusionOk="0">
                  <a:moveTo>
                    <a:pt x="253" y="1"/>
                  </a:moveTo>
                  <a:cubicBezTo>
                    <a:pt x="245" y="1"/>
                    <a:pt x="236" y="2"/>
                    <a:pt x="227" y="5"/>
                  </a:cubicBezTo>
                  <a:cubicBezTo>
                    <a:pt x="161" y="40"/>
                    <a:pt x="80" y="90"/>
                    <a:pt x="30" y="131"/>
                  </a:cubicBezTo>
                  <a:cubicBezTo>
                    <a:pt x="5" y="150"/>
                    <a:pt x="0" y="192"/>
                    <a:pt x="20" y="217"/>
                  </a:cubicBezTo>
                  <a:cubicBezTo>
                    <a:pt x="35" y="232"/>
                    <a:pt x="55" y="241"/>
                    <a:pt x="70" y="241"/>
                  </a:cubicBezTo>
                  <a:cubicBezTo>
                    <a:pt x="85" y="241"/>
                    <a:pt x="101" y="236"/>
                    <a:pt x="110" y="227"/>
                  </a:cubicBezTo>
                  <a:cubicBezTo>
                    <a:pt x="157" y="192"/>
                    <a:pt x="227" y="145"/>
                    <a:pt x="283" y="120"/>
                  </a:cubicBezTo>
                  <a:cubicBezTo>
                    <a:pt x="318" y="105"/>
                    <a:pt x="328" y="65"/>
                    <a:pt x="313" y="35"/>
                  </a:cubicBezTo>
                  <a:cubicBezTo>
                    <a:pt x="301" y="13"/>
                    <a:pt x="279" y="1"/>
                    <a:pt x="253"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3491;p51">
              <a:extLst>
                <a:ext uri="{FF2B5EF4-FFF2-40B4-BE49-F238E27FC236}">
                  <a16:creationId xmlns:a16="http://schemas.microsoft.com/office/drawing/2014/main" id="{EE3B195E-3069-D5ED-57BD-EC876535D80C}"/>
                </a:ext>
              </a:extLst>
            </p:cNvPr>
            <p:cNvSpPr/>
            <p:nvPr/>
          </p:nvSpPr>
          <p:spPr>
            <a:xfrm>
              <a:off x="7006275" y="1051125"/>
              <a:ext cx="8100" cy="4450"/>
            </a:xfrm>
            <a:custGeom>
              <a:avLst/>
              <a:gdLst/>
              <a:ahLst/>
              <a:cxnLst/>
              <a:rect l="l" t="t" r="r" b="b"/>
              <a:pathLst>
                <a:path w="324" h="178" extrusionOk="0">
                  <a:moveTo>
                    <a:pt x="217" y="1"/>
                  </a:moveTo>
                  <a:cubicBezTo>
                    <a:pt x="144" y="1"/>
                    <a:pt x="76" y="25"/>
                    <a:pt x="30" y="66"/>
                  </a:cubicBezTo>
                  <a:cubicBezTo>
                    <a:pt x="5" y="91"/>
                    <a:pt x="0" y="132"/>
                    <a:pt x="26" y="157"/>
                  </a:cubicBezTo>
                  <a:cubicBezTo>
                    <a:pt x="40" y="172"/>
                    <a:pt x="56" y="177"/>
                    <a:pt x="70" y="177"/>
                  </a:cubicBezTo>
                  <a:cubicBezTo>
                    <a:pt x="86" y="177"/>
                    <a:pt x="101" y="172"/>
                    <a:pt x="117" y="163"/>
                  </a:cubicBezTo>
                  <a:cubicBezTo>
                    <a:pt x="136" y="143"/>
                    <a:pt x="175" y="129"/>
                    <a:pt x="214" y="129"/>
                  </a:cubicBezTo>
                  <a:cubicBezTo>
                    <a:pt x="225" y="129"/>
                    <a:pt x="237" y="130"/>
                    <a:pt x="248" y="132"/>
                  </a:cubicBezTo>
                  <a:cubicBezTo>
                    <a:pt x="250" y="133"/>
                    <a:pt x="253" y="133"/>
                    <a:pt x="256" y="133"/>
                  </a:cubicBezTo>
                  <a:cubicBezTo>
                    <a:pt x="288" y="133"/>
                    <a:pt x="313" y="109"/>
                    <a:pt x="319" y="77"/>
                  </a:cubicBezTo>
                  <a:cubicBezTo>
                    <a:pt x="324" y="41"/>
                    <a:pt x="303" y="11"/>
                    <a:pt x="268" y="5"/>
                  </a:cubicBezTo>
                  <a:cubicBezTo>
                    <a:pt x="251" y="2"/>
                    <a:pt x="234" y="1"/>
                    <a:pt x="217"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3492;p51">
              <a:extLst>
                <a:ext uri="{FF2B5EF4-FFF2-40B4-BE49-F238E27FC236}">
                  <a16:creationId xmlns:a16="http://schemas.microsoft.com/office/drawing/2014/main" id="{CE211148-9102-E53B-6342-06A2FB5036DA}"/>
                </a:ext>
              </a:extLst>
            </p:cNvPr>
            <p:cNvSpPr/>
            <p:nvPr/>
          </p:nvSpPr>
          <p:spPr>
            <a:xfrm>
              <a:off x="7018150" y="1080300"/>
              <a:ext cx="8350" cy="3175"/>
            </a:xfrm>
            <a:custGeom>
              <a:avLst/>
              <a:gdLst/>
              <a:ahLst/>
              <a:cxnLst/>
              <a:rect l="l" t="t" r="r" b="b"/>
              <a:pathLst>
                <a:path w="334" h="127" extrusionOk="0">
                  <a:moveTo>
                    <a:pt x="61" y="1"/>
                  </a:moveTo>
                  <a:cubicBezTo>
                    <a:pt x="26" y="1"/>
                    <a:pt x="0" y="31"/>
                    <a:pt x="0" y="66"/>
                  </a:cubicBezTo>
                  <a:cubicBezTo>
                    <a:pt x="0" y="102"/>
                    <a:pt x="26" y="127"/>
                    <a:pt x="61" y="127"/>
                  </a:cubicBezTo>
                  <a:lnTo>
                    <a:pt x="273" y="127"/>
                  </a:lnTo>
                  <a:cubicBezTo>
                    <a:pt x="308" y="127"/>
                    <a:pt x="334" y="102"/>
                    <a:pt x="334" y="66"/>
                  </a:cubicBezTo>
                  <a:cubicBezTo>
                    <a:pt x="334" y="31"/>
                    <a:pt x="308" y="1"/>
                    <a:pt x="273"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3493;p51">
              <a:extLst>
                <a:ext uri="{FF2B5EF4-FFF2-40B4-BE49-F238E27FC236}">
                  <a16:creationId xmlns:a16="http://schemas.microsoft.com/office/drawing/2014/main" id="{BBE127F8-BD57-EE22-DA01-B8170B9AB4AE}"/>
                </a:ext>
              </a:extLst>
            </p:cNvPr>
            <p:cNvSpPr/>
            <p:nvPr/>
          </p:nvSpPr>
          <p:spPr>
            <a:xfrm>
              <a:off x="7012075" y="1093125"/>
              <a:ext cx="7725" cy="4375"/>
            </a:xfrm>
            <a:custGeom>
              <a:avLst/>
              <a:gdLst/>
              <a:ahLst/>
              <a:cxnLst/>
              <a:rect l="l" t="t" r="r" b="b"/>
              <a:pathLst>
                <a:path w="309" h="175" extrusionOk="0">
                  <a:moveTo>
                    <a:pt x="70" y="1"/>
                  </a:moveTo>
                  <a:cubicBezTo>
                    <a:pt x="41" y="1"/>
                    <a:pt x="19" y="23"/>
                    <a:pt x="11" y="48"/>
                  </a:cubicBezTo>
                  <a:cubicBezTo>
                    <a:pt x="1" y="83"/>
                    <a:pt x="26" y="120"/>
                    <a:pt x="57" y="124"/>
                  </a:cubicBezTo>
                  <a:cubicBezTo>
                    <a:pt x="111" y="139"/>
                    <a:pt x="167" y="155"/>
                    <a:pt x="213" y="169"/>
                  </a:cubicBezTo>
                  <a:cubicBezTo>
                    <a:pt x="223" y="174"/>
                    <a:pt x="228" y="174"/>
                    <a:pt x="239" y="174"/>
                  </a:cubicBezTo>
                  <a:cubicBezTo>
                    <a:pt x="263" y="174"/>
                    <a:pt x="288" y="160"/>
                    <a:pt x="293" y="129"/>
                  </a:cubicBezTo>
                  <a:cubicBezTo>
                    <a:pt x="309" y="99"/>
                    <a:pt x="288" y="64"/>
                    <a:pt x="258" y="53"/>
                  </a:cubicBezTo>
                  <a:cubicBezTo>
                    <a:pt x="202" y="34"/>
                    <a:pt x="142" y="18"/>
                    <a:pt x="87" y="3"/>
                  </a:cubicBezTo>
                  <a:cubicBezTo>
                    <a:pt x="81" y="1"/>
                    <a:pt x="75" y="1"/>
                    <a:pt x="70"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3494;p51">
              <a:extLst>
                <a:ext uri="{FF2B5EF4-FFF2-40B4-BE49-F238E27FC236}">
                  <a16:creationId xmlns:a16="http://schemas.microsoft.com/office/drawing/2014/main" id="{4729FC80-5EBB-4F5A-C451-9F92D5A29AF3}"/>
                </a:ext>
              </a:extLst>
            </p:cNvPr>
            <p:cNvSpPr/>
            <p:nvPr/>
          </p:nvSpPr>
          <p:spPr>
            <a:xfrm>
              <a:off x="6983025" y="1125750"/>
              <a:ext cx="5325" cy="8400"/>
            </a:xfrm>
            <a:custGeom>
              <a:avLst/>
              <a:gdLst/>
              <a:ahLst/>
              <a:cxnLst/>
              <a:rect l="l" t="t" r="r" b="b"/>
              <a:pathLst>
                <a:path w="213" h="336" extrusionOk="0">
                  <a:moveTo>
                    <a:pt x="72" y="0"/>
                  </a:moveTo>
                  <a:cubicBezTo>
                    <a:pt x="63" y="0"/>
                    <a:pt x="54" y="2"/>
                    <a:pt x="46" y="7"/>
                  </a:cubicBezTo>
                  <a:cubicBezTo>
                    <a:pt x="16" y="16"/>
                    <a:pt x="0" y="58"/>
                    <a:pt x="16" y="88"/>
                  </a:cubicBezTo>
                  <a:cubicBezTo>
                    <a:pt x="41" y="148"/>
                    <a:pt x="67" y="219"/>
                    <a:pt x="81" y="284"/>
                  </a:cubicBezTo>
                  <a:cubicBezTo>
                    <a:pt x="86" y="315"/>
                    <a:pt x="112" y="335"/>
                    <a:pt x="142" y="335"/>
                  </a:cubicBezTo>
                  <a:lnTo>
                    <a:pt x="158" y="335"/>
                  </a:lnTo>
                  <a:cubicBezTo>
                    <a:pt x="193" y="324"/>
                    <a:pt x="212" y="289"/>
                    <a:pt x="203" y="254"/>
                  </a:cubicBezTo>
                  <a:cubicBezTo>
                    <a:pt x="188" y="184"/>
                    <a:pt x="158" y="102"/>
                    <a:pt x="132" y="37"/>
                  </a:cubicBezTo>
                  <a:cubicBezTo>
                    <a:pt x="121" y="15"/>
                    <a:pt x="96" y="0"/>
                    <a:pt x="72"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3495;p51">
              <a:extLst>
                <a:ext uri="{FF2B5EF4-FFF2-40B4-BE49-F238E27FC236}">
                  <a16:creationId xmlns:a16="http://schemas.microsoft.com/office/drawing/2014/main" id="{3E282658-72FB-C70E-E4DC-C560E75B6D97}"/>
                </a:ext>
              </a:extLst>
            </p:cNvPr>
            <p:cNvSpPr/>
            <p:nvPr/>
          </p:nvSpPr>
          <p:spPr>
            <a:xfrm>
              <a:off x="6964975" y="1106500"/>
              <a:ext cx="8725" cy="28775"/>
            </a:xfrm>
            <a:custGeom>
              <a:avLst/>
              <a:gdLst/>
              <a:ahLst/>
              <a:cxnLst/>
              <a:rect l="l" t="t" r="r" b="b"/>
              <a:pathLst>
                <a:path w="349" h="1151" extrusionOk="0">
                  <a:moveTo>
                    <a:pt x="73" y="1"/>
                  </a:moveTo>
                  <a:cubicBezTo>
                    <a:pt x="67" y="1"/>
                    <a:pt x="61" y="1"/>
                    <a:pt x="55" y="3"/>
                  </a:cubicBezTo>
                  <a:cubicBezTo>
                    <a:pt x="20" y="14"/>
                    <a:pt x="1" y="49"/>
                    <a:pt x="10" y="79"/>
                  </a:cubicBezTo>
                  <a:cubicBezTo>
                    <a:pt x="96" y="397"/>
                    <a:pt x="167" y="751"/>
                    <a:pt x="218" y="1100"/>
                  </a:cubicBezTo>
                  <a:cubicBezTo>
                    <a:pt x="223" y="1131"/>
                    <a:pt x="253" y="1150"/>
                    <a:pt x="283" y="1150"/>
                  </a:cubicBezTo>
                  <a:lnTo>
                    <a:pt x="293" y="1150"/>
                  </a:lnTo>
                  <a:cubicBezTo>
                    <a:pt x="323" y="1145"/>
                    <a:pt x="349" y="1115"/>
                    <a:pt x="344" y="1080"/>
                  </a:cubicBezTo>
                  <a:cubicBezTo>
                    <a:pt x="288" y="726"/>
                    <a:pt x="218" y="373"/>
                    <a:pt x="132" y="49"/>
                  </a:cubicBezTo>
                  <a:cubicBezTo>
                    <a:pt x="128" y="20"/>
                    <a:pt x="103" y="1"/>
                    <a:pt x="73"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3496;p51">
              <a:extLst>
                <a:ext uri="{FF2B5EF4-FFF2-40B4-BE49-F238E27FC236}">
                  <a16:creationId xmlns:a16="http://schemas.microsoft.com/office/drawing/2014/main" id="{D38B4C79-18DA-3C09-361E-3CB172207185}"/>
                </a:ext>
              </a:extLst>
            </p:cNvPr>
            <p:cNvSpPr/>
            <p:nvPr/>
          </p:nvSpPr>
          <p:spPr>
            <a:xfrm>
              <a:off x="6971400" y="1141375"/>
              <a:ext cx="4700" cy="5650"/>
            </a:xfrm>
            <a:custGeom>
              <a:avLst/>
              <a:gdLst/>
              <a:ahLst/>
              <a:cxnLst/>
              <a:rect l="l" t="t" r="r" b="b"/>
              <a:pathLst>
                <a:path w="188" h="226" extrusionOk="0">
                  <a:moveTo>
                    <a:pt x="71" y="1"/>
                  </a:moveTo>
                  <a:cubicBezTo>
                    <a:pt x="61" y="1"/>
                    <a:pt x="50" y="3"/>
                    <a:pt x="41" y="8"/>
                  </a:cubicBezTo>
                  <a:cubicBezTo>
                    <a:pt x="10" y="28"/>
                    <a:pt x="1" y="63"/>
                    <a:pt x="16" y="99"/>
                  </a:cubicBezTo>
                  <a:cubicBezTo>
                    <a:pt x="31" y="124"/>
                    <a:pt x="47" y="154"/>
                    <a:pt x="61" y="184"/>
                  </a:cubicBezTo>
                  <a:cubicBezTo>
                    <a:pt x="71" y="210"/>
                    <a:pt x="92" y="226"/>
                    <a:pt x="117" y="226"/>
                  </a:cubicBezTo>
                  <a:cubicBezTo>
                    <a:pt x="127" y="226"/>
                    <a:pt x="138" y="221"/>
                    <a:pt x="143" y="221"/>
                  </a:cubicBezTo>
                  <a:cubicBezTo>
                    <a:pt x="173" y="205"/>
                    <a:pt x="187" y="165"/>
                    <a:pt x="178" y="135"/>
                  </a:cubicBezTo>
                  <a:cubicBezTo>
                    <a:pt x="162" y="99"/>
                    <a:pt x="143" y="69"/>
                    <a:pt x="127" y="33"/>
                  </a:cubicBezTo>
                  <a:cubicBezTo>
                    <a:pt x="114" y="12"/>
                    <a:pt x="93" y="1"/>
                    <a:pt x="71"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3497;p51">
              <a:extLst>
                <a:ext uri="{FF2B5EF4-FFF2-40B4-BE49-F238E27FC236}">
                  <a16:creationId xmlns:a16="http://schemas.microsoft.com/office/drawing/2014/main" id="{E545E7C9-8D3A-B3F0-9B4E-0C855D1F1AFB}"/>
                </a:ext>
              </a:extLst>
            </p:cNvPr>
            <p:cNvSpPr/>
            <p:nvPr/>
          </p:nvSpPr>
          <p:spPr>
            <a:xfrm>
              <a:off x="6933000" y="1132675"/>
              <a:ext cx="5850" cy="5500"/>
            </a:xfrm>
            <a:custGeom>
              <a:avLst/>
              <a:gdLst/>
              <a:ahLst/>
              <a:cxnLst/>
              <a:rect l="l" t="t" r="r" b="b"/>
              <a:pathLst>
                <a:path w="234" h="220" extrusionOk="0">
                  <a:moveTo>
                    <a:pt x="162" y="1"/>
                  </a:moveTo>
                  <a:cubicBezTo>
                    <a:pt x="150" y="1"/>
                    <a:pt x="137" y="4"/>
                    <a:pt x="128" y="12"/>
                  </a:cubicBezTo>
                  <a:cubicBezTo>
                    <a:pt x="87" y="42"/>
                    <a:pt x="51" y="78"/>
                    <a:pt x="21" y="119"/>
                  </a:cubicBezTo>
                  <a:cubicBezTo>
                    <a:pt x="0" y="149"/>
                    <a:pt x="6" y="189"/>
                    <a:pt x="37" y="210"/>
                  </a:cubicBezTo>
                  <a:cubicBezTo>
                    <a:pt x="46" y="215"/>
                    <a:pt x="56" y="219"/>
                    <a:pt x="72" y="219"/>
                  </a:cubicBezTo>
                  <a:cubicBezTo>
                    <a:pt x="91" y="219"/>
                    <a:pt x="112" y="210"/>
                    <a:pt x="122" y="194"/>
                  </a:cubicBezTo>
                  <a:cubicBezTo>
                    <a:pt x="142" y="164"/>
                    <a:pt x="168" y="138"/>
                    <a:pt x="198" y="119"/>
                  </a:cubicBezTo>
                  <a:cubicBezTo>
                    <a:pt x="228" y="98"/>
                    <a:pt x="233" y="58"/>
                    <a:pt x="213" y="28"/>
                  </a:cubicBezTo>
                  <a:cubicBezTo>
                    <a:pt x="201" y="10"/>
                    <a:pt x="181" y="1"/>
                    <a:pt x="162"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3498;p51">
              <a:extLst>
                <a:ext uri="{FF2B5EF4-FFF2-40B4-BE49-F238E27FC236}">
                  <a16:creationId xmlns:a16="http://schemas.microsoft.com/office/drawing/2014/main" id="{A87E70D5-ED7A-2970-EC12-429DD81D4491}"/>
                </a:ext>
              </a:extLst>
            </p:cNvPr>
            <p:cNvSpPr/>
            <p:nvPr/>
          </p:nvSpPr>
          <p:spPr>
            <a:xfrm>
              <a:off x="6922550" y="1125125"/>
              <a:ext cx="5800" cy="8375"/>
            </a:xfrm>
            <a:custGeom>
              <a:avLst/>
              <a:gdLst/>
              <a:ahLst/>
              <a:cxnLst/>
              <a:rect l="l" t="t" r="r" b="b"/>
              <a:pathLst>
                <a:path w="232" h="335" extrusionOk="0">
                  <a:moveTo>
                    <a:pt x="165" y="1"/>
                  </a:moveTo>
                  <a:cubicBezTo>
                    <a:pt x="145" y="1"/>
                    <a:pt x="124" y="11"/>
                    <a:pt x="110" y="27"/>
                  </a:cubicBezTo>
                  <a:cubicBezTo>
                    <a:pt x="66" y="97"/>
                    <a:pt x="30" y="173"/>
                    <a:pt x="10" y="258"/>
                  </a:cubicBezTo>
                  <a:cubicBezTo>
                    <a:pt x="0" y="295"/>
                    <a:pt x="19" y="325"/>
                    <a:pt x="55" y="335"/>
                  </a:cubicBezTo>
                  <a:lnTo>
                    <a:pt x="70" y="335"/>
                  </a:lnTo>
                  <a:cubicBezTo>
                    <a:pt x="96" y="335"/>
                    <a:pt x="126" y="319"/>
                    <a:pt x="131" y="289"/>
                  </a:cubicBezTo>
                  <a:cubicBezTo>
                    <a:pt x="146" y="218"/>
                    <a:pt x="176" y="158"/>
                    <a:pt x="212" y="102"/>
                  </a:cubicBezTo>
                  <a:cubicBezTo>
                    <a:pt x="232" y="72"/>
                    <a:pt x="227" y="32"/>
                    <a:pt x="197" y="11"/>
                  </a:cubicBezTo>
                  <a:cubicBezTo>
                    <a:pt x="187" y="4"/>
                    <a:pt x="176" y="1"/>
                    <a:pt x="165"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3499;p51">
              <a:extLst>
                <a:ext uri="{FF2B5EF4-FFF2-40B4-BE49-F238E27FC236}">
                  <a16:creationId xmlns:a16="http://schemas.microsoft.com/office/drawing/2014/main" id="{7A734A49-D8FB-AEE3-99B3-9C2DBA7329AF}"/>
                </a:ext>
              </a:extLst>
            </p:cNvPr>
            <p:cNvSpPr/>
            <p:nvPr/>
          </p:nvSpPr>
          <p:spPr>
            <a:xfrm>
              <a:off x="6900925" y="1090800"/>
              <a:ext cx="9350" cy="4925"/>
            </a:xfrm>
            <a:custGeom>
              <a:avLst/>
              <a:gdLst/>
              <a:ahLst/>
              <a:cxnLst/>
              <a:rect l="l" t="t" r="r" b="b"/>
              <a:pathLst>
                <a:path w="374" h="197" extrusionOk="0">
                  <a:moveTo>
                    <a:pt x="299" y="0"/>
                  </a:moveTo>
                  <a:cubicBezTo>
                    <a:pt x="208" y="10"/>
                    <a:pt x="122" y="36"/>
                    <a:pt x="41" y="80"/>
                  </a:cubicBezTo>
                  <a:cubicBezTo>
                    <a:pt x="10" y="96"/>
                    <a:pt x="1" y="131"/>
                    <a:pt x="16" y="162"/>
                  </a:cubicBezTo>
                  <a:cubicBezTo>
                    <a:pt x="31" y="187"/>
                    <a:pt x="51" y="197"/>
                    <a:pt x="71" y="197"/>
                  </a:cubicBezTo>
                  <a:cubicBezTo>
                    <a:pt x="87" y="197"/>
                    <a:pt x="91" y="197"/>
                    <a:pt x="101" y="192"/>
                  </a:cubicBezTo>
                  <a:cubicBezTo>
                    <a:pt x="168" y="157"/>
                    <a:pt x="238" y="136"/>
                    <a:pt x="313" y="127"/>
                  </a:cubicBezTo>
                  <a:cubicBezTo>
                    <a:pt x="350" y="122"/>
                    <a:pt x="374" y="91"/>
                    <a:pt x="369" y="55"/>
                  </a:cubicBezTo>
                  <a:cubicBezTo>
                    <a:pt x="364" y="25"/>
                    <a:pt x="334" y="0"/>
                    <a:pt x="299"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3500;p51">
              <a:extLst>
                <a:ext uri="{FF2B5EF4-FFF2-40B4-BE49-F238E27FC236}">
                  <a16:creationId xmlns:a16="http://schemas.microsoft.com/office/drawing/2014/main" id="{B1C4266F-9C3C-2691-E3F4-41ADF90319D5}"/>
                </a:ext>
              </a:extLst>
            </p:cNvPr>
            <p:cNvSpPr/>
            <p:nvPr/>
          </p:nvSpPr>
          <p:spPr>
            <a:xfrm>
              <a:off x="6899400" y="1078025"/>
              <a:ext cx="7850" cy="3200"/>
            </a:xfrm>
            <a:custGeom>
              <a:avLst/>
              <a:gdLst/>
              <a:ahLst/>
              <a:cxnLst/>
              <a:rect l="l" t="t" r="r" b="b"/>
              <a:pathLst>
                <a:path w="314" h="128" extrusionOk="0">
                  <a:moveTo>
                    <a:pt x="62" y="1"/>
                  </a:moveTo>
                  <a:cubicBezTo>
                    <a:pt x="31" y="1"/>
                    <a:pt x="1" y="26"/>
                    <a:pt x="1" y="62"/>
                  </a:cubicBezTo>
                  <a:cubicBezTo>
                    <a:pt x="1" y="97"/>
                    <a:pt x="31" y="127"/>
                    <a:pt x="62" y="127"/>
                  </a:cubicBezTo>
                  <a:lnTo>
                    <a:pt x="248" y="127"/>
                  </a:lnTo>
                  <a:cubicBezTo>
                    <a:pt x="283" y="127"/>
                    <a:pt x="314" y="97"/>
                    <a:pt x="314" y="62"/>
                  </a:cubicBezTo>
                  <a:cubicBezTo>
                    <a:pt x="314" y="26"/>
                    <a:pt x="283" y="1"/>
                    <a:pt x="248"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3501;p51">
              <a:extLst>
                <a:ext uri="{FF2B5EF4-FFF2-40B4-BE49-F238E27FC236}">
                  <a16:creationId xmlns:a16="http://schemas.microsoft.com/office/drawing/2014/main" id="{BEF727AB-37D9-8501-2D51-65E875EFF97C}"/>
                </a:ext>
              </a:extLst>
            </p:cNvPr>
            <p:cNvSpPr/>
            <p:nvPr/>
          </p:nvSpPr>
          <p:spPr>
            <a:xfrm>
              <a:off x="6910425" y="1042550"/>
              <a:ext cx="5675" cy="6075"/>
            </a:xfrm>
            <a:custGeom>
              <a:avLst/>
              <a:gdLst/>
              <a:ahLst/>
              <a:cxnLst/>
              <a:rect l="l" t="t" r="r" b="b"/>
              <a:pathLst>
                <a:path w="227" h="243" extrusionOk="0">
                  <a:moveTo>
                    <a:pt x="66" y="0"/>
                  </a:moveTo>
                  <a:cubicBezTo>
                    <a:pt x="30" y="0"/>
                    <a:pt x="5" y="26"/>
                    <a:pt x="5" y="61"/>
                  </a:cubicBezTo>
                  <a:cubicBezTo>
                    <a:pt x="0" y="161"/>
                    <a:pt x="61" y="233"/>
                    <a:pt x="152" y="243"/>
                  </a:cubicBezTo>
                  <a:lnTo>
                    <a:pt x="156" y="243"/>
                  </a:lnTo>
                  <a:cubicBezTo>
                    <a:pt x="192" y="243"/>
                    <a:pt x="217" y="217"/>
                    <a:pt x="222" y="187"/>
                  </a:cubicBezTo>
                  <a:cubicBezTo>
                    <a:pt x="227" y="152"/>
                    <a:pt x="201" y="121"/>
                    <a:pt x="166" y="116"/>
                  </a:cubicBezTo>
                  <a:cubicBezTo>
                    <a:pt x="152" y="116"/>
                    <a:pt x="126" y="112"/>
                    <a:pt x="131" y="61"/>
                  </a:cubicBezTo>
                  <a:cubicBezTo>
                    <a:pt x="131" y="30"/>
                    <a:pt x="101" y="0"/>
                    <a:pt x="66"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3502;p51">
              <a:extLst>
                <a:ext uri="{FF2B5EF4-FFF2-40B4-BE49-F238E27FC236}">
                  <a16:creationId xmlns:a16="http://schemas.microsoft.com/office/drawing/2014/main" id="{C9F8D795-AB14-0DD5-52B0-5D771433554D}"/>
                </a:ext>
              </a:extLst>
            </p:cNvPr>
            <p:cNvSpPr/>
            <p:nvPr/>
          </p:nvSpPr>
          <p:spPr>
            <a:xfrm>
              <a:off x="6924300" y="1044225"/>
              <a:ext cx="21000" cy="17175"/>
            </a:xfrm>
            <a:custGeom>
              <a:avLst/>
              <a:gdLst/>
              <a:ahLst/>
              <a:cxnLst/>
              <a:rect l="l" t="t" r="r" b="b"/>
              <a:pathLst>
                <a:path w="840" h="687" extrusionOk="0">
                  <a:moveTo>
                    <a:pt x="71" y="0"/>
                  </a:moveTo>
                  <a:cubicBezTo>
                    <a:pt x="55" y="0"/>
                    <a:pt x="39" y="6"/>
                    <a:pt x="26" y="19"/>
                  </a:cubicBezTo>
                  <a:cubicBezTo>
                    <a:pt x="0" y="45"/>
                    <a:pt x="0" y="85"/>
                    <a:pt x="26" y="110"/>
                  </a:cubicBezTo>
                  <a:cubicBezTo>
                    <a:pt x="217" y="297"/>
                    <a:pt x="450" y="514"/>
                    <a:pt x="738" y="675"/>
                  </a:cubicBezTo>
                  <a:cubicBezTo>
                    <a:pt x="749" y="686"/>
                    <a:pt x="758" y="686"/>
                    <a:pt x="768" y="686"/>
                  </a:cubicBezTo>
                  <a:cubicBezTo>
                    <a:pt x="789" y="686"/>
                    <a:pt x="809" y="675"/>
                    <a:pt x="824" y="656"/>
                  </a:cubicBezTo>
                  <a:cubicBezTo>
                    <a:pt x="840" y="625"/>
                    <a:pt x="829" y="584"/>
                    <a:pt x="798" y="570"/>
                  </a:cubicBezTo>
                  <a:cubicBezTo>
                    <a:pt x="525" y="413"/>
                    <a:pt x="299" y="201"/>
                    <a:pt x="112" y="19"/>
                  </a:cubicBezTo>
                  <a:cubicBezTo>
                    <a:pt x="102" y="6"/>
                    <a:pt x="87" y="0"/>
                    <a:pt x="71"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3503;p51">
              <a:extLst>
                <a:ext uri="{FF2B5EF4-FFF2-40B4-BE49-F238E27FC236}">
                  <a16:creationId xmlns:a16="http://schemas.microsoft.com/office/drawing/2014/main" id="{D21EC994-C6FE-45C4-B006-E637DD0E5A8F}"/>
                </a:ext>
              </a:extLst>
            </p:cNvPr>
            <p:cNvSpPr/>
            <p:nvPr/>
          </p:nvSpPr>
          <p:spPr>
            <a:xfrm>
              <a:off x="6917850" y="1036125"/>
              <a:ext cx="6475" cy="5450"/>
            </a:xfrm>
            <a:custGeom>
              <a:avLst/>
              <a:gdLst/>
              <a:ahLst/>
              <a:cxnLst/>
              <a:rect l="l" t="t" r="r" b="b"/>
              <a:pathLst>
                <a:path w="259" h="218" extrusionOk="0">
                  <a:moveTo>
                    <a:pt x="71" y="0"/>
                  </a:moveTo>
                  <a:cubicBezTo>
                    <a:pt x="55" y="0"/>
                    <a:pt x="38" y="7"/>
                    <a:pt x="26" y="19"/>
                  </a:cubicBezTo>
                  <a:cubicBezTo>
                    <a:pt x="0" y="45"/>
                    <a:pt x="0" y="85"/>
                    <a:pt x="26" y="110"/>
                  </a:cubicBezTo>
                  <a:cubicBezTo>
                    <a:pt x="67" y="145"/>
                    <a:pt x="107" y="181"/>
                    <a:pt x="152" y="206"/>
                  </a:cubicBezTo>
                  <a:cubicBezTo>
                    <a:pt x="163" y="217"/>
                    <a:pt x="177" y="217"/>
                    <a:pt x="188" y="217"/>
                  </a:cubicBezTo>
                  <a:cubicBezTo>
                    <a:pt x="207" y="217"/>
                    <a:pt x="228" y="206"/>
                    <a:pt x="238" y="192"/>
                  </a:cubicBezTo>
                  <a:cubicBezTo>
                    <a:pt x="258" y="161"/>
                    <a:pt x="254" y="120"/>
                    <a:pt x="223" y="105"/>
                  </a:cubicBezTo>
                  <a:cubicBezTo>
                    <a:pt x="182" y="75"/>
                    <a:pt x="147" y="50"/>
                    <a:pt x="117" y="19"/>
                  </a:cubicBezTo>
                  <a:cubicBezTo>
                    <a:pt x="104" y="7"/>
                    <a:pt x="87" y="0"/>
                    <a:pt x="71"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3504;p51">
              <a:extLst>
                <a:ext uri="{FF2B5EF4-FFF2-40B4-BE49-F238E27FC236}">
                  <a16:creationId xmlns:a16="http://schemas.microsoft.com/office/drawing/2014/main" id="{318B8CE6-5F60-4A21-0C5F-BABD1E9F5500}"/>
                </a:ext>
              </a:extLst>
            </p:cNvPr>
            <p:cNvSpPr/>
            <p:nvPr/>
          </p:nvSpPr>
          <p:spPr>
            <a:xfrm>
              <a:off x="6951175" y="1019800"/>
              <a:ext cx="3975" cy="9000"/>
            </a:xfrm>
            <a:custGeom>
              <a:avLst/>
              <a:gdLst/>
              <a:ahLst/>
              <a:cxnLst/>
              <a:rect l="l" t="t" r="r" b="b"/>
              <a:pathLst>
                <a:path w="159" h="360" extrusionOk="0">
                  <a:moveTo>
                    <a:pt x="69" y="0"/>
                  </a:moveTo>
                  <a:cubicBezTo>
                    <a:pt x="67" y="0"/>
                    <a:pt x="64" y="0"/>
                    <a:pt x="62" y="1"/>
                  </a:cubicBezTo>
                  <a:cubicBezTo>
                    <a:pt x="26" y="5"/>
                    <a:pt x="1" y="31"/>
                    <a:pt x="1" y="66"/>
                  </a:cubicBezTo>
                  <a:cubicBezTo>
                    <a:pt x="7" y="152"/>
                    <a:pt x="12" y="227"/>
                    <a:pt x="26" y="309"/>
                  </a:cubicBezTo>
                  <a:cubicBezTo>
                    <a:pt x="31" y="339"/>
                    <a:pt x="57" y="360"/>
                    <a:pt x="87" y="360"/>
                  </a:cubicBezTo>
                  <a:lnTo>
                    <a:pt x="98" y="360"/>
                  </a:lnTo>
                  <a:cubicBezTo>
                    <a:pt x="133" y="355"/>
                    <a:pt x="159" y="318"/>
                    <a:pt x="153" y="288"/>
                  </a:cubicBezTo>
                  <a:cubicBezTo>
                    <a:pt x="138" y="213"/>
                    <a:pt x="133" y="143"/>
                    <a:pt x="128" y="61"/>
                  </a:cubicBezTo>
                  <a:cubicBezTo>
                    <a:pt x="128" y="29"/>
                    <a:pt x="102" y="0"/>
                    <a:pt x="69"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3505;p51">
              <a:extLst>
                <a:ext uri="{FF2B5EF4-FFF2-40B4-BE49-F238E27FC236}">
                  <a16:creationId xmlns:a16="http://schemas.microsoft.com/office/drawing/2014/main" id="{4A7A5898-8981-4AA0-4812-2E21E933D6A0}"/>
                </a:ext>
              </a:extLst>
            </p:cNvPr>
            <p:cNvSpPr/>
            <p:nvPr/>
          </p:nvSpPr>
          <p:spPr>
            <a:xfrm>
              <a:off x="6963950" y="1020925"/>
              <a:ext cx="3175" cy="6725"/>
            </a:xfrm>
            <a:custGeom>
              <a:avLst/>
              <a:gdLst/>
              <a:ahLst/>
              <a:cxnLst/>
              <a:rect l="l" t="t" r="r" b="b"/>
              <a:pathLst>
                <a:path w="127" h="269" extrusionOk="0">
                  <a:moveTo>
                    <a:pt x="66" y="1"/>
                  </a:moveTo>
                  <a:cubicBezTo>
                    <a:pt x="31" y="1"/>
                    <a:pt x="0" y="31"/>
                    <a:pt x="0" y="67"/>
                  </a:cubicBezTo>
                  <a:lnTo>
                    <a:pt x="0" y="203"/>
                  </a:lnTo>
                  <a:cubicBezTo>
                    <a:pt x="0" y="243"/>
                    <a:pt x="31" y="268"/>
                    <a:pt x="66" y="268"/>
                  </a:cubicBezTo>
                  <a:cubicBezTo>
                    <a:pt x="102" y="268"/>
                    <a:pt x="127" y="243"/>
                    <a:pt x="127" y="203"/>
                  </a:cubicBezTo>
                  <a:lnTo>
                    <a:pt x="127" y="67"/>
                  </a:lnTo>
                  <a:cubicBezTo>
                    <a:pt x="127" y="31"/>
                    <a:pt x="102" y="1"/>
                    <a:pt x="66"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40" name="Google Shape;3506;p51">
            <a:extLst>
              <a:ext uri="{FF2B5EF4-FFF2-40B4-BE49-F238E27FC236}">
                <a16:creationId xmlns:a16="http://schemas.microsoft.com/office/drawing/2014/main" id="{99714460-1DDA-6076-D651-E7C534260A13}"/>
              </a:ext>
            </a:extLst>
          </p:cNvPr>
          <p:cNvGrpSpPr/>
          <p:nvPr/>
        </p:nvGrpSpPr>
        <p:grpSpPr>
          <a:xfrm>
            <a:off x="7986245" y="1763561"/>
            <a:ext cx="292184" cy="246499"/>
            <a:chOff x="5461450" y="1541475"/>
            <a:chExt cx="447150" cy="434925"/>
          </a:xfrm>
        </p:grpSpPr>
        <p:sp>
          <p:nvSpPr>
            <p:cNvPr id="2041" name="Google Shape;3507;p51">
              <a:extLst>
                <a:ext uri="{FF2B5EF4-FFF2-40B4-BE49-F238E27FC236}">
                  <a16:creationId xmlns:a16="http://schemas.microsoft.com/office/drawing/2014/main" id="{4A0CD1D9-A7BF-6863-473F-E875A6CF127D}"/>
                </a:ext>
              </a:extLst>
            </p:cNvPr>
            <p:cNvSpPr/>
            <p:nvPr/>
          </p:nvSpPr>
          <p:spPr>
            <a:xfrm>
              <a:off x="5461450" y="1541475"/>
              <a:ext cx="447150" cy="434925"/>
            </a:xfrm>
            <a:custGeom>
              <a:avLst/>
              <a:gdLst/>
              <a:ahLst/>
              <a:cxnLst/>
              <a:rect l="l" t="t" r="r" b="b"/>
              <a:pathLst>
                <a:path w="17886" h="17397" extrusionOk="0">
                  <a:moveTo>
                    <a:pt x="8691" y="453"/>
                  </a:moveTo>
                  <a:cubicBezTo>
                    <a:pt x="9086" y="453"/>
                    <a:pt x="9461" y="674"/>
                    <a:pt x="9792" y="1097"/>
                  </a:cubicBezTo>
                  <a:cubicBezTo>
                    <a:pt x="10783" y="2380"/>
                    <a:pt x="10211" y="5099"/>
                    <a:pt x="9545" y="6740"/>
                  </a:cubicBezTo>
                  <a:cubicBezTo>
                    <a:pt x="9474" y="6705"/>
                    <a:pt x="9398" y="6665"/>
                    <a:pt x="9323" y="6645"/>
                  </a:cubicBezTo>
                  <a:cubicBezTo>
                    <a:pt x="9353" y="6624"/>
                    <a:pt x="9374" y="6594"/>
                    <a:pt x="9378" y="6554"/>
                  </a:cubicBezTo>
                  <a:cubicBezTo>
                    <a:pt x="9509" y="5922"/>
                    <a:pt x="9560" y="5245"/>
                    <a:pt x="9549" y="4356"/>
                  </a:cubicBezTo>
                  <a:cubicBezTo>
                    <a:pt x="9545" y="4275"/>
                    <a:pt x="9479" y="4210"/>
                    <a:pt x="9398" y="4210"/>
                  </a:cubicBezTo>
                  <a:cubicBezTo>
                    <a:pt x="9318" y="4210"/>
                    <a:pt x="9246" y="4280"/>
                    <a:pt x="9252" y="4361"/>
                  </a:cubicBezTo>
                  <a:cubicBezTo>
                    <a:pt x="9262" y="5225"/>
                    <a:pt x="9211" y="5882"/>
                    <a:pt x="9085" y="6493"/>
                  </a:cubicBezTo>
                  <a:cubicBezTo>
                    <a:pt x="9080" y="6528"/>
                    <a:pt x="9085" y="6554"/>
                    <a:pt x="9101" y="6584"/>
                  </a:cubicBezTo>
                  <a:lnTo>
                    <a:pt x="9095" y="6584"/>
                  </a:lnTo>
                  <a:cubicBezTo>
                    <a:pt x="9009" y="6566"/>
                    <a:pt x="8922" y="6558"/>
                    <a:pt x="8836" y="6558"/>
                  </a:cubicBezTo>
                  <a:cubicBezTo>
                    <a:pt x="8702" y="6558"/>
                    <a:pt x="8568" y="6578"/>
                    <a:pt x="8434" y="6614"/>
                  </a:cubicBezTo>
                  <a:cubicBezTo>
                    <a:pt x="8439" y="6600"/>
                    <a:pt x="8439" y="6584"/>
                    <a:pt x="8439" y="6563"/>
                  </a:cubicBezTo>
                  <a:cubicBezTo>
                    <a:pt x="8423" y="6377"/>
                    <a:pt x="8408" y="6185"/>
                    <a:pt x="8393" y="5993"/>
                  </a:cubicBezTo>
                  <a:cubicBezTo>
                    <a:pt x="8343" y="5422"/>
                    <a:pt x="8292" y="4835"/>
                    <a:pt x="8216" y="4285"/>
                  </a:cubicBezTo>
                  <a:cubicBezTo>
                    <a:pt x="8207" y="4211"/>
                    <a:pt x="8141" y="4153"/>
                    <a:pt x="8067" y="4153"/>
                  </a:cubicBezTo>
                  <a:cubicBezTo>
                    <a:pt x="8061" y="4153"/>
                    <a:pt x="8055" y="4153"/>
                    <a:pt x="8050" y="4154"/>
                  </a:cubicBezTo>
                  <a:cubicBezTo>
                    <a:pt x="7963" y="4164"/>
                    <a:pt x="7908" y="4240"/>
                    <a:pt x="7919" y="4320"/>
                  </a:cubicBezTo>
                  <a:cubicBezTo>
                    <a:pt x="7994" y="4872"/>
                    <a:pt x="8045" y="5453"/>
                    <a:pt x="8090" y="6018"/>
                  </a:cubicBezTo>
                  <a:cubicBezTo>
                    <a:pt x="8105" y="6215"/>
                    <a:pt x="8125" y="6402"/>
                    <a:pt x="8140" y="6594"/>
                  </a:cubicBezTo>
                  <a:cubicBezTo>
                    <a:pt x="8140" y="6624"/>
                    <a:pt x="8155" y="6645"/>
                    <a:pt x="8171" y="6665"/>
                  </a:cubicBezTo>
                  <a:cubicBezTo>
                    <a:pt x="8115" y="6680"/>
                    <a:pt x="8059" y="6691"/>
                    <a:pt x="8014" y="6705"/>
                  </a:cubicBezTo>
                  <a:cubicBezTo>
                    <a:pt x="8003" y="6675"/>
                    <a:pt x="7999" y="6645"/>
                    <a:pt x="7979" y="6619"/>
                  </a:cubicBezTo>
                  <a:lnTo>
                    <a:pt x="7903" y="6509"/>
                  </a:lnTo>
                  <a:cubicBezTo>
                    <a:pt x="7782" y="6327"/>
                    <a:pt x="7655" y="6129"/>
                    <a:pt x="7514" y="5922"/>
                  </a:cubicBezTo>
                  <a:cubicBezTo>
                    <a:pt x="7089" y="4695"/>
                    <a:pt x="6872" y="3063"/>
                    <a:pt x="7064" y="2144"/>
                  </a:cubicBezTo>
                  <a:cubicBezTo>
                    <a:pt x="7236" y="1314"/>
                    <a:pt x="7807" y="628"/>
                    <a:pt x="8444" y="481"/>
                  </a:cubicBezTo>
                  <a:cubicBezTo>
                    <a:pt x="8527" y="462"/>
                    <a:pt x="8609" y="453"/>
                    <a:pt x="8691" y="453"/>
                  </a:cubicBezTo>
                  <a:close/>
                  <a:moveTo>
                    <a:pt x="3194" y="2921"/>
                  </a:moveTo>
                  <a:cubicBezTo>
                    <a:pt x="4750" y="2921"/>
                    <a:pt x="6145" y="4714"/>
                    <a:pt x="7110" y="6129"/>
                  </a:cubicBezTo>
                  <a:cubicBezTo>
                    <a:pt x="7210" y="6412"/>
                    <a:pt x="7322" y="6675"/>
                    <a:pt x="7438" y="6908"/>
                  </a:cubicBezTo>
                  <a:cubicBezTo>
                    <a:pt x="7236" y="7003"/>
                    <a:pt x="7075" y="7115"/>
                    <a:pt x="6942" y="7230"/>
                  </a:cubicBezTo>
                  <a:cubicBezTo>
                    <a:pt x="6837" y="7165"/>
                    <a:pt x="6725" y="7104"/>
                    <a:pt x="6620" y="7048"/>
                  </a:cubicBezTo>
                  <a:cubicBezTo>
                    <a:pt x="6039" y="6731"/>
                    <a:pt x="5487" y="6428"/>
                    <a:pt x="5079" y="5927"/>
                  </a:cubicBezTo>
                  <a:cubicBezTo>
                    <a:pt x="5048" y="5891"/>
                    <a:pt x="5005" y="5873"/>
                    <a:pt x="4962" y="5873"/>
                  </a:cubicBezTo>
                  <a:cubicBezTo>
                    <a:pt x="4928" y="5873"/>
                    <a:pt x="4894" y="5885"/>
                    <a:pt x="4867" y="5907"/>
                  </a:cubicBezTo>
                  <a:cubicBezTo>
                    <a:pt x="4801" y="5963"/>
                    <a:pt x="4790" y="6059"/>
                    <a:pt x="4846" y="6120"/>
                  </a:cubicBezTo>
                  <a:cubicBezTo>
                    <a:pt x="5296" y="6665"/>
                    <a:pt x="5867" y="6978"/>
                    <a:pt x="6473" y="7311"/>
                  </a:cubicBezTo>
                  <a:cubicBezTo>
                    <a:pt x="6457" y="7307"/>
                    <a:pt x="6443" y="7302"/>
                    <a:pt x="6427" y="7297"/>
                  </a:cubicBezTo>
                  <a:cubicBezTo>
                    <a:pt x="4841" y="7115"/>
                    <a:pt x="3598" y="6569"/>
                    <a:pt x="2719" y="5684"/>
                  </a:cubicBezTo>
                  <a:cubicBezTo>
                    <a:pt x="2043" y="4998"/>
                    <a:pt x="1704" y="4063"/>
                    <a:pt x="1936" y="3508"/>
                  </a:cubicBezTo>
                  <a:cubicBezTo>
                    <a:pt x="2133" y="3028"/>
                    <a:pt x="2724" y="2921"/>
                    <a:pt x="3184" y="2921"/>
                  </a:cubicBezTo>
                  <a:close/>
                  <a:moveTo>
                    <a:pt x="13474" y="3045"/>
                  </a:moveTo>
                  <a:cubicBezTo>
                    <a:pt x="13969" y="3045"/>
                    <a:pt x="14462" y="3203"/>
                    <a:pt x="14840" y="3497"/>
                  </a:cubicBezTo>
                  <a:cubicBezTo>
                    <a:pt x="15279" y="3846"/>
                    <a:pt x="15512" y="4336"/>
                    <a:pt x="15502" y="4891"/>
                  </a:cubicBezTo>
                  <a:cubicBezTo>
                    <a:pt x="15472" y="6351"/>
                    <a:pt x="13895" y="7281"/>
                    <a:pt x="12354" y="7934"/>
                  </a:cubicBezTo>
                  <a:cubicBezTo>
                    <a:pt x="11884" y="8100"/>
                    <a:pt x="11440" y="8277"/>
                    <a:pt x="11046" y="8433"/>
                  </a:cubicBezTo>
                  <a:lnTo>
                    <a:pt x="10717" y="8559"/>
                  </a:lnTo>
                  <a:cubicBezTo>
                    <a:pt x="10682" y="8358"/>
                    <a:pt x="10626" y="8155"/>
                    <a:pt x="10556" y="7969"/>
                  </a:cubicBezTo>
                  <a:cubicBezTo>
                    <a:pt x="10556" y="7964"/>
                    <a:pt x="10561" y="7964"/>
                    <a:pt x="10561" y="7964"/>
                  </a:cubicBezTo>
                  <a:cubicBezTo>
                    <a:pt x="11132" y="7398"/>
                    <a:pt x="12198" y="6862"/>
                    <a:pt x="12627" y="6660"/>
                  </a:cubicBezTo>
                  <a:cubicBezTo>
                    <a:pt x="12702" y="6624"/>
                    <a:pt x="12732" y="6533"/>
                    <a:pt x="12697" y="6458"/>
                  </a:cubicBezTo>
                  <a:cubicBezTo>
                    <a:pt x="12672" y="6406"/>
                    <a:pt x="12616" y="6373"/>
                    <a:pt x="12559" y="6373"/>
                  </a:cubicBezTo>
                  <a:cubicBezTo>
                    <a:pt x="12538" y="6373"/>
                    <a:pt x="12516" y="6378"/>
                    <a:pt x="12496" y="6388"/>
                  </a:cubicBezTo>
                  <a:cubicBezTo>
                    <a:pt x="11965" y="6640"/>
                    <a:pt x="11015" y="7134"/>
                    <a:pt x="10419" y="7680"/>
                  </a:cubicBezTo>
                  <a:cubicBezTo>
                    <a:pt x="10409" y="7661"/>
                    <a:pt x="10398" y="7635"/>
                    <a:pt x="10384" y="7615"/>
                  </a:cubicBezTo>
                  <a:lnTo>
                    <a:pt x="10398" y="7615"/>
                  </a:lnTo>
                  <a:cubicBezTo>
                    <a:pt x="10454" y="7615"/>
                    <a:pt x="10510" y="7584"/>
                    <a:pt x="10535" y="7529"/>
                  </a:cubicBezTo>
                  <a:cubicBezTo>
                    <a:pt x="10874" y="6831"/>
                    <a:pt x="11228" y="6175"/>
                    <a:pt x="11818" y="5761"/>
                  </a:cubicBezTo>
                  <a:cubicBezTo>
                    <a:pt x="11884" y="5710"/>
                    <a:pt x="11899" y="5619"/>
                    <a:pt x="11853" y="5548"/>
                  </a:cubicBezTo>
                  <a:cubicBezTo>
                    <a:pt x="11823" y="5508"/>
                    <a:pt x="11776" y="5485"/>
                    <a:pt x="11728" y="5485"/>
                  </a:cubicBezTo>
                  <a:cubicBezTo>
                    <a:pt x="11699" y="5485"/>
                    <a:pt x="11669" y="5494"/>
                    <a:pt x="11641" y="5513"/>
                  </a:cubicBezTo>
                  <a:cubicBezTo>
                    <a:pt x="10995" y="5968"/>
                    <a:pt x="10621" y="6665"/>
                    <a:pt x="10262" y="7398"/>
                  </a:cubicBezTo>
                  <a:lnTo>
                    <a:pt x="10262" y="7412"/>
                  </a:lnTo>
                  <a:cubicBezTo>
                    <a:pt x="10181" y="7291"/>
                    <a:pt x="10095" y="7190"/>
                    <a:pt x="10004" y="7090"/>
                  </a:cubicBezTo>
                  <a:cubicBezTo>
                    <a:pt x="10004" y="7090"/>
                    <a:pt x="10010" y="7085"/>
                    <a:pt x="10010" y="7079"/>
                  </a:cubicBezTo>
                  <a:cubicBezTo>
                    <a:pt x="10419" y="5432"/>
                    <a:pt x="11496" y="3492"/>
                    <a:pt x="12900" y="3118"/>
                  </a:cubicBezTo>
                  <a:cubicBezTo>
                    <a:pt x="13087" y="3069"/>
                    <a:pt x="13281" y="3045"/>
                    <a:pt x="13474" y="3045"/>
                  </a:cubicBezTo>
                  <a:close/>
                  <a:moveTo>
                    <a:pt x="8833" y="6857"/>
                  </a:moveTo>
                  <a:cubicBezTo>
                    <a:pt x="9080" y="6857"/>
                    <a:pt x="9288" y="6938"/>
                    <a:pt x="9454" y="7034"/>
                  </a:cubicBezTo>
                  <a:cubicBezTo>
                    <a:pt x="9458" y="7115"/>
                    <a:pt x="9505" y="7195"/>
                    <a:pt x="9586" y="7230"/>
                  </a:cubicBezTo>
                  <a:cubicBezTo>
                    <a:pt x="9615" y="7240"/>
                    <a:pt x="9644" y="7244"/>
                    <a:pt x="9673" y="7244"/>
                  </a:cubicBezTo>
                  <a:cubicBezTo>
                    <a:pt x="9689" y="7244"/>
                    <a:pt x="9706" y="7243"/>
                    <a:pt x="9722" y="7241"/>
                  </a:cubicBezTo>
                  <a:lnTo>
                    <a:pt x="9726" y="7241"/>
                  </a:lnTo>
                  <a:cubicBezTo>
                    <a:pt x="10085" y="7579"/>
                    <a:pt x="10353" y="8115"/>
                    <a:pt x="10424" y="8676"/>
                  </a:cubicBezTo>
                  <a:cubicBezTo>
                    <a:pt x="10449" y="8832"/>
                    <a:pt x="10454" y="8984"/>
                    <a:pt x="10449" y="9135"/>
                  </a:cubicBezTo>
                  <a:cubicBezTo>
                    <a:pt x="10429" y="9473"/>
                    <a:pt x="10338" y="9807"/>
                    <a:pt x="10151" y="10100"/>
                  </a:cubicBezTo>
                  <a:cubicBezTo>
                    <a:pt x="9763" y="10699"/>
                    <a:pt x="9285" y="11006"/>
                    <a:pt x="8763" y="11006"/>
                  </a:cubicBezTo>
                  <a:cubicBezTo>
                    <a:pt x="8598" y="11006"/>
                    <a:pt x="8429" y="10976"/>
                    <a:pt x="8257" y="10914"/>
                  </a:cubicBezTo>
                  <a:cubicBezTo>
                    <a:pt x="7751" y="10722"/>
                    <a:pt x="7301" y="10292"/>
                    <a:pt x="7014" y="9783"/>
                  </a:cubicBezTo>
                  <a:cubicBezTo>
                    <a:pt x="7009" y="9737"/>
                    <a:pt x="6998" y="9697"/>
                    <a:pt x="6973" y="9655"/>
                  </a:cubicBezTo>
                  <a:cubicBezTo>
                    <a:pt x="6958" y="9646"/>
                    <a:pt x="6942" y="9636"/>
                    <a:pt x="6933" y="9625"/>
                  </a:cubicBezTo>
                  <a:cubicBezTo>
                    <a:pt x="6928" y="9620"/>
                    <a:pt x="6928" y="9615"/>
                    <a:pt x="6928" y="9615"/>
                  </a:cubicBezTo>
                  <a:cubicBezTo>
                    <a:pt x="6721" y="9201"/>
                    <a:pt x="6625" y="8746"/>
                    <a:pt x="6681" y="8332"/>
                  </a:cubicBezTo>
                  <a:cubicBezTo>
                    <a:pt x="6746" y="7867"/>
                    <a:pt x="7003" y="7503"/>
                    <a:pt x="7423" y="7256"/>
                  </a:cubicBezTo>
                  <a:lnTo>
                    <a:pt x="7423" y="7256"/>
                  </a:lnTo>
                  <a:cubicBezTo>
                    <a:pt x="7413" y="7297"/>
                    <a:pt x="7418" y="7342"/>
                    <a:pt x="7438" y="7377"/>
                  </a:cubicBezTo>
                  <a:cubicBezTo>
                    <a:pt x="7468" y="7424"/>
                    <a:pt x="7517" y="7451"/>
                    <a:pt x="7569" y="7451"/>
                  </a:cubicBezTo>
                  <a:cubicBezTo>
                    <a:pt x="7596" y="7451"/>
                    <a:pt x="7624" y="7443"/>
                    <a:pt x="7651" y="7428"/>
                  </a:cubicBezTo>
                  <a:lnTo>
                    <a:pt x="7782" y="7342"/>
                  </a:lnTo>
                  <a:cubicBezTo>
                    <a:pt x="7797" y="7327"/>
                    <a:pt x="7817" y="7311"/>
                    <a:pt x="7832" y="7297"/>
                  </a:cubicBezTo>
                  <a:cubicBezTo>
                    <a:pt x="7858" y="7291"/>
                    <a:pt x="7888" y="7286"/>
                    <a:pt x="7908" y="7271"/>
                  </a:cubicBezTo>
                  <a:cubicBezTo>
                    <a:pt x="7954" y="7241"/>
                    <a:pt x="7979" y="7206"/>
                    <a:pt x="7994" y="7165"/>
                  </a:cubicBezTo>
                  <a:cubicBezTo>
                    <a:pt x="7994" y="7160"/>
                    <a:pt x="7999" y="7160"/>
                    <a:pt x="7999" y="7160"/>
                  </a:cubicBezTo>
                  <a:cubicBezTo>
                    <a:pt x="8145" y="7054"/>
                    <a:pt x="8287" y="6978"/>
                    <a:pt x="8423" y="6927"/>
                  </a:cubicBezTo>
                  <a:cubicBezTo>
                    <a:pt x="8525" y="6913"/>
                    <a:pt x="8630" y="6903"/>
                    <a:pt x="8742" y="6897"/>
                  </a:cubicBezTo>
                  <a:cubicBezTo>
                    <a:pt x="8782" y="6892"/>
                    <a:pt x="8807" y="6877"/>
                    <a:pt x="8833" y="6857"/>
                  </a:cubicBezTo>
                  <a:close/>
                  <a:moveTo>
                    <a:pt x="6548" y="7351"/>
                  </a:moveTo>
                  <a:lnTo>
                    <a:pt x="6548" y="7351"/>
                  </a:lnTo>
                  <a:cubicBezTo>
                    <a:pt x="6609" y="7388"/>
                    <a:pt x="6670" y="7423"/>
                    <a:pt x="6730" y="7458"/>
                  </a:cubicBezTo>
                  <a:cubicBezTo>
                    <a:pt x="6585" y="7650"/>
                    <a:pt x="6494" y="7852"/>
                    <a:pt x="6443" y="8034"/>
                  </a:cubicBezTo>
                  <a:lnTo>
                    <a:pt x="6443" y="8039"/>
                  </a:lnTo>
                  <a:cubicBezTo>
                    <a:pt x="6350" y="8030"/>
                    <a:pt x="6259" y="8026"/>
                    <a:pt x="6169" y="8026"/>
                  </a:cubicBezTo>
                  <a:cubicBezTo>
                    <a:pt x="5811" y="8026"/>
                    <a:pt x="5477" y="8089"/>
                    <a:pt x="5149" y="8151"/>
                  </a:cubicBezTo>
                  <a:cubicBezTo>
                    <a:pt x="4922" y="8195"/>
                    <a:pt x="4685" y="8242"/>
                    <a:pt x="4447" y="8261"/>
                  </a:cubicBezTo>
                  <a:cubicBezTo>
                    <a:pt x="4366" y="8267"/>
                    <a:pt x="4305" y="8342"/>
                    <a:pt x="4311" y="8423"/>
                  </a:cubicBezTo>
                  <a:cubicBezTo>
                    <a:pt x="4321" y="8499"/>
                    <a:pt x="4386" y="8559"/>
                    <a:pt x="4463" y="8559"/>
                  </a:cubicBezTo>
                  <a:lnTo>
                    <a:pt x="4477" y="8559"/>
                  </a:lnTo>
                  <a:cubicBezTo>
                    <a:pt x="4725" y="8534"/>
                    <a:pt x="4967" y="8489"/>
                    <a:pt x="5205" y="8449"/>
                  </a:cubicBezTo>
                  <a:cubicBezTo>
                    <a:pt x="5527" y="8386"/>
                    <a:pt x="5840" y="8328"/>
                    <a:pt x="6161" y="8328"/>
                  </a:cubicBezTo>
                  <a:cubicBezTo>
                    <a:pt x="6233" y="8328"/>
                    <a:pt x="6305" y="8331"/>
                    <a:pt x="6377" y="8337"/>
                  </a:cubicBezTo>
                  <a:cubicBezTo>
                    <a:pt x="6362" y="8473"/>
                    <a:pt x="6357" y="8620"/>
                    <a:pt x="6377" y="8762"/>
                  </a:cubicBezTo>
                  <a:cubicBezTo>
                    <a:pt x="6365" y="8759"/>
                    <a:pt x="6353" y="8758"/>
                    <a:pt x="6342" y="8758"/>
                  </a:cubicBezTo>
                  <a:cubicBezTo>
                    <a:pt x="6332" y="8758"/>
                    <a:pt x="6322" y="8759"/>
                    <a:pt x="6312" y="8762"/>
                  </a:cubicBezTo>
                  <a:cubicBezTo>
                    <a:pt x="5669" y="8923"/>
                    <a:pt x="5044" y="9216"/>
                    <a:pt x="4452" y="9494"/>
                  </a:cubicBezTo>
                  <a:cubicBezTo>
                    <a:pt x="4377" y="9529"/>
                    <a:pt x="4346" y="9620"/>
                    <a:pt x="4382" y="9697"/>
                  </a:cubicBezTo>
                  <a:cubicBezTo>
                    <a:pt x="4407" y="9752"/>
                    <a:pt x="4463" y="9783"/>
                    <a:pt x="4517" y="9783"/>
                  </a:cubicBezTo>
                  <a:cubicBezTo>
                    <a:pt x="4538" y="9783"/>
                    <a:pt x="4559" y="9777"/>
                    <a:pt x="4578" y="9762"/>
                  </a:cubicBezTo>
                  <a:cubicBezTo>
                    <a:pt x="5154" y="9489"/>
                    <a:pt x="5771" y="9212"/>
                    <a:pt x="6382" y="9055"/>
                  </a:cubicBezTo>
                  <a:cubicBezTo>
                    <a:pt x="6397" y="9049"/>
                    <a:pt x="6408" y="9044"/>
                    <a:pt x="6417" y="9039"/>
                  </a:cubicBezTo>
                  <a:cubicBezTo>
                    <a:pt x="6443" y="9170"/>
                    <a:pt x="6478" y="9298"/>
                    <a:pt x="6524" y="9429"/>
                  </a:cubicBezTo>
                  <a:cubicBezTo>
                    <a:pt x="6508" y="9438"/>
                    <a:pt x="6488" y="9449"/>
                    <a:pt x="6473" y="9464"/>
                  </a:cubicBezTo>
                  <a:cubicBezTo>
                    <a:pt x="5459" y="10400"/>
                    <a:pt x="3915" y="11268"/>
                    <a:pt x="2579" y="11268"/>
                  </a:cubicBezTo>
                  <a:cubicBezTo>
                    <a:pt x="2438" y="11268"/>
                    <a:pt x="2299" y="11258"/>
                    <a:pt x="2164" y="11238"/>
                  </a:cubicBezTo>
                  <a:cubicBezTo>
                    <a:pt x="1558" y="11152"/>
                    <a:pt x="991" y="10716"/>
                    <a:pt x="714" y="10140"/>
                  </a:cubicBezTo>
                  <a:cubicBezTo>
                    <a:pt x="471" y="9631"/>
                    <a:pt x="492" y="9095"/>
                    <a:pt x="769" y="8625"/>
                  </a:cubicBezTo>
                  <a:cubicBezTo>
                    <a:pt x="1243" y="7817"/>
                    <a:pt x="2457" y="7644"/>
                    <a:pt x="3683" y="7644"/>
                  </a:cubicBezTo>
                  <a:cubicBezTo>
                    <a:pt x="4196" y="7644"/>
                    <a:pt x="4711" y="7674"/>
                    <a:pt x="5175" y="7701"/>
                  </a:cubicBezTo>
                  <a:cubicBezTo>
                    <a:pt x="5569" y="7726"/>
                    <a:pt x="5932" y="7746"/>
                    <a:pt x="6236" y="7746"/>
                  </a:cubicBezTo>
                  <a:cubicBezTo>
                    <a:pt x="6261" y="7746"/>
                    <a:pt x="6276" y="7741"/>
                    <a:pt x="6301" y="7731"/>
                  </a:cubicBezTo>
                  <a:cubicBezTo>
                    <a:pt x="6326" y="7741"/>
                    <a:pt x="6352" y="7741"/>
                    <a:pt x="6377" y="7746"/>
                  </a:cubicBezTo>
                  <a:lnTo>
                    <a:pt x="6403" y="7746"/>
                  </a:lnTo>
                  <a:cubicBezTo>
                    <a:pt x="6518" y="7746"/>
                    <a:pt x="6615" y="7666"/>
                    <a:pt x="6630" y="7544"/>
                  </a:cubicBezTo>
                  <a:cubicBezTo>
                    <a:pt x="6634" y="7473"/>
                    <a:pt x="6604" y="7402"/>
                    <a:pt x="6548" y="7351"/>
                  </a:cubicBezTo>
                  <a:close/>
                  <a:moveTo>
                    <a:pt x="15315" y="7739"/>
                  </a:moveTo>
                  <a:cubicBezTo>
                    <a:pt x="15617" y="7739"/>
                    <a:pt x="15900" y="7775"/>
                    <a:pt x="16153" y="7857"/>
                  </a:cubicBezTo>
                  <a:cubicBezTo>
                    <a:pt x="16694" y="8039"/>
                    <a:pt x="17098" y="8443"/>
                    <a:pt x="17244" y="8979"/>
                  </a:cubicBezTo>
                  <a:cubicBezTo>
                    <a:pt x="17412" y="9545"/>
                    <a:pt x="17270" y="10166"/>
                    <a:pt x="16871" y="10636"/>
                  </a:cubicBezTo>
                  <a:cubicBezTo>
                    <a:pt x="16346" y="11260"/>
                    <a:pt x="15480" y="11497"/>
                    <a:pt x="14505" y="11497"/>
                  </a:cubicBezTo>
                  <a:cubicBezTo>
                    <a:pt x="13189" y="11497"/>
                    <a:pt x="11674" y="11064"/>
                    <a:pt x="10530" y="10565"/>
                  </a:cubicBezTo>
                  <a:cubicBezTo>
                    <a:pt x="10454" y="10510"/>
                    <a:pt x="10389" y="10450"/>
                    <a:pt x="10313" y="10399"/>
                  </a:cubicBezTo>
                  <a:cubicBezTo>
                    <a:pt x="10344" y="10353"/>
                    <a:pt x="10374" y="10313"/>
                    <a:pt x="10404" y="10268"/>
                  </a:cubicBezTo>
                  <a:cubicBezTo>
                    <a:pt x="10429" y="10226"/>
                    <a:pt x="10454" y="10182"/>
                    <a:pt x="10479" y="10136"/>
                  </a:cubicBezTo>
                  <a:cubicBezTo>
                    <a:pt x="10500" y="10156"/>
                    <a:pt x="10530" y="10166"/>
                    <a:pt x="10566" y="10166"/>
                  </a:cubicBezTo>
                  <a:lnTo>
                    <a:pt x="10570" y="10166"/>
                  </a:lnTo>
                  <a:cubicBezTo>
                    <a:pt x="10648" y="10164"/>
                    <a:pt x="10725" y="10163"/>
                    <a:pt x="10803" y="10163"/>
                  </a:cubicBezTo>
                  <a:cubicBezTo>
                    <a:pt x="11320" y="10163"/>
                    <a:pt x="11845" y="10202"/>
                    <a:pt x="12354" y="10242"/>
                  </a:cubicBezTo>
                  <a:cubicBezTo>
                    <a:pt x="12515" y="10257"/>
                    <a:pt x="12672" y="10268"/>
                    <a:pt x="12829" y="10277"/>
                  </a:cubicBezTo>
                  <a:lnTo>
                    <a:pt x="12839" y="10277"/>
                  </a:lnTo>
                  <a:cubicBezTo>
                    <a:pt x="12920" y="10277"/>
                    <a:pt x="12986" y="10217"/>
                    <a:pt x="12991" y="10140"/>
                  </a:cubicBezTo>
                  <a:cubicBezTo>
                    <a:pt x="12995" y="10055"/>
                    <a:pt x="12935" y="9984"/>
                    <a:pt x="12849" y="9979"/>
                  </a:cubicBezTo>
                  <a:cubicBezTo>
                    <a:pt x="12692" y="9969"/>
                    <a:pt x="12536" y="9954"/>
                    <a:pt x="12380" y="9944"/>
                  </a:cubicBezTo>
                  <a:cubicBezTo>
                    <a:pt x="11887" y="9905"/>
                    <a:pt x="11384" y="9863"/>
                    <a:pt x="10876" y="9863"/>
                  </a:cubicBezTo>
                  <a:cubicBezTo>
                    <a:pt x="10784" y="9863"/>
                    <a:pt x="10692" y="9865"/>
                    <a:pt x="10601" y="9868"/>
                  </a:cubicBezTo>
                  <a:cubicBezTo>
                    <a:pt x="10647" y="9741"/>
                    <a:pt x="10687" y="9615"/>
                    <a:pt x="10707" y="9484"/>
                  </a:cubicBezTo>
                  <a:cubicBezTo>
                    <a:pt x="11445" y="9261"/>
                    <a:pt x="12420" y="9125"/>
                    <a:pt x="13284" y="9116"/>
                  </a:cubicBezTo>
                  <a:cubicBezTo>
                    <a:pt x="13369" y="9116"/>
                    <a:pt x="13436" y="9044"/>
                    <a:pt x="13436" y="8964"/>
                  </a:cubicBezTo>
                  <a:cubicBezTo>
                    <a:pt x="13436" y="8882"/>
                    <a:pt x="13370" y="8812"/>
                    <a:pt x="13294" y="8812"/>
                  </a:cubicBezTo>
                  <a:cubicBezTo>
                    <a:pt x="13290" y="8812"/>
                    <a:pt x="13287" y="8812"/>
                    <a:pt x="13284" y="8813"/>
                  </a:cubicBezTo>
                  <a:cubicBezTo>
                    <a:pt x="12429" y="8822"/>
                    <a:pt x="11496" y="8948"/>
                    <a:pt x="10747" y="9161"/>
                  </a:cubicBezTo>
                  <a:cubicBezTo>
                    <a:pt x="10752" y="9116"/>
                    <a:pt x="10752" y="9075"/>
                    <a:pt x="10752" y="9035"/>
                  </a:cubicBezTo>
                  <a:cubicBezTo>
                    <a:pt x="10878" y="8988"/>
                    <a:pt x="11004" y="8939"/>
                    <a:pt x="11142" y="8888"/>
                  </a:cubicBezTo>
                  <a:cubicBezTo>
                    <a:pt x="11561" y="8736"/>
                    <a:pt x="12021" y="8564"/>
                    <a:pt x="12490" y="8363"/>
                  </a:cubicBezTo>
                  <a:cubicBezTo>
                    <a:pt x="13423" y="8033"/>
                    <a:pt x="14448" y="7739"/>
                    <a:pt x="15315" y="7739"/>
                  </a:cubicBezTo>
                  <a:close/>
                  <a:moveTo>
                    <a:pt x="6837" y="10055"/>
                  </a:moveTo>
                  <a:cubicBezTo>
                    <a:pt x="6867" y="10105"/>
                    <a:pt x="6902" y="10166"/>
                    <a:pt x="6942" y="10217"/>
                  </a:cubicBezTo>
                  <a:cubicBezTo>
                    <a:pt x="6928" y="10226"/>
                    <a:pt x="6912" y="10242"/>
                    <a:pt x="6898" y="10257"/>
                  </a:cubicBezTo>
                  <a:lnTo>
                    <a:pt x="6786" y="10389"/>
                  </a:lnTo>
                  <a:cubicBezTo>
                    <a:pt x="6382" y="10884"/>
                    <a:pt x="5923" y="11450"/>
                    <a:pt x="5811" y="12101"/>
                  </a:cubicBezTo>
                  <a:cubicBezTo>
                    <a:pt x="5797" y="12187"/>
                    <a:pt x="5851" y="12257"/>
                    <a:pt x="5937" y="12273"/>
                  </a:cubicBezTo>
                  <a:cubicBezTo>
                    <a:pt x="5942" y="12278"/>
                    <a:pt x="5953" y="12278"/>
                    <a:pt x="5958" y="12278"/>
                  </a:cubicBezTo>
                  <a:cubicBezTo>
                    <a:pt x="6033" y="12278"/>
                    <a:pt x="6094" y="12227"/>
                    <a:pt x="6109" y="12152"/>
                  </a:cubicBezTo>
                  <a:cubicBezTo>
                    <a:pt x="6205" y="11576"/>
                    <a:pt x="6639" y="11045"/>
                    <a:pt x="7024" y="10581"/>
                  </a:cubicBezTo>
                  <a:lnTo>
                    <a:pt x="7130" y="10450"/>
                  </a:lnTo>
                  <a:cubicBezTo>
                    <a:pt x="7292" y="10641"/>
                    <a:pt x="7478" y="10813"/>
                    <a:pt x="7686" y="10944"/>
                  </a:cubicBezTo>
                  <a:cubicBezTo>
                    <a:pt x="7529" y="11232"/>
                    <a:pt x="7397" y="11546"/>
                    <a:pt x="7271" y="11859"/>
                  </a:cubicBezTo>
                  <a:cubicBezTo>
                    <a:pt x="7150" y="12147"/>
                    <a:pt x="7029" y="12455"/>
                    <a:pt x="6882" y="12723"/>
                  </a:cubicBezTo>
                  <a:cubicBezTo>
                    <a:pt x="6842" y="12793"/>
                    <a:pt x="6867" y="12884"/>
                    <a:pt x="6942" y="12924"/>
                  </a:cubicBezTo>
                  <a:cubicBezTo>
                    <a:pt x="6963" y="12940"/>
                    <a:pt x="6989" y="12945"/>
                    <a:pt x="7014" y="12945"/>
                  </a:cubicBezTo>
                  <a:cubicBezTo>
                    <a:pt x="7070" y="12945"/>
                    <a:pt x="7119" y="12915"/>
                    <a:pt x="7145" y="12864"/>
                  </a:cubicBezTo>
                  <a:cubicBezTo>
                    <a:pt x="7297" y="12581"/>
                    <a:pt x="7423" y="12268"/>
                    <a:pt x="7549" y="11970"/>
                  </a:cubicBezTo>
                  <a:cubicBezTo>
                    <a:pt x="7676" y="11656"/>
                    <a:pt x="7797" y="11364"/>
                    <a:pt x="7949" y="11096"/>
                  </a:cubicBezTo>
                  <a:cubicBezTo>
                    <a:pt x="7989" y="11121"/>
                    <a:pt x="8034" y="11141"/>
                    <a:pt x="8080" y="11156"/>
                  </a:cubicBezTo>
                  <a:lnTo>
                    <a:pt x="8080" y="11161"/>
                  </a:lnTo>
                  <a:cubicBezTo>
                    <a:pt x="8075" y="11177"/>
                    <a:pt x="8070" y="11192"/>
                    <a:pt x="8064" y="11207"/>
                  </a:cubicBezTo>
                  <a:cubicBezTo>
                    <a:pt x="8054" y="11298"/>
                    <a:pt x="8029" y="11490"/>
                    <a:pt x="8003" y="11753"/>
                  </a:cubicBezTo>
                  <a:cubicBezTo>
                    <a:pt x="7959" y="12061"/>
                    <a:pt x="7923" y="12364"/>
                    <a:pt x="7888" y="12667"/>
                  </a:cubicBezTo>
                  <a:cubicBezTo>
                    <a:pt x="7721" y="14213"/>
                    <a:pt x="7579" y="15547"/>
                    <a:pt x="5832" y="16128"/>
                  </a:cubicBezTo>
                  <a:cubicBezTo>
                    <a:pt x="5588" y="16210"/>
                    <a:pt x="5357" y="16250"/>
                    <a:pt x="5144" y="16250"/>
                  </a:cubicBezTo>
                  <a:cubicBezTo>
                    <a:pt x="4831" y="16250"/>
                    <a:pt x="4558" y="16163"/>
                    <a:pt x="4351" y="15991"/>
                  </a:cubicBezTo>
                  <a:cubicBezTo>
                    <a:pt x="3972" y="15678"/>
                    <a:pt x="3815" y="15128"/>
                    <a:pt x="3906" y="14435"/>
                  </a:cubicBezTo>
                  <a:cubicBezTo>
                    <a:pt x="4088" y="13031"/>
                    <a:pt x="5548" y="11096"/>
                    <a:pt x="6837" y="10055"/>
                  </a:cubicBezTo>
                  <a:close/>
                  <a:moveTo>
                    <a:pt x="9969" y="10793"/>
                  </a:moveTo>
                  <a:cubicBezTo>
                    <a:pt x="9985" y="10807"/>
                    <a:pt x="10004" y="10823"/>
                    <a:pt x="10025" y="10833"/>
                  </a:cubicBezTo>
                  <a:cubicBezTo>
                    <a:pt x="10106" y="10874"/>
                    <a:pt x="10197" y="10914"/>
                    <a:pt x="10288" y="10949"/>
                  </a:cubicBezTo>
                  <a:cubicBezTo>
                    <a:pt x="11622" y="12050"/>
                    <a:pt x="12470" y="13435"/>
                    <a:pt x="12561" y="14698"/>
                  </a:cubicBezTo>
                  <a:cubicBezTo>
                    <a:pt x="12617" y="15466"/>
                    <a:pt x="12405" y="16102"/>
                    <a:pt x="11965" y="16501"/>
                  </a:cubicBezTo>
                  <a:cubicBezTo>
                    <a:pt x="11640" y="16796"/>
                    <a:pt x="11201" y="16947"/>
                    <a:pt x="10682" y="16947"/>
                  </a:cubicBezTo>
                  <a:cubicBezTo>
                    <a:pt x="10516" y="16947"/>
                    <a:pt x="10343" y="16931"/>
                    <a:pt x="10162" y="16900"/>
                  </a:cubicBezTo>
                  <a:cubicBezTo>
                    <a:pt x="8464" y="16603"/>
                    <a:pt x="8267" y="13814"/>
                    <a:pt x="8444" y="11849"/>
                  </a:cubicBezTo>
                  <a:cubicBezTo>
                    <a:pt x="8474" y="11662"/>
                    <a:pt x="8509" y="11474"/>
                    <a:pt x="8549" y="11292"/>
                  </a:cubicBezTo>
                  <a:cubicBezTo>
                    <a:pt x="8625" y="11303"/>
                    <a:pt x="8696" y="11308"/>
                    <a:pt x="8772" y="11308"/>
                  </a:cubicBezTo>
                  <a:cubicBezTo>
                    <a:pt x="9040" y="11308"/>
                    <a:pt x="9307" y="11238"/>
                    <a:pt x="9555" y="11101"/>
                  </a:cubicBezTo>
                  <a:cubicBezTo>
                    <a:pt x="9560" y="11110"/>
                    <a:pt x="9565" y="11121"/>
                    <a:pt x="9575" y="11126"/>
                  </a:cubicBezTo>
                  <a:cubicBezTo>
                    <a:pt x="9959" y="11469"/>
                    <a:pt x="10302" y="12000"/>
                    <a:pt x="10479" y="12511"/>
                  </a:cubicBezTo>
                  <a:cubicBezTo>
                    <a:pt x="10500" y="12572"/>
                    <a:pt x="10561" y="12612"/>
                    <a:pt x="10621" y="12612"/>
                  </a:cubicBezTo>
                  <a:cubicBezTo>
                    <a:pt x="10636" y="12612"/>
                    <a:pt x="10652" y="12607"/>
                    <a:pt x="10671" y="12602"/>
                  </a:cubicBezTo>
                  <a:cubicBezTo>
                    <a:pt x="10747" y="12576"/>
                    <a:pt x="10792" y="12490"/>
                    <a:pt x="10762" y="12409"/>
                  </a:cubicBezTo>
                  <a:cubicBezTo>
                    <a:pt x="10575" y="11874"/>
                    <a:pt x="10211" y="11313"/>
                    <a:pt x="9808" y="10935"/>
                  </a:cubicBezTo>
                  <a:cubicBezTo>
                    <a:pt x="9863" y="10893"/>
                    <a:pt x="9913" y="10844"/>
                    <a:pt x="9969" y="10798"/>
                  </a:cubicBezTo>
                  <a:lnTo>
                    <a:pt x="9969" y="10793"/>
                  </a:lnTo>
                  <a:close/>
                  <a:moveTo>
                    <a:pt x="8694" y="1"/>
                  </a:moveTo>
                  <a:cubicBezTo>
                    <a:pt x="8578" y="1"/>
                    <a:pt x="8461" y="14"/>
                    <a:pt x="8343" y="41"/>
                  </a:cubicBezTo>
                  <a:cubicBezTo>
                    <a:pt x="7529" y="228"/>
                    <a:pt x="6837" y="1037"/>
                    <a:pt x="6620" y="2053"/>
                  </a:cubicBezTo>
                  <a:cubicBezTo>
                    <a:pt x="6473" y="2764"/>
                    <a:pt x="6548" y="3846"/>
                    <a:pt x="6767" y="4882"/>
                  </a:cubicBezTo>
                  <a:cubicBezTo>
                    <a:pt x="5811" y="3653"/>
                    <a:pt x="4589" y="2466"/>
                    <a:pt x="3194" y="2466"/>
                  </a:cubicBezTo>
                  <a:lnTo>
                    <a:pt x="3179" y="2466"/>
                  </a:lnTo>
                  <a:cubicBezTo>
                    <a:pt x="2103" y="2477"/>
                    <a:pt x="1684" y="2941"/>
                    <a:pt x="1522" y="3331"/>
                  </a:cubicBezTo>
                  <a:cubicBezTo>
                    <a:pt x="1178" y="4154"/>
                    <a:pt x="1704" y="5296"/>
                    <a:pt x="2401" y="6003"/>
                  </a:cubicBezTo>
                  <a:cubicBezTo>
                    <a:pt x="2896" y="6509"/>
                    <a:pt x="3507" y="6908"/>
                    <a:pt x="4214" y="7200"/>
                  </a:cubicBezTo>
                  <a:cubicBezTo>
                    <a:pt x="4040" y="7194"/>
                    <a:pt x="3863" y="7191"/>
                    <a:pt x="3686" y="7191"/>
                  </a:cubicBezTo>
                  <a:cubicBezTo>
                    <a:pt x="2333" y="7191"/>
                    <a:pt x="966" y="7397"/>
                    <a:pt x="380" y="8393"/>
                  </a:cubicBezTo>
                  <a:cubicBezTo>
                    <a:pt x="26" y="8999"/>
                    <a:pt x="1" y="9692"/>
                    <a:pt x="304" y="10338"/>
                  </a:cubicBezTo>
                  <a:cubicBezTo>
                    <a:pt x="648" y="11045"/>
                    <a:pt x="1350" y="11576"/>
                    <a:pt x="2092" y="11686"/>
                  </a:cubicBezTo>
                  <a:cubicBezTo>
                    <a:pt x="2260" y="11707"/>
                    <a:pt x="2421" y="11723"/>
                    <a:pt x="2588" y="11723"/>
                  </a:cubicBezTo>
                  <a:cubicBezTo>
                    <a:pt x="3542" y="11723"/>
                    <a:pt x="4538" y="11338"/>
                    <a:pt x="5392" y="10828"/>
                  </a:cubicBezTo>
                  <a:lnTo>
                    <a:pt x="5392" y="10828"/>
                  </a:lnTo>
                  <a:cubicBezTo>
                    <a:pt x="4477" y="11859"/>
                    <a:pt x="3614" y="13197"/>
                    <a:pt x="3456" y="14375"/>
                  </a:cubicBezTo>
                  <a:cubicBezTo>
                    <a:pt x="3346" y="15228"/>
                    <a:pt x="3563" y="15921"/>
                    <a:pt x="4063" y="16335"/>
                  </a:cubicBezTo>
                  <a:cubicBezTo>
                    <a:pt x="4356" y="16578"/>
                    <a:pt x="4725" y="16704"/>
                    <a:pt x="5144" y="16704"/>
                  </a:cubicBezTo>
                  <a:cubicBezTo>
                    <a:pt x="5403" y="16704"/>
                    <a:pt x="5685" y="16653"/>
                    <a:pt x="5972" y="16557"/>
                  </a:cubicBezTo>
                  <a:cubicBezTo>
                    <a:pt x="7226" y="16138"/>
                    <a:pt x="7772" y="15365"/>
                    <a:pt x="8045" y="14461"/>
                  </a:cubicBezTo>
                  <a:cubicBezTo>
                    <a:pt x="8236" y="15809"/>
                    <a:pt x="8767" y="17113"/>
                    <a:pt x="10085" y="17345"/>
                  </a:cubicBezTo>
                  <a:cubicBezTo>
                    <a:pt x="10293" y="17381"/>
                    <a:pt x="10495" y="17396"/>
                    <a:pt x="10692" y="17396"/>
                  </a:cubicBezTo>
                  <a:cubicBezTo>
                    <a:pt x="11319" y="17396"/>
                    <a:pt x="11859" y="17210"/>
                    <a:pt x="12268" y="16835"/>
                  </a:cubicBezTo>
                  <a:cubicBezTo>
                    <a:pt x="12814" y="16345"/>
                    <a:pt x="13077" y="15573"/>
                    <a:pt x="13011" y="14668"/>
                  </a:cubicBezTo>
                  <a:cubicBezTo>
                    <a:pt x="12930" y="13572"/>
                    <a:pt x="12349" y="12399"/>
                    <a:pt x="11399" y="11378"/>
                  </a:cubicBezTo>
                  <a:lnTo>
                    <a:pt x="11399" y="11378"/>
                  </a:lnTo>
                  <a:cubicBezTo>
                    <a:pt x="12354" y="11697"/>
                    <a:pt x="13471" y="11949"/>
                    <a:pt x="14511" y="11949"/>
                  </a:cubicBezTo>
                  <a:cubicBezTo>
                    <a:pt x="15593" y="11949"/>
                    <a:pt x="16582" y="11677"/>
                    <a:pt x="17214" y="10929"/>
                  </a:cubicBezTo>
                  <a:cubicBezTo>
                    <a:pt x="17710" y="10343"/>
                    <a:pt x="17886" y="9564"/>
                    <a:pt x="17680" y="8857"/>
                  </a:cubicBezTo>
                  <a:cubicBezTo>
                    <a:pt x="17487" y="8170"/>
                    <a:pt x="16982" y="7655"/>
                    <a:pt x="16290" y="7433"/>
                  </a:cubicBezTo>
                  <a:cubicBezTo>
                    <a:pt x="15993" y="7333"/>
                    <a:pt x="15662" y="7291"/>
                    <a:pt x="15313" y="7291"/>
                  </a:cubicBezTo>
                  <a:cubicBezTo>
                    <a:pt x="15010" y="7291"/>
                    <a:pt x="14692" y="7323"/>
                    <a:pt x="14369" y="7377"/>
                  </a:cubicBezTo>
                  <a:cubicBezTo>
                    <a:pt x="15264" y="6761"/>
                    <a:pt x="15931" y="5963"/>
                    <a:pt x="15952" y="4902"/>
                  </a:cubicBezTo>
                  <a:cubicBezTo>
                    <a:pt x="15966" y="4205"/>
                    <a:pt x="15673" y="3578"/>
                    <a:pt x="15117" y="3144"/>
                  </a:cubicBezTo>
                  <a:cubicBezTo>
                    <a:pt x="14661" y="2785"/>
                    <a:pt x="14072" y="2592"/>
                    <a:pt x="13477" y="2592"/>
                  </a:cubicBezTo>
                  <a:cubicBezTo>
                    <a:pt x="13242" y="2592"/>
                    <a:pt x="13007" y="2622"/>
                    <a:pt x="12778" y="2683"/>
                  </a:cubicBezTo>
                  <a:cubicBezTo>
                    <a:pt x="11895" y="2916"/>
                    <a:pt x="11186" y="3623"/>
                    <a:pt x="10661" y="4437"/>
                  </a:cubicBezTo>
                  <a:cubicBezTo>
                    <a:pt x="10661" y="4441"/>
                    <a:pt x="10656" y="4441"/>
                    <a:pt x="10656" y="4441"/>
                  </a:cubicBezTo>
                  <a:cubicBezTo>
                    <a:pt x="10874" y="3123"/>
                    <a:pt x="10843" y="1719"/>
                    <a:pt x="10151" y="824"/>
                  </a:cubicBezTo>
                  <a:cubicBezTo>
                    <a:pt x="9731" y="284"/>
                    <a:pt x="9227" y="1"/>
                    <a:pt x="8694"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3508;p51">
              <a:extLst>
                <a:ext uri="{FF2B5EF4-FFF2-40B4-BE49-F238E27FC236}">
                  <a16:creationId xmlns:a16="http://schemas.microsoft.com/office/drawing/2014/main" id="{2C9CA184-DA33-EA7B-5BBA-33989A849F26}"/>
                </a:ext>
              </a:extLst>
            </p:cNvPr>
            <p:cNvSpPr/>
            <p:nvPr/>
          </p:nvSpPr>
          <p:spPr>
            <a:xfrm>
              <a:off x="5627050" y="1712875"/>
              <a:ext cx="95750" cy="103775"/>
            </a:xfrm>
            <a:custGeom>
              <a:avLst/>
              <a:gdLst/>
              <a:ahLst/>
              <a:cxnLst/>
              <a:rect l="l" t="t" r="r" b="b"/>
              <a:pathLst>
                <a:path w="3830" h="4151" extrusionOk="0">
                  <a:moveTo>
                    <a:pt x="2163" y="961"/>
                  </a:moveTo>
                  <a:cubicBezTo>
                    <a:pt x="2249" y="961"/>
                    <a:pt x="2314" y="1027"/>
                    <a:pt x="2314" y="1108"/>
                  </a:cubicBezTo>
                  <a:cubicBezTo>
                    <a:pt x="2314" y="1193"/>
                    <a:pt x="2249" y="1259"/>
                    <a:pt x="2163" y="1259"/>
                  </a:cubicBezTo>
                  <a:lnTo>
                    <a:pt x="2052" y="1259"/>
                  </a:lnTo>
                  <a:cubicBezTo>
                    <a:pt x="1971" y="1259"/>
                    <a:pt x="1906" y="1193"/>
                    <a:pt x="1906" y="1108"/>
                  </a:cubicBezTo>
                  <a:cubicBezTo>
                    <a:pt x="1906" y="1027"/>
                    <a:pt x="1971" y="961"/>
                    <a:pt x="2052" y="961"/>
                  </a:cubicBezTo>
                  <a:close/>
                  <a:moveTo>
                    <a:pt x="1113" y="1456"/>
                  </a:moveTo>
                  <a:cubicBezTo>
                    <a:pt x="1193" y="1456"/>
                    <a:pt x="1264" y="1526"/>
                    <a:pt x="1264" y="1607"/>
                  </a:cubicBezTo>
                  <a:cubicBezTo>
                    <a:pt x="1264" y="1693"/>
                    <a:pt x="1193" y="1759"/>
                    <a:pt x="1113" y="1759"/>
                  </a:cubicBezTo>
                  <a:lnTo>
                    <a:pt x="1057" y="1759"/>
                  </a:lnTo>
                  <a:cubicBezTo>
                    <a:pt x="971" y="1759"/>
                    <a:pt x="905" y="1693"/>
                    <a:pt x="905" y="1607"/>
                  </a:cubicBezTo>
                  <a:cubicBezTo>
                    <a:pt x="905" y="1526"/>
                    <a:pt x="971" y="1456"/>
                    <a:pt x="1057" y="1456"/>
                  </a:cubicBezTo>
                  <a:close/>
                  <a:moveTo>
                    <a:pt x="2650" y="1898"/>
                  </a:moveTo>
                  <a:cubicBezTo>
                    <a:pt x="2730" y="1898"/>
                    <a:pt x="2782" y="1929"/>
                    <a:pt x="2810" y="1961"/>
                  </a:cubicBezTo>
                  <a:cubicBezTo>
                    <a:pt x="2850" y="2001"/>
                    <a:pt x="2890" y="2072"/>
                    <a:pt x="2865" y="2193"/>
                  </a:cubicBezTo>
                  <a:cubicBezTo>
                    <a:pt x="2850" y="2265"/>
                    <a:pt x="2790" y="2314"/>
                    <a:pt x="2719" y="2314"/>
                  </a:cubicBezTo>
                  <a:cubicBezTo>
                    <a:pt x="2708" y="2314"/>
                    <a:pt x="2699" y="2314"/>
                    <a:pt x="2689" y="2309"/>
                  </a:cubicBezTo>
                  <a:cubicBezTo>
                    <a:pt x="2628" y="2300"/>
                    <a:pt x="2582" y="2249"/>
                    <a:pt x="2573" y="2193"/>
                  </a:cubicBezTo>
                  <a:cubicBezTo>
                    <a:pt x="2522" y="2179"/>
                    <a:pt x="2477" y="2139"/>
                    <a:pt x="2466" y="2083"/>
                  </a:cubicBezTo>
                  <a:cubicBezTo>
                    <a:pt x="2451" y="2001"/>
                    <a:pt x="2496" y="1920"/>
                    <a:pt x="2577" y="1906"/>
                  </a:cubicBezTo>
                  <a:cubicBezTo>
                    <a:pt x="2604" y="1900"/>
                    <a:pt x="2628" y="1898"/>
                    <a:pt x="2650" y="1898"/>
                  </a:cubicBezTo>
                  <a:close/>
                  <a:moveTo>
                    <a:pt x="1557" y="2345"/>
                  </a:moveTo>
                  <a:cubicBezTo>
                    <a:pt x="1596" y="2345"/>
                    <a:pt x="1635" y="2360"/>
                    <a:pt x="1663" y="2391"/>
                  </a:cubicBezTo>
                  <a:cubicBezTo>
                    <a:pt x="1738" y="2472"/>
                    <a:pt x="1815" y="2598"/>
                    <a:pt x="1864" y="2724"/>
                  </a:cubicBezTo>
                  <a:cubicBezTo>
                    <a:pt x="1890" y="2799"/>
                    <a:pt x="1850" y="2885"/>
                    <a:pt x="1774" y="2916"/>
                  </a:cubicBezTo>
                  <a:cubicBezTo>
                    <a:pt x="1754" y="2921"/>
                    <a:pt x="1738" y="2927"/>
                    <a:pt x="1724" y="2927"/>
                  </a:cubicBezTo>
                  <a:cubicBezTo>
                    <a:pt x="1658" y="2927"/>
                    <a:pt x="1603" y="2885"/>
                    <a:pt x="1582" y="2825"/>
                  </a:cubicBezTo>
                  <a:cubicBezTo>
                    <a:pt x="1547" y="2745"/>
                    <a:pt x="1496" y="2654"/>
                    <a:pt x="1446" y="2603"/>
                  </a:cubicBezTo>
                  <a:cubicBezTo>
                    <a:pt x="1390" y="2542"/>
                    <a:pt x="1390" y="2446"/>
                    <a:pt x="1451" y="2391"/>
                  </a:cubicBezTo>
                  <a:cubicBezTo>
                    <a:pt x="1479" y="2360"/>
                    <a:pt x="1518" y="2345"/>
                    <a:pt x="1557" y="2345"/>
                  </a:cubicBezTo>
                  <a:close/>
                  <a:moveTo>
                    <a:pt x="2571" y="2920"/>
                  </a:moveTo>
                  <a:cubicBezTo>
                    <a:pt x="2618" y="2920"/>
                    <a:pt x="2677" y="2943"/>
                    <a:pt x="2729" y="3022"/>
                  </a:cubicBezTo>
                  <a:cubicBezTo>
                    <a:pt x="2780" y="3088"/>
                    <a:pt x="2764" y="3184"/>
                    <a:pt x="2694" y="3230"/>
                  </a:cubicBezTo>
                  <a:cubicBezTo>
                    <a:pt x="2668" y="3249"/>
                    <a:pt x="2638" y="3260"/>
                    <a:pt x="2608" y="3260"/>
                  </a:cubicBezTo>
                  <a:cubicBezTo>
                    <a:pt x="2598" y="3260"/>
                    <a:pt x="2587" y="3254"/>
                    <a:pt x="2573" y="3249"/>
                  </a:cubicBezTo>
                  <a:cubicBezTo>
                    <a:pt x="2562" y="3254"/>
                    <a:pt x="2552" y="3254"/>
                    <a:pt x="2542" y="3254"/>
                  </a:cubicBezTo>
                  <a:cubicBezTo>
                    <a:pt x="2461" y="3249"/>
                    <a:pt x="2396" y="3179"/>
                    <a:pt x="2400" y="3098"/>
                  </a:cubicBezTo>
                  <a:cubicBezTo>
                    <a:pt x="2410" y="2972"/>
                    <a:pt x="2491" y="2936"/>
                    <a:pt x="2527" y="2927"/>
                  </a:cubicBezTo>
                  <a:cubicBezTo>
                    <a:pt x="2539" y="2923"/>
                    <a:pt x="2554" y="2920"/>
                    <a:pt x="2571" y="2920"/>
                  </a:cubicBezTo>
                  <a:close/>
                  <a:moveTo>
                    <a:pt x="2209" y="1"/>
                  </a:moveTo>
                  <a:cubicBezTo>
                    <a:pt x="2183" y="21"/>
                    <a:pt x="2158" y="36"/>
                    <a:pt x="2118" y="41"/>
                  </a:cubicBezTo>
                  <a:cubicBezTo>
                    <a:pt x="2006" y="47"/>
                    <a:pt x="1901" y="57"/>
                    <a:pt x="1799" y="71"/>
                  </a:cubicBezTo>
                  <a:cubicBezTo>
                    <a:pt x="1663" y="122"/>
                    <a:pt x="1521" y="198"/>
                    <a:pt x="1375" y="304"/>
                  </a:cubicBezTo>
                  <a:cubicBezTo>
                    <a:pt x="1375" y="304"/>
                    <a:pt x="1370" y="304"/>
                    <a:pt x="1370" y="309"/>
                  </a:cubicBezTo>
                  <a:cubicBezTo>
                    <a:pt x="1355" y="350"/>
                    <a:pt x="1330" y="385"/>
                    <a:pt x="1284" y="415"/>
                  </a:cubicBezTo>
                  <a:cubicBezTo>
                    <a:pt x="1264" y="430"/>
                    <a:pt x="1234" y="435"/>
                    <a:pt x="1208" y="441"/>
                  </a:cubicBezTo>
                  <a:cubicBezTo>
                    <a:pt x="1193" y="455"/>
                    <a:pt x="1173" y="471"/>
                    <a:pt x="1158" y="486"/>
                  </a:cubicBezTo>
                  <a:lnTo>
                    <a:pt x="1027" y="572"/>
                  </a:lnTo>
                  <a:cubicBezTo>
                    <a:pt x="1000" y="587"/>
                    <a:pt x="972" y="595"/>
                    <a:pt x="945" y="595"/>
                  </a:cubicBezTo>
                  <a:cubicBezTo>
                    <a:pt x="893" y="595"/>
                    <a:pt x="844" y="568"/>
                    <a:pt x="814" y="521"/>
                  </a:cubicBezTo>
                  <a:cubicBezTo>
                    <a:pt x="794" y="486"/>
                    <a:pt x="789" y="441"/>
                    <a:pt x="799" y="400"/>
                  </a:cubicBezTo>
                  <a:lnTo>
                    <a:pt x="799" y="400"/>
                  </a:lnTo>
                  <a:cubicBezTo>
                    <a:pt x="379" y="647"/>
                    <a:pt x="122" y="1011"/>
                    <a:pt x="57" y="1476"/>
                  </a:cubicBezTo>
                  <a:cubicBezTo>
                    <a:pt x="1" y="1890"/>
                    <a:pt x="97" y="2345"/>
                    <a:pt x="304" y="2759"/>
                  </a:cubicBezTo>
                  <a:cubicBezTo>
                    <a:pt x="304" y="2759"/>
                    <a:pt x="304" y="2764"/>
                    <a:pt x="309" y="2769"/>
                  </a:cubicBezTo>
                  <a:cubicBezTo>
                    <a:pt x="318" y="2780"/>
                    <a:pt x="334" y="2790"/>
                    <a:pt x="349" y="2799"/>
                  </a:cubicBezTo>
                  <a:cubicBezTo>
                    <a:pt x="374" y="2841"/>
                    <a:pt x="385" y="2881"/>
                    <a:pt x="390" y="2927"/>
                  </a:cubicBezTo>
                  <a:cubicBezTo>
                    <a:pt x="677" y="3436"/>
                    <a:pt x="1127" y="3866"/>
                    <a:pt x="1633" y="4058"/>
                  </a:cubicBezTo>
                  <a:cubicBezTo>
                    <a:pt x="1805" y="4120"/>
                    <a:pt x="1974" y="4150"/>
                    <a:pt x="2139" y="4150"/>
                  </a:cubicBezTo>
                  <a:cubicBezTo>
                    <a:pt x="2661" y="4150"/>
                    <a:pt x="3139" y="3843"/>
                    <a:pt x="3527" y="3244"/>
                  </a:cubicBezTo>
                  <a:cubicBezTo>
                    <a:pt x="3714" y="2951"/>
                    <a:pt x="3805" y="2617"/>
                    <a:pt x="3825" y="2279"/>
                  </a:cubicBezTo>
                  <a:cubicBezTo>
                    <a:pt x="3830" y="2128"/>
                    <a:pt x="3825" y="1976"/>
                    <a:pt x="3800" y="1820"/>
                  </a:cubicBezTo>
                  <a:cubicBezTo>
                    <a:pt x="3729" y="1259"/>
                    <a:pt x="3461" y="723"/>
                    <a:pt x="3102" y="385"/>
                  </a:cubicBezTo>
                  <a:lnTo>
                    <a:pt x="3098" y="385"/>
                  </a:lnTo>
                  <a:cubicBezTo>
                    <a:pt x="3082" y="387"/>
                    <a:pt x="3065" y="388"/>
                    <a:pt x="3049" y="388"/>
                  </a:cubicBezTo>
                  <a:cubicBezTo>
                    <a:pt x="3020" y="388"/>
                    <a:pt x="2991" y="384"/>
                    <a:pt x="2962" y="374"/>
                  </a:cubicBezTo>
                  <a:cubicBezTo>
                    <a:pt x="2881" y="339"/>
                    <a:pt x="2834" y="259"/>
                    <a:pt x="2830" y="178"/>
                  </a:cubicBezTo>
                  <a:cubicBezTo>
                    <a:pt x="2664" y="82"/>
                    <a:pt x="2456" y="1"/>
                    <a:pt x="2209"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3509;p51">
              <a:extLst>
                <a:ext uri="{FF2B5EF4-FFF2-40B4-BE49-F238E27FC236}">
                  <a16:creationId xmlns:a16="http://schemas.microsoft.com/office/drawing/2014/main" id="{AAA1B718-6461-32D4-3708-EC13C84F7692}"/>
                </a:ext>
              </a:extLst>
            </p:cNvPr>
            <p:cNvSpPr/>
            <p:nvPr/>
          </p:nvSpPr>
          <p:spPr>
            <a:xfrm>
              <a:off x="5556825" y="1792850"/>
              <a:ext cx="106625" cy="154900"/>
            </a:xfrm>
            <a:custGeom>
              <a:avLst/>
              <a:gdLst/>
              <a:ahLst/>
              <a:cxnLst/>
              <a:rect l="l" t="t" r="r" b="b"/>
              <a:pathLst>
                <a:path w="4265" h="6196" extrusionOk="0">
                  <a:moveTo>
                    <a:pt x="1699" y="2975"/>
                  </a:moveTo>
                  <a:cubicBezTo>
                    <a:pt x="1729" y="2975"/>
                    <a:pt x="1759" y="2984"/>
                    <a:pt x="1784" y="3002"/>
                  </a:cubicBezTo>
                  <a:cubicBezTo>
                    <a:pt x="1854" y="3051"/>
                    <a:pt x="1870" y="3142"/>
                    <a:pt x="1824" y="3214"/>
                  </a:cubicBezTo>
                  <a:cubicBezTo>
                    <a:pt x="1733" y="3345"/>
                    <a:pt x="1668" y="3496"/>
                    <a:pt x="1623" y="3662"/>
                  </a:cubicBezTo>
                  <a:cubicBezTo>
                    <a:pt x="1607" y="3729"/>
                    <a:pt x="1546" y="3779"/>
                    <a:pt x="1481" y="3779"/>
                  </a:cubicBezTo>
                  <a:cubicBezTo>
                    <a:pt x="1466" y="3779"/>
                    <a:pt x="1455" y="3774"/>
                    <a:pt x="1441" y="3769"/>
                  </a:cubicBezTo>
                  <a:cubicBezTo>
                    <a:pt x="1360" y="3753"/>
                    <a:pt x="1315" y="3673"/>
                    <a:pt x="1334" y="3587"/>
                  </a:cubicBezTo>
                  <a:cubicBezTo>
                    <a:pt x="1380" y="3390"/>
                    <a:pt x="1466" y="3203"/>
                    <a:pt x="1577" y="3037"/>
                  </a:cubicBezTo>
                  <a:cubicBezTo>
                    <a:pt x="1605" y="2997"/>
                    <a:pt x="1652" y="2975"/>
                    <a:pt x="1699" y="2975"/>
                  </a:cubicBezTo>
                  <a:close/>
                  <a:moveTo>
                    <a:pt x="2698" y="3697"/>
                  </a:moveTo>
                  <a:cubicBezTo>
                    <a:pt x="2745" y="3697"/>
                    <a:pt x="2792" y="3719"/>
                    <a:pt x="2819" y="3759"/>
                  </a:cubicBezTo>
                  <a:cubicBezTo>
                    <a:pt x="2870" y="3830"/>
                    <a:pt x="2855" y="3921"/>
                    <a:pt x="2784" y="3966"/>
                  </a:cubicBezTo>
                  <a:cubicBezTo>
                    <a:pt x="2714" y="4021"/>
                    <a:pt x="2653" y="4082"/>
                    <a:pt x="2598" y="4153"/>
                  </a:cubicBezTo>
                  <a:cubicBezTo>
                    <a:pt x="2572" y="4198"/>
                    <a:pt x="2521" y="4219"/>
                    <a:pt x="2476" y="4219"/>
                  </a:cubicBezTo>
                  <a:cubicBezTo>
                    <a:pt x="2451" y="4219"/>
                    <a:pt x="2416" y="4208"/>
                    <a:pt x="2390" y="4194"/>
                  </a:cubicBezTo>
                  <a:cubicBezTo>
                    <a:pt x="2320" y="4143"/>
                    <a:pt x="2309" y="4052"/>
                    <a:pt x="2355" y="3981"/>
                  </a:cubicBezTo>
                  <a:cubicBezTo>
                    <a:pt x="2425" y="3881"/>
                    <a:pt x="2511" y="3799"/>
                    <a:pt x="2612" y="3723"/>
                  </a:cubicBezTo>
                  <a:cubicBezTo>
                    <a:pt x="2638" y="3706"/>
                    <a:pt x="2668" y="3697"/>
                    <a:pt x="2698" y="3697"/>
                  </a:cubicBezTo>
                  <a:close/>
                  <a:moveTo>
                    <a:pt x="3022" y="0"/>
                  </a:moveTo>
                  <a:cubicBezTo>
                    <a:pt x="1733" y="1041"/>
                    <a:pt x="273" y="2976"/>
                    <a:pt x="91" y="4380"/>
                  </a:cubicBezTo>
                  <a:cubicBezTo>
                    <a:pt x="0" y="5073"/>
                    <a:pt x="157" y="5623"/>
                    <a:pt x="536" y="5936"/>
                  </a:cubicBezTo>
                  <a:cubicBezTo>
                    <a:pt x="743" y="6108"/>
                    <a:pt x="1016" y="6195"/>
                    <a:pt x="1329" y="6195"/>
                  </a:cubicBezTo>
                  <a:cubicBezTo>
                    <a:pt x="1542" y="6195"/>
                    <a:pt x="1773" y="6155"/>
                    <a:pt x="2017" y="6073"/>
                  </a:cubicBezTo>
                  <a:cubicBezTo>
                    <a:pt x="3764" y="5492"/>
                    <a:pt x="3906" y="4158"/>
                    <a:pt x="4073" y="2612"/>
                  </a:cubicBezTo>
                  <a:cubicBezTo>
                    <a:pt x="4108" y="2309"/>
                    <a:pt x="4144" y="2006"/>
                    <a:pt x="4188" y="1698"/>
                  </a:cubicBezTo>
                  <a:cubicBezTo>
                    <a:pt x="4214" y="1435"/>
                    <a:pt x="4239" y="1243"/>
                    <a:pt x="4249" y="1152"/>
                  </a:cubicBezTo>
                  <a:cubicBezTo>
                    <a:pt x="4255" y="1137"/>
                    <a:pt x="4260" y="1122"/>
                    <a:pt x="4265" y="1106"/>
                  </a:cubicBezTo>
                  <a:lnTo>
                    <a:pt x="4265" y="1101"/>
                  </a:lnTo>
                  <a:cubicBezTo>
                    <a:pt x="4219" y="1086"/>
                    <a:pt x="4174" y="1066"/>
                    <a:pt x="4134" y="1041"/>
                  </a:cubicBezTo>
                  <a:cubicBezTo>
                    <a:pt x="3982" y="1309"/>
                    <a:pt x="3861" y="1601"/>
                    <a:pt x="3734" y="1915"/>
                  </a:cubicBezTo>
                  <a:cubicBezTo>
                    <a:pt x="3608" y="2213"/>
                    <a:pt x="3482" y="2526"/>
                    <a:pt x="3330" y="2809"/>
                  </a:cubicBezTo>
                  <a:cubicBezTo>
                    <a:pt x="3304" y="2860"/>
                    <a:pt x="3255" y="2890"/>
                    <a:pt x="3199" y="2890"/>
                  </a:cubicBezTo>
                  <a:cubicBezTo>
                    <a:pt x="3174" y="2890"/>
                    <a:pt x="3148" y="2885"/>
                    <a:pt x="3127" y="2869"/>
                  </a:cubicBezTo>
                  <a:cubicBezTo>
                    <a:pt x="3052" y="2829"/>
                    <a:pt x="3027" y="2738"/>
                    <a:pt x="3067" y="2668"/>
                  </a:cubicBezTo>
                  <a:cubicBezTo>
                    <a:pt x="3214" y="2400"/>
                    <a:pt x="3335" y="2092"/>
                    <a:pt x="3456" y="1804"/>
                  </a:cubicBezTo>
                  <a:cubicBezTo>
                    <a:pt x="3582" y="1491"/>
                    <a:pt x="3714" y="1177"/>
                    <a:pt x="3871" y="889"/>
                  </a:cubicBezTo>
                  <a:cubicBezTo>
                    <a:pt x="3663" y="758"/>
                    <a:pt x="3477" y="586"/>
                    <a:pt x="3315" y="395"/>
                  </a:cubicBezTo>
                  <a:lnTo>
                    <a:pt x="3209" y="526"/>
                  </a:lnTo>
                  <a:cubicBezTo>
                    <a:pt x="2824" y="990"/>
                    <a:pt x="2390" y="1521"/>
                    <a:pt x="2294" y="2097"/>
                  </a:cubicBezTo>
                  <a:cubicBezTo>
                    <a:pt x="2279" y="2172"/>
                    <a:pt x="2218" y="2223"/>
                    <a:pt x="2143" y="2223"/>
                  </a:cubicBezTo>
                  <a:cubicBezTo>
                    <a:pt x="2138" y="2223"/>
                    <a:pt x="2127" y="2223"/>
                    <a:pt x="2122" y="2218"/>
                  </a:cubicBezTo>
                  <a:cubicBezTo>
                    <a:pt x="2036" y="2202"/>
                    <a:pt x="1982" y="2132"/>
                    <a:pt x="1996" y="2046"/>
                  </a:cubicBezTo>
                  <a:cubicBezTo>
                    <a:pt x="2108" y="1395"/>
                    <a:pt x="2567" y="829"/>
                    <a:pt x="2971" y="334"/>
                  </a:cubicBezTo>
                  <a:lnTo>
                    <a:pt x="3083" y="202"/>
                  </a:lnTo>
                  <a:cubicBezTo>
                    <a:pt x="3097" y="187"/>
                    <a:pt x="3113" y="171"/>
                    <a:pt x="3127" y="162"/>
                  </a:cubicBezTo>
                  <a:cubicBezTo>
                    <a:pt x="3087" y="111"/>
                    <a:pt x="3052" y="50"/>
                    <a:pt x="3022" y="0"/>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3510;p51">
              <a:extLst>
                <a:ext uri="{FF2B5EF4-FFF2-40B4-BE49-F238E27FC236}">
                  <a16:creationId xmlns:a16="http://schemas.microsoft.com/office/drawing/2014/main" id="{0F618093-D347-0D2C-4131-0D417F5077E9}"/>
                </a:ext>
              </a:extLst>
            </p:cNvPr>
            <p:cNvSpPr/>
            <p:nvPr/>
          </p:nvSpPr>
          <p:spPr>
            <a:xfrm>
              <a:off x="5473225" y="1725250"/>
              <a:ext cx="156500" cy="97925"/>
            </a:xfrm>
            <a:custGeom>
              <a:avLst/>
              <a:gdLst/>
              <a:ahLst/>
              <a:cxnLst/>
              <a:rect l="l" t="t" r="r" b="b"/>
              <a:pathLst>
                <a:path w="6260" h="3917" extrusionOk="0">
                  <a:moveTo>
                    <a:pt x="3046" y="1183"/>
                  </a:moveTo>
                  <a:cubicBezTo>
                    <a:pt x="3127" y="1183"/>
                    <a:pt x="3198" y="1254"/>
                    <a:pt x="3198" y="1334"/>
                  </a:cubicBezTo>
                  <a:cubicBezTo>
                    <a:pt x="3198" y="1416"/>
                    <a:pt x="3127" y="1486"/>
                    <a:pt x="3046" y="1486"/>
                  </a:cubicBezTo>
                  <a:lnTo>
                    <a:pt x="2602" y="1486"/>
                  </a:lnTo>
                  <a:cubicBezTo>
                    <a:pt x="2521" y="1486"/>
                    <a:pt x="2451" y="1416"/>
                    <a:pt x="2451" y="1334"/>
                  </a:cubicBezTo>
                  <a:cubicBezTo>
                    <a:pt x="2451" y="1254"/>
                    <a:pt x="2521" y="1183"/>
                    <a:pt x="2602" y="1183"/>
                  </a:cubicBezTo>
                  <a:close/>
                  <a:moveTo>
                    <a:pt x="3319" y="2406"/>
                  </a:moveTo>
                  <a:cubicBezTo>
                    <a:pt x="3396" y="2406"/>
                    <a:pt x="3466" y="2459"/>
                    <a:pt x="3476" y="2542"/>
                  </a:cubicBezTo>
                  <a:cubicBezTo>
                    <a:pt x="3481" y="2623"/>
                    <a:pt x="3426" y="2698"/>
                    <a:pt x="3339" y="2704"/>
                  </a:cubicBezTo>
                  <a:cubicBezTo>
                    <a:pt x="3158" y="2724"/>
                    <a:pt x="2991" y="2775"/>
                    <a:pt x="2840" y="2856"/>
                  </a:cubicBezTo>
                  <a:cubicBezTo>
                    <a:pt x="2819" y="2866"/>
                    <a:pt x="2794" y="2875"/>
                    <a:pt x="2768" y="2875"/>
                  </a:cubicBezTo>
                  <a:cubicBezTo>
                    <a:pt x="2719" y="2875"/>
                    <a:pt x="2668" y="2845"/>
                    <a:pt x="2637" y="2795"/>
                  </a:cubicBezTo>
                  <a:cubicBezTo>
                    <a:pt x="2597" y="2719"/>
                    <a:pt x="2628" y="2628"/>
                    <a:pt x="2698" y="2593"/>
                  </a:cubicBezTo>
                  <a:cubicBezTo>
                    <a:pt x="2885" y="2492"/>
                    <a:pt x="3092" y="2432"/>
                    <a:pt x="3309" y="2406"/>
                  </a:cubicBezTo>
                  <a:cubicBezTo>
                    <a:pt x="3312" y="2406"/>
                    <a:pt x="3316" y="2406"/>
                    <a:pt x="3319" y="2406"/>
                  </a:cubicBezTo>
                  <a:close/>
                  <a:moveTo>
                    <a:pt x="6077" y="0"/>
                  </a:moveTo>
                  <a:lnTo>
                    <a:pt x="6077" y="0"/>
                  </a:lnTo>
                  <a:cubicBezTo>
                    <a:pt x="6133" y="51"/>
                    <a:pt x="6163" y="122"/>
                    <a:pt x="6159" y="193"/>
                  </a:cubicBezTo>
                  <a:cubicBezTo>
                    <a:pt x="6144" y="315"/>
                    <a:pt x="6047" y="395"/>
                    <a:pt x="5932" y="395"/>
                  </a:cubicBezTo>
                  <a:lnTo>
                    <a:pt x="5906" y="395"/>
                  </a:lnTo>
                  <a:cubicBezTo>
                    <a:pt x="5881" y="390"/>
                    <a:pt x="5855" y="390"/>
                    <a:pt x="5830" y="380"/>
                  </a:cubicBezTo>
                  <a:cubicBezTo>
                    <a:pt x="5805" y="390"/>
                    <a:pt x="5790" y="395"/>
                    <a:pt x="5765" y="395"/>
                  </a:cubicBezTo>
                  <a:cubicBezTo>
                    <a:pt x="5461" y="395"/>
                    <a:pt x="5098" y="375"/>
                    <a:pt x="4704" y="350"/>
                  </a:cubicBezTo>
                  <a:cubicBezTo>
                    <a:pt x="4240" y="323"/>
                    <a:pt x="3725" y="293"/>
                    <a:pt x="3212" y="293"/>
                  </a:cubicBezTo>
                  <a:cubicBezTo>
                    <a:pt x="1986" y="293"/>
                    <a:pt x="772" y="466"/>
                    <a:pt x="298" y="1274"/>
                  </a:cubicBezTo>
                  <a:cubicBezTo>
                    <a:pt x="21" y="1744"/>
                    <a:pt x="0" y="2280"/>
                    <a:pt x="243" y="2789"/>
                  </a:cubicBezTo>
                  <a:cubicBezTo>
                    <a:pt x="520" y="3365"/>
                    <a:pt x="1087" y="3801"/>
                    <a:pt x="1693" y="3887"/>
                  </a:cubicBezTo>
                  <a:cubicBezTo>
                    <a:pt x="1828" y="3907"/>
                    <a:pt x="1967" y="3917"/>
                    <a:pt x="2108" y="3917"/>
                  </a:cubicBezTo>
                  <a:cubicBezTo>
                    <a:pt x="3444" y="3917"/>
                    <a:pt x="4988" y="3049"/>
                    <a:pt x="6002" y="2113"/>
                  </a:cubicBezTo>
                  <a:cubicBezTo>
                    <a:pt x="6017" y="2098"/>
                    <a:pt x="6037" y="2087"/>
                    <a:pt x="6053" y="2078"/>
                  </a:cubicBezTo>
                  <a:cubicBezTo>
                    <a:pt x="6007" y="1947"/>
                    <a:pt x="5972" y="1819"/>
                    <a:pt x="5946" y="1688"/>
                  </a:cubicBezTo>
                  <a:cubicBezTo>
                    <a:pt x="5937" y="1693"/>
                    <a:pt x="5926" y="1698"/>
                    <a:pt x="5911" y="1704"/>
                  </a:cubicBezTo>
                  <a:cubicBezTo>
                    <a:pt x="5300" y="1861"/>
                    <a:pt x="4683" y="2138"/>
                    <a:pt x="4107" y="2411"/>
                  </a:cubicBezTo>
                  <a:cubicBezTo>
                    <a:pt x="4088" y="2426"/>
                    <a:pt x="4067" y="2432"/>
                    <a:pt x="4046" y="2432"/>
                  </a:cubicBezTo>
                  <a:cubicBezTo>
                    <a:pt x="3992" y="2432"/>
                    <a:pt x="3936" y="2401"/>
                    <a:pt x="3911" y="2346"/>
                  </a:cubicBezTo>
                  <a:cubicBezTo>
                    <a:pt x="3875" y="2269"/>
                    <a:pt x="3906" y="2178"/>
                    <a:pt x="3981" y="2143"/>
                  </a:cubicBezTo>
                  <a:cubicBezTo>
                    <a:pt x="4573" y="1865"/>
                    <a:pt x="5198" y="1572"/>
                    <a:pt x="5841" y="1411"/>
                  </a:cubicBezTo>
                  <a:cubicBezTo>
                    <a:pt x="5851" y="1408"/>
                    <a:pt x="5861" y="1407"/>
                    <a:pt x="5871" y="1407"/>
                  </a:cubicBezTo>
                  <a:cubicBezTo>
                    <a:pt x="5882" y="1407"/>
                    <a:pt x="5894" y="1408"/>
                    <a:pt x="5906" y="1411"/>
                  </a:cubicBezTo>
                  <a:cubicBezTo>
                    <a:pt x="5886" y="1269"/>
                    <a:pt x="5891" y="1122"/>
                    <a:pt x="5906" y="986"/>
                  </a:cubicBezTo>
                  <a:cubicBezTo>
                    <a:pt x="5834" y="980"/>
                    <a:pt x="5762" y="977"/>
                    <a:pt x="5690" y="977"/>
                  </a:cubicBezTo>
                  <a:cubicBezTo>
                    <a:pt x="5369" y="977"/>
                    <a:pt x="5056" y="1035"/>
                    <a:pt x="4734" y="1098"/>
                  </a:cubicBezTo>
                  <a:cubicBezTo>
                    <a:pt x="4496" y="1138"/>
                    <a:pt x="4254" y="1183"/>
                    <a:pt x="4006" y="1208"/>
                  </a:cubicBezTo>
                  <a:lnTo>
                    <a:pt x="3992" y="1208"/>
                  </a:lnTo>
                  <a:cubicBezTo>
                    <a:pt x="3915" y="1208"/>
                    <a:pt x="3850" y="1148"/>
                    <a:pt x="3840" y="1072"/>
                  </a:cubicBezTo>
                  <a:cubicBezTo>
                    <a:pt x="3834" y="991"/>
                    <a:pt x="3895" y="916"/>
                    <a:pt x="3976" y="910"/>
                  </a:cubicBezTo>
                  <a:cubicBezTo>
                    <a:pt x="4214" y="891"/>
                    <a:pt x="4451" y="844"/>
                    <a:pt x="4678" y="800"/>
                  </a:cubicBezTo>
                  <a:cubicBezTo>
                    <a:pt x="5006" y="738"/>
                    <a:pt x="5340" y="675"/>
                    <a:pt x="5698" y="675"/>
                  </a:cubicBezTo>
                  <a:cubicBezTo>
                    <a:pt x="5788" y="675"/>
                    <a:pt x="5879" y="679"/>
                    <a:pt x="5972" y="688"/>
                  </a:cubicBezTo>
                  <a:lnTo>
                    <a:pt x="5972" y="683"/>
                  </a:lnTo>
                  <a:cubicBezTo>
                    <a:pt x="6023" y="501"/>
                    <a:pt x="6114" y="299"/>
                    <a:pt x="6259" y="107"/>
                  </a:cubicBezTo>
                  <a:cubicBezTo>
                    <a:pt x="6199" y="72"/>
                    <a:pt x="6138" y="37"/>
                    <a:pt x="6077" y="0"/>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3511;p51">
              <a:extLst>
                <a:ext uri="{FF2B5EF4-FFF2-40B4-BE49-F238E27FC236}">
                  <a16:creationId xmlns:a16="http://schemas.microsoft.com/office/drawing/2014/main" id="{3568AAA2-BADA-9C9C-2125-F541A56C0815}"/>
                </a:ext>
              </a:extLst>
            </p:cNvPr>
            <p:cNvSpPr/>
            <p:nvPr/>
          </p:nvSpPr>
          <p:spPr>
            <a:xfrm>
              <a:off x="5504050" y="1614475"/>
              <a:ext cx="143375" cy="109800"/>
            </a:xfrm>
            <a:custGeom>
              <a:avLst/>
              <a:gdLst/>
              <a:ahLst/>
              <a:cxnLst/>
              <a:rect l="l" t="t" r="r" b="b"/>
              <a:pathLst>
                <a:path w="5735" h="4392" extrusionOk="0">
                  <a:moveTo>
                    <a:pt x="3145" y="1620"/>
                  </a:moveTo>
                  <a:cubicBezTo>
                    <a:pt x="3182" y="1620"/>
                    <a:pt x="3220" y="1634"/>
                    <a:pt x="3249" y="1663"/>
                  </a:cubicBezTo>
                  <a:cubicBezTo>
                    <a:pt x="3329" y="1740"/>
                    <a:pt x="3415" y="1805"/>
                    <a:pt x="3506" y="1871"/>
                  </a:cubicBezTo>
                  <a:cubicBezTo>
                    <a:pt x="3577" y="1915"/>
                    <a:pt x="3592" y="2006"/>
                    <a:pt x="3547" y="2078"/>
                  </a:cubicBezTo>
                  <a:cubicBezTo>
                    <a:pt x="3521" y="2118"/>
                    <a:pt x="3471" y="2143"/>
                    <a:pt x="3426" y="2143"/>
                  </a:cubicBezTo>
                  <a:cubicBezTo>
                    <a:pt x="3395" y="2143"/>
                    <a:pt x="3365" y="2139"/>
                    <a:pt x="3340" y="2118"/>
                  </a:cubicBezTo>
                  <a:cubicBezTo>
                    <a:pt x="3233" y="2048"/>
                    <a:pt x="3132" y="1966"/>
                    <a:pt x="3041" y="1880"/>
                  </a:cubicBezTo>
                  <a:cubicBezTo>
                    <a:pt x="2981" y="1820"/>
                    <a:pt x="2981" y="1729"/>
                    <a:pt x="3036" y="1668"/>
                  </a:cubicBezTo>
                  <a:cubicBezTo>
                    <a:pt x="3065" y="1637"/>
                    <a:pt x="3105" y="1620"/>
                    <a:pt x="3145" y="1620"/>
                  </a:cubicBezTo>
                  <a:close/>
                  <a:moveTo>
                    <a:pt x="2430" y="2229"/>
                  </a:moveTo>
                  <a:cubicBezTo>
                    <a:pt x="2510" y="2234"/>
                    <a:pt x="2577" y="2305"/>
                    <a:pt x="2577" y="2386"/>
                  </a:cubicBezTo>
                  <a:cubicBezTo>
                    <a:pt x="2571" y="2502"/>
                    <a:pt x="2627" y="2507"/>
                    <a:pt x="2662" y="2512"/>
                  </a:cubicBezTo>
                  <a:cubicBezTo>
                    <a:pt x="2743" y="2517"/>
                    <a:pt x="2804" y="2593"/>
                    <a:pt x="2794" y="2673"/>
                  </a:cubicBezTo>
                  <a:cubicBezTo>
                    <a:pt x="2789" y="2755"/>
                    <a:pt x="2722" y="2810"/>
                    <a:pt x="2647" y="2810"/>
                  </a:cubicBezTo>
                  <a:lnTo>
                    <a:pt x="2631" y="2810"/>
                  </a:lnTo>
                  <a:cubicBezTo>
                    <a:pt x="2410" y="2785"/>
                    <a:pt x="2268" y="2619"/>
                    <a:pt x="2274" y="2376"/>
                  </a:cubicBezTo>
                  <a:cubicBezTo>
                    <a:pt x="2274" y="2295"/>
                    <a:pt x="2344" y="2229"/>
                    <a:pt x="2425" y="2229"/>
                  </a:cubicBezTo>
                  <a:close/>
                  <a:moveTo>
                    <a:pt x="3758" y="2400"/>
                  </a:moveTo>
                  <a:cubicBezTo>
                    <a:pt x="3796" y="2400"/>
                    <a:pt x="3832" y="2414"/>
                    <a:pt x="3860" y="2442"/>
                  </a:cubicBezTo>
                  <a:cubicBezTo>
                    <a:pt x="4299" y="2876"/>
                    <a:pt x="4840" y="3377"/>
                    <a:pt x="5497" y="3750"/>
                  </a:cubicBezTo>
                  <a:cubicBezTo>
                    <a:pt x="5567" y="3790"/>
                    <a:pt x="5593" y="3881"/>
                    <a:pt x="5548" y="3957"/>
                  </a:cubicBezTo>
                  <a:cubicBezTo>
                    <a:pt x="5522" y="4002"/>
                    <a:pt x="5471" y="4033"/>
                    <a:pt x="5420" y="4033"/>
                  </a:cubicBezTo>
                  <a:cubicBezTo>
                    <a:pt x="5396" y="4033"/>
                    <a:pt x="5371" y="4023"/>
                    <a:pt x="5345" y="4007"/>
                  </a:cubicBezTo>
                  <a:cubicBezTo>
                    <a:pt x="4662" y="3619"/>
                    <a:pt x="4102" y="3109"/>
                    <a:pt x="3652" y="2654"/>
                  </a:cubicBezTo>
                  <a:cubicBezTo>
                    <a:pt x="3592" y="2598"/>
                    <a:pt x="3592" y="2502"/>
                    <a:pt x="3652" y="2447"/>
                  </a:cubicBezTo>
                  <a:cubicBezTo>
                    <a:pt x="3681" y="2416"/>
                    <a:pt x="3720" y="2400"/>
                    <a:pt x="3758" y="2400"/>
                  </a:cubicBezTo>
                  <a:close/>
                  <a:moveTo>
                    <a:pt x="1480" y="1"/>
                  </a:moveTo>
                  <a:cubicBezTo>
                    <a:pt x="1020" y="1"/>
                    <a:pt x="429" y="108"/>
                    <a:pt x="232" y="588"/>
                  </a:cubicBezTo>
                  <a:cubicBezTo>
                    <a:pt x="0" y="1143"/>
                    <a:pt x="339" y="2078"/>
                    <a:pt x="1015" y="2764"/>
                  </a:cubicBezTo>
                  <a:cubicBezTo>
                    <a:pt x="1894" y="3649"/>
                    <a:pt x="3137" y="4195"/>
                    <a:pt x="4723" y="4377"/>
                  </a:cubicBezTo>
                  <a:cubicBezTo>
                    <a:pt x="4739" y="4382"/>
                    <a:pt x="4753" y="4387"/>
                    <a:pt x="4769" y="4391"/>
                  </a:cubicBezTo>
                  <a:cubicBezTo>
                    <a:pt x="4163" y="4058"/>
                    <a:pt x="3592" y="3745"/>
                    <a:pt x="3142" y="3200"/>
                  </a:cubicBezTo>
                  <a:cubicBezTo>
                    <a:pt x="3086" y="3139"/>
                    <a:pt x="3097" y="3043"/>
                    <a:pt x="3163" y="2987"/>
                  </a:cubicBezTo>
                  <a:cubicBezTo>
                    <a:pt x="3190" y="2965"/>
                    <a:pt x="3224" y="2953"/>
                    <a:pt x="3258" y="2953"/>
                  </a:cubicBezTo>
                  <a:cubicBezTo>
                    <a:pt x="3301" y="2953"/>
                    <a:pt x="3344" y="2971"/>
                    <a:pt x="3375" y="3007"/>
                  </a:cubicBezTo>
                  <a:cubicBezTo>
                    <a:pt x="3783" y="3508"/>
                    <a:pt x="4335" y="3811"/>
                    <a:pt x="4916" y="4128"/>
                  </a:cubicBezTo>
                  <a:cubicBezTo>
                    <a:pt x="5021" y="4184"/>
                    <a:pt x="5133" y="4245"/>
                    <a:pt x="5238" y="4310"/>
                  </a:cubicBezTo>
                  <a:cubicBezTo>
                    <a:pt x="5371" y="4195"/>
                    <a:pt x="5532" y="4083"/>
                    <a:pt x="5734" y="3988"/>
                  </a:cubicBezTo>
                  <a:cubicBezTo>
                    <a:pt x="5618" y="3755"/>
                    <a:pt x="5506" y="3492"/>
                    <a:pt x="5406" y="3209"/>
                  </a:cubicBezTo>
                  <a:cubicBezTo>
                    <a:pt x="4441" y="1794"/>
                    <a:pt x="3046" y="1"/>
                    <a:pt x="1490" y="1"/>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3512;p51">
              <a:extLst>
                <a:ext uri="{FF2B5EF4-FFF2-40B4-BE49-F238E27FC236}">
                  <a16:creationId xmlns:a16="http://schemas.microsoft.com/office/drawing/2014/main" id="{2E991035-AA48-C49E-499C-F644C9DCC1D4}"/>
                </a:ext>
              </a:extLst>
            </p:cNvPr>
            <p:cNvSpPr/>
            <p:nvPr/>
          </p:nvSpPr>
          <p:spPr>
            <a:xfrm>
              <a:off x="5633250" y="1552775"/>
              <a:ext cx="97775" cy="157225"/>
            </a:xfrm>
            <a:custGeom>
              <a:avLst/>
              <a:gdLst/>
              <a:ahLst/>
              <a:cxnLst/>
              <a:rect l="l" t="t" r="r" b="b"/>
              <a:pathLst>
                <a:path w="3911" h="6289" extrusionOk="0">
                  <a:moveTo>
                    <a:pt x="2360" y="2646"/>
                  </a:moveTo>
                  <a:cubicBezTo>
                    <a:pt x="2446" y="2646"/>
                    <a:pt x="2511" y="2716"/>
                    <a:pt x="2511" y="2797"/>
                  </a:cubicBezTo>
                  <a:lnTo>
                    <a:pt x="2511" y="3131"/>
                  </a:lnTo>
                  <a:cubicBezTo>
                    <a:pt x="2511" y="3217"/>
                    <a:pt x="2446" y="3282"/>
                    <a:pt x="2360" y="3282"/>
                  </a:cubicBezTo>
                  <a:cubicBezTo>
                    <a:pt x="2279" y="3282"/>
                    <a:pt x="2208" y="3217"/>
                    <a:pt x="2208" y="3131"/>
                  </a:cubicBezTo>
                  <a:lnTo>
                    <a:pt x="2208" y="2797"/>
                  </a:lnTo>
                  <a:cubicBezTo>
                    <a:pt x="2208" y="2716"/>
                    <a:pt x="2279" y="2646"/>
                    <a:pt x="2360" y="2646"/>
                  </a:cubicBezTo>
                  <a:close/>
                  <a:moveTo>
                    <a:pt x="1147" y="2533"/>
                  </a:moveTo>
                  <a:cubicBezTo>
                    <a:pt x="1222" y="2533"/>
                    <a:pt x="1289" y="2600"/>
                    <a:pt x="1289" y="2681"/>
                  </a:cubicBezTo>
                  <a:cubicBezTo>
                    <a:pt x="1299" y="2868"/>
                    <a:pt x="1313" y="3035"/>
                    <a:pt x="1344" y="3217"/>
                  </a:cubicBezTo>
                  <a:cubicBezTo>
                    <a:pt x="1359" y="3298"/>
                    <a:pt x="1304" y="3378"/>
                    <a:pt x="1222" y="3389"/>
                  </a:cubicBezTo>
                  <a:cubicBezTo>
                    <a:pt x="1213" y="3394"/>
                    <a:pt x="1203" y="3394"/>
                    <a:pt x="1192" y="3394"/>
                  </a:cubicBezTo>
                  <a:cubicBezTo>
                    <a:pt x="1122" y="3394"/>
                    <a:pt x="1061" y="3343"/>
                    <a:pt x="1047" y="3268"/>
                  </a:cubicBezTo>
                  <a:cubicBezTo>
                    <a:pt x="1016" y="3075"/>
                    <a:pt x="996" y="2893"/>
                    <a:pt x="991" y="2692"/>
                  </a:cubicBezTo>
                  <a:cubicBezTo>
                    <a:pt x="986" y="2611"/>
                    <a:pt x="1051" y="2540"/>
                    <a:pt x="1131" y="2534"/>
                  </a:cubicBezTo>
                  <a:cubicBezTo>
                    <a:pt x="1136" y="2534"/>
                    <a:pt x="1142" y="2533"/>
                    <a:pt x="1147" y="2533"/>
                  </a:cubicBezTo>
                  <a:close/>
                  <a:moveTo>
                    <a:pt x="1819" y="1"/>
                  </a:moveTo>
                  <a:cubicBezTo>
                    <a:pt x="1737" y="1"/>
                    <a:pt x="1655" y="10"/>
                    <a:pt x="1572" y="29"/>
                  </a:cubicBezTo>
                  <a:cubicBezTo>
                    <a:pt x="935" y="176"/>
                    <a:pt x="364" y="862"/>
                    <a:pt x="192" y="1692"/>
                  </a:cubicBezTo>
                  <a:cubicBezTo>
                    <a:pt x="0" y="2611"/>
                    <a:pt x="217" y="4243"/>
                    <a:pt x="642" y="5470"/>
                  </a:cubicBezTo>
                  <a:cubicBezTo>
                    <a:pt x="783" y="5677"/>
                    <a:pt x="910" y="5875"/>
                    <a:pt x="1031" y="6057"/>
                  </a:cubicBezTo>
                  <a:lnTo>
                    <a:pt x="1107" y="6167"/>
                  </a:lnTo>
                  <a:cubicBezTo>
                    <a:pt x="1127" y="6193"/>
                    <a:pt x="1131" y="6223"/>
                    <a:pt x="1142" y="6253"/>
                  </a:cubicBezTo>
                  <a:cubicBezTo>
                    <a:pt x="1187" y="6239"/>
                    <a:pt x="1243" y="6228"/>
                    <a:pt x="1299" y="6213"/>
                  </a:cubicBezTo>
                  <a:cubicBezTo>
                    <a:pt x="1283" y="6193"/>
                    <a:pt x="1268" y="6172"/>
                    <a:pt x="1268" y="6142"/>
                  </a:cubicBezTo>
                  <a:cubicBezTo>
                    <a:pt x="1253" y="5950"/>
                    <a:pt x="1233" y="5763"/>
                    <a:pt x="1218" y="5566"/>
                  </a:cubicBezTo>
                  <a:cubicBezTo>
                    <a:pt x="1173" y="5001"/>
                    <a:pt x="1122" y="4420"/>
                    <a:pt x="1047" y="3868"/>
                  </a:cubicBezTo>
                  <a:cubicBezTo>
                    <a:pt x="1036" y="3788"/>
                    <a:pt x="1091" y="3712"/>
                    <a:pt x="1178" y="3702"/>
                  </a:cubicBezTo>
                  <a:cubicBezTo>
                    <a:pt x="1183" y="3701"/>
                    <a:pt x="1189" y="3701"/>
                    <a:pt x="1195" y="3701"/>
                  </a:cubicBezTo>
                  <a:cubicBezTo>
                    <a:pt x="1269" y="3701"/>
                    <a:pt x="1335" y="3759"/>
                    <a:pt x="1344" y="3833"/>
                  </a:cubicBezTo>
                  <a:cubicBezTo>
                    <a:pt x="1420" y="4383"/>
                    <a:pt x="1471" y="4970"/>
                    <a:pt x="1521" y="5541"/>
                  </a:cubicBezTo>
                  <a:cubicBezTo>
                    <a:pt x="1536" y="5733"/>
                    <a:pt x="1551" y="5925"/>
                    <a:pt x="1567" y="6111"/>
                  </a:cubicBezTo>
                  <a:cubicBezTo>
                    <a:pt x="1567" y="6132"/>
                    <a:pt x="1567" y="6148"/>
                    <a:pt x="1562" y="6162"/>
                  </a:cubicBezTo>
                  <a:cubicBezTo>
                    <a:pt x="1696" y="6126"/>
                    <a:pt x="1830" y="6106"/>
                    <a:pt x="1964" y="6106"/>
                  </a:cubicBezTo>
                  <a:cubicBezTo>
                    <a:pt x="2050" y="6106"/>
                    <a:pt x="2137" y="6114"/>
                    <a:pt x="2223" y="6132"/>
                  </a:cubicBezTo>
                  <a:lnTo>
                    <a:pt x="2229" y="6132"/>
                  </a:lnTo>
                  <a:cubicBezTo>
                    <a:pt x="2213" y="6102"/>
                    <a:pt x="2208" y="6076"/>
                    <a:pt x="2213" y="6041"/>
                  </a:cubicBezTo>
                  <a:cubicBezTo>
                    <a:pt x="2339" y="5430"/>
                    <a:pt x="2390" y="4773"/>
                    <a:pt x="2380" y="3909"/>
                  </a:cubicBezTo>
                  <a:cubicBezTo>
                    <a:pt x="2374" y="3828"/>
                    <a:pt x="2446" y="3758"/>
                    <a:pt x="2526" y="3758"/>
                  </a:cubicBezTo>
                  <a:cubicBezTo>
                    <a:pt x="2607" y="3758"/>
                    <a:pt x="2673" y="3823"/>
                    <a:pt x="2677" y="3904"/>
                  </a:cubicBezTo>
                  <a:cubicBezTo>
                    <a:pt x="2688" y="4793"/>
                    <a:pt x="2637" y="5470"/>
                    <a:pt x="2506" y="6102"/>
                  </a:cubicBezTo>
                  <a:cubicBezTo>
                    <a:pt x="2502" y="6142"/>
                    <a:pt x="2481" y="6172"/>
                    <a:pt x="2451" y="6193"/>
                  </a:cubicBezTo>
                  <a:cubicBezTo>
                    <a:pt x="2526" y="6213"/>
                    <a:pt x="2602" y="6253"/>
                    <a:pt x="2673" y="6288"/>
                  </a:cubicBezTo>
                  <a:cubicBezTo>
                    <a:pt x="3339" y="4647"/>
                    <a:pt x="3911" y="1928"/>
                    <a:pt x="2920" y="645"/>
                  </a:cubicBezTo>
                  <a:cubicBezTo>
                    <a:pt x="2589" y="222"/>
                    <a:pt x="2214" y="1"/>
                    <a:pt x="1819" y="1"/>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3513;p51">
              <a:extLst>
                <a:ext uri="{FF2B5EF4-FFF2-40B4-BE49-F238E27FC236}">
                  <a16:creationId xmlns:a16="http://schemas.microsoft.com/office/drawing/2014/main" id="{E30ECF2E-1BB8-F4CB-D48A-F3819E31751F}"/>
                </a:ext>
              </a:extLst>
            </p:cNvPr>
            <p:cNvSpPr/>
            <p:nvPr/>
          </p:nvSpPr>
          <p:spPr>
            <a:xfrm>
              <a:off x="5711550" y="1617575"/>
              <a:ext cx="137700" cy="137900"/>
            </a:xfrm>
            <a:custGeom>
              <a:avLst/>
              <a:gdLst/>
              <a:ahLst/>
              <a:cxnLst/>
              <a:rect l="l" t="t" r="r" b="b"/>
              <a:pathLst>
                <a:path w="5508" h="5516" extrusionOk="0">
                  <a:moveTo>
                    <a:pt x="2891" y="1499"/>
                  </a:moveTo>
                  <a:cubicBezTo>
                    <a:pt x="2947" y="1499"/>
                    <a:pt x="3001" y="1530"/>
                    <a:pt x="3027" y="1585"/>
                  </a:cubicBezTo>
                  <a:cubicBezTo>
                    <a:pt x="3062" y="1656"/>
                    <a:pt x="3032" y="1747"/>
                    <a:pt x="2956" y="1787"/>
                  </a:cubicBezTo>
                  <a:cubicBezTo>
                    <a:pt x="2819" y="1852"/>
                    <a:pt x="2648" y="1959"/>
                    <a:pt x="2542" y="2045"/>
                  </a:cubicBezTo>
                  <a:cubicBezTo>
                    <a:pt x="2516" y="2064"/>
                    <a:pt x="2481" y="2075"/>
                    <a:pt x="2446" y="2075"/>
                  </a:cubicBezTo>
                  <a:cubicBezTo>
                    <a:pt x="2401" y="2075"/>
                    <a:pt x="2360" y="2055"/>
                    <a:pt x="2329" y="2019"/>
                  </a:cubicBezTo>
                  <a:cubicBezTo>
                    <a:pt x="2274" y="1954"/>
                    <a:pt x="2289" y="1858"/>
                    <a:pt x="2355" y="1807"/>
                  </a:cubicBezTo>
                  <a:cubicBezTo>
                    <a:pt x="2476" y="1711"/>
                    <a:pt x="2663" y="1590"/>
                    <a:pt x="2825" y="1514"/>
                  </a:cubicBezTo>
                  <a:cubicBezTo>
                    <a:pt x="2846" y="1504"/>
                    <a:pt x="2869" y="1499"/>
                    <a:pt x="2891" y="1499"/>
                  </a:cubicBezTo>
                  <a:close/>
                  <a:moveTo>
                    <a:pt x="3619" y="2933"/>
                  </a:moveTo>
                  <a:cubicBezTo>
                    <a:pt x="3661" y="2933"/>
                    <a:pt x="3703" y="2936"/>
                    <a:pt x="3744" y="2943"/>
                  </a:cubicBezTo>
                  <a:cubicBezTo>
                    <a:pt x="3826" y="2954"/>
                    <a:pt x="3880" y="3029"/>
                    <a:pt x="3871" y="3111"/>
                  </a:cubicBezTo>
                  <a:cubicBezTo>
                    <a:pt x="3862" y="3187"/>
                    <a:pt x="3797" y="3239"/>
                    <a:pt x="3726" y="3239"/>
                  </a:cubicBezTo>
                  <a:cubicBezTo>
                    <a:pt x="3717" y="3239"/>
                    <a:pt x="3708" y="3239"/>
                    <a:pt x="3698" y="3237"/>
                  </a:cubicBezTo>
                  <a:cubicBezTo>
                    <a:pt x="3678" y="3234"/>
                    <a:pt x="3658" y="3233"/>
                    <a:pt x="3638" y="3233"/>
                  </a:cubicBezTo>
                  <a:cubicBezTo>
                    <a:pt x="3537" y="3233"/>
                    <a:pt x="3439" y="3263"/>
                    <a:pt x="3381" y="3313"/>
                  </a:cubicBezTo>
                  <a:cubicBezTo>
                    <a:pt x="3350" y="3344"/>
                    <a:pt x="3315" y="3353"/>
                    <a:pt x="3280" y="3353"/>
                  </a:cubicBezTo>
                  <a:cubicBezTo>
                    <a:pt x="3239" y="3353"/>
                    <a:pt x="3199" y="3333"/>
                    <a:pt x="3169" y="3302"/>
                  </a:cubicBezTo>
                  <a:cubicBezTo>
                    <a:pt x="3113" y="3242"/>
                    <a:pt x="3118" y="3146"/>
                    <a:pt x="3178" y="3090"/>
                  </a:cubicBezTo>
                  <a:cubicBezTo>
                    <a:pt x="3292" y="2989"/>
                    <a:pt x="3451" y="2933"/>
                    <a:pt x="3619" y="2933"/>
                  </a:cubicBezTo>
                  <a:close/>
                  <a:moveTo>
                    <a:pt x="3470" y="1"/>
                  </a:moveTo>
                  <a:cubicBezTo>
                    <a:pt x="3277" y="1"/>
                    <a:pt x="3083" y="25"/>
                    <a:pt x="2896" y="74"/>
                  </a:cubicBezTo>
                  <a:cubicBezTo>
                    <a:pt x="1492" y="448"/>
                    <a:pt x="415" y="2388"/>
                    <a:pt x="6" y="4035"/>
                  </a:cubicBezTo>
                  <a:cubicBezTo>
                    <a:pt x="6" y="4041"/>
                    <a:pt x="0" y="4046"/>
                    <a:pt x="0" y="4046"/>
                  </a:cubicBezTo>
                  <a:cubicBezTo>
                    <a:pt x="91" y="4146"/>
                    <a:pt x="177" y="4247"/>
                    <a:pt x="258" y="4368"/>
                  </a:cubicBezTo>
                  <a:lnTo>
                    <a:pt x="258" y="4354"/>
                  </a:lnTo>
                  <a:cubicBezTo>
                    <a:pt x="617" y="3621"/>
                    <a:pt x="991" y="2924"/>
                    <a:pt x="1637" y="2469"/>
                  </a:cubicBezTo>
                  <a:cubicBezTo>
                    <a:pt x="1665" y="2450"/>
                    <a:pt x="1695" y="2441"/>
                    <a:pt x="1724" y="2441"/>
                  </a:cubicBezTo>
                  <a:cubicBezTo>
                    <a:pt x="1772" y="2441"/>
                    <a:pt x="1819" y="2464"/>
                    <a:pt x="1849" y="2504"/>
                  </a:cubicBezTo>
                  <a:cubicBezTo>
                    <a:pt x="1895" y="2575"/>
                    <a:pt x="1880" y="2666"/>
                    <a:pt x="1814" y="2717"/>
                  </a:cubicBezTo>
                  <a:cubicBezTo>
                    <a:pt x="1224" y="3131"/>
                    <a:pt x="870" y="3787"/>
                    <a:pt x="531" y="4485"/>
                  </a:cubicBezTo>
                  <a:cubicBezTo>
                    <a:pt x="506" y="4540"/>
                    <a:pt x="450" y="4571"/>
                    <a:pt x="394" y="4571"/>
                  </a:cubicBezTo>
                  <a:lnTo>
                    <a:pt x="380" y="4571"/>
                  </a:lnTo>
                  <a:cubicBezTo>
                    <a:pt x="394" y="4591"/>
                    <a:pt x="405" y="4617"/>
                    <a:pt x="415" y="4636"/>
                  </a:cubicBezTo>
                  <a:cubicBezTo>
                    <a:pt x="1011" y="4090"/>
                    <a:pt x="1961" y="3596"/>
                    <a:pt x="2492" y="3344"/>
                  </a:cubicBezTo>
                  <a:cubicBezTo>
                    <a:pt x="2512" y="3334"/>
                    <a:pt x="2534" y="3329"/>
                    <a:pt x="2555" y="3329"/>
                  </a:cubicBezTo>
                  <a:cubicBezTo>
                    <a:pt x="2612" y="3329"/>
                    <a:pt x="2668" y="3362"/>
                    <a:pt x="2693" y="3414"/>
                  </a:cubicBezTo>
                  <a:cubicBezTo>
                    <a:pt x="2728" y="3489"/>
                    <a:pt x="2698" y="3580"/>
                    <a:pt x="2623" y="3616"/>
                  </a:cubicBezTo>
                  <a:cubicBezTo>
                    <a:pt x="2194" y="3818"/>
                    <a:pt x="1128" y="4354"/>
                    <a:pt x="557" y="4920"/>
                  </a:cubicBezTo>
                  <a:cubicBezTo>
                    <a:pt x="557" y="4920"/>
                    <a:pt x="552" y="4920"/>
                    <a:pt x="552" y="4925"/>
                  </a:cubicBezTo>
                  <a:cubicBezTo>
                    <a:pt x="622" y="5111"/>
                    <a:pt x="678" y="5314"/>
                    <a:pt x="713" y="5515"/>
                  </a:cubicBezTo>
                  <a:lnTo>
                    <a:pt x="1042" y="5389"/>
                  </a:lnTo>
                  <a:cubicBezTo>
                    <a:pt x="1436" y="5233"/>
                    <a:pt x="1880" y="5056"/>
                    <a:pt x="2350" y="4890"/>
                  </a:cubicBezTo>
                  <a:cubicBezTo>
                    <a:pt x="3891" y="4237"/>
                    <a:pt x="5468" y="3307"/>
                    <a:pt x="5498" y="1847"/>
                  </a:cubicBezTo>
                  <a:cubicBezTo>
                    <a:pt x="5508" y="1292"/>
                    <a:pt x="5275" y="802"/>
                    <a:pt x="4836" y="453"/>
                  </a:cubicBezTo>
                  <a:cubicBezTo>
                    <a:pt x="4458" y="159"/>
                    <a:pt x="3965" y="1"/>
                    <a:pt x="3470" y="1"/>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3514;p51">
              <a:extLst>
                <a:ext uri="{FF2B5EF4-FFF2-40B4-BE49-F238E27FC236}">
                  <a16:creationId xmlns:a16="http://schemas.microsoft.com/office/drawing/2014/main" id="{E1B14981-818F-80B8-675E-3BD963696CBA}"/>
                </a:ext>
              </a:extLst>
            </p:cNvPr>
            <p:cNvSpPr/>
            <p:nvPr/>
          </p:nvSpPr>
          <p:spPr>
            <a:xfrm>
              <a:off x="5719275" y="1734950"/>
              <a:ext cx="177475" cy="93950"/>
            </a:xfrm>
            <a:custGeom>
              <a:avLst/>
              <a:gdLst/>
              <a:ahLst/>
              <a:cxnLst/>
              <a:rect l="l" t="t" r="r" b="b"/>
              <a:pathLst>
                <a:path w="7099" h="3758" extrusionOk="0">
                  <a:moveTo>
                    <a:pt x="4583" y="1023"/>
                  </a:moveTo>
                  <a:cubicBezTo>
                    <a:pt x="4663" y="1023"/>
                    <a:pt x="4729" y="1088"/>
                    <a:pt x="4729" y="1169"/>
                  </a:cubicBezTo>
                  <a:cubicBezTo>
                    <a:pt x="4729" y="1249"/>
                    <a:pt x="4663" y="1321"/>
                    <a:pt x="4583" y="1321"/>
                  </a:cubicBezTo>
                  <a:lnTo>
                    <a:pt x="4082" y="1321"/>
                  </a:lnTo>
                  <a:cubicBezTo>
                    <a:pt x="3996" y="1321"/>
                    <a:pt x="3930" y="1249"/>
                    <a:pt x="3930" y="1169"/>
                  </a:cubicBezTo>
                  <a:cubicBezTo>
                    <a:pt x="3930" y="1088"/>
                    <a:pt x="3996" y="1023"/>
                    <a:pt x="4082" y="1023"/>
                  </a:cubicBezTo>
                  <a:close/>
                  <a:moveTo>
                    <a:pt x="3533" y="2238"/>
                  </a:moveTo>
                  <a:cubicBezTo>
                    <a:pt x="3543" y="2238"/>
                    <a:pt x="3552" y="2238"/>
                    <a:pt x="3562" y="2240"/>
                  </a:cubicBezTo>
                  <a:cubicBezTo>
                    <a:pt x="3693" y="2275"/>
                    <a:pt x="3834" y="2316"/>
                    <a:pt x="3961" y="2361"/>
                  </a:cubicBezTo>
                  <a:cubicBezTo>
                    <a:pt x="4042" y="2387"/>
                    <a:pt x="4082" y="2473"/>
                    <a:pt x="4056" y="2548"/>
                  </a:cubicBezTo>
                  <a:cubicBezTo>
                    <a:pt x="4037" y="2614"/>
                    <a:pt x="3976" y="2650"/>
                    <a:pt x="3916" y="2650"/>
                  </a:cubicBezTo>
                  <a:cubicBezTo>
                    <a:pt x="3895" y="2650"/>
                    <a:pt x="3880" y="2650"/>
                    <a:pt x="3865" y="2644"/>
                  </a:cubicBezTo>
                  <a:cubicBezTo>
                    <a:pt x="3743" y="2604"/>
                    <a:pt x="3617" y="2569"/>
                    <a:pt x="3491" y="2538"/>
                  </a:cubicBezTo>
                  <a:cubicBezTo>
                    <a:pt x="3410" y="2518"/>
                    <a:pt x="3359" y="2438"/>
                    <a:pt x="3380" y="2357"/>
                  </a:cubicBezTo>
                  <a:cubicBezTo>
                    <a:pt x="3394" y="2285"/>
                    <a:pt x="3461" y="2238"/>
                    <a:pt x="3533" y="2238"/>
                  </a:cubicBezTo>
                  <a:close/>
                  <a:moveTo>
                    <a:pt x="5002" y="0"/>
                  </a:moveTo>
                  <a:cubicBezTo>
                    <a:pt x="4135" y="0"/>
                    <a:pt x="3110" y="294"/>
                    <a:pt x="2177" y="624"/>
                  </a:cubicBezTo>
                  <a:cubicBezTo>
                    <a:pt x="1708" y="825"/>
                    <a:pt x="1248" y="997"/>
                    <a:pt x="829" y="1149"/>
                  </a:cubicBezTo>
                  <a:cubicBezTo>
                    <a:pt x="691" y="1200"/>
                    <a:pt x="565" y="1249"/>
                    <a:pt x="439" y="1296"/>
                  </a:cubicBezTo>
                  <a:cubicBezTo>
                    <a:pt x="439" y="1336"/>
                    <a:pt x="439" y="1377"/>
                    <a:pt x="434" y="1422"/>
                  </a:cubicBezTo>
                  <a:cubicBezTo>
                    <a:pt x="1183" y="1209"/>
                    <a:pt x="2116" y="1083"/>
                    <a:pt x="2971" y="1074"/>
                  </a:cubicBezTo>
                  <a:cubicBezTo>
                    <a:pt x="2974" y="1073"/>
                    <a:pt x="2977" y="1073"/>
                    <a:pt x="2981" y="1073"/>
                  </a:cubicBezTo>
                  <a:cubicBezTo>
                    <a:pt x="3057" y="1073"/>
                    <a:pt x="3123" y="1143"/>
                    <a:pt x="3123" y="1225"/>
                  </a:cubicBezTo>
                  <a:cubicBezTo>
                    <a:pt x="3123" y="1305"/>
                    <a:pt x="3056" y="1377"/>
                    <a:pt x="2971" y="1377"/>
                  </a:cubicBezTo>
                  <a:cubicBezTo>
                    <a:pt x="2107" y="1386"/>
                    <a:pt x="1132" y="1522"/>
                    <a:pt x="394" y="1745"/>
                  </a:cubicBezTo>
                  <a:cubicBezTo>
                    <a:pt x="374" y="1876"/>
                    <a:pt x="334" y="2002"/>
                    <a:pt x="288" y="2129"/>
                  </a:cubicBezTo>
                  <a:cubicBezTo>
                    <a:pt x="379" y="2126"/>
                    <a:pt x="471" y="2124"/>
                    <a:pt x="563" y="2124"/>
                  </a:cubicBezTo>
                  <a:cubicBezTo>
                    <a:pt x="1071" y="2124"/>
                    <a:pt x="1574" y="2166"/>
                    <a:pt x="2067" y="2205"/>
                  </a:cubicBezTo>
                  <a:cubicBezTo>
                    <a:pt x="2223" y="2215"/>
                    <a:pt x="2379" y="2230"/>
                    <a:pt x="2536" y="2240"/>
                  </a:cubicBezTo>
                  <a:cubicBezTo>
                    <a:pt x="2622" y="2245"/>
                    <a:pt x="2682" y="2316"/>
                    <a:pt x="2678" y="2401"/>
                  </a:cubicBezTo>
                  <a:cubicBezTo>
                    <a:pt x="2673" y="2478"/>
                    <a:pt x="2607" y="2538"/>
                    <a:pt x="2526" y="2538"/>
                  </a:cubicBezTo>
                  <a:lnTo>
                    <a:pt x="2516" y="2538"/>
                  </a:lnTo>
                  <a:cubicBezTo>
                    <a:pt x="2359" y="2529"/>
                    <a:pt x="2202" y="2518"/>
                    <a:pt x="2041" y="2503"/>
                  </a:cubicBezTo>
                  <a:cubicBezTo>
                    <a:pt x="1532" y="2463"/>
                    <a:pt x="1007" y="2424"/>
                    <a:pt x="490" y="2424"/>
                  </a:cubicBezTo>
                  <a:cubicBezTo>
                    <a:pt x="412" y="2424"/>
                    <a:pt x="335" y="2425"/>
                    <a:pt x="257" y="2427"/>
                  </a:cubicBezTo>
                  <a:lnTo>
                    <a:pt x="253" y="2427"/>
                  </a:lnTo>
                  <a:cubicBezTo>
                    <a:pt x="217" y="2427"/>
                    <a:pt x="187" y="2417"/>
                    <a:pt x="166" y="2397"/>
                  </a:cubicBezTo>
                  <a:cubicBezTo>
                    <a:pt x="141" y="2443"/>
                    <a:pt x="116" y="2487"/>
                    <a:pt x="91" y="2529"/>
                  </a:cubicBezTo>
                  <a:cubicBezTo>
                    <a:pt x="61" y="2574"/>
                    <a:pt x="31" y="2614"/>
                    <a:pt x="0" y="2660"/>
                  </a:cubicBezTo>
                  <a:cubicBezTo>
                    <a:pt x="76" y="2711"/>
                    <a:pt x="141" y="2771"/>
                    <a:pt x="217" y="2826"/>
                  </a:cubicBezTo>
                  <a:cubicBezTo>
                    <a:pt x="1361" y="3325"/>
                    <a:pt x="2876" y="3758"/>
                    <a:pt x="4192" y="3758"/>
                  </a:cubicBezTo>
                  <a:cubicBezTo>
                    <a:pt x="5167" y="3758"/>
                    <a:pt x="6033" y="3521"/>
                    <a:pt x="6558" y="2897"/>
                  </a:cubicBezTo>
                  <a:cubicBezTo>
                    <a:pt x="6957" y="2427"/>
                    <a:pt x="7099" y="1806"/>
                    <a:pt x="6931" y="1240"/>
                  </a:cubicBezTo>
                  <a:cubicBezTo>
                    <a:pt x="6785" y="704"/>
                    <a:pt x="6381" y="300"/>
                    <a:pt x="5840" y="118"/>
                  </a:cubicBezTo>
                  <a:cubicBezTo>
                    <a:pt x="5587" y="36"/>
                    <a:pt x="5304" y="0"/>
                    <a:pt x="5002" y="0"/>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3515;p51">
              <a:extLst>
                <a:ext uri="{FF2B5EF4-FFF2-40B4-BE49-F238E27FC236}">
                  <a16:creationId xmlns:a16="http://schemas.microsoft.com/office/drawing/2014/main" id="{3BD3BF51-C968-0B0A-336B-C63DA21BCDB2}"/>
                </a:ext>
              </a:extLst>
            </p:cNvPr>
            <p:cNvSpPr/>
            <p:nvPr/>
          </p:nvSpPr>
          <p:spPr>
            <a:xfrm>
              <a:off x="5668100" y="1811275"/>
              <a:ext cx="108800" cy="153875"/>
            </a:xfrm>
            <a:custGeom>
              <a:avLst/>
              <a:gdLst/>
              <a:ahLst/>
              <a:cxnLst/>
              <a:rect l="l" t="t" r="r" b="b"/>
              <a:pathLst>
                <a:path w="4352" h="6155" extrusionOk="0">
                  <a:moveTo>
                    <a:pt x="2796" y="2294"/>
                  </a:moveTo>
                  <a:cubicBezTo>
                    <a:pt x="2855" y="2294"/>
                    <a:pt x="2913" y="2328"/>
                    <a:pt x="2936" y="2386"/>
                  </a:cubicBezTo>
                  <a:cubicBezTo>
                    <a:pt x="3006" y="2547"/>
                    <a:pt x="3067" y="2734"/>
                    <a:pt x="3113" y="2906"/>
                  </a:cubicBezTo>
                  <a:cubicBezTo>
                    <a:pt x="3128" y="2986"/>
                    <a:pt x="3083" y="3067"/>
                    <a:pt x="3002" y="3093"/>
                  </a:cubicBezTo>
                  <a:lnTo>
                    <a:pt x="2966" y="3093"/>
                  </a:lnTo>
                  <a:cubicBezTo>
                    <a:pt x="2896" y="3093"/>
                    <a:pt x="2835" y="3047"/>
                    <a:pt x="2820" y="2976"/>
                  </a:cubicBezTo>
                  <a:cubicBezTo>
                    <a:pt x="2780" y="2820"/>
                    <a:pt x="2724" y="2653"/>
                    <a:pt x="2658" y="2501"/>
                  </a:cubicBezTo>
                  <a:cubicBezTo>
                    <a:pt x="2628" y="2426"/>
                    <a:pt x="2663" y="2340"/>
                    <a:pt x="2738" y="2305"/>
                  </a:cubicBezTo>
                  <a:cubicBezTo>
                    <a:pt x="2757" y="2297"/>
                    <a:pt x="2776" y="2294"/>
                    <a:pt x="2796" y="2294"/>
                  </a:cubicBezTo>
                  <a:close/>
                  <a:moveTo>
                    <a:pt x="1083" y="464"/>
                  </a:moveTo>
                  <a:cubicBezTo>
                    <a:pt x="1148" y="464"/>
                    <a:pt x="1207" y="509"/>
                    <a:pt x="1223" y="572"/>
                  </a:cubicBezTo>
                  <a:cubicBezTo>
                    <a:pt x="1420" y="1344"/>
                    <a:pt x="1597" y="2193"/>
                    <a:pt x="1728" y="3032"/>
                  </a:cubicBezTo>
                  <a:cubicBezTo>
                    <a:pt x="1738" y="3113"/>
                    <a:pt x="1684" y="3189"/>
                    <a:pt x="1602" y="3204"/>
                  </a:cubicBezTo>
                  <a:lnTo>
                    <a:pt x="1577" y="3204"/>
                  </a:lnTo>
                  <a:cubicBezTo>
                    <a:pt x="1507" y="3204"/>
                    <a:pt x="1441" y="3153"/>
                    <a:pt x="1430" y="3077"/>
                  </a:cubicBezTo>
                  <a:cubicBezTo>
                    <a:pt x="1304" y="2249"/>
                    <a:pt x="1132" y="1410"/>
                    <a:pt x="931" y="652"/>
                  </a:cubicBezTo>
                  <a:cubicBezTo>
                    <a:pt x="910" y="572"/>
                    <a:pt x="961" y="491"/>
                    <a:pt x="1041" y="470"/>
                  </a:cubicBezTo>
                  <a:cubicBezTo>
                    <a:pt x="1055" y="466"/>
                    <a:pt x="1069" y="464"/>
                    <a:pt x="1083" y="464"/>
                  </a:cubicBezTo>
                  <a:close/>
                  <a:moveTo>
                    <a:pt x="1687" y="3792"/>
                  </a:moveTo>
                  <a:cubicBezTo>
                    <a:pt x="1740" y="3792"/>
                    <a:pt x="1792" y="3822"/>
                    <a:pt x="1819" y="3871"/>
                  </a:cubicBezTo>
                  <a:cubicBezTo>
                    <a:pt x="1865" y="3946"/>
                    <a:pt x="1901" y="4023"/>
                    <a:pt x="1936" y="4103"/>
                  </a:cubicBezTo>
                  <a:cubicBezTo>
                    <a:pt x="1971" y="4179"/>
                    <a:pt x="1936" y="4270"/>
                    <a:pt x="1859" y="4305"/>
                  </a:cubicBezTo>
                  <a:cubicBezTo>
                    <a:pt x="1840" y="4310"/>
                    <a:pt x="1819" y="4315"/>
                    <a:pt x="1799" y="4315"/>
                  </a:cubicBezTo>
                  <a:cubicBezTo>
                    <a:pt x="1744" y="4315"/>
                    <a:pt x="1684" y="4285"/>
                    <a:pt x="1663" y="4224"/>
                  </a:cubicBezTo>
                  <a:cubicBezTo>
                    <a:pt x="1633" y="4154"/>
                    <a:pt x="1597" y="4088"/>
                    <a:pt x="1556" y="4017"/>
                  </a:cubicBezTo>
                  <a:cubicBezTo>
                    <a:pt x="1516" y="3942"/>
                    <a:pt x="1542" y="3851"/>
                    <a:pt x="1617" y="3811"/>
                  </a:cubicBezTo>
                  <a:cubicBezTo>
                    <a:pt x="1639" y="3798"/>
                    <a:pt x="1663" y="3792"/>
                    <a:pt x="1687" y="3792"/>
                  </a:cubicBezTo>
                  <a:close/>
                  <a:moveTo>
                    <a:pt x="1703" y="1"/>
                  </a:moveTo>
                  <a:lnTo>
                    <a:pt x="1703" y="6"/>
                  </a:lnTo>
                  <a:cubicBezTo>
                    <a:pt x="1647" y="52"/>
                    <a:pt x="1597" y="101"/>
                    <a:pt x="1542" y="143"/>
                  </a:cubicBezTo>
                  <a:cubicBezTo>
                    <a:pt x="1945" y="521"/>
                    <a:pt x="2309" y="1082"/>
                    <a:pt x="2496" y="1617"/>
                  </a:cubicBezTo>
                  <a:cubicBezTo>
                    <a:pt x="2526" y="1698"/>
                    <a:pt x="2481" y="1784"/>
                    <a:pt x="2405" y="1810"/>
                  </a:cubicBezTo>
                  <a:cubicBezTo>
                    <a:pt x="2386" y="1815"/>
                    <a:pt x="2370" y="1820"/>
                    <a:pt x="2355" y="1820"/>
                  </a:cubicBezTo>
                  <a:cubicBezTo>
                    <a:pt x="2295" y="1820"/>
                    <a:pt x="2234" y="1780"/>
                    <a:pt x="2213" y="1719"/>
                  </a:cubicBezTo>
                  <a:cubicBezTo>
                    <a:pt x="2036" y="1208"/>
                    <a:pt x="1693" y="677"/>
                    <a:pt x="1309" y="334"/>
                  </a:cubicBezTo>
                  <a:cubicBezTo>
                    <a:pt x="1299" y="329"/>
                    <a:pt x="1294" y="318"/>
                    <a:pt x="1289" y="309"/>
                  </a:cubicBezTo>
                  <a:cubicBezTo>
                    <a:pt x="1041" y="446"/>
                    <a:pt x="774" y="516"/>
                    <a:pt x="506" y="516"/>
                  </a:cubicBezTo>
                  <a:cubicBezTo>
                    <a:pt x="430" y="516"/>
                    <a:pt x="359" y="511"/>
                    <a:pt x="283" y="500"/>
                  </a:cubicBezTo>
                  <a:cubicBezTo>
                    <a:pt x="243" y="682"/>
                    <a:pt x="208" y="870"/>
                    <a:pt x="178" y="1057"/>
                  </a:cubicBezTo>
                  <a:cubicBezTo>
                    <a:pt x="1" y="3022"/>
                    <a:pt x="198" y="5811"/>
                    <a:pt x="1896" y="6108"/>
                  </a:cubicBezTo>
                  <a:cubicBezTo>
                    <a:pt x="2077" y="6139"/>
                    <a:pt x="2250" y="6155"/>
                    <a:pt x="2416" y="6155"/>
                  </a:cubicBezTo>
                  <a:cubicBezTo>
                    <a:pt x="2935" y="6155"/>
                    <a:pt x="3374" y="6004"/>
                    <a:pt x="3699" y="5709"/>
                  </a:cubicBezTo>
                  <a:cubicBezTo>
                    <a:pt x="4139" y="5310"/>
                    <a:pt x="4351" y="4674"/>
                    <a:pt x="4295" y="3906"/>
                  </a:cubicBezTo>
                  <a:cubicBezTo>
                    <a:pt x="4204" y="2643"/>
                    <a:pt x="3356" y="1258"/>
                    <a:pt x="2022" y="157"/>
                  </a:cubicBezTo>
                  <a:cubicBezTo>
                    <a:pt x="1931" y="122"/>
                    <a:pt x="1840" y="82"/>
                    <a:pt x="1759" y="41"/>
                  </a:cubicBezTo>
                  <a:cubicBezTo>
                    <a:pt x="1738" y="31"/>
                    <a:pt x="1719" y="15"/>
                    <a:pt x="1703" y="1"/>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3516;p51">
              <a:extLst>
                <a:ext uri="{FF2B5EF4-FFF2-40B4-BE49-F238E27FC236}">
                  <a16:creationId xmlns:a16="http://schemas.microsoft.com/office/drawing/2014/main" id="{7B51C146-BE33-263A-8892-DBE4E2714CDB}"/>
                </a:ext>
              </a:extLst>
            </p:cNvPr>
            <p:cNvSpPr/>
            <p:nvPr/>
          </p:nvSpPr>
          <p:spPr>
            <a:xfrm>
              <a:off x="5649675" y="1749250"/>
              <a:ext cx="9000" cy="7600"/>
            </a:xfrm>
            <a:custGeom>
              <a:avLst/>
              <a:gdLst/>
              <a:ahLst/>
              <a:cxnLst/>
              <a:rect l="l" t="t" r="r" b="b"/>
              <a:pathLst>
                <a:path w="360" h="304" extrusionOk="0">
                  <a:moveTo>
                    <a:pt x="152" y="1"/>
                  </a:moveTo>
                  <a:cubicBezTo>
                    <a:pt x="66" y="1"/>
                    <a:pt x="0" y="71"/>
                    <a:pt x="0" y="152"/>
                  </a:cubicBezTo>
                  <a:cubicBezTo>
                    <a:pt x="0" y="238"/>
                    <a:pt x="66" y="304"/>
                    <a:pt x="152" y="304"/>
                  </a:cubicBezTo>
                  <a:lnTo>
                    <a:pt x="208" y="304"/>
                  </a:lnTo>
                  <a:cubicBezTo>
                    <a:pt x="288" y="304"/>
                    <a:pt x="359" y="238"/>
                    <a:pt x="359" y="152"/>
                  </a:cubicBezTo>
                  <a:cubicBezTo>
                    <a:pt x="359" y="71"/>
                    <a:pt x="288" y="1"/>
                    <a:pt x="208"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3517;p51">
              <a:extLst>
                <a:ext uri="{FF2B5EF4-FFF2-40B4-BE49-F238E27FC236}">
                  <a16:creationId xmlns:a16="http://schemas.microsoft.com/office/drawing/2014/main" id="{2B0825CE-E4ED-04FA-683C-7A28DFD43902}"/>
                </a:ext>
              </a:extLst>
            </p:cNvPr>
            <p:cNvSpPr/>
            <p:nvPr/>
          </p:nvSpPr>
          <p:spPr>
            <a:xfrm>
              <a:off x="5674675" y="1736900"/>
              <a:ext cx="10250" cy="7475"/>
            </a:xfrm>
            <a:custGeom>
              <a:avLst/>
              <a:gdLst/>
              <a:ahLst/>
              <a:cxnLst/>
              <a:rect l="l" t="t" r="r" b="b"/>
              <a:pathLst>
                <a:path w="410" h="299" extrusionOk="0">
                  <a:moveTo>
                    <a:pt x="147" y="0"/>
                  </a:moveTo>
                  <a:cubicBezTo>
                    <a:pt x="66" y="0"/>
                    <a:pt x="1" y="66"/>
                    <a:pt x="1" y="147"/>
                  </a:cubicBezTo>
                  <a:cubicBezTo>
                    <a:pt x="1" y="232"/>
                    <a:pt x="66" y="298"/>
                    <a:pt x="147" y="298"/>
                  </a:cubicBezTo>
                  <a:lnTo>
                    <a:pt x="258" y="298"/>
                  </a:lnTo>
                  <a:cubicBezTo>
                    <a:pt x="344" y="298"/>
                    <a:pt x="409" y="232"/>
                    <a:pt x="409" y="147"/>
                  </a:cubicBezTo>
                  <a:cubicBezTo>
                    <a:pt x="409" y="66"/>
                    <a:pt x="344" y="0"/>
                    <a:pt x="258"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3518;p51">
              <a:extLst>
                <a:ext uri="{FF2B5EF4-FFF2-40B4-BE49-F238E27FC236}">
                  <a16:creationId xmlns:a16="http://schemas.microsoft.com/office/drawing/2014/main" id="{5812EE0A-DC8A-85D0-97C0-A9141ADB1CD5}"/>
                </a:ext>
              </a:extLst>
            </p:cNvPr>
            <p:cNvSpPr/>
            <p:nvPr/>
          </p:nvSpPr>
          <p:spPr>
            <a:xfrm>
              <a:off x="5661800" y="1771500"/>
              <a:ext cx="12500" cy="14550"/>
            </a:xfrm>
            <a:custGeom>
              <a:avLst/>
              <a:gdLst/>
              <a:ahLst/>
              <a:cxnLst/>
              <a:rect l="l" t="t" r="r" b="b"/>
              <a:pathLst>
                <a:path w="500" h="582" extrusionOk="0">
                  <a:moveTo>
                    <a:pt x="167" y="0"/>
                  </a:moveTo>
                  <a:cubicBezTo>
                    <a:pt x="128" y="0"/>
                    <a:pt x="89" y="15"/>
                    <a:pt x="61" y="46"/>
                  </a:cubicBezTo>
                  <a:cubicBezTo>
                    <a:pt x="0" y="101"/>
                    <a:pt x="0" y="197"/>
                    <a:pt x="56" y="258"/>
                  </a:cubicBezTo>
                  <a:cubicBezTo>
                    <a:pt x="106" y="309"/>
                    <a:pt x="157" y="400"/>
                    <a:pt x="192" y="480"/>
                  </a:cubicBezTo>
                  <a:cubicBezTo>
                    <a:pt x="213" y="540"/>
                    <a:pt x="268" y="582"/>
                    <a:pt x="334" y="582"/>
                  </a:cubicBezTo>
                  <a:cubicBezTo>
                    <a:pt x="348" y="582"/>
                    <a:pt x="364" y="576"/>
                    <a:pt x="384" y="571"/>
                  </a:cubicBezTo>
                  <a:cubicBezTo>
                    <a:pt x="460" y="540"/>
                    <a:pt x="500" y="454"/>
                    <a:pt x="474" y="379"/>
                  </a:cubicBezTo>
                  <a:cubicBezTo>
                    <a:pt x="425" y="253"/>
                    <a:pt x="348" y="127"/>
                    <a:pt x="273" y="46"/>
                  </a:cubicBezTo>
                  <a:cubicBezTo>
                    <a:pt x="245" y="15"/>
                    <a:pt x="206" y="0"/>
                    <a:pt x="167"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3519;p51">
              <a:extLst>
                <a:ext uri="{FF2B5EF4-FFF2-40B4-BE49-F238E27FC236}">
                  <a16:creationId xmlns:a16="http://schemas.microsoft.com/office/drawing/2014/main" id="{7120A68A-7146-AF9B-72A3-B8562B5D3DC3}"/>
                </a:ext>
              </a:extLst>
            </p:cNvPr>
            <p:cNvSpPr/>
            <p:nvPr/>
          </p:nvSpPr>
          <p:spPr>
            <a:xfrm>
              <a:off x="5688325" y="1760300"/>
              <a:ext cx="11000" cy="10450"/>
            </a:xfrm>
            <a:custGeom>
              <a:avLst/>
              <a:gdLst/>
              <a:ahLst/>
              <a:cxnLst/>
              <a:rect l="l" t="t" r="r" b="b"/>
              <a:pathLst>
                <a:path w="440" h="418" extrusionOk="0">
                  <a:moveTo>
                    <a:pt x="199" y="1"/>
                  </a:moveTo>
                  <a:cubicBezTo>
                    <a:pt x="177" y="1"/>
                    <a:pt x="153" y="3"/>
                    <a:pt x="126" y="9"/>
                  </a:cubicBezTo>
                  <a:cubicBezTo>
                    <a:pt x="45" y="23"/>
                    <a:pt x="0" y="104"/>
                    <a:pt x="15" y="186"/>
                  </a:cubicBezTo>
                  <a:cubicBezTo>
                    <a:pt x="26" y="242"/>
                    <a:pt x="71" y="282"/>
                    <a:pt x="122" y="296"/>
                  </a:cubicBezTo>
                  <a:cubicBezTo>
                    <a:pt x="131" y="352"/>
                    <a:pt x="177" y="403"/>
                    <a:pt x="238" y="412"/>
                  </a:cubicBezTo>
                  <a:cubicBezTo>
                    <a:pt x="248" y="417"/>
                    <a:pt x="257" y="417"/>
                    <a:pt x="268" y="417"/>
                  </a:cubicBezTo>
                  <a:cubicBezTo>
                    <a:pt x="339" y="417"/>
                    <a:pt x="399" y="368"/>
                    <a:pt x="414" y="296"/>
                  </a:cubicBezTo>
                  <a:cubicBezTo>
                    <a:pt x="439" y="175"/>
                    <a:pt x="399" y="104"/>
                    <a:pt x="359" y="64"/>
                  </a:cubicBezTo>
                  <a:cubicBezTo>
                    <a:pt x="331" y="32"/>
                    <a:pt x="279" y="1"/>
                    <a:pt x="199"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3520;p51">
              <a:extLst>
                <a:ext uri="{FF2B5EF4-FFF2-40B4-BE49-F238E27FC236}">
                  <a16:creationId xmlns:a16="http://schemas.microsoft.com/office/drawing/2014/main" id="{72BB793B-EF9C-E9BA-A59D-D3236D4F5CFE}"/>
                </a:ext>
              </a:extLst>
            </p:cNvPr>
            <p:cNvSpPr/>
            <p:nvPr/>
          </p:nvSpPr>
          <p:spPr>
            <a:xfrm>
              <a:off x="5686925" y="1785850"/>
              <a:ext cx="9625" cy="8550"/>
            </a:xfrm>
            <a:custGeom>
              <a:avLst/>
              <a:gdLst/>
              <a:ahLst/>
              <a:cxnLst/>
              <a:rect l="l" t="t" r="r" b="b"/>
              <a:pathLst>
                <a:path w="385" h="342" extrusionOk="0">
                  <a:moveTo>
                    <a:pt x="176" y="1"/>
                  </a:moveTo>
                  <a:cubicBezTo>
                    <a:pt x="159" y="1"/>
                    <a:pt x="144" y="4"/>
                    <a:pt x="132" y="8"/>
                  </a:cubicBezTo>
                  <a:cubicBezTo>
                    <a:pt x="96" y="17"/>
                    <a:pt x="15" y="53"/>
                    <a:pt x="5" y="179"/>
                  </a:cubicBezTo>
                  <a:cubicBezTo>
                    <a:pt x="1" y="260"/>
                    <a:pt x="66" y="330"/>
                    <a:pt x="147" y="335"/>
                  </a:cubicBezTo>
                  <a:cubicBezTo>
                    <a:pt x="157" y="335"/>
                    <a:pt x="167" y="335"/>
                    <a:pt x="178" y="330"/>
                  </a:cubicBezTo>
                  <a:cubicBezTo>
                    <a:pt x="192" y="335"/>
                    <a:pt x="203" y="341"/>
                    <a:pt x="213" y="341"/>
                  </a:cubicBezTo>
                  <a:cubicBezTo>
                    <a:pt x="243" y="341"/>
                    <a:pt x="273" y="330"/>
                    <a:pt x="299" y="311"/>
                  </a:cubicBezTo>
                  <a:cubicBezTo>
                    <a:pt x="369" y="265"/>
                    <a:pt x="385" y="169"/>
                    <a:pt x="334" y="103"/>
                  </a:cubicBezTo>
                  <a:cubicBezTo>
                    <a:pt x="282" y="24"/>
                    <a:pt x="223" y="1"/>
                    <a:pt x="176"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3521;p51">
              <a:extLst>
                <a:ext uri="{FF2B5EF4-FFF2-40B4-BE49-F238E27FC236}">
                  <a16:creationId xmlns:a16="http://schemas.microsoft.com/office/drawing/2014/main" id="{D2C6CCA9-F064-0F93-C115-0AFE09154FE7}"/>
                </a:ext>
              </a:extLst>
            </p:cNvPr>
            <p:cNvSpPr/>
            <p:nvPr/>
          </p:nvSpPr>
          <p:spPr>
            <a:xfrm>
              <a:off x="5768375" y="1655050"/>
              <a:ext cx="19725" cy="14425"/>
            </a:xfrm>
            <a:custGeom>
              <a:avLst/>
              <a:gdLst/>
              <a:ahLst/>
              <a:cxnLst/>
              <a:rect l="l" t="t" r="r" b="b"/>
              <a:pathLst>
                <a:path w="789" h="577" extrusionOk="0">
                  <a:moveTo>
                    <a:pt x="618" y="0"/>
                  </a:moveTo>
                  <a:cubicBezTo>
                    <a:pt x="596" y="0"/>
                    <a:pt x="573" y="5"/>
                    <a:pt x="552" y="15"/>
                  </a:cubicBezTo>
                  <a:cubicBezTo>
                    <a:pt x="390" y="91"/>
                    <a:pt x="203" y="212"/>
                    <a:pt x="82" y="308"/>
                  </a:cubicBezTo>
                  <a:cubicBezTo>
                    <a:pt x="16" y="359"/>
                    <a:pt x="1" y="455"/>
                    <a:pt x="56" y="520"/>
                  </a:cubicBezTo>
                  <a:cubicBezTo>
                    <a:pt x="87" y="556"/>
                    <a:pt x="128" y="576"/>
                    <a:pt x="173" y="576"/>
                  </a:cubicBezTo>
                  <a:cubicBezTo>
                    <a:pt x="208" y="576"/>
                    <a:pt x="243" y="565"/>
                    <a:pt x="269" y="546"/>
                  </a:cubicBezTo>
                  <a:cubicBezTo>
                    <a:pt x="375" y="460"/>
                    <a:pt x="546" y="353"/>
                    <a:pt x="683" y="288"/>
                  </a:cubicBezTo>
                  <a:cubicBezTo>
                    <a:pt x="759" y="248"/>
                    <a:pt x="789" y="157"/>
                    <a:pt x="754" y="86"/>
                  </a:cubicBezTo>
                  <a:cubicBezTo>
                    <a:pt x="728" y="31"/>
                    <a:pt x="674" y="0"/>
                    <a:pt x="618"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3522;p51">
              <a:extLst>
                <a:ext uri="{FF2B5EF4-FFF2-40B4-BE49-F238E27FC236}">
                  <a16:creationId xmlns:a16="http://schemas.microsoft.com/office/drawing/2014/main" id="{FF71558E-5C8E-D72B-0948-C615E95B554D}"/>
                </a:ext>
              </a:extLst>
            </p:cNvPr>
            <p:cNvSpPr/>
            <p:nvPr/>
          </p:nvSpPr>
          <p:spPr>
            <a:xfrm>
              <a:off x="5789350" y="1690900"/>
              <a:ext cx="19225" cy="10525"/>
            </a:xfrm>
            <a:custGeom>
              <a:avLst/>
              <a:gdLst/>
              <a:ahLst/>
              <a:cxnLst/>
              <a:rect l="l" t="t" r="r" b="b"/>
              <a:pathLst>
                <a:path w="769" h="421" extrusionOk="0">
                  <a:moveTo>
                    <a:pt x="507" y="0"/>
                  </a:moveTo>
                  <a:cubicBezTo>
                    <a:pt x="339" y="0"/>
                    <a:pt x="180" y="56"/>
                    <a:pt x="66" y="157"/>
                  </a:cubicBezTo>
                  <a:cubicBezTo>
                    <a:pt x="6" y="213"/>
                    <a:pt x="1" y="309"/>
                    <a:pt x="57" y="369"/>
                  </a:cubicBezTo>
                  <a:cubicBezTo>
                    <a:pt x="87" y="400"/>
                    <a:pt x="127" y="420"/>
                    <a:pt x="168" y="420"/>
                  </a:cubicBezTo>
                  <a:cubicBezTo>
                    <a:pt x="203" y="420"/>
                    <a:pt x="238" y="411"/>
                    <a:pt x="269" y="380"/>
                  </a:cubicBezTo>
                  <a:cubicBezTo>
                    <a:pt x="327" y="330"/>
                    <a:pt x="425" y="300"/>
                    <a:pt x="526" y="300"/>
                  </a:cubicBezTo>
                  <a:cubicBezTo>
                    <a:pt x="546" y="300"/>
                    <a:pt x="566" y="301"/>
                    <a:pt x="586" y="304"/>
                  </a:cubicBezTo>
                  <a:cubicBezTo>
                    <a:pt x="596" y="306"/>
                    <a:pt x="605" y="306"/>
                    <a:pt x="614" y="306"/>
                  </a:cubicBezTo>
                  <a:cubicBezTo>
                    <a:pt x="685" y="306"/>
                    <a:pt x="750" y="254"/>
                    <a:pt x="759" y="178"/>
                  </a:cubicBezTo>
                  <a:cubicBezTo>
                    <a:pt x="768" y="96"/>
                    <a:pt x="714" y="21"/>
                    <a:pt x="632" y="10"/>
                  </a:cubicBezTo>
                  <a:cubicBezTo>
                    <a:pt x="591" y="3"/>
                    <a:pt x="549" y="0"/>
                    <a:pt x="507"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3523;p51">
              <a:extLst>
                <a:ext uri="{FF2B5EF4-FFF2-40B4-BE49-F238E27FC236}">
                  <a16:creationId xmlns:a16="http://schemas.microsoft.com/office/drawing/2014/main" id="{8704EF3F-95A9-8C39-F59E-E9D550535F48}"/>
                </a:ext>
              </a:extLst>
            </p:cNvPr>
            <p:cNvSpPr/>
            <p:nvPr/>
          </p:nvSpPr>
          <p:spPr>
            <a:xfrm>
              <a:off x="5817525" y="1760500"/>
              <a:ext cx="20000" cy="7475"/>
            </a:xfrm>
            <a:custGeom>
              <a:avLst/>
              <a:gdLst/>
              <a:ahLst/>
              <a:cxnLst/>
              <a:rect l="l" t="t" r="r" b="b"/>
              <a:pathLst>
                <a:path w="800" h="299" extrusionOk="0">
                  <a:moveTo>
                    <a:pt x="152" y="1"/>
                  </a:moveTo>
                  <a:cubicBezTo>
                    <a:pt x="66" y="1"/>
                    <a:pt x="0" y="66"/>
                    <a:pt x="0" y="147"/>
                  </a:cubicBezTo>
                  <a:cubicBezTo>
                    <a:pt x="0" y="227"/>
                    <a:pt x="66" y="299"/>
                    <a:pt x="152" y="299"/>
                  </a:cubicBezTo>
                  <a:lnTo>
                    <a:pt x="653" y="299"/>
                  </a:lnTo>
                  <a:cubicBezTo>
                    <a:pt x="733" y="299"/>
                    <a:pt x="799" y="227"/>
                    <a:pt x="799" y="147"/>
                  </a:cubicBezTo>
                  <a:cubicBezTo>
                    <a:pt x="799" y="66"/>
                    <a:pt x="733" y="1"/>
                    <a:pt x="653"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3524;p51">
              <a:extLst>
                <a:ext uri="{FF2B5EF4-FFF2-40B4-BE49-F238E27FC236}">
                  <a16:creationId xmlns:a16="http://schemas.microsoft.com/office/drawing/2014/main" id="{949DD8B8-2762-1FDF-1F5F-9AE41B971C6E}"/>
                </a:ext>
              </a:extLst>
            </p:cNvPr>
            <p:cNvSpPr/>
            <p:nvPr/>
          </p:nvSpPr>
          <p:spPr>
            <a:xfrm>
              <a:off x="5803250" y="1790875"/>
              <a:ext cx="18075" cy="10325"/>
            </a:xfrm>
            <a:custGeom>
              <a:avLst/>
              <a:gdLst/>
              <a:ahLst/>
              <a:cxnLst/>
              <a:rect l="l" t="t" r="r" b="b"/>
              <a:pathLst>
                <a:path w="723" h="413" extrusionOk="0">
                  <a:moveTo>
                    <a:pt x="174" y="1"/>
                  </a:moveTo>
                  <a:cubicBezTo>
                    <a:pt x="102" y="1"/>
                    <a:pt x="35" y="48"/>
                    <a:pt x="21" y="120"/>
                  </a:cubicBezTo>
                  <a:cubicBezTo>
                    <a:pt x="0" y="201"/>
                    <a:pt x="51" y="281"/>
                    <a:pt x="132" y="301"/>
                  </a:cubicBezTo>
                  <a:cubicBezTo>
                    <a:pt x="258" y="332"/>
                    <a:pt x="384" y="367"/>
                    <a:pt x="506" y="407"/>
                  </a:cubicBezTo>
                  <a:cubicBezTo>
                    <a:pt x="521" y="413"/>
                    <a:pt x="536" y="413"/>
                    <a:pt x="557" y="413"/>
                  </a:cubicBezTo>
                  <a:cubicBezTo>
                    <a:pt x="617" y="413"/>
                    <a:pt x="678" y="377"/>
                    <a:pt x="697" y="311"/>
                  </a:cubicBezTo>
                  <a:cubicBezTo>
                    <a:pt x="723" y="236"/>
                    <a:pt x="683" y="150"/>
                    <a:pt x="602" y="124"/>
                  </a:cubicBezTo>
                  <a:cubicBezTo>
                    <a:pt x="475" y="79"/>
                    <a:pt x="334" y="38"/>
                    <a:pt x="203" y="3"/>
                  </a:cubicBezTo>
                  <a:cubicBezTo>
                    <a:pt x="193" y="1"/>
                    <a:pt x="184" y="1"/>
                    <a:pt x="174"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3525;p51">
              <a:extLst>
                <a:ext uri="{FF2B5EF4-FFF2-40B4-BE49-F238E27FC236}">
                  <a16:creationId xmlns:a16="http://schemas.microsoft.com/office/drawing/2014/main" id="{45F0AB15-3F16-18B1-94E4-4BEDAB65B510}"/>
                </a:ext>
              </a:extLst>
            </p:cNvPr>
            <p:cNvSpPr/>
            <p:nvPr/>
          </p:nvSpPr>
          <p:spPr>
            <a:xfrm>
              <a:off x="5733800" y="1868600"/>
              <a:ext cx="12500" cy="20000"/>
            </a:xfrm>
            <a:custGeom>
              <a:avLst/>
              <a:gdLst/>
              <a:ahLst/>
              <a:cxnLst/>
              <a:rect l="l" t="t" r="r" b="b"/>
              <a:pathLst>
                <a:path w="500" h="800" extrusionOk="0">
                  <a:moveTo>
                    <a:pt x="168" y="1"/>
                  </a:moveTo>
                  <a:cubicBezTo>
                    <a:pt x="148" y="1"/>
                    <a:pt x="129" y="4"/>
                    <a:pt x="110" y="12"/>
                  </a:cubicBezTo>
                  <a:cubicBezTo>
                    <a:pt x="35" y="47"/>
                    <a:pt x="0" y="133"/>
                    <a:pt x="30" y="208"/>
                  </a:cubicBezTo>
                  <a:cubicBezTo>
                    <a:pt x="96" y="360"/>
                    <a:pt x="152" y="527"/>
                    <a:pt x="192" y="683"/>
                  </a:cubicBezTo>
                  <a:cubicBezTo>
                    <a:pt x="207" y="754"/>
                    <a:pt x="268" y="800"/>
                    <a:pt x="338" y="800"/>
                  </a:cubicBezTo>
                  <a:lnTo>
                    <a:pt x="374" y="800"/>
                  </a:lnTo>
                  <a:cubicBezTo>
                    <a:pt x="455" y="774"/>
                    <a:pt x="500" y="693"/>
                    <a:pt x="485" y="613"/>
                  </a:cubicBezTo>
                  <a:cubicBezTo>
                    <a:pt x="439" y="441"/>
                    <a:pt x="378" y="254"/>
                    <a:pt x="308" y="93"/>
                  </a:cubicBezTo>
                  <a:cubicBezTo>
                    <a:pt x="285" y="35"/>
                    <a:pt x="227" y="1"/>
                    <a:pt x="168"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3526;p51">
              <a:extLst>
                <a:ext uri="{FF2B5EF4-FFF2-40B4-BE49-F238E27FC236}">
                  <a16:creationId xmlns:a16="http://schemas.microsoft.com/office/drawing/2014/main" id="{8BFE6AF2-ACC7-AA7C-9A8C-66A5437E6EEE}"/>
                </a:ext>
              </a:extLst>
            </p:cNvPr>
            <p:cNvSpPr/>
            <p:nvPr/>
          </p:nvSpPr>
          <p:spPr>
            <a:xfrm>
              <a:off x="5690825" y="1822850"/>
              <a:ext cx="20750" cy="68550"/>
            </a:xfrm>
            <a:custGeom>
              <a:avLst/>
              <a:gdLst/>
              <a:ahLst/>
              <a:cxnLst/>
              <a:rect l="l" t="t" r="r" b="b"/>
              <a:pathLst>
                <a:path w="830" h="2742" extrusionOk="0">
                  <a:moveTo>
                    <a:pt x="174" y="1"/>
                  </a:moveTo>
                  <a:cubicBezTo>
                    <a:pt x="160" y="1"/>
                    <a:pt x="146" y="3"/>
                    <a:pt x="132" y="7"/>
                  </a:cubicBezTo>
                  <a:cubicBezTo>
                    <a:pt x="52" y="28"/>
                    <a:pt x="1" y="109"/>
                    <a:pt x="22" y="189"/>
                  </a:cubicBezTo>
                  <a:cubicBezTo>
                    <a:pt x="223" y="947"/>
                    <a:pt x="395" y="1786"/>
                    <a:pt x="521" y="2614"/>
                  </a:cubicBezTo>
                  <a:cubicBezTo>
                    <a:pt x="532" y="2690"/>
                    <a:pt x="598" y="2741"/>
                    <a:pt x="668" y="2741"/>
                  </a:cubicBezTo>
                  <a:lnTo>
                    <a:pt x="693" y="2741"/>
                  </a:lnTo>
                  <a:cubicBezTo>
                    <a:pt x="775" y="2726"/>
                    <a:pt x="829" y="2650"/>
                    <a:pt x="819" y="2569"/>
                  </a:cubicBezTo>
                  <a:cubicBezTo>
                    <a:pt x="688" y="1730"/>
                    <a:pt x="511" y="881"/>
                    <a:pt x="314" y="109"/>
                  </a:cubicBezTo>
                  <a:cubicBezTo>
                    <a:pt x="298" y="46"/>
                    <a:pt x="239" y="1"/>
                    <a:pt x="174"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3527;p51">
              <a:extLst>
                <a:ext uri="{FF2B5EF4-FFF2-40B4-BE49-F238E27FC236}">
                  <a16:creationId xmlns:a16="http://schemas.microsoft.com/office/drawing/2014/main" id="{080BB5E6-E9DA-C6A5-1CBE-B7B03F5A6498}"/>
                </a:ext>
              </a:extLst>
            </p:cNvPr>
            <p:cNvSpPr/>
            <p:nvPr/>
          </p:nvSpPr>
          <p:spPr>
            <a:xfrm>
              <a:off x="5706000" y="1906050"/>
              <a:ext cx="11375" cy="13100"/>
            </a:xfrm>
            <a:custGeom>
              <a:avLst/>
              <a:gdLst/>
              <a:ahLst/>
              <a:cxnLst/>
              <a:rect l="l" t="t" r="r" b="b"/>
              <a:pathLst>
                <a:path w="455" h="524" extrusionOk="0">
                  <a:moveTo>
                    <a:pt x="171" y="1"/>
                  </a:moveTo>
                  <a:cubicBezTo>
                    <a:pt x="147" y="1"/>
                    <a:pt x="123" y="7"/>
                    <a:pt x="101" y="20"/>
                  </a:cubicBezTo>
                  <a:cubicBezTo>
                    <a:pt x="26" y="60"/>
                    <a:pt x="0" y="151"/>
                    <a:pt x="40" y="226"/>
                  </a:cubicBezTo>
                  <a:cubicBezTo>
                    <a:pt x="81" y="297"/>
                    <a:pt x="117" y="363"/>
                    <a:pt x="147" y="433"/>
                  </a:cubicBezTo>
                  <a:cubicBezTo>
                    <a:pt x="168" y="494"/>
                    <a:pt x="228" y="524"/>
                    <a:pt x="283" y="524"/>
                  </a:cubicBezTo>
                  <a:cubicBezTo>
                    <a:pt x="303" y="524"/>
                    <a:pt x="324" y="519"/>
                    <a:pt x="343" y="514"/>
                  </a:cubicBezTo>
                  <a:cubicBezTo>
                    <a:pt x="420" y="479"/>
                    <a:pt x="455" y="388"/>
                    <a:pt x="420" y="312"/>
                  </a:cubicBezTo>
                  <a:cubicBezTo>
                    <a:pt x="385" y="232"/>
                    <a:pt x="349" y="155"/>
                    <a:pt x="303" y="80"/>
                  </a:cubicBezTo>
                  <a:cubicBezTo>
                    <a:pt x="276" y="31"/>
                    <a:pt x="224" y="1"/>
                    <a:pt x="171"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3528;p51">
              <a:extLst>
                <a:ext uri="{FF2B5EF4-FFF2-40B4-BE49-F238E27FC236}">
                  <a16:creationId xmlns:a16="http://schemas.microsoft.com/office/drawing/2014/main" id="{265A21D7-881B-7CE9-CD2D-1E16AB28689B}"/>
                </a:ext>
              </a:extLst>
            </p:cNvPr>
            <p:cNvSpPr/>
            <p:nvPr/>
          </p:nvSpPr>
          <p:spPr>
            <a:xfrm>
              <a:off x="5614525" y="1885275"/>
              <a:ext cx="14075" cy="13050"/>
            </a:xfrm>
            <a:custGeom>
              <a:avLst/>
              <a:gdLst/>
              <a:ahLst/>
              <a:cxnLst/>
              <a:rect l="l" t="t" r="r" b="b"/>
              <a:pathLst>
                <a:path w="563" h="522" extrusionOk="0">
                  <a:moveTo>
                    <a:pt x="390" y="0"/>
                  </a:moveTo>
                  <a:cubicBezTo>
                    <a:pt x="360" y="0"/>
                    <a:pt x="330" y="9"/>
                    <a:pt x="304" y="26"/>
                  </a:cubicBezTo>
                  <a:cubicBezTo>
                    <a:pt x="203" y="102"/>
                    <a:pt x="117" y="184"/>
                    <a:pt x="47" y="284"/>
                  </a:cubicBezTo>
                  <a:cubicBezTo>
                    <a:pt x="1" y="355"/>
                    <a:pt x="12" y="446"/>
                    <a:pt x="82" y="497"/>
                  </a:cubicBezTo>
                  <a:cubicBezTo>
                    <a:pt x="108" y="511"/>
                    <a:pt x="143" y="522"/>
                    <a:pt x="168" y="522"/>
                  </a:cubicBezTo>
                  <a:cubicBezTo>
                    <a:pt x="213" y="522"/>
                    <a:pt x="264" y="501"/>
                    <a:pt x="290" y="456"/>
                  </a:cubicBezTo>
                  <a:cubicBezTo>
                    <a:pt x="345" y="385"/>
                    <a:pt x="406" y="324"/>
                    <a:pt x="476" y="269"/>
                  </a:cubicBezTo>
                  <a:cubicBezTo>
                    <a:pt x="547" y="224"/>
                    <a:pt x="562" y="133"/>
                    <a:pt x="511" y="62"/>
                  </a:cubicBezTo>
                  <a:cubicBezTo>
                    <a:pt x="484" y="22"/>
                    <a:pt x="437" y="0"/>
                    <a:pt x="390"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3529;p51">
              <a:extLst>
                <a:ext uri="{FF2B5EF4-FFF2-40B4-BE49-F238E27FC236}">
                  <a16:creationId xmlns:a16="http://schemas.microsoft.com/office/drawing/2014/main" id="{6781D234-3768-39D5-3F9C-105B6AC7CCC4}"/>
                </a:ext>
              </a:extLst>
            </p:cNvPr>
            <p:cNvSpPr/>
            <p:nvPr/>
          </p:nvSpPr>
          <p:spPr>
            <a:xfrm>
              <a:off x="5589675" y="1867225"/>
              <a:ext cx="13925" cy="20100"/>
            </a:xfrm>
            <a:custGeom>
              <a:avLst/>
              <a:gdLst/>
              <a:ahLst/>
              <a:cxnLst/>
              <a:rect l="l" t="t" r="r" b="b"/>
              <a:pathLst>
                <a:path w="557" h="804" extrusionOk="0">
                  <a:moveTo>
                    <a:pt x="385" y="0"/>
                  </a:moveTo>
                  <a:cubicBezTo>
                    <a:pt x="338" y="0"/>
                    <a:pt x="291" y="22"/>
                    <a:pt x="263" y="62"/>
                  </a:cubicBezTo>
                  <a:cubicBezTo>
                    <a:pt x="152" y="228"/>
                    <a:pt x="66" y="415"/>
                    <a:pt x="20" y="612"/>
                  </a:cubicBezTo>
                  <a:cubicBezTo>
                    <a:pt x="1" y="698"/>
                    <a:pt x="46" y="778"/>
                    <a:pt x="127" y="794"/>
                  </a:cubicBezTo>
                  <a:cubicBezTo>
                    <a:pt x="141" y="799"/>
                    <a:pt x="152" y="804"/>
                    <a:pt x="167" y="804"/>
                  </a:cubicBezTo>
                  <a:cubicBezTo>
                    <a:pt x="232" y="804"/>
                    <a:pt x="293" y="754"/>
                    <a:pt x="309" y="687"/>
                  </a:cubicBezTo>
                  <a:cubicBezTo>
                    <a:pt x="354" y="521"/>
                    <a:pt x="419" y="370"/>
                    <a:pt x="510" y="239"/>
                  </a:cubicBezTo>
                  <a:cubicBezTo>
                    <a:pt x="556" y="167"/>
                    <a:pt x="540" y="76"/>
                    <a:pt x="470" y="27"/>
                  </a:cubicBezTo>
                  <a:cubicBezTo>
                    <a:pt x="445" y="9"/>
                    <a:pt x="415" y="0"/>
                    <a:pt x="385"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3530;p51">
              <a:extLst>
                <a:ext uri="{FF2B5EF4-FFF2-40B4-BE49-F238E27FC236}">
                  <a16:creationId xmlns:a16="http://schemas.microsoft.com/office/drawing/2014/main" id="{E3952D7B-D62F-F1A3-6814-F20FCDE0D535}"/>
                </a:ext>
              </a:extLst>
            </p:cNvPr>
            <p:cNvSpPr/>
            <p:nvPr/>
          </p:nvSpPr>
          <p:spPr>
            <a:xfrm>
              <a:off x="5538150" y="1785375"/>
              <a:ext cx="22125" cy="11775"/>
            </a:xfrm>
            <a:custGeom>
              <a:avLst/>
              <a:gdLst/>
              <a:ahLst/>
              <a:cxnLst/>
              <a:rect l="l" t="t" r="r" b="b"/>
              <a:pathLst>
                <a:path w="885" h="471" extrusionOk="0">
                  <a:moveTo>
                    <a:pt x="722" y="1"/>
                  </a:moveTo>
                  <a:cubicBezTo>
                    <a:pt x="719" y="1"/>
                    <a:pt x="715" y="1"/>
                    <a:pt x="712" y="1"/>
                  </a:cubicBezTo>
                  <a:cubicBezTo>
                    <a:pt x="495" y="27"/>
                    <a:pt x="288" y="87"/>
                    <a:pt x="101" y="188"/>
                  </a:cubicBezTo>
                  <a:cubicBezTo>
                    <a:pt x="31" y="223"/>
                    <a:pt x="0" y="314"/>
                    <a:pt x="40" y="390"/>
                  </a:cubicBezTo>
                  <a:cubicBezTo>
                    <a:pt x="71" y="440"/>
                    <a:pt x="122" y="470"/>
                    <a:pt x="171" y="470"/>
                  </a:cubicBezTo>
                  <a:cubicBezTo>
                    <a:pt x="197" y="470"/>
                    <a:pt x="222" y="461"/>
                    <a:pt x="243" y="451"/>
                  </a:cubicBezTo>
                  <a:cubicBezTo>
                    <a:pt x="394" y="370"/>
                    <a:pt x="561" y="319"/>
                    <a:pt x="742" y="299"/>
                  </a:cubicBezTo>
                  <a:cubicBezTo>
                    <a:pt x="829" y="293"/>
                    <a:pt x="884" y="218"/>
                    <a:pt x="879" y="137"/>
                  </a:cubicBezTo>
                  <a:cubicBezTo>
                    <a:pt x="869" y="54"/>
                    <a:pt x="799" y="1"/>
                    <a:pt x="722"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3531;p51">
              <a:extLst>
                <a:ext uri="{FF2B5EF4-FFF2-40B4-BE49-F238E27FC236}">
                  <a16:creationId xmlns:a16="http://schemas.microsoft.com/office/drawing/2014/main" id="{9A497656-9F4F-A405-EAB4-E926FA9660D8}"/>
                </a:ext>
              </a:extLst>
            </p:cNvPr>
            <p:cNvSpPr/>
            <p:nvPr/>
          </p:nvSpPr>
          <p:spPr>
            <a:xfrm>
              <a:off x="5534475" y="1754800"/>
              <a:ext cx="18700" cy="7600"/>
            </a:xfrm>
            <a:custGeom>
              <a:avLst/>
              <a:gdLst/>
              <a:ahLst/>
              <a:cxnLst/>
              <a:rect l="l" t="t" r="r" b="b"/>
              <a:pathLst>
                <a:path w="748" h="304" extrusionOk="0">
                  <a:moveTo>
                    <a:pt x="152" y="1"/>
                  </a:moveTo>
                  <a:cubicBezTo>
                    <a:pt x="71" y="1"/>
                    <a:pt x="1" y="72"/>
                    <a:pt x="1" y="152"/>
                  </a:cubicBezTo>
                  <a:cubicBezTo>
                    <a:pt x="1" y="234"/>
                    <a:pt x="71" y="304"/>
                    <a:pt x="152" y="304"/>
                  </a:cubicBezTo>
                  <a:lnTo>
                    <a:pt x="596" y="304"/>
                  </a:lnTo>
                  <a:cubicBezTo>
                    <a:pt x="677" y="304"/>
                    <a:pt x="748" y="234"/>
                    <a:pt x="748" y="152"/>
                  </a:cubicBezTo>
                  <a:cubicBezTo>
                    <a:pt x="748" y="72"/>
                    <a:pt x="677" y="1"/>
                    <a:pt x="596"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3532;p51">
              <a:extLst>
                <a:ext uri="{FF2B5EF4-FFF2-40B4-BE49-F238E27FC236}">
                  <a16:creationId xmlns:a16="http://schemas.microsoft.com/office/drawing/2014/main" id="{DCB40709-DDCA-9C04-7719-3CFD37ADAD0C}"/>
                </a:ext>
              </a:extLst>
            </p:cNvPr>
            <p:cNvSpPr/>
            <p:nvPr/>
          </p:nvSpPr>
          <p:spPr>
            <a:xfrm>
              <a:off x="5560725" y="1670200"/>
              <a:ext cx="13425" cy="14550"/>
            </a:xfrm>
            <a:custGeom>
              <a:avLst/>
              <a:gdLst/>
              <a:ahLst/>
              <a:cxnLst/>
              <a:rect l="l" t="t" r="r" b="b"/>
              <a:pathLst>
                <a:path w="537" h="582" extrusionOk="0">
                  <a:moveTo>
                    <a:pt x="158" y="0"/>
                  </a:moveTo>
                  <a:cubicBezTo>
                    <a:pt x="77" y="0"/>
                    <a:pt x="7" y="66"/>
                    <a:pt x="7" y="147"/>
                  </a:cubicBezTo>
                  <a:cubicBezTo>
                    <a:pt x="1" y="390"/>
                    <a:pt x="143" y="556"/>
                    <a:pt x="364" y="581"/>
                  </a:cubicBezTo>
                  <a:lnTo>
                    <a:pt x="380" y="581"/>
                  </a:lnTo>
                  <a:cubicBezTo>
                    <a:pt x="455" y="581"/>
                    <a:pt x="522" y="526"/>
                    <a:pt x="527" y="444"/>
                  </a:cubicBezTo>
                  <a:cubicBezTo>
                    <a:pt x="537" y="364"/>
                    <a:pt x="476" y="288"/>
                    <a:pt x="395" y="283"/>
                  </a:cubicBezTo>
                  <a:cubicBezTo>
                    <a:pt x="360" y="278"/>
                    <a:pt x="304" y="273"/>
                    <a:pt x="310" y="157"/>
                  </a:cubicBezTo>
                  <a:cubicBezTo>
                    <a:pt x="310" y="76"/>
                    <a:pt x="243" y="5"/>
                    <a:pt x="163"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3533;p51">
              <a:extLst>
                <a:ext uri="{FF2B5EF4-FFF2-40B4-BE49-F238E27FC236}">
                  <a16:creationId xmlns:a16="http://schemas.microsoft.com/office/drawing/2014/main" id="{8857BEB4-3B73-D65B-8440-7021DF48DF8F}"/>
                </a:ext>
              </a:extLst>
            </p:cNvPr>
            <p:cNvSpPr/>
            <p:nvPr/>
          </p:nvSpPr>
          <p:spPr>
            <a:xfrm>
              <a:off x="5593825" y="1674475"/>
              <a:ext cx="50050" cy="40825"/>
            </a:xfrm>
            <a:custGeom>
              <a:avLst/>
              <a:gdLst/>
              <a:ahLst/>
              <a:cxnLst/>
              <a:rect l="l" t="t" r="r" b="b"/>
              <a:pathLst>
                <a:path w="2002" h="1633" extrusionOk="0">
                  <a:moveTo>
                    <a:pt x="167" y="0"/>
                  </a:moveTo>
                  <a:cubicBezTo>
                    <a:pt x="129" y="0"/>
                    <a:pt x="90" y="16"/>
                    <a:pt x="61" y="47"/>
                  </a:cubicBezTo>
                  <a:cubicBezTo>
                    <a:pt x="1" y="102"/>
                    <a:pt x="1" y="198"/>
                    <a:pt x="61" y="254"/>
                  </a:cubicBezTo>
                  <a:cubicBezTo>
                    <a:pt x="511" y="709"/>
                    <a:pt x="1071" y="1219"/>
                    <a:pt x="1754" y="1607"/>
                  </a:cubicBezTo>
                  <a:cubicBezTo>
                    <a:pt x="1780" y="1623"/>
                    <a:pt x="1805" y="1633"/>
                    <a:pt x="1829" y="1633"/>
                  </a:cubicBezTo>
                  <a:cubicBezTo>
                    <a:pt x="1880" y="1633"/>
                    <a:pt x="1931" y="1602"/>
                    <a:pt x="1957" y="1557"/>
                  </a:cubicBezTo>
                  <a:cubicBezTo>
                    <a:pt x="2002" y="1481"/>
                    <a:pt x="1976" y="1390"/>
                    <a:pt x="1906" y="1350"/>
                  </a:cubicBezTo>
                  <a:cubicBezTo>
                    <a:pt x="1249" y="977"/>
                    <a:pt x="708" y="476"/>
                    <a:pt x="269" y="42"/>
                  </a:cubicBezTo>
                  <a:cubicBezTo>
                    <a:pt x="241" y="14"/>
                    <a:pt x="205" y="0"/>
                    <a:pt x="167"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3534;p51">
              <a:extLst>
                <a:ext uri="{FF2B5EF4-FFF2-40B4-BE49-F238E27FC236}">
                  <a16:creationId xmlns:a16="http://schemas.microsoft.com/office/drawing/2014/main" id="{5E9AE97A-362F-70CE-F3CA-5CCF9E91BAFC}"/>
                </a:ext>
              </a:extLst>
            </p:cNvPr>
            <p:cNvSpPr/>
            <p:nvPr/>
          </p:nvSpPr>
          <p:spPr>
            <a:xfrm>
              <a:off x="5578550" y="1654975"/>
              <a:ext cx="15300" cy="13100"/>
            </a:xfrm>
            <a:custGeom>
              <a:avLst/>
              <a:gdLst/>
              <a:ahLst/>
              <a:cxnLst/>
              <a:rect l="l" t="t" r="r" b="b"/>
              <a:pathLst>
                <a:path w="612" h="524" extrusionOk="0">
                  <a:moveTo>
                    <a:pt x="165" y="0"/>
                  </a:moveTo>
                  <a:cubicBezTo>
                    <a:pt x="125" y="0"/>
                    <a:pt x="85" y="17"/>
                    <a:pt x="56" y="48"/>
                  </a:cubicBezTo>
                  <a:cubicBezTo>
                    <a:pt x="1" y="109"/>
                    <a:pt x="1" y="200"/>
                    <a:pt x="61" y="260"/>
                  </a:cubicBezTo>
                  <a:cubicBezTo>
                    <a:pt x="152" y="346"/>
                    <a:pt x="253" y="428"/>
                    <a:pt x="360" y="498"/>
                  </a:cubicBezTo>
                  <a:cubicBezTo>
                    <a:pt x="385" y="519"/>
                    <a:pt x="415" y="523"/>
                    <a:pt x="446" y="523"/>
                  </a:cubicBezTo>
                  <a:cubicBezTo>
                    <a:pt x="491" y="523"/>
                    <a:pt x="541" y="498"/>
                    <a:pt x="567" y="458"/>
                  </a:cubicBezTo>
                  <a:cubicBezTo>
                    <a:pt x="612" y="386"/>
                    <a:pt x="597" y="295"/>
                    <a:pt x="526" y="251"/>
                  </a:cubicBezTo>
                  <a:cubicBezTo>
                    <a:pt x="435" y="185"/>
                    <a:pt x="349" y="120"/>
                    <a:pt x="269" y="43"/>
                  </a:cubicBezTo>
                  <a:cubicBezTo>
                    <a:pt x="240" y="14"/>
                    <a:pt x="202" y="0"/>
                    <a:pt x="165"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3535;p51">
              <a:extLst>
                <a:ext uri="{FF2B5EF4-FFF2-40B4-BE49-F238E27FC236}">
                  <a16:creationId xmlns:a16="http://schemas.microsoft.com/office/drawing/2014/main" id="{290455BD-8D61-BAD1-870F-4D348816F411}"/>
                </a:ext>
              </a:extLst>
            </p:cNvPr>
            <p:cNvSpPr/>
            <p:nvPr/>
          </p:nvSpPr>
          <p:spPr>
            <a:xfrm>
              <a:off x="5657875" y="1616100"/>
              <a:ext cx="9375" cy="21525"/>
            </a:xfrm>
            <a:custGeom>
              <a:avLst/>
              <a:gdLst/>
              <a:ahLst/>
              <a:cxnLst/>
              <a:rect l="l" t="t" r="r" b="b"/>
              <a:pathLst>
                <a:path w="375" h="861" extrusionOk="0">
                  <a:moveTo>
                    <a:pt x="162" y="0"/>
                  </a:moveTo>
                  <a:cubicBezTo>
                    <a:pt x="157" y="0"/>
                    <a:pt x="151" y="1"/>
                    <a:pt x="146" y="1"/>
                  </a:cubicBezTo>
                  <a:cubicBezTo>
                    <a:pt x="66" y="7"/>
                    <a:pt x="1" y="78"/>
                    <a:pt x="6" y="159"/>
                  </a:cubicBezTo>
                  <a:cubicBezTo>
                    <a:pt x="11" y="360"/>
                    <a:pt x="31" y="542"/>
                    <a:pt x="62" y="735"/>
                  </a:cubicBezTo>
                  <a:cubicBezTo>
                    <a:pt x="76" y="810"/>
                    <a:pt x="137" y="861"/>
                    <a:pt x="207" y="861"/>
                  </a:cubicBezTo>
                  <a:cubicBezTo>
                    <a:pt x="218" y="861"/>
                    <a:pt x="228" y="861"/>
                    <a:pt x="237" y="856"/>
                  </a:cubicBezTo>
                  <a:cubicBezTo>
                    <a:pt x="319" y="845"/>
                    <a:pt x="374" y="765"/>
                    <a:pt x="359" y="684"/>
                  </a:cubicBezTo>
                  <a:cubicBezTo>
                    <a:pt x="328" y="502"/>
                    <a:pt x="314" y="335"/>
                    <a:pt x="304" y="148"/>
                  </a:cubicBezTo>
                  <a:cubicBezTo>
                    <a:pt x="304" y="67"/>
                    <a:pt x="237" y="0"/>
                    <a:pt x="162"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3536;p51">
              <a:extLst>
                <a:ext uri="{FF2B5EF4-FFF2-40B4-BE49-F238E27FC236}">
                  <a16:creationId xmlns:a16="http://schemas.microsoft.com/office/drawing/2014/main" id="{FD5BE3B0-F6EF-11CD-CD3C-7BB4045C58E1}"/>
                </a:ext>
              </a:extLst>
            </p:cNvPr>
            <p:cNvSpPr/>
            <p:nvPr/>
          </p:nvSpPr>
          <p:spPr>
            <a:xfrm>
              <a:off x="5688450" y="1618900"/>
              <a:ext cx="7600" cy="15950"/>
            </a:xfrm>
            <a:custGeom>
              <a:avLst/>
              <a:gdLst/>
              <a:ahLst/>
              <a:cxnLst/>
              <a:rect l="l" t="t" r="r" b="b"/>
              <a:pathLst>
                <a:path w="304" h="638" extrusionOk="0">
                  <a:moveTo>
                    <a:pt x="152" y="1"/>
                  </a:moveTo>
                  <a:cubicBezTo>
                    <a:pt x="71" y="1"/>
                    <a:pt x="0" y="71"/>
                    <a:pt x="0" y="152"/>
                  </a:cubicBezTo>
                  <a:lnTo>
                    <a:pt x="0" y="486"/>
                  </a:lnTo>
                  <a:cubicBezTo>
                    <a:pt x="0" y="572"/>
                    <a:pt x="71" y="637"/>
                    <a:pt x="152" y="637"/>
                  </a:cubicBezTo>
                  <a:cubicBezTo>
                    <a:pt x="238" y="637"/>
                    <a:pt x="303" y="572"/>
                    <a:pt x="303" y="486"/>
                  </a:cubicBezTo>
                  <a:lnTo>
                    <a:pt x="303" y="152"/>
                  </a:lnTo>
                  <a:cubicBezTo>
                    <a:pt x="303" y="71"/>
                    <a:pt x="238" y="1"/>
                    <a:pt x="152"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71" name="Google Shape;3537;p51">
            <a:extLst>
              <a:ext uri="{FF2B5EF4-FFF2-40B4-BE49-F238E27FC236}">
                <a16:creationId xmlns:a16="http://schemas.microsoft.com/office/drawing/2014/main" id="{33667B6D-0488-CE9B-32A6-76875B0D913E}"/>
              </a:ext>
            </a:extLst>
          </p:cNvPr>
          <p:cNvGrpSpPr/>
          <p:nvPr/>
        </p:nvGrpSpPr>
        <p:grpSpPr>
          <a:xfrm>
            <a:off x="8178222" y="3492182"/>
            <a:ext cx="387410" cy="326928"/>
            <a:chOff x="6868725" y="988525"/>
            <a:chExt cx="187575" cy="182475"/>
          </a:xfrm>
        </p:grpSpPr>
        <p:sp>
          <p:nvSpPr>
            <p:cNvPr id="2072" name="Google Shape;3538;p51">
              <a:extLst>
                <a:ext uri="{FF2B5EF4-FFF2-40B4-BE49-F238E27FC236}">
                  <a16:creationId xmlns:a16="http://schemas.microsoft.com/office/drawing/2014/main" id="{0F050A9B-276E-7158-CAB1-11C5D019812C}"/>
                </a:ext>
              </a:extLst>
            </p:cNvPr>
            <p:cNvSpPr/>
            <p:nvPr/>
          </p:nvSpPr>
          <p:spPr>
            <a:xfrm>
              <a:off x="6868725" y="988525"/>
              <a:ext cx="187575" cy="182475"/>
            </a:xfrm>
            <a:custGeom>
              <a:avLst/>
              <a:gdLst/>
              <a:ahLst/>
              <a:cxnLst/>
              <a:rect l="l" t="t" r="r" b="b"/>
              <a:pathLst>
                <a:path w="7503" h="7299" extrusionOk="0">
                  <a:moveTo>
                    <a:pt x="3644" y="189"/>
                  </a:moveTo>
                  <a:cubicBezTo>
                    <a:pt x="3812" y="189"/>
                    <a:pt x="3969" y="282"/>
                    <a:pt x="4108" y="459"/>
                  </a:cubicBezTo>
                  <a:cubicBezTo>
                    <a:pt x="4527" y="999"/>
                    <a:pt x="4285" y="2136"/>
                    <a:pt x="4007" y="2828"/>
                  </a:cubicBezTo>
                  <a:cubicBezTo>
                    <a:pt x="3977" y="2812"/>
                    <a:pt x="3946" y="2798"/>
                    <a:pt x="3911" y="2788"/>
                  </a:cubicBezTo>
                  <a:cubicBezTo>
                    <a:pt x="3926" y="2777"/>
                    <a:pt x="3936" y="2762"/>
                    <a:pt x="3936" y="2747"/>
                  </a:cubicBezTo>
                  <a:cubicBezTo>
                    <a:pt x="3991" y="2485"/>
                    <a:pt x="4012" y="2196"/>
                    <a:pt x="4007" y="1828"/>
                  </a:cubicBezTo>
                  <a:cubicBezTo>
                    <a:pt x="4007" y="1792"/>
                    <a:pt x="3982" y="1762"/>
                    <a:pt x="3946" y="1762"/>
                  </a:cubicBezTo>
                  <a:cubicBezTo>
                    <a:pt x="3911" y="1762"/>
                    <a:pt x="3881" y="1792"/>
                    <a:pt x="3881" y="1828"/>
                  </a:cubicBezTo>
                  <a:cubicBezTo>
                    <a:pt x="3886" y="2191"/>
                    <a:pt x="3865" y="2464"/>
                    <a:pt x="3814" y="2721"/>
                  </a:cubicBezTo>
                  <a:cubicBezTo>
                    <a:pt x="3809" y="2737"/>
                    <a:pt x="3814" y="2747"/>
                    <a:pt x="3820" y="2762"/>
                  </a:cubicBezTo>
                  <a:cubicBezTo>
                    <a:pt x="3782" y="2754"/>
                    <a:pt x="3743" y="2750"/>
                    <a:pt x="3703" y="2750"/>
                  </a:cubicBezTo>
                  <a:cubicBezTo>
                    <a:pt x="3649" y="2750"/>
                    <a:pt x="3594" y="2757"/>
                    <a:pt x="3541" y="2772"/>
                  </a:cubicBezTo>
                  <a:lnTo>
                    <a:pt x="3541" y="2752"/>
                  </a:lnTo>
                  <a:cubicBezTo>
                    <a:pt x="3537" y="2676"/>
                    <a:pt x="3527" y="2595"/>
                    <a:pt x="3522" y="2515"/>
                  </a:cubicBezTo>
                  <a:cubicBezTo>
                    <a:pt x="3501" y="2273"/>
                    <a:pt x="3481" y="2030"/>
                    <a:pt x="3451" y="1797"/>
                  </a:cubicBezTo>
                  <a:cubicBezTo>
                    <a:pt x="3446" y="1765"/>
                    <a:pt x="3420" y="1741"/>
                    <a:pt x="3389" y="1741"/>
                  </a:cubicBezTo>
                  <a:cubicBezTo>
                    <a:pt x="3386" y="1741"/>
                    <a:pt x="3383" y="1741"/>
                    <a:pt x="3380" y="1742"/>
                  </a:cubicBezTo>
                  <a:cubicBezTo>
                    <a:pt x="3345" y="1746"/>
                    <a:pt x="3320" y="1777"/>
                    <a:pt x="3324" y="1812"/>
                  </a:cubicBezTo>
                  <a:cubicBezTo>
                    <a:pt x="3355" y="2040"/>
                    <a:pt x="3375" y="2287"/>
                    <a:pt x="3396" y="2525"/>
                  </a:cubicBezTo>
                  <a:cubicBezTo>
                    <a:pt x="3401" y="2606"/>
                    <a:pt x="3411" y="2686"/>
                    <a:pt x="3415" y="2762"/>
                  </a:cubicBezTo>
                  <a:cubicBezTo>
                    <a:pt x="3415" y="2777"/>
                    <a:pt x="3426" y="2788"/>
                    <a:pt x="3431" y="2798"/>
                  </a:cubicBezTo>
                  <a:cubicBezTo>
                    <a:pt x="3406" y="2802"/>
                    <a:pt x="3385" y="2807"/>
                    <a:pt x="3366" y="2812"/>
                  </a:cubicBezTo>
                  <a:cubicBezTo>
                    <a:pt x="3360" y="2798"/>
                    <a:pt x="3355" y="2788"/>
                    <a:pt x="3350" y="2777"/>
                  </a:cubicBezTo>
                  <a:lnTo>
                    <a:pt x="3320" y="2727"/>
                  </a:lnTo>
                  <a:cubicBezTo>
                    <a:pt x="3269" y="2651"/>
                    <a:pt x="3214" y="2570"/>
                    <a:pt x="3153" y="2485"/>
                  </a:cubicBezTo>
                  <a:cubicBezTo>
                    <a:pt x="2976" y="1969"/>
                    <a:pt x="2885" y="1282"/>
                    <a:pt x="2965" y="898"/>
                  </a:cubicBezTo>
                  <a:cubicBezTo>
                    <a:pt x="3037" y="550"/>
                    <a:pt x="3280" y="261"/>
                    <a:pt x="3541" y="200"/>
                  </a:cubicBezTo>
                  <a:cubicBezTo>
                    <a:pt x="3576" y="193"/>
                    <a:pt x="3610" y="189"/>
                    <a:pt x="3644" y="189"/>
                  </a:cubicBezTo>
                  <a:close/>
                  <a:moveTo>
                    <a:pt x="1339" y="1226"/>
                  </a:moveTo>
                  <a:cubicBezTo>
                    <a:pt x="1995" y="1226"/>
                    <a:pt x="2582" y="1979"/>
                    <a:pt x="2986" y="2570"/>
                  </a:cubicBezTo>
                  <a:cubicBezTo>
                    <a:pt x="3026" y="2691"/>
                    <a:pt x="3072" y="2798"/>
                    <a:pt x="3123" y="2893"/>
                  </a:cubicBezTo>
                  <a:cubicBezTo>
                    <a:pt x="3037" y="2933"/>
                    <a:pt x="2972" y="2984"/>
                    <a:pt x="2916" y="3030"/>
                  </a:cubicBezTo>
                  <a:cubicBezTo>
                    <a:pt x="2870" y="3005"/>
                    <a:pt x="2825" y="2980"/>
                    <a:pt x="2779" y="2954"/>
                  </a:cubicBezTo>
                  <a:cubicBezTo>
                    <a:pt x="2536" y="2823"/>
                    <a:pt x="2305" y="2697"/>
                    <a:pt x="2132" y="2485"/>
                  </a:cubicBezTo>
                  <a:cubicBezTo>
                    <a:pt x="2118" y="2471"/>
                    <a:pt x="2100" y="2463"/>
                    <a:pt x="2082" y="2463"/>
                  </a:cubicBezTo>
                  <a:cubicBezTo>
                    <a:pt x="2067" y="2463"/>
                    <a:pt x="2053" y="2468"/>
                    <a:pt x="2042" y="2479"/>
                  </a:cubicBezTo>
                  <a:cubicBezTo>
                    <a:pt x="2016" y="2499"/>
                    <a:pt x="2011" y="2539"/>
                    <a:pt x="2037" y="2565"/>
                  </a:cubicBezTo>
                  <a:cubicBezTo>
                    <a:pt x="2223" y="2793"/>
                    <a:pt x="2461" y="2924"/>
                    <a:pt x="2718" y="3066"/>
                  </a:cubicBezTo>
                  <a:cubicBezTo>
                    <a:pt x="2708" y="3066"/>
                    <a:pt x="2704" y="3061"/>
                    <a:pt x="2699" y="3061"/>
                  </a:cubicBezTo>
                  <a:cubicBezTo>
                    <a:pt x="2032" y="2984"/>
                    <a:pt x="1510" y="2758"/>
                    <a:pt x="1142" y="2383"/>
                  </a:cubicBezTo>
                  <a:cubicBezTo>
                    <a:pt x="859" y="2096"/>
                    <a:pt x="717" y="1701"/>
                    <a:pt x="813" y="1469"/>
                  </a:cubicBezTo>
                  <a:cubicBezTo>
                    <a:pt x="894" y="1266"/>
                    <a:pt x="1142" y="1226"/>
                    <a:pt x="1339" y="1226"/>
                  </a:cubicBezTo>
                  <a:close/>
                  <a:moveTo>
                    <a:pt x="5659" y="1275"/>
                  </a:moveTo>
                  <a:cubicBezTo>
                    <a:pt x="5866" y="1275"/>
                    <a:pt x="6070" y="1341"/>
                    <a:pt x="6225" y="1464"/>
                  </a:cubicBezTo>
                  <a:cubicBezTo>
                    <a:pt x="6412" y="1611"/>
                    <a:pt x="6507" y="1818"/>
                    <a:pt x="6503" y="2049"/>
                  </a:cubicBezTo>
                  <a:cubicBezTo>
                    <a:pt x="6493" y="2661"/>
                    <a:pt x="5831" y="3055"/>
                    <a:pt x="5184" y="3328"/>
                  </a:cubicBezTo>
                  <a:cubicBezTo>
                    <a:pt x="4987" y="3399"/>
                    <a:pt x="4800" y="3469"/>
                    <a:pt x="4639" y="3535"/>
                  </a:cubicBezTo>
                  <a:lnTo>
                    <a:pt x="4497" y="3591"/>
                  </a:lnTo>
                  <a:cubicBezTo>
                    <a:pt x="4481" y="3505"/>
                    <a:pt x="4462" y="3418"/>
                    <a:pt x="4431" y="3343"/>
                  </a:cubicBezTo>
                  <a:lnTo>
                    <a:pt x="4431" y="3338"/>
                  </a:lnTo>
                  <a:cubicBezTo>
                    <a:pt x="4674" y="3101"/>
                    <a:pt x="5118" y="2879"/>
                    <a:pt x="5300" y="2793"/>
                  </a:cubicBezTo>
                  <a:cubicBezTo>
                    <a:pt x="5330" y="2777"/>
                    <a:pt x="5346" y="2737"/>
                    <a:pt x="5330" y="2707"/>
                  </a:cubicBezTo>
                  <a:cubicBezTo>
                    <a:pt x="5319" y="2685"/>
                    <a:pt x="5295" y="2670"/>
                    <a:pt x="5271" y="2670"/>
                  </a:cubicBezTo>
                  <a:cubicBezTo>
                    <a:pt x="5262" y="2670"/>
                    <a:pt x="5253" y="2672"/>
                    <a:pt x="5245" y="2676"/>
                  </a:cubicBezTo>
                  <a:cubicBezTo>
                    <a:pt x="5022" y="2782"/>
                    <a:pt x="4623" y="2989"/>
                    <a:pt x="4371" y="3222"/>
                  </a:cubicBezTo>
                  <a:cubicBezTo>
                    <a:pt x="4371" y="3212"/>
                    <a:pt x="4366" y="3201"/>
                    <a:pt x="4360" y="3192"/>
                  </a:cubicBezTo>
                  <a:lnTo>
                    <a:pt x="4366" y="3192"/>
                  </a:lnTo>
                  <a:cubicBezTo>
                    <a:pt x="4385" y="3192"/>
                    <a:pt x="4411" y="3182"/>
                    <a:pt x="4421" y="3157"/>
                  </a:cubicBezTo>
                  <a:cubicBezTo>
                    <a:pt x="4562" y="2863"/>
                    <a:pt x="4714" y="2590"/>
                    <a:pt x="4957" y="2413"/>
                  </a:cubicBezTo>
                  <a:cubicBezTo>
                    <a:pt x="4987" y="2394"/>
                    <a:pt x="4992" y="2353"/>
                    <a:pt x="4972" y="2327"/>
                  </a:cubicBezTo>
                  <a:cubicBezTo>
                    <a:pt x="4960" y="2309"/>
                    <a:pt x="4943" y="2300"/>
                    <a:pt x="4924" y="2300"/>
                  </a:cubicBezTo>
                  <a:cubicBezTo>
                    <a:pt x="4912" y="2300"/>
                    <a:pt x="4898" y="2304"/>
                    <a:pt x="4886" y="2313"/>
                  </a:cubicBezTo>
                  <a:cubicBezTo>
                    <a:pt x="4613" y="2504"/>
                    <a:pt x="4457" y="2793"/>
                    <a:pt x="4310" y="3101"/>
                  </a:cubicBezTo>
                  <a:lnTo>
                    <a:pt x="4305" y="3106"/>
                  </a:lnTo>
                  <a:cubicBezTo>
                    <a:pt x="4275" y="3061"/>
                    <a:pt x="4239" y="3015"/>
                    <a:pt x="4199" y="2975"/>
                  </a:cubicBezTo>
                  <a:lnTo>
                    <a:pt x="4199" y="2970"/>
                  </a:lnTo>
                  <a:cubicBezTo>
                    <a:pt x="4371" y="2277"/>
                    <a:pt x="4826" y="1464"/>
                    <a:pt x="5411" y="1307"/>
                  </a:cubicBezTo>
                  <a:cubicBezTo>
                    <a:pt x="5492" y="1286"/>
                    <a:pt x="5576" y="1275"/>
                    <a:pt x="5659" y="1275"/>
                  </a:cubicBezTo>
                  <a:close/>
                  <a:moveTo>
                    <a:pt x="3709" y="2873"/>
                  </a:moveTo>
                  <a:cubicBezTo>
                    <a:pt x="3809" y="2873"/>
                    <a:pt x="3900" y="2909"/>
                    <a:pt x="3966" y="2949"/>
                  </a:cubicBezTo>
                  <a:cubicBezTo>
                    <a:pt x="3972" y="2984"/>
                    <a:pt x="3991" y="3015"/>
                    <a:pt x="4022" y="3030"/>
                  </a:cubicBezTo>
                  <a:cubicBezTo>
                    <a:pt x="4034" y="3036"/>
                    <a:pt x="4046" y="3038"/>
                    <a:pt x="4058" y="3038"/>
                  </a:cubicBezTo>
                  <a:cubicBezTo>
                    <a:pt x="4066" y="3038"/>
                    <a:pt x="4074" y="3037"/>
                    <a:pt x="4082" y="3035"/>
                  </a:cubicBezTo>
                  <a:cubicBezTo>
                    <a:pt x="4234" y="3176"/>
                    <a:pt x="4345" y="3404"/>
                    <a:pt x="4376" y="3642"/>
                  </a:cubicBezTo>
                  <a:cubicBezTo>
                    <a:pt x="4385" y="3702"/>
                    <a:pt x="4385" y="3768"/>
                    <a:pt x="4385" y="3833"/>
                  </a:cubicBezTo>
                  <a:cubicBezTo>
                    <a:pt x="4376" y="3975"/>
                    <a:pt x="4341" y="4116"/>
                    <a:pt x="4259" y="4237"/>
                  </a:cubicBezTo>
                  <a:cubicBezTo>
                    <a:pt x="4098" y="4486"/>
                    <a:pt x="3897" y="4616"/>
                    <a:pt x="3679" y="4616"/>
                  </a:cubicBezTo>
                  <a:cubicBezTo>
                    <a:pt x="3609" y="4616"/>
                    <a:pt x="3538" y="4603"/>
                    <a:pt x="3466" y="4576"/>
                  </a:cubicBezTo>
                  <a:cubicBezTo>
                    <a:pt x="3254" y="4495"/>
                    <a:pt x="3067" y="4318"/>
                    <a:pt x="2946" y="4101"/>
                  </a:cubicBezTo>
                  <a:cubicBezTo>
                    <a:pt x="2941" y="4085"/>
                    <a:pt x="2935" y="4066"/>
                    <a:pt x="2925" y="4050"/>
                  </a:cubicBezTo>
                  <a:cubicBezTo>
                    <a:pt x="2921" y="4045"/>
                    <a:pt x="2916" y="4041"/>
                    <a:pt x="2911" y="4036"/>
                  </a:cubicBezTo>
                  <a:cubicBezTo>
                    <a:pt x="2911" y="4036"/>
                    <a:pt x="2905" y="4036"/>
                    <a:pt x="2905" y="4031"/>
                  </a:cubicBezTo>
                  <a:cubicBezTo>
                    <a:pt x="2820" y="3859"/>
                    <a:pt x="2779" y="3667"/>
                    <a:pt x="2804" y="3495"/>
                  </a:cubicBezTo>
                  <a:cubicBezTo>
                    <a:pt x="2835" y="3297"/>
                    <a:pt x="2941" y="3146"/>
                    <a:pt x="3117" y="3045"/>
                  </a:cubicBezTo>
                  <a:lnTo>
                    <a:pt x="3117" y="3045"/>
                  </a:lnTo>
                  <a:cubicBezTo>
                    <a:pt x="3112" y="3061"/>
                    <a:pt x="3112" y="3080"/>
                    <a:pt x="3123" y="3096"/>
                  </a:cubicBezTo>
                  <a:cubicBezTo>
                    <a:pt x="3135" y="3115"/>
                    <a:pt x="3154" y="3124"/>
                    <a:pt x="3174" y="3124"/>
                  </a:cubicBezTo>
                  <a:cubicBezTo>
                    <a:pt x="3185" y="3124"/>
                    <a:pt x="3197" y="3121"/>
                    <a:pt x="3208" y="3115"/>
                  </a:cubicBezTo>
                  <a:lnTo>
                    <a:pt x="3264" y="3080"/>
                  </a:lnTo>
                  <a:cubicBezTo>
                    <a:pt x="3275" y="3070"/>
                    <a:pt x="3280" y="3066"/>
                    <a:pt x="3289" y="3061"/>
                  </a:cubicBezTo>
                  <a:cubicBezTo>
                    <a:pt x="3299" y="3061"/>
                    <a:pt x="3310" y="3055"/>
                    <a:pt x="3320" y="3050"/>
                  </a:cubicBezTo>
                  <a:cubicBezTo>
                    <a:pt x="3340" y="3035"/>
                    <a:pt x="3350" y="3020"/>
                    <a:pt x="3355" y="3005"/>
                  </a:cubicBezTo>
                  <a:cubicBezTo>
                    <a:pt x="3420" y="2959"/>
                    <a:pt x="3476" y="2924"/>
                    <a:pt x="3537" y="2903"/>
                  </a:cubicBezTo>
                  <a:cubicBezTo>
                    <a:pt x="3578" y="2898"/>
                    <a:pt x="3623" y="2893"/>
                    <a:pt x="3669" y="2893"/>
                  </a:cubicBezTo>
                  <a:cubicBezTo>
                    <a:pt x="3683" y="2889"/>
                    <a:pt x="3699" y="2884"/>
                    <a:pt x="3709" y="2873"/>
                  </a:cubicBezTo>
                  <a:close/>
                  <a:moveTo>
                    <a:pt x="2748" y="3085"/>
                  </a:moveTo>
                  <a:lnTo>
                    <a:pt x="2748" y="3085"/>
                  </a:lnTo>
                  <a:cubicBezTo>
                    <a:pt x="2774" y="3096"/>
                    <a:pt x="2799" y="3110"/>
                    <a:pt x="2825" y="3126"/>
                  </a:cubicBezTo>
                  <a:cubicBezTo>
                    <a:pt x="2764" y="3206"/>
                    <a:pt x="2723" y="3292"/>
                    <a:pt x="2704" y="3369"/>
                  </a:cubicBezTo>
                  <a:cubicBezTo>
                    <a:pt x="2668" y="3366"/>
                    <a:pt x="2632" y="3364"/>
                    <a:pt x="2597" y="3364"/>
                  </a:cubicBezTo>
                  <a:cubicBezTo>
                    <a:pt x="2445" y="3364"/>
                    <a:pt x="2303" y="3390"/>
                    <a:pt x="2163" y="3418"/>
                  </a:cubicBezTo>
                  <a:cubicBezTo>
                    <a:pt x="2067" y="3434"/>
                    <a:pt x="1965" y="3455"/>
                    <a:pt x="1869" y="3465"/>
                  </a:cubicBezTo>
                  <a:cubicBezTo>
                    <a:pt x="1834" y="3465"/>
                    <a:pt x="1809" y="3500"/>
                    <a:pt x="1809" y="3530"/>
                  </a:cubicBezTo>
                  <a:cubicBezTo>
                    <a:pt x="1814" y="3565"/>
                    <a:pt x="1839" y="3591"/>
                    <a:pt x="1874" y="3591"/>
                  </a:cubicBezTo>
                  <a:lnTo>
                    <a:pt x="1880" y="3591"/>
                  </a:lnTo>
                  <a:cubicBezTo>
                    <a:pt x="1986" y="3581"/>
                    <a:pt x="2086" y="3560"/>
                    <a:pt x="2183" y="3540"/>
                  </a:cubicBezTo>
                  <a:cubicBezTo>
                    <a:pt x="2318" y="3515"/>
                    <a:pt x="2450" y="3491"/>
                    <a:pt x="2584" y="3491"/>
                  </a:cubicBezTo>
                  <a:cubicBezTo>
                    <a:pt x="2615" y="3491"/>
                    <a:pt x="2647" y="3492"/>
                    <a:pt x="2678" y="3495"/>
                  </a:cubicBezTo>
                  <a:cubicBezTo>
                    <a:pt x="2673" y="3555"/>
                    <a:pt x="2668" y="3616"/>
                    <a:pt x="2678" y="3677"/>
                  </a:cubicBezTo>
                  <a:cubicBezTo>
                    <a:pt x="2673" y="3674"/>
                    <a:pt x="2668" y="3673"/>
                    <a:pt x="2663" y="3673"/>
                  </a:cubicBezTo>
                  <a:cubicBezTo>
                    <a:pt x="2658" y="3673"/>
                    <a:pt x="2653" y="3674"/>
                    <a:pt x="2648" y="3677"/>
                  </a:cubicBezTo>
                  <a:cubicBezTo>
                    <a:pt x="2380" y="3742"/>
                    <a:pt x="2117" y="3863"/>
                    <a:pt x="1869" y="3980"/>
                  </a:cubicBezTo>
                  <a:cubicBezTo>
                    <a:pt x="1839" y="3994"/>
                    <a:pt x="1824" y="4036"/>
                    <a:pt x="1839" y="4066"/>
                  </a:cubicBezTo>
                  <a:cubicBezTo>
                    <a:pt x="1850" y="4091"/>
                    <a:pt x="1874" y="4101"/>
                    <a:pt x="1895" y="4101"/>
                  </a:cubicBezTo>
                  <a:cubicBezTo>
                    <a:pt x="1905" y="4101"/>
                    <a:pt x="1915" y="4101"/>
                    <a:pt x="1925" y="4096"/>
                  </a:cubicBezTo>
                  <a:cubicBezTo>
                    <a:pt x="2163" y="3980"/>
                    <a:pt x="2420" y="3863"/>
                    <a:pt x="2678" y="3798"/>
                  </a:cubicBezTo>
                  <a:cubicBezTo>
                    <a:pt x="2683" y="3798"/>
                    <a:pt x="2688" y="3793"/>
                    <a:pt x="2693" y="3793"/>
                  </a:cubicBezTo>
                  <a:cubicBezTo>
                    <a:pt x="2704" y="3843"/>
                    <a:pt x="2718" y="3899"/>
                    <a:pt x="2739" y="3954"/>
                  </a:cubicBezTo>
                  <a:cubicBezTo>
                    <a:pt x="2734" y="3959"/>
                    <a:pt x="2723" y="3964"/>
                    <a:pt x="2718" y="3970"/>
                  </a:cubicBezTo>
                  <a:cubicBezTo>
                    <a:pt x="2294" y="4362"/>
                    <a:pt x="1648" y="4725"/>
                    <a:pt x="1088" y="4725"/>
                  </a:cubicBezTo>
                  <a:cubicBezTo>
                    <a:pt x="1027" y="4725"/>
                    <a:pt x="968" y="4721"/>
                    <a:pt x="910" y="4712"/>
                  </a:cubicBezTo>
                  <a:cubicBezTo>
                    <a:pt x="657" y="4677"/>
                    <a:pt x="419" y="4495"/>
                    <a:pt x="304" y="4253"/>
                  </a:cubicBezTo>
                  <a:cubicBezTo>
                    <a:pt x="202" y="4041"/>
                    <a:pt x="207" y="3813"/>
                    <a:pt x="323" y="3616"/>
                  </a:cubicBezTo>
                  <a:cubicBezTo>
                    <a:pt x="522" y="3280"/>
                    <a:pt x="1025" y="3206"/>
                    <a:pt x="1536" y="3206"/>
                  </a:cubicBezTo>
                  <a:cubicBezTo>
                    <a:pt x="1754" y="3206"/>
                    <a:pt x="1974" y="3220"/>
                    <a:pt x="2172" y="3232"/>
                  </a:cubicBezTo>
                  <a:cubicBezTo>
                    <a:pt x="2340" y="3243"/>
                    <a:pt x="2491" y="3247"/>
                    <a:pt x="2617" y="3247"/>
                  </a:cubicBezTo>
                  <a:cubicBezTo>
                    <a:pt x="2627" y="3247"/>
                    <a:pt x="2638" y="3247"/>
                    <a:pt x="2643" y="3243"/>
                  </a:cubicBezTo>
                  <a:cubicBezTo>
                    <a:pt x="2658" y="3247"/>
                    <a:pt x="2668" y="3247"/>
                    <a:pt x="2678" y="3247"/>
                  </a:cubicBezTo>
                  <a:lnTo>
                    <a:pt x="2688" y="3247"/>
                  </a:lnTo>
                  <a:cubicBezTo>
                    <a:pt x="2734" y="3247"/>
                    <a:pt x="2774" y="3212"/>
                    <a:pt x="2784" y="3166"/>
                  </a:cubicBezTo>
                  <a:cubicBezTo>
                    <a:pt x="2784" y="3131"/>
                    <a:pt x="2774" y="3106"/>
                    <a:pt x="2748" y="3085"/>
                  </a:cubicBezTo>
                  <a:close/>
                  <a:moveTo>
                    <a:pt x="6420" y="3246"/>
                  </a:moveTo>
                  <a:cubicBezTo>
                    <a:pt x="6550" y="3246"/>
                    <a:pt x="6671" y="3261"/>
                    <a:pt x="6780" y="3297"/>
                  </a:cubicBezTo>
                  <a:cubicBezTo>
                    <a:pt x="7008" y="3369"/>
                    <a:pt x="7174" y="3540"/>
                    <a:pt x="7235" y="3768"/>
                  </a:cubicBezTo>
                  <a:cubicBezTo>
                    <a:pt x="7306" y="4005"/>
                    <a:pt x="7246" y="4262"/>
                    <a:pt x="7078" y="4460"/>
                  </a:cubicBezTo>
                  <a:cubicBezTo>
                    <a:pt x="6860" y="4722"/>
                    <a:pt x="6497" y="4821"/>
                    <a:pt x="6089" y="4821"/>
                  </a:cubicBezTo>
                  <a:cubicBezTo>
                    <a:pt x="5537" y="4821"/>
                    <a:pt x="4900" y="4639"/>
                    <a:pt x="4421" y="4430"/>
                  </a:cubicBezTo>
                  <a:cubicBezTo>
                    <a:pt x="4390" y="4409"/>
                    <a:pt x="4360" y="4384"/>
                    <a:pt x="4330" y="4358"/>
                  </a:cubicBezTo>
                  <a:cubicBezTo>
                    <a:pt x="4341" y="4344"/>
                    <a:pt x="4355" y="4323"/>
                    <a:pt x="4366" y="4308"/>
                  </a:cubicBezTo>
                  <a:cubicBezTo>
                    <a:pt x="4376" y="4288"/>
                    <a:pt x="4390" y="4267"/>
                    <a:pt x="4396" y="4253"/>
                  </a:cubicBezTo>
                  <a:cubicBezTo>
                    <a:pt x="4406" y="4258"/>
                    <a:pt x="4421" y="4262"/>
                    <a:pt x="4436" y="4262"/>
                  </a:cubicBezTo>
                  <a:cubicBezTo>
                    <a:pt x="4461" y="4262"/>
                    <a:pt x="4486" y="4262"/>
                    <a:pt x="4511" y="4262"/>
                  </a:cubicBezTo>
                  <a:cubicBezTo>
                    <a:pt x="4735" y="4262"/>
                    <a:pt x="4966" y="4280"/>
                    <a:pt x="5184" y="4298"/>
                  </a:cubicBezTo>
                  <a:cubicBezTo>
                    <a:pt x="5250" y="4304"/>
                    <a:pt x="5320" y="4308"/>
                    <a:pt x="5381" y="4313"/>
                  </a:cubicBezTo>
                  <a:lnTo>
                    <a:pt x="5391" y="4313"/>
                  </a:lnTo>
                  <a:cubicBezTo>
                    <a:pt x="5421" y="4313"/>
                    <a:pt x="5451" y="4288"/>
                    <a:pt x="5451" y="4253"/>
                  </a:cubicBezTo>
                  <a:cubicBezTo>
                    <a:pt x="5451" y="4218"/>
                    <a:pt x="5427" y="4187"/>
                    <a:pt x="5391" y="4187"/>
                  </a:cubicBezTo>
                  <a:cubicBezTo>
                    <a:pt x="5325" y="4182"/>
                    <a:pt x="5260" y="4176"/>
                    <a:pt x="5194" y="4171"/>
                  </a:cubicBezTo>
                  <a:cubicBezTo>
                    <a:pt x="4976" y="4154"/>
                    <a:pt x="4750" y="4136"/>
                    <a:pt x="4526" y="4136"/>
                  </a:cubicBezTo>
                  <a:cubicBezTo>
                    <a:pt x="4501" y="4136"/>
                    <a:pt x="4476" y="4136"/>
                    <a:pt x="4451" y="4136"/>
                  </a:cubicBezTo>
                  <a:cubicBezTo>
                    <a:pt x="4471" y="4085"/>
                    <a:pt x="4487" y="4031"/>
                    <a:pt x="4497" y="3980"/>
                  </a:cubicBezTo>
                  <a:cubicBezTo>
                    <a:pt x="4805" y="3884"/>
                    <a:pt x="5215" y="3828"/>
                    <a:pt x="5572" y="3823"/>
                  </a:cubicBezTo>
                  <a:cubicBezTo>
                    <a:pt x="5609" y="3823"/>
                    <a:pt x="5639" y="3793"/>
                    <a:pt x="5639" y="3758"/>
                  </a:cubicBezTo>
                  <a:cubicBezTo>
                    <a:pt x="5639" y="3725"/>
                    <a:pt x="5614" y="3697"/>
                    <a:pt x="5582" y="3697"/>
                  </a:cubicBezTo>
                  <a:cubicBezTo>
                    <a:pt x="5579" y="3697"/>
                    <a:pt x="5576" y="3697"/>
                    <a:pt x="5572" y="3697"/>
                  </a:cubicBezTo>
                  <a:cubicBezTo>
                    <a:pt x="5215" y="3697"/>
                    <a:pt x="4826" y="3752"/>
                    <a:pt x="4511" y="3843"/>
                  </a:cubicBezTo>
                  <a:lnTo>
                    <a:pt x="4511" y="3788"/>
                  </a:lnTo>
                  <a:cubicBezTo>
                    <a:pt x="4567" y="3768"/>
                    <a:pt x="4618" y="3747"/>
                    <a:pt x="4679" y="3728"/>
                  </a:cubicBezTo>
                  <a:cubicBezTo>
                    <a:pt x="4851" y="3661"/>
                    <a:pt x="5043" y="3591"/>
                    <a:pt x="5245" y="3505"/>
                  </a:cubicBezTo>
                  <a:cubicBezTo>
                    <a:pt x="5632" y="3367"/>
                    <a:pt x="6057" y="3246"/>
                    <a:pt x="6420" y="3246"/>
                  </a:cubicBezTo>
                  <a:close/>
                  <a:moveTo>
                    <a:pt x="2870" y="4218"/>
                  </a:moveTo>
                  <a:cubicBezTo>
                    <a:pt x="2881" y="4237"/>
                    <a:pt x="2900" y="4262"/>
                    <a:pt x="2916" y="4283"/>
                  </a:cubicBezTo>
                  <a:cubicBezTo>
                    <a:pt x="2905" y="4288"/>
                    <a:pt x="2900" y="4293"/>
                    <a:pt x="2895" y="4304"/>
                  </a:cubicBezTo>
                  <a:lnTo>
                    <a:pt x="2850" y="4358"/>
                  </a:lnTo>
                  <a:cubicBezTo>
                    <a:pt x="2678" y="4566"/>
                    <a:pt x="2487" y="4803"/>
                    <a:pt x="2440" y="5076"/>
                  </a:cubicBezTo>
                  <a:cubicBezTo>
                    <a:pt x="2436" y="5111"/>
                    <a:pt x="2456" y="5142"/>
                    <a:pt x="2491" y="5146"/>
                  </a:cubicBezTo>
                  <a:cubicBezTo>
                    <a:pt x="2496" y="5152"/>
                    <a:pt x="2496" y="5152"/>
                    <a:pt x="2501" y="5152"/>
                  </a:cubicBezTo>
                  <a:cubicBezTo>
                    <a:pt x="2531" y="5152"/>
                    <a:pt x="2557" y="5127"/>
                    <a:pt x="2562" y="5097"/>
                  </a:cubicBezTo>
                  <a:cubicBezTo>
                    <a:pt x="2608" y="4854"/>
                    <a:pt x="2790" y="4631"/>
                    <a:pt x="2946" y="4439"/>
                  </a:cubicBezTo>
                  <a:lnTo>
                    <a:pt x="2991" y="4384"/>
                  </a:lnTo>
                  <a:cubicBezTo>
                    <a:pt x="3063" y="4465"/>
                    <a:pt x="3138" y="4535"/>
                    <a:pt x="3224" y="4591"/>
                  </a:cubicBezTo>
                  <a:lnTo>
                    <a:pt x="3229" y="4591"/>
                  </a:lnTo>
                  <a:cubicBezTo>
                    <a:pt x="3158" y="4712"/>
                    <a:pt x="3103" y="4843"/>
                    <a:pt x="3052" y="4971"/>
                  </a:cubicBezTo>
                  <a:cubicBezTo>
                    <a:pt x="3002" y="5097"/>
                    <a:pt x="2951" y="5223"/>
                    <a:pt x="2890" y="5334"/>
                  </a:cubicBezTo>
                  <a:cubicBezTo>
                    <a:pt x="2870" y="5365"/>
                    <a:pt x="2885" y="5405"/>
                    <a:pt x="2916" y="5419"/>
                  </a:cubicBezTo>
                  <a:cubicBezTo>
                    <a:pt x="2925" y="5425"/>
                    <a:pt x="2935" y="5430"/>
                    <a:pt x="2946" y="5430"/>
                  </a:cubicBezTo>
                  <a:cubicBezTo>
                    <a:pt x="2965" y="5430"/>
                    <a:pt x="2986" y="5414"/>
                    <a:pt x="3002" y="5395"/>
                  </a:cubicBezTo>
                  <a:cubicBezTo>
                    <a:pt x="3063" y="5279"/>
                    <a:pt x="3117" y="5146"/>
                    <a:pt x="3168" y="5020"/>
                  </a:cubicBezTo>
                  <a:cubicBezTo>
                    <a:pt x="3224" y="4889"/>
                    <a:pt x="3275" y="4768"/>
                    <a:pt x="3335" y="4656"/>
                  </a:cubicBezTo>
                  <a:cubicBezTo>
                    <a:pt x="3355" y="4667"/>
                    <a:pt x="3370" y="4672"/>
                    <a:pt x="3390" y="4682"/>
                  </a:cubicBezTo>
                  <a:cubicBezTo>
                    <a:pt x="3390" y="4687"/>
                    <a:pt x="3385" y="4692"/>
                    <a:pt x="3385" y="4703"/>
                  </a:cubicBezTo>
                  <a:cubicBezTo>
                    <a:pt x="3380" y="4738"/>
                    <a:pt x="3370" y="4819"/>
                    <a:pt x="3360" y="4929"/>
                  </a:cubicBezTo>
                  <a:cubicBezTo>
                    <a:pt x="3340" y="5055"/>
                    <a:pt x="3324" y="5188"/>
                    <a:pt x="3310" y="5314"/>
                  </a:cubicBezTo>
                  <a:cubicBezTo>
                    <a:pt x="3244" y="5960"/>
                    <a:pt x="3184" y="6521"/>
                    <a:pt x="2445" y="6764"/>
                  </a:cubicBezTo>
                  <a:cubicBezTo>
                    <a:pt x="2342" y="6799"/>
                    <a:pt x="2245" y="6816"/>
                    <a:pt x="2156" y="6816"/>
                  </a:cubicBezTo>
                  <a:cubicBezTo>
                    <a:pt x="2027" y="6816"/>
                    <a:pt x="1914" y="6780"/>
                    <a:pt x="1824" y="6708"/>
                  </a:cubicBezTo>
                  <a:cubicBezTo>
                    <a:pt x="1668" y="6577"/>
                    <a:pt x="1601" y="6344"/>
                    <a:pt x="1643" y="6056"/>
                  </a:cubicBezTo>
                  <a:cubicBezTo>
                    <a:pt x="1718" y="5465"/>
                    <a:pt x="2329" y="4656"/>
                    <a:pt x="2870" y="4218"/>
                  </a:cubicBezTo>
                  <a:close/>
                  <a:moveTo>
                    <a:pt x="4184" y="4526"/>
                  </a:moveTo>
                  <a:cubicBezTo>
                    <a:pt x="4194" y="4535"/>
                    <a:pt x="4199" y="4540"/>
                    <a:pt x="4208" y="4546"/>
                  </a:cubicBezTo>
                  <a:cubicBezTo>
                    <a:pt x="4239" y="4561"/>
                    <a:pt x="4280" y="4576"/>
                    <a:pt x="4320" y="4591"/>
                  </a:cubicBezTo>
                  <a:cubicBezTo>
                    <a:pt x="4875" y="5055"/>
                    <a:pt x="5234" y="5637"/>
                    <a:pt x="5269" y="6167"/>
                  </a:cubicBezTo>
                  <a:cubicBezTo>
                    <a:pt x="5295" y="6486"/>
                    <a:pt x="5204" y="6753"/>
                    <a:pt x="5022" y="6920"/>
                  </a:cubicBezTo>
                  <a:cubicBezTo>
                    <a:pt x="4884" y="7042"/>
                    <a:pt x="4701" y="7107"/>
                    <a:pt x="4484" y="7107"/>
                  </a:cubicBezTo>
                  <a:cubicBezTo>
                    <a:pt x="4414" y="7107"/>
                    <a:pt x="4341" y="7100"/>
                    <a:pt x="4264" y="7086"/>
                  </a:cubicBezTo>
                  <a:cubicBezTo>
                    <a:pt x="3552" y="6965"/>
                    <a:pt x="3471" y="5794"/>
                    <a:pt x="3548" y="4971"/>
                  </a:cubicBezTo>
                  <a:cubicBezTo>
                    <a:pt x="3557" y="4889"/>
                    <a:pt x="3572" y="4813"/>
                    <a:pt x="3588" y="4738"/>
                  </a:cubicBezTo>
                  <a:cubicBezTo>
                    <a:pt x="3623" y="4743"/>
                    <a:pt x="3653" y="4743"/>
                    <a:pt x="3683" y="4743"/>
                  </a:cubicBezTo>
                  <a:cubicBezTo>
                    <a:pt x="3795" y="4743"/>
                    <a:pt x="3905" y="4712"/>
                    <a:pt x="4012" y="4656"/>
                  </a:cubicBezTo>
                  <a:cubicBezTo>
                    <a:pt x="4012" y="4661"/>
                    <a:pt x="4017" y="4661"/>
                    <a:pt x="4017" y="4667"/>
                  </a:cubicBezTo>
                  <a:cubicBezTo>
                    <a:pt x="4178" y="4813"/>
                    <a:pt x="4325" y="5036"/>
                    <a:pt x="4396" y="5248"/>
                  </a:cubicBezTo>
                  <a:cubicBezTo>
                    <a:pt x="4406" y="5274"/>
                    <a:pt x="4431" y="5288"/>
                    <a:pt x="4457" y="5288"/>
                  </a:cubicBezTo>
                  <a:lnTo>
                    <a:pt x="4476" y="5288"/>
                  </a:lnTo>
                  <a:cubicBezTo>
                    <a:pt x="4511" y="5274"/>
                    <a:pt x="4527" y="5237"/>
                    <a:pt x="4518" y="5202"/>
                  </a:cubicBezTo>
                  <a:cubicBezTo>
                    <a:pt x="4441" y="4980"/>
                    <a:pt x="4285" y="4743"/>
                    <a:pt x="4117" y="4586"/>
                  </a:cubicBezTo>
                  <a:cubicBezTo>
                    <a:pt x="4138" y="4570"/>
                    <a:pt x="4163" y="4551"/>
                    <a:pt x="4184" y="4530"/>
                  </a:cubicBezTo>
                  <a:lnTo>
                    <a:pt x="4184" y="4526"/>
                  </a:lnTo>
                  <a:close/>
                  <a:moveTo>
                    <a:pt x="3652" y="1"/>
                  </a:moveTo>
                  <a:cubicBezTo>
                    <a:pt x="3602" y="1"/>
                    <a:pt x="3552" y="7"/>
                    <a:pt x="3501" y="18"/>
                  </a:cubicBezTo>
                  <a:cubicBezTo>
                    <a:pt x="3158" y="95"/>
                    <a:pt x="2870" y="433"/>
                    <a:pt x="2779" y="858"/>
                  </a:cubicBezTo>
                  <a:cubicBezTo>
                    <a:pt x="2718" y="1161"/>
                    <a:pt x="2748" y="1611"/>
                    <a:pt x="2839" y="2045"/>
                  </a:cubicBezTo>
                  <a:cubicBezTo>
                    <a:pt x="2440" y="1529"/>
                    <a:pt x="1925" y="1035"/>
                    <a:pt x="1339" y="1035"/>
                  </a:cubicBezTo>
                  <a:lnTo>
                    <a:pt x="1335" y="1035"/>
                  </a:lnTo>
                  <a:cubicBezTo>
                    <a:pt x="885" y="1039"/>
                    <a:pt x="708" y="1231"/>
                    <a:pt x="642" y="1398"/>
                  </a:cubicBezTo>
                  <a:cubicBezTo>
                    <a:pt x="496" y="1742"/>
                    <a:pt x="717" y="2222"/>
                    <a:pt x="1011" y="2515"/>
                  </a:cubicBezTo>
                  <a:cubicBezTo>
                    <a:pt x="1218" y="2727"/>
                    <a:pt x="1470" y="2893"/>
                    <a:pt x="1769" y="3020"/>
                  </a:cubicBezTo>
                  <a:cubicBezTo>
                    <a:pt x="1697" y="3017"/>
                    <a:pt x="1624" y="3016"/>
                    <a:pt x="1551" y="3016"/>
                  </a:cubicBezTo>
                  <a:cubicBezTo>
                    <a:pt x="984" y="3016"/>
                    <a:pt x="408" y="3099"/>
                    <a:pt x="162" y="3520"/>
                  </a:cubicBezTo>
                  <a:cubicBezTo>
                    <a:pt x="11" y="3773"/>
                    <a:pt x="1" y="4066"/>
                    <a:pt x="132" y="4334"/>
                  </a:cubicBezTo>
                  <a:cubicBezTo>
                    <a:pt x="274" y="4631"/>
                    <a:pt x="566" y="4854"/>
                    <a:pt x="880" y="4899"/>
                  </a:cubicBezTo>
                  <a:cubicBezTo>
                    <a:pt x="950" y="4910"/>
                    <a:pt x="1021" y="4915"/>
                    <a:pt x="1086" y="4915"/>
                  </a:cubicBezTo>
                  <a:cubicBezTo>
                    <a:pt x="1491" y="4915"/>
                    <a:pt x="1905" y="4758"/>
                    <a:pt x="2263" y="4540"/>
                  </a:cubicBezTo>
                  <a:lnTo>
                    <a:pt x="2263" y="4540"/>
                  </a:lnTo>
                  <a:cubicBezTo>
                    <a:pt x="1880" y="4975"/>
                    <a:pt x="1516" y="5536"/>
                    <a:pt x="1450" y="6032"/>
                  </a:cubicBezTo>
                  <a:cubicBezTo>
                    <a:pt x="1405" y="6384"/>
                    <a:pt x="1496" y="6678"/>
                    <a:pt x="1708" y="6850"/>
                  </a:cubicBezTo>
                  <a:cubicBezTo>
                    <a:pt x="1829" y="6955"/>
                    <a:pt x="1986" y="7006"/>
                    <a:pt x="2158" y="7006"/>
                  </a:cubicBezTo>
                  <a:cubicBezTo>
                    <a:pt x="2268" y="7006"/>
                    <a:pt x="2385" y="6986"/>
                    <a:pt x="2506" y="6946"/>
                  </a:cubicBezTo>
                  <a:cubicBezTo>
                    <a:pt x="3032" y="6769"/>
                    <a:pt x="3264" y="6445"/>
                    <a:pt x="3375" y="6067"/>
                  </a:cubicBezTo>
                  <a:cubicBezTo>
                    <a:pt x="3457" y="6632"/>
                    <a:pt x="3678" y="7177"/>
                    <a:pt x="4234" y="7274"/>
                  </a:cubicBezTo>
                  <a:cubicBezTo>
                    <a:pt x="4320" y="7289"/>
                    <a:pt x="4406" y="7299"/>
                    <a:pt x="4487" y="7299"/>
                  </a:cubicBezTo>
                  <a:cubicBezTo>
                    <a:pt x="4749" y="7299"/>
                    <a:pt x="4977" y="7219"/>
                    <a:pt x="5148" y="7062"/>
                  </a:cubicBezTo>
                  <a:cubicBezTo>
                    <a:pt x="5376" y="6855"/>
                    <a:pt x="5488" y="6531"/>
                    <a:pt x="5462" y="6153"/>
                  </a:cubicBezTo>
                  <a:cubicBezTo>
                    <a:pt x="5427" y="5692"/>
                    <a:pt x="5184" y="5202"/>
                    <a:pt x="4784" y="4773"/>
                  </a:cubicBezTo>
                  <a:lnTo>
                    <a:pt x="4784" y="4773"/>
                  </a:lnTo>
                  <a:cubicBezTo>
                    <a:pt x="5184" y="4904"/>
                    <a:pt x="5654" y="5011"/>
                    <a:pt x="6088" y="5011"/>
                  </a:cubicBezTo>
                  <a:cubicBezTo>
                    <a:pt x="6543" y="5011"/>
                    <a:pt x="6957" y="4899"/>
                    <a:pt x="7225" y="4586"/>
                  </a:cubicBezTo>
                  <a:cubicBezTo>
                    <a:pt x="7433" y="4339"/>
                    <a:pt x="7503" y="4010"/>
                    <a:pt x="7417" y="3712"/>
                  </a:cubicBezTo>
                  <a:cubicBezTo>
                    <a:pt x="7337" y="3429"/>
                    <a:pt x="7125" y="3212"/>
                    <a:pt x="6836" y="3115"/>
                  </a:cubicBezTo>
                  <a:cubicBezTo>
                    <a:pt x="6713" y="3076"/>
                    <a:pt x="6576" y="3058"/>
                    <a:pt x="6430" y="3058"/>
                  </a:cubicBezTo>
                  <a:cubicBezTo>
                    <a:pt x="6301" y="3058"/>
                    <a:pt x="6165" y="3072"/>
                    <a:pt x="6027" y="3096"/>
                  </a:cubicBezTo>
                  <a:cubicBezTo>
                    <a:pt x="6407" y="2833"/>
                    <a:pt x="6684" y="2499"/>
                    <a:pt x="6694" y="2054"/>
                  </a:cubicBezTo>
                  <a:cubicBezTo>
                    <a:pt x="6700" y="1762"/>
                    <a:pt x="6579" y="1499"/>
                    <a:pt x="6346" y="1317"/>
                  </a:cubicBezTo>
                  <a:cubicBezTo>
                    <a:pt x="6154" y="1168"/>
                    <a:pt x="5904" y="1087"/>
                    <a:pt x="5656" y="1087"/>
                  </a:cubicBezTo>
                  <a:cubicBezTo>
                    <a:pt x="5558" y="1087"/>
                    <a:pt x="5460" y="1100"/>
                    <a:pt x="5366" y="1126"/>
                  </a:cubicBezTo>
                  <a:cubicBezTo>
                    <a:pt x="4992" y="1221"/>
                    <a:pt x="4693" y="1520"/>
                    <a:pt x="4476" y="1863"/>
                  </a:cubicBezTo>
                  <a:lnTo>
                    <a:pt x="4471" y="1863"/>
                  </a:lnTo>
                  <a:cubicBezTo>
                    <a:pt x="4562" y="1307"/>
                    <a:pt x="4553" y="721"/>
                    <a:pt x="4259" y="342"/>
                  </a:cubicBezTo>
                  <a:cubicBezTo>
                    <a:pt x="4086" y="119"/>
                    <a:pt x="3875" y="1"/>
                    <a:pt x="3652"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3539;p51">
              <a:extLst>
                <a:ext uri="{FF2B5EF4-FFF2-40B4-BE49-F238E27FC236}">
                  <a16:creationId xmlns:a16="http://schemas.microsoft.com/office/drawing/2014/main" id="{4532AF3F-CF17-03E9-9FCB-3931FFB65033}"/>
                </a:ext>
              </a:extLst>
            </p:cNvPr>
            <p:cNvSpPr/>
            <p:nvPr/>
          </p:nvSpPr>
          <p:spPr>
            <a:xfrm>
              <a:off x="6938175" y="1060325"/>
              <a:ext cx="40200" cy="43625"/>
            </a:xfrm>
            <a:custGeom>
              <a:avLst/>
              <a:gdLst/>
              <a:ahLst/>
              <a:cxnLst/>
              <a:rect l="l" t="t" r="r" b="b"/>
              <a:pathLst>
                <a:path w="1608" h="1745" extrusionOk="0">
                  <a:moveTo>
                    <a:pt x="910" y="406"/>
                  </a:moveTo>
                  <a:cubicBezTo>
                    <a:pt x="945" y="406"/>
                    <a:pt x="976" y="436"/>
                    <a:pt x="976" y="466"/>
                  </a:cubicBezTo>
                  <a:cubicBezTo>
                    <a:pt x="976" y="502"/>
                    <a:pt x="945" y="532"/>
                    <a:pt x="910" y="532"/>
                  </a:cubicBezTo>
                  <a:lnTo>
                    <a:pt x="865" y="532"/>
                  </a:lnTo>
                  <a:cubicBezTo>
                    <a:pt x="830" y="532"/>
                    <a:pt x="800" y="502"/>
                    <a:pt x="800" y="466"/>
                  </a:cubicBezTo>
                  <a:cubicBezTo>
                    <a:pt x="800" y="436"/>
                    <a:pt x="830" y="406"/>
                    <a:pt x="865" y="406"/>
                  </a:cubicBezTo>
                  <a:close/>
                  <a:moveTo>
                    <a:pt x="471" y="613"/>
                  </a:moveTo>
                  <a:cubicBezTo>
                    <a:pt x="502" y="613"/>
                    <a:pt x="532" y="643"/>
                    <a:pt x="532" y="679"/>
                  </a:cubicBezTo>
                  <a:cubicBezTo>
                    <a:pt x="532" y="714"/>
                    <a:pt x="502" y="739"/>
                    <a:pt x="471" y="739"/>
                  </a:cubicBezTo>
                  <a:lnTo>
                    <a:pt x="446" y="739"/>
                  </a:lnTo>
                  <a:cubicBezTo>
                    <a:pt x="411" y="739"/>
                    <a:pt x="380" y="714"/>
                    <a:pt x="380" y="679"/>
                  </a:cubicBezTo>
                  <a:cubicBezTo>
                    <a:pt x="380" y="643"/>
                    <a:pt x="411" y="613"/>
                    <a:pt x="446" y="613"/>
                  </a:cubicBezTo>
                  <a:close/>
                  <a:moveTo>
                    <a:pt x="1120" y="799"/>
                  </a:moveTo>
                  <a:cubicBezTo>
                    <a:pt x="1152" y="799"/>
                    <a:pt x="1172" y="814"/>
                    <a:pt x="1183" y="825"/>
                  </a:cubicBezTo>
                  <a:cubicBezTo>
                    <a:pt x="1199" y="840"/>
                    <a:pt x="1218" y="870"/>
                    <a:pt x="1204" y="926"/>
                  </a:cubicBezTo>
                  <a:cubicBezTo>
                    <a:pt x="1199" y="951"/>
                    <a:pt x="1173" y="971"/>
                    <a:pt x="1143" y="971"/>
                  </a:cubicBezTo>
                  <a:lnTo>
                    <a:pt x="1133" y="971"/>
                  </a:lnTo>
                  <a:cubicBezTo>
                    <a:pt x="1108" y="966"/>
                    <a:pt x="1087" y="947"/>
                    <a:pt x="1082" y="926"/>
                  </a:cubicBezTo>
                  <a:cubicBezTo>
                    <a:pt x="1062" y="916"/>
                    <a:pt x="1042" y="901"/>
                    <a:pt x="1036" y="875"/>
                  </a:cubicBezTo>
                  <a:cubicBezTo>
                    <a:pt x="1031" y="845"/>
                    <a:pt x="1052" y="810"/>
                    <a:pt x="1082" y="805"/>
                  </a:cubicBezTo>
                  <a:cubicBezTo>
                    <a:pt x="1096" y="801"/>
                    <a:pt x="1109" y="799"/>
                    <a:pt x="1120" y="799"/>
                  </a:cubicBezTo>
                  <a:close/>
                  <a:moveTo>
                    <a:pt x="657" y="988"/>
                  </a:moveTo>
                  <a:cubicBezTo>
                    <a:pt x="673" y="988"/>
                    <a:pt x="688" y="995"/>
                    <a:pt x="698" y="1007"/>
                  </a:cubicBezTo>
                  <a:cubicBezTo>
                    <a:pt x="733" y="1042"/>
                    <a:pt x="763" y="1092"/>
                    <a:pt x="784" y="1143"/>
                  </a:cubicBezTo>
                  <a:cubicBezTo>
                    <a:pt x="794" y="1178"/>
                    <a:pt x="779" y="1213"/>
                    <a:pt x="749" y="1224"/>
                  </a:cubicBezTo>
                  <a:cubicBezTo>
                    <a:pt x="739" y="1229"/>
                    <a:pt x="733" y="1229"/>
                    <a:pt x="723" y="1229"/>
                  </a:cubicBezTo>
                  <a:cubicBezTo>
                    <a:pt x="698" y="1229"/>
                    <a:pt x="673" y="1213"/>
                    <a:pt x="668" y="1189"/>
                  </a:cubicBezTo>
                  <a:cubicBezTo>
                    <a:pt x="653" y="1153"/>
                    <a:pt x="633" y="1118"/>
                    <a:pt x="607" y="1092"/>
                  </a:cubicBezTo>
                  <a:cubicBezTo>
                    <a:pt x="588" y="1068"/>
                    <a:pt x="588" y="1027"/>
                    <a:pt x="612" y="1007"/>
                  </a:cubicBezTo>
                  <a:cubicBezTo>
                    <a:pt x="625" y="995"/>
                    <a:pt x="641" y="988"/>
                    <a:pt x="657" y="988"/>
                  </a:cubicBezTo>
                  <a:close/>
                  <a:moveTo>
                    <a:pt x="1079" y="1227"/>
                  </a:moveTo>
                  <a:cubicBezTo>
                    <a:pt x="1099" y="1227"/>
                    <a:pt x="1125" y="1235"/>
                    <a:pt x="1148" y="1269"/>
                  </a:cubicBezTo>
                  <a:cubicBezTo>
                    <a:pt x="1168" y="1299"/>
                    <a:pt x="1164" y="1341"/>
                    <a:pt x="1133" y="1360"/>
                  </a:cubicBezTo>
                  <a:cubicBezTo>
                    <a:pt x="1122" y="1365"/>
                    <a:pt x="1108" y="1371"/>
                    <a:pt x="1097" y="1371"/>
                  </a:cubicBezTo>
                  <a:cubicBezTo>
                    <a:pt x="1092" y="1371"/>
                    <a:pt x="1087" y="1371"/>
                    <a:pt x="1082" y="1365"/>
                  </a:cubicBezTo>
                  <a:cubicBezTo>
                    <a:pt x="1078" y="1371"/>
                    <a:pt x="1073" y="1371"/>
                    <a:pt x="1067" y="1371"/>
                  </a:cubicBezTo>
                  <a:cubicBezTo>
                    <a:pt x="1036" y="1365"/>
                    <a:pt x="1006" y="1335"/>
                    <a:pt x="1012" y="1304"/>
                  </a:cubicBezTo>
                  <a:cubicBezTo>
                    <a:pt x="1017" y="1250"/>
                    <a:pt x="1047" y="1234"/>
                    <a:pt x="1062" y="1229"/>
                  </a:cubicBezTo>
                  <a:cubicBezTo>
                    <a:pt x="1067" y="1228"/>
                    <a:pt x="1073" y="1227"/>
                    <a:pt x="1079" y="1227"/>
                  </a:cubicBezTo>
                  <a:close/>
                  <a:moveTo>
                    <a:pt x="931" y="1"/>
                  </a:moveTo>
                  <a:cubicBezTo>
                    <a:pt x="921" y="12"/>
                    <a:pt x="905" y="17"/>
                    <a:pt x="891" y="21"/>
                  </a:cubicBezTo>
                  <a:cubicBezTo>
                    <a:pt x="845" y="21"/>
                    <a:pt x="800" y="26"/>
                    <a:pt x="759" y="31"/>
                  </a:cubicBezTo>
                  <a:cubicBezTo>
                    <a:pt x="698" y="52"/>
                    <a:pt x="642" y="87"/>
                    <a:pt x="577" y="133"/>
                  </a:cubicBezTo>
                  <a:cubicBezTo>
                    <a:pt x="572" y="148"/>
                    <a:pt x="562" y="163"/>
                    <a:pt x="542" y="178"/>
                  </a:cubicBezTo>
                  <a:cubicBezTo>
                    <a:pt x="532" y="183"/>
                    <a:pt x="521" y="189"/>
                    <a:pt x="511" y="189"/>
                  </a:cubicBezTo>
                  <a:cubicBezTo>
                    <a:pt x="502" y="194"/>
                    <a:pt x="497" y="198"/>
                    <a:pt x="486" y="208"/>
                  </a:cubicBezTo>
                  <a:lnTo>
                    <a:pt x="430" y="243"/>
                  </a:lnTo>
                  <a:cubicBezTo>
                    <a:pt x="419" y="249"/>
                    <a:pt x="407" y="252"/>
                    <a:pt x="396" y="252"/>
                  </a:cubicBezTo>
                  <a:cubicBezTo>
                    <a:pt x="376" y="252"/>
                    <a:pt x="357" y="243"/>
                    <a:pt x="345" y="224"/>
                  </a:cubicBezTo>
                  <a:cubicBezTo>
                    <a:pt x="334" y="208"/>
                    <a:pt x="334" y="189"/>
                    <a:pt x="339" y="173"/>
                  </a:cubicBezTo>
                  <a:lnTo>
                    <a:pt x="339" y="173"/>
                  </a:lnTo>
                  <a:cubicBezTo>
                    <a:pt x="163" y="274"/>
                    <a:pt x="57" y="425"/>
                    <a:pt x="26" y="623"/>
                  </a:cubicBezTo>
                  <a:cubicBezTo>
                    <a:pt x="1" y="795"/>
                    <a:pt x="42" y="987"/>
                    <a:pt x="127" y="1159"/>
                  </a:cubicBezTo>
                  <a:cubicBezTo>
                    <a:pt x="127" y="1164"/>
                    <a:pt x="133" y="1164"/>
                    <a:pt x="133" y="1164"/>
                  </a:cubicBezTo>
                  <a:cubicBezTo>
                    <a:pt x="138" y="1169"/>
                    <a:pt x="143" y="1173"/>
                    <a:pt x="147" y="1178"/>
                  </a:cubicBezTo>
                  <a:cubicBezTo>
                    <a:pt x="157" y="1194"/>
                    <a:pt x="163" y="1213"/>
                    <a:pt x="168" y="1229"/>
                  </a:cubicBezTo>
                  <a:cubicBezTo>
                    <a:pt x="289" y="1446"/>
                    <a:pt x="476" y="1623"/>
                    <a:pt x="688" y="1704"/>
                  </a:cubicBezTo>
                  <a:cubicBezTo>
                    <a:pt x="760" y="1731"/>
                    <a:pt x="831" y="1744"/>
                    <a:pt x="901" y="1744"/>
                  </a:cubicBezTo>
                  <a:cubicBezTo>
                    <a:pt x="1119" y="1744"/>
                    <a:pt x="1320" y="1614"/>
                    <a:pt x="1481" y="1365"/>
                  </a:cubicBezTo>
                  <a:cubicBezTo>
                    <a:pt x="1563" y="1244"/>
                    <a:pt x="1598" y="1103"/>
                    <a:pt x="1607" y="961"/>
                  </a:cubicBezTo>
                  <a:cubicBezTo>
                    <a:pt x="1607" y="896"/>
                    <a:pt x="1607" y="830"/>
                    <a:pt x="1598" y="770"/>
                  </a:cubicBezTo>
                  <a:cubicBezTo>
                    <a:pt x="1567" y="532"/>
                    <a:pt x="1456" y="304"/>
                    <a:pt x="1304" y="163"/>
                  </a:cubicBezTo>
                  <a:cubicBezTo>
                    <a:pt x="1296" y="165"/>
                    <a:pt x="1288" y="166"/>
                    <a:pt x="1280" y="166"/>
                  </a:cubicBezTo>
                  <a:cubicBezTo>
                    <a:pt x="1268" y="166"/>
                    <a:pt x="1256" y="164"/>
                    <a:pt x="1244" y="158"/>
                  </a:cubicBezTo>
                  <a:cubicBezTo>
                    <a:pt x="1213" y="143"/>
                    <a:pt x="1194" y="112"/>
                    <a:pt x="1188" y="77"/>
                  </a:cubicBezTo>
                  <a:cubicBezTo>
                    <a:pt x="1122" y="37"/>
                    <a:pt x="1031" y="1"/>
                    <a:pt x="931"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3540;p51">
              <a:extLst>
                <a:ext uri="{FF2B5EF4-FFF2-40B4-BE49-F238E27FC236}">
                  <a16:creationId xmlns:a16="http://schemas.microsoft.com/office/drawing/2014/main" id="{CE9B8270-E904-5397-4576-F5065BC30900}"/>
                </a:ext>
              </a:extLst>
            </p:cNvPr>
            <p:cNvSpPr/>
            <p:nvPr/>
          </p:nvSpPr>
          <p:spPr>
            <a:xfrm>
              <a:off x="6908750" y="1093950"/>
              <a:ext cx="44725" cy="65000"/>
            </a:xfrm>
            <a:custGeom>
              <a:avLst/>
              <a:gdLst/>
              <a:ahLst/>
              <a:cxnLst/>
              <a:rect l="l" t="t" r="r" b="b"/>
              <a:pathLst>
                <a:path w="1789" h="2600" extrusionOk="0">
                  <a:moveTo>
                    <a:pt x="717" y="1248"/>
                  </a:moveTo>
                  <a:cubicBezTo>
                    <a:pt x="728" y="1248"/>
                    <a:pt x="739" y="1251"/>
                    <a:pt x="749" y="1258"/>
                  </a:cubicBezTo>
                  <a:cubicBezTo>
                    <a:pt x="779" y="1279"/>
                    <a:pt x="784" y="1319"/>
                    <a:pt x="764" y="1349"/>
                  </a:cubicBezTo>
                  <a:cubicBezTo>
                    <a:pt x="728" y="1405"/>
                    <a:pt x="698" y="1465"/>
                    <a:pt x="683" y="1536"/>
                  </a:cubicBezTo>
                  <a:cubicBezTo>
                    <a:pt x="678" y="1566"/>
                    <a:pt x="648" y="1582"/>
                    <a:pt x="622" y="1582"/>
                  </a:cubicBezTo>
                  <a:lnTo>
                    <a:pt x="607" y="1582"/>
                  </a:lnTo>
                  <a:cubicBezTo>
                    <a:pt x="571" y="1572"/>
                    <a:pt x="552" y="1542"/>
                    <a:pt x="562" y="1505"/>
                  </a:cubicBezTo>
                  <a:cubicBezTo>
                    <a:pt x="582" y="1420"/>
                    <a:pt x="618" y="1344"/>
                    <a:pt x="662" y="1274"/>
                  </a:cubicBezTo>
                  <a:cubicBezTo>
                    <a:pt x="676" y="1258"/>
                    <a:pt x="697" y="1248"/>
                    <a:pt x="717" y="1248"/>
                  </a:cubicBezTo>
                  <a:close/>
                  <a:moveTo>
                    <a:pt x="1132" y="1550"/>
                  </a:moveTo>
                  <a:cubicBezTo>
                    <a:pt x="1151" y="1550"/>
                    <a:pt x="1171" y="1559"/>
                    <a:pt x="1183" y="1577"/>
                  </a:cubicBezTo>
                  <a:cubicBezTo>
                    <a:pt x="1203" y="1607"/>
                    <a:pt x="1198" y="1647"/>
                    <a:pt x="1168" y="1668"/>
                  </a:cubicBezTo>
                  <a:cubicBezTo>
                    <a:pt x="1138" y="1687"/>
                    <a:pt x="1112" y="1713"/>
                    <a:pt x="1092" y="1743"/>
                  </a:cubicBezTo>
                  <a:cubicBezTo>
                    <a:pt x="1082" y="1759"/>
                    <a:pt x="1061" y="1768"/>
                    <a:pt x="1042" y="1768"/>
                  </a:cubicBezTo>
                  <a:cubicBezTo>
                    <a:pt x="1026" y="1768"/>
                    <a:pt x="1016" y="1764"/>
                    <a:pt x="1007" y="1759"/>
                  </a:cubicBezTo>
                  <a:cubicBezTo>
                    <a:pt x="976" y="1738"/>
                    <a:pt x="970" y="1698"/>
                    <a:pt x="991" y="1668"/>
                  </a:cubicBezTo>
                  <a:cubicBezTo>
                    <a:pt x="1021" y="1627"/>
                    <a:pt x="1057" y="1591"/>
                    <a:pt x="1098" y="1561"/>
                  </a:cubicBezTo>
                  <a:cubicBezTo>
                    <a:pt x="1107" y="1553"/>
                    <a:pt x="1120" y="1550"/>
                    <a:pt x="1132" y="1550"/>
                  </a:cubicBezTo>
                  <a:close/>
                  <a:moveTo>
                    <a:pt x="1269" y="1"/>
                  </a:moveTo>
                  <a:cubicBezTo>
                    <a:pt x="728" y="439"/>
                    <a:pt x="117" y="1248"/>
                    <a:pt x="42" y="1839"/>
                  </a:cubicBezTo>
                  <a:cubicBezTo>
                    <a:pt x="0" y="2127"/>
                    <a:pt x="67" y="2360"/>
                    <a:pt x="223" y="2491"/>
                  </a:cubicBezTo>
                  <a:cubicBezTo>
                    <a:pt x="313" y="2563"/>
                    <a:pt x="426" y="2599"/>
                    <a:pt x="555" y="2599"/>
                  </a:cubicBezTo>
                  <a:cubicBezTo>
                    <a:pt x="644" y="2599"/>
                    <a:pt x="741" y="2582"/>
                    <a:pt x="844" y="2547"/>
                  </a:cubicBezTo>
                  <a:cubicBezTo>
                    <a:pt x="1583" y="2304"/>
                    <a:pt x="1643" y="1743"/>
                    <a:pt x="1709" y="1097"/>
                  </a:cubicBezTo>
                  <a:cubicBezTo>
                    <a:pt x="1723" y="971"/>
                    <a:pt x="1739" y="838"/>
                    <a:pt x="1759" y="712"/>
                  </a:cubicBezTo>
                  <a:cubicBezTo>
                    <a:pt x="1769" y="602"/>
                    <a:pt x="1779" y="521"/>
                    <a:pt x="1784" y="486"/>
                  </a:cubicBezTo>
                  <a:cubicBezTo>
                    <a:pt x="1784" y="475"/>
                    <a:pt x="1789" y="470"/>
                    <a:pt x="1789" y="465"/>
                  </a:cubicBezTo>
                  <a:cubicBezTo>
                    <a:pt x="1769" y="455"/>
                    <a:pt x="1754" y="450"/>
                    <a:pt x="1734" y="439"/>
                  </a:cubicBezTo>
                  <a:cubicBezTo>
                    <a:pt x="1674" y="551"/>
                    <a:pt x="1623" y="672"/>
                    <a:pt x="1567" y="803"/>
                  </a:cubicBezTo>
                  <a:cubicBezTo>
                    <a:pt x="1516" y="929"/>
                    <a:pt x="1462" y="1062"/>
                    <a:pt x="1401" y="1178"/>
                  </a:cubicBezTo>
                  <a:cubicBezTo>
                    <a:pt x="1385" y="1197"/>
                    <a:pt x="1364" y="1213"/>
                    <a:pt x="1345" y="1213"/>
                  </a:cubicBezTo>
                  <a:cubicBezTo>
                    <a:pt x="1334" y="1213"/>
                    <a:pt x="1324" y="1208"/>
                    <a:pt x="1315" y="1202"/>
                  </a:cubicBezTo>
                  <a:cubicBezTo>
                    <a:pt x="1284" y="1188"/>
                    <a:pt x="1269" y="1148"/>
                    <a:pt x="1289" y="1117"/>
                  </a:cubicBezTo>
                  <a:cubicBezTo>
                    <a:pt x="1350" y="1006"/>
                    <a:pt x="1401" y="880"/>
                    <a:pt x="1451" y="754"/>
                  </a:cubicBezTo>
                  <a:cubicBezTo>
                    <a:pt x="1502" y="626"/>
                    <a:pt x="1557" y="495"/>
                    <a:pt x="1628" y="374"/>
                  </a:cubicBezTo>
                  <a:lnTo>
                    <a:pt x="1623" y="374"/>
                  </a:lnTo>
                  <a:cubicBezTo>
                    <a:pt x="1537" y="318"/>
                    <a:pt x="1462" y="248"/>
                    <a:pt x="1390" y="167"/>
                  </a:cubicBezTo>
                  <a:lnTo>
                    <a:pt x="1345" y="222"/>
                  </a:lnTo>
                  <a:cubicBezTo>
                    <a:pt x="1189" y="414"/>
                    <a:pt x="1007" y="637"/>
                    <a:pt x="961" y="880"/>
                  </a:cubicBezTo>
                  <a:cubicBezTo>
                    <a:pt x="956" y="910"/>
                    <a:pt x="930" y="935"/>
                    <a:pt x="900" y="935"/>
                  </a:cubicBezTo>
                  <a:cubicBezTo>
                    <a:pt x="895" y="935"/>
                    <a:pt x="895" y="935"/>
                    <a:pt x="890" y="929"/>
                  </a:cubicBezTo>
                  <a:cubicBezTo>
                    <a:pt x="855" y="925"/>
                    <a:pt x="835" y="894"/>
                    <a:pt x="839" y="859"/>
                  </a:cubicBezTo>
                  <a:cubicBezTo>
                    <a:pt x="886" y="586"/>
                    <a:pt x="1077" y="349"/>
                    <a:pt x="1249" y="141"/>
                  </a:cubicBezTo>
                  <a:lnTo>
                    <a:pt x="1294" y="87"/>
                  </a:lnTo>
                  <a:cubicBezTo>
                    <a:pt x="1299" y="76"/>
                    <a:pt x="1304" y="71"/>
                    <a:pt x="1315" y="66"/>
                  </a:cubicBezTo>
                  <a:cubicBezTo>
                    <a:pt x="1299" y="45"/>
                    <a:pt x="1280" y="20"/>
                    <a:pt x="1269"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3541;p51">
              <a:extLst>
                <a:ext uri="{FF2B5EF4-FFF2-40B4-BE49-F238E27FC236}">
                  <a16:creationId xmlns:a16="http://schemas.microsoft.com/office/drawing/2014/main" id="{B021AFBF-AE68-C0CB-E05F-453D27A978C6}"/>
                </a:ext>
              </a:extLst>
            </p:cNvPr>
            <p:cNvSpPr/>
            <p:nvPr/>
          </p:nvSpPr>
          <p:spPr>
            <a:xfrm>
              <a:off x="6873775" y="1065650"/>
              <a:ext cx="65575" cy="41025"/>
            </a:xfrm>
            <a:custGeom>
              <a:avLst/>
              <a:gdLst/>
              <a:ahLst/>
              <a:cxnLst/>
              <a:rect l="l" t="t" r="r" b="b"/>
              <a:pathLst>
                <a:path w="2623" h="1641" extrusionOk="0">
                  <a:moveTo>
                    <a:pt x="1273" y="496"/>
                  </a:moveTo>
                  <a:cubicBezTo>
                    <a:pt x="1308" y="496"/>
                    <a:pt x="1339" y="521"/>
                    <a:pt x="1339" y="557"/>
                  </a:cubicBezTo>
                  <a:cubicBezTo>
                    <a:pt x="1339" y="592"/>
                    <a:pt x="1308" y="622"/>
                    <a:pt x="1273" y="622"/>
                  </a:cubicBezTo>
                  <a:lnTo>
                    <a:pt x="1087" y="622"/>
                  </a:lnTo>
                  <a:cubicBezTo>
                    <a:pt x="1056" y="622"/>
                    <a:pt x="1026" y="592"/>
                    <a:pt x="1026" y="557"/>
                  </a:cubicBezTo>
                  <a:cubicBezTo>
                    <a:pt x="1026" y="521"/>
                    <a:pt x="1056" y="496"/>
                    <a:pt x="1087" y="496"/>
                  </a:cubicBezTo>
                  <a:close/>
                  <a:moveTo>
                    <a:pt x="1385" y="1006"/>
                  </a:moveTo>
                  <a:cubicBezTo>
                    <a:pt x="1420" y="1006"/>
                    <a:pt x="1450" y="1031"/>
                    <a:pt x="1455" y="1061"/>
                  </a:cubicBezTo>
                  <a:cubicBezTo>
                    <a:pt x="1460" y="1097"/>
                    <a:pt x="1436" y="1128"/>
                    <a:pt x="1399" y="1133"/>
                  </a:cubicBezTo>
                  <a:cubicBezTo>
                    <a:pt x="1324" y="1142"/>
                    <a:pt x="1254" y="1163"/>
                    <a:pt x="1187" y="1198"/>
                  </a:cubicBezTo>
                  <a:cubicBezTo>
                    <a:pt x="1177" y="1203"/>
                    <a:pt x="1173" y="1203"/>
                    <a:pt x="1157" y="1203"/>
                  </a:cubicBezTo>
                  <a:cubicBezTo>
                    <a:pt x="1137" y="1203"/>
                    <a:pt x="1117" y="1193"/>
                    <a:pt x="1102" y="1168"/>
                  </a:cubicBezTo>
                  <a:cubicBezTo>
                    <a:pt x="1087" y="1137"/>
                    <a:pt x="1096" y="1102"/>
                    <a:pt x="1127" y="1086"/>
                  </a:cubicBezTo>
                  <a:cubicBezTo>
                    <a:pt x="1208" y="1042"/>
                    <a:pt x="1294" y="1016"/>
                    <a:pt x="1385" y="1006"/>
                  </a:cubicBezTo>
                  <a:close/>
                  <a:moveTo>
                    <a:pt x="2546" y="0"/>
                  </a:moveTo>
                  <a:lnTo>
                    <a:pt x="2546" y="0"/>
                  </a:lnTo>
                  <a:cubicBezTo>
                    <a:pt x="2572" y="21"/>
                    <a:pt x="2582" y="46"/>
                    <a:pt x="2582" y="81"/>
                  </a:cubicBezTo>
                  <a:cubicBezTo>
                    <a:pt x="2572" y="127"/>
                    <a:pt x="2532" y="162"/>
                    <a:pt x="2486" y="162"/>
                  </a:cubicBezTo>
                  <a:lnTo>
                    <a:pt x="2476" y="162"/>
                  </a:lnTo>
                  <a:cubicBezTo>
                    <a:pt x="2466" y="162"/>
                    <a:pt x="2456" y="162"/>
                    <a:pt x="2441" y="158"/>
                  </a:cubicBezTo>
                  <a:cubicBezTo>
                    <a:pt x="2436" y="162"/>
                    <a:pt x="2425" y="162"/>
                    <a:pt x="2415" y="162"/>
                  </a:cubicBezTo>
                  <a:cubicBezTo>
                    <a:pt x="2289" y="162"/>
                    <a:pt x="2138" y="158"/>
                    <a:pt x="1970" y="147"/>
                  </a:cubicBezTo>
                  <a:cubicBezTo>
                    <a:pt x="1772" y="135"/>
                    <a:pt x="1552" y="121"/>
                    <a:pt x="1334" y="121"/>
                  </a:cubicBezTo>
                  <a:cubicBezTo>
                    <a:pt x="823" y="121"/>
                    <a:pt x="320" y="195"/>
                    <a:pt x="121" y="531"/>
                  </a:cubicBezTo>
                  <a:cubicBezTo>
                    <a:pt x="5" y="728"/>
                    <a:pt x="0" y="956"/>
                    <a:pt x="102" y="1168"/>
                  </a:cubicBezTo>
                  <a:cubicBezTo>
                    <a:pt x="217" y="1410"/>
                    <a:pt x="455" y="1592"/>
                    <a:pt x="708" y="1627"/>
                  </a:cubicBezTo>
                  <a:cubicBezTo>
                    <a:pt x="766" y="1636"/>
                    <a:pt x="825" y="1640"/>
                    <a:pt x="886" y="1640"/>
                  </a:cubicBezTo>
                  <a:cubicBezTo>
                    <a:pt x="1446" y="1640"/>
                    <a:pt x="2092" y="1277"/>
                    <a:pt x="2516" y="885"/>
                  </a:cubicBezTo>
                  <a:cubicBezTo>
                    <a:pt x="2521" y="879"/>
                    <a:pt x="2532" y="874"/>
                    <a:pt x="2537" y="869"/>
                  </a:cubicBezTo>
                  <a:cubicBezTo>
                    <a:pt x="2516" y="814"/>
                    <a:pt x="2502" y="758"/>
                    <a:pt x="2491" y="708"/>
                  </a:cubicBezTo>
                  <a:cubicBezTo>
                    <a:pt x="2486" y="708"/>
                    <a:pt x="2481" y="713"/>
                    <a:pt x="2476" y="713"/>
                  </a:cubicBezTo>
                  <a:cubicBezTo>
                    <a:pt x="2218" y="778"/>
                    <a:pt x="1961" y="895"/>
                    <a:pt x="1723" y="1011"/>
                  </a:cubicBezTo>
                  <a:cubicBezTo>
                    <a:pt x="1713" y="1016"/>
                    <a:pt x="1703" y="1016"/>
                    <a:pt x="1693" y="1016"/>
                  </a:cubicBezTo>
                  <a:cubicBezTo>
                    <a:pt x="1672" y="1016"/>
                    <a:pt x="1648" y="1006"/>
                    <a:pt x="1637" y="981"/>
                  </a:cubicBezTo>
                  <a:cubicBezTo>
                    <a:pt x="1622" y="951"/>
                    <a:pt x="1637" y="909"/>
                    <a:pt x="1667" y="895"/>
                  </a:cubicBezTo>
                  <a:cubicBezTo>
                    <a:pt x="1915" y="778"/>
                    <a:pt x="2178" y="657"/>
                    <a:pt x="2446" y="592"/>
                  </a:cubicBezTo>
                  <a:cubicBezTo>
                    <a:pt x="2451" y="589"/>
                    <a:pt x="2456" y="588"/>
                    <a:pt x="2461" y="588"/>
                  </a:cubicBezTo>
                  <a:cubicBezTo>
                    <a:pt x="2466" y="588"/>
                    <a:pt x="2471" y="589"/>
                    <a:pt x="2476" y="592"/>
                  </a:cubicBezTo>
                  <a:cubicBezTo>
                    <a:pt x="2466" y="531"/>
                    <a:pt x="2471" y="470"/>
                    <a:pt x="2476" y="410"/>
                  </a:cubicBezTo>
                  <a:cubicBezTo>
                    <a:pt x="2445" y="407"/>
                    <a:pt x="2413" y="406"/>
                    <a:pt x="2382" y="406"/>
                  </a:cubicBezTo>
                  <a:cubicBezTo>
                    <a:pt x="2248" y="406"/>
                    <a:pt x="2116" y="430"/>
                    <a:pt x="1981" y="455"/>
                  </a:cubicBezTo>
                  <a:cubicBezTo>
                    <a:pt x="1884" y="475"/>
                    <a:pt x="1784" y="496"/>
                    <a:pt x="1678" y="506"/>
                  </a:cubicBezTo>
                  <a:lnTo>
                    <a:pt x="1672" y="506"/>
                  </a:lnTo>
                  <a:cubicBezTo>
                    <a:pt x="1637" y="506"/>
                    <a:pt x="1612" y="480"/>
                    <a:pt x="1607" y="445"/>
                  </a:cubicBezTo>
                  <a:cubicBezTo>
                    <a:pt x="1607" y="415"/>
                    <a:pt x="1632" y="380"/>
                    <a:pt x="1667" y="380"/>
                  </a:cubicBezTo>
                  <a:cubicBezTo>
                    <a:pt x="1763" y="370"/>
                    <a:pt x="1865" y="349"/>
                    <a:pt x="1961" y="333"/>
                  </a:cubicBezTo>
                  <a:cubicBezTo>
                    <a:pt x="2101" y="305"/>
                    <a:pt x="2243" y="279"/>
                    <a:pt x="2395" y="279"/>
                  </a:cubicBezTo>
                  <a:cubicBezTo>
                    <a:pt x="2430" y="279"/>
                    <a:pt x="2466" y="281"/>
                    <a:pt x="2502" y="284"/>
                  </a:cubicBezTo>
                  <a:cubicBezTo>
                    <a:pt x="2521" y="207"/>
                    <a:pt x="2562" y="121"/>
                    <a:pt x="2623" y="41"/>
                  </a:cubicBezTo>
                  <a:cubicBezTo>
                    <a:pt x="2597" y="25"/>
                    <a:pt x="2572" y="11"/>
                    <a:pt x="2546"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3542;p51">
              <a:extLst>
                <a:ext uri="{FF2B5EF4-FFF2-40B4-BE49-F238E27FC236}">
                  <a16:creationId xmlns:a16="http://schemas.microsoft.com/office/drawing/2014/main" id="{045D2244-FAC4-FF23-E989-CDF32455AEA3}"/>
                </a:ext>
              </a:extLst>
            </p:cNvPr>
            <p:cNvSpPr/>
            <p:nvPr/>
          </p:nvSpPr>
          <p:spPr>
            <a:xfrm>
              <a:off x="6886650" y="1019175"/>
              <a:ext cx="60175" cy="46000"/>
            </a:xfrm>
            <a:custGeom>
              <a:avLst/>
              <a:gdLst/>
              <a:ahLst/>
              <a:cxnLst/>
              <a:rect l="l" t="t" r="r" b="b"/>
              <a:pathLst>
                <a:path w="2407" h="1840" extrusionOk="0">
                  <a:moveTo>
                    <a:pt x="1319" y="678"/>
                  </a:moveTo>
                  <a:cubicBezTo>
                    <a:pt x="1335" y="678"/>
                    <a:pt x="1352" y="685"/>
                    <a:pt x="1365" y="697"/>
                  </a:cubicBezTo>
                  <a:cubicBezTo>
                    <a:pt x="1395" y="728"/>
                    <a:pt x="1430" y="753"/>
                    <a:pt x="1471" y="783"/>
                  </a:cubicBezTo>
                  <a:cubicBezTo>
                    <a:pt x="1502" y="798"/>
                    <a:pt x="1506" y="839"/>
                    <a:pt x="1486" y="870"/>
                  </a:cubicBezTo>
                  <a:cubicBezTo>
                    <a:pt x="1476" y="884"/>
                    <a:pt x="1455" y="895"/>
                    <a:pt x="1436" y="895"/>
                  </a:cubicBezTo>
                  <a:cubicBezTo>
                    <a:pt x="1425" y="895"/>
                    <a:pt x="1411" y="895"/>
                    <a:pt x="1400" y="884"/>
                  </a:cubicBezTo>
                  <a:cubicBezTo>
                    <a:pt x="1355" y="859"/>
                    <a:pt x="1315" y="823"/>
                    <a:pt x="1274" y="788"/>
                  </a:cubicBezTo>
                  <a:cubicBezTo>
                    <a:pt x="1248" y="763"/>
                    <a:pt x="1248" y="723"/>
                    <a:pt x="1274" y="697"/>
                  </a:cubicBezTo>
                  <a:cubicBezTo>
                    <a:pt x="1286" y="685"/>
                    <a:pt x="1303" y="678"/>
                    <a:pt x="1319" y="678"/>
                  </a:cubicBezTo>
                  <a:close/>
                  <a:moveTo>
                    <a:pt x="1017" y="935"/>
                  </a:moveTo>
                  <a:cubicBezTo>
                    <a:pt x="1052" y="935"/>
                    <a:pt x="1082" y="965"/>
                    <a:pt x="1082" y="996"/>
                  </a:cubicBezTo>
                  <a:cubicBezTo>
                    <a:pt x="1077" y="1047"/>
                    <a:pt x="1103" y="1051"/>
                    <a:pt x="1117" y="1051"/>
                  </a:cubicBezTo>
                  <a:cubicBezTo>
                    <a:pt x="1152" y="1056"/>
                    <a:pt x="1178" y="1087"/>
                    <a:pt x="1173" y="1122"/>
                  </a:cubicBezTo>
                  <a:cubicBezTo>
                    <a:pt x="1168" y="1152"/>
                    <a:pt x="1143" y="1178"/>
                    <a:pt x="1107" y="1178"/>
                  </a:cubicBezTo>
                  <a:lnTo>
                    <a:pt x="1103" y="1178"/>
                  </a:lnTo>
                  <a:cubicBezTo>
                    <a:pt x="1012" y="1168"/>
                    <a:pt x="951" y="1096"/>
                    <a:pt x="956" y="996"/>
                  </a:cubicBezTo>
                  <a:cubicBezTo>
                    <a:pt x="956" y="961"/>
                    <a:pt x="981" y="935"/>
                    <a:pt x="1017" y="935"/>
                  </a:cubicBezTo>
                  <a:close/>
                  <a:moveTo>
                    <a:pt x="1577" y="1002"/>
                  </a:moveTo>
                  <a:cubicBezTo>
                    <a:pt x="1593" y="1002"/>
                    <a:pt x="1608" y="1008"/>
                    <a:pt x="1618" y="1021"/>
                  </a:cubicBezTo>
                  <a:cubicBezTo>
                    <a:pt x="1805" y="1203"/>
                    <a:pt x="2031" y="1415"/>
                    <a:pt x="2304" y="1572"/>
                  </a:cubicBezTo>
                  <a:cubicBezTo>
                    <a:pt x="2335" y="1586"/>
                    <a:pt x="2346" y="1627"/>
                    <a:pt x="2330" y="1658"/>
                  </a:cubicBezTo>
                  <a:cubicBezTo>
                    <a:pt x="2315" y="1677"/>
                    <a:pt x="2295" y="1688"/>
                    <a:pt x="2274" y="1688"/>
                  </a:cubicBezTo>
                  <a:cubicBezTo>
                    <a:pt x="2264" y="1688"/>
                    <a:pt x="2255" y="1688"/>
                    <a:pt x="2244" y="1677"/>
                  </a:cubicBezTo>
                  <a:cubicBezTo>
                    <a:pt x="1956" y="1516"/>
                    <a:pt x="1723" y="1299"/>
                    <a:pt x="1532" y="1112"/>
                  </a:cubicBezTo>
                  <a:cubicBezTo>
                    <a:pt x="1506" y="1087"/>
                    <a:pt x="1506" y="1047"/>
                    <a:pt x="1532" y="1021"/>
                  </a:cubicBezTo>
                  <a:cubicBezTo>
                    <a:pt x="1545" y="1008"/>
                    <a:pt x="1561" y="1002"/>
                    <a:pt x="1577" y="1002"/>
                  </a:cubicBezTo>
                  <a:close/>
                  <a:moveTo>
                    <a:pt x="622" y="0"/>
                  </a:moveTo>
                  <a:cubicBezTo>
                    <a:pt x="425" y="0"/>
                    <a:pt x="177" y="40"/>
                    <a:pt x="96" y="243"/>
                  </a:cubicBezTo>
                  <a:cubicBezTo>
                    <a:pt x="0" y="475"/>
                    <a:pt x="142" y="870"/>
                    <a:pt x="425" y="1157"/>
                  </a:cubicBezTo>
                  <a:cubicBezTo>
                    <a:pt x="793" y="1532"/>
                    <a:pt x="1315" y="1758"/>
                    <a:pt x="1982" y="1835"/>
                  </a:cubicBezTo>
                  <a:cubicBezTo>
                    <a:pt x="1987" y="1835"/>
                    <a:pt x="1991" y="1840"/>
                    <a:pt x="2001" y="1840"/>
                  </a:cubicBezTo>
                  <a:cubicBezTo>
                    <a:pt x="1744" y="1698"/>
                    <a:pt x="1506" y="1567"/>
                    <a:pt x="1320" y="1339"/>
                  </a:cubicBezTo>
                  <a:cubicBezTo>
                    <a:pt x="1294" y="1313"/>
                    <a:pt x="1299" y="1273"/>
                    <a:pt x="1325" y="1253"/>
                  </a:cubicBezTo>
                  <a:cubicBezTo>
                    <a:pt x="1336" y="1242"/>
                    <a:pt x="1350" y="1237"/>
                    <a:pt x="1365" y="1237"/>
                  </a:cubicBezTo>
                  <a:cubicBezTo>
                    <a:pt x="1383" y="1237"/>
                    <a:pt x="1401" y="1245"/>
                    <a:pt x="1415" y="1259"/>
                  </a:cubicBezTo>
                  <a:cubicBezTo>
                    <a:pt x="1588" y="1471"/>
                    <a:pt x="1819" y="1597"/>
                    <a:pt x="2062" y="1728"/>
                  </a:cubicBezTo>
                  <a:cubicBezTo>
                    <a:pt x="2108" y="1754"/>
                    <a:pt x="2153" y="1779"/>
                    <a:pt x="2199" y="1804"/>
                  </a:cubicBezTo>
                  <a:cubicBezTo>
                    <a:pt x="2255" y="1758"/>
                    <a:pt x="2320" y="1707"/>
                    <a:pt x="2406" y="1667"/>
                  </a:cubicBezTo>
                  <a:cubicBezTo>
                    <a:pt x="2355" y="1572"/>
                    <a:pt x="2309" y="1465"/>
                    <a:pt x="2269" y="1344"/>
                  </a:cubicBezTo>
                  <a:cubicBezTo>
                    <a:pt x="1865" y="753"/>
                    <a:pt x="1278" y="0"/>
                    <a:pt x="622"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3543;p51">
              <a:extLst>
                <a:ext uri="{FF2B5EF4-FFF2-40B4-BE49-F238E27FC236}">
                  <a16:creationId xmlns:a16="http://schemas.microsoft.com/office/drawing/2014/main" id="{2DE99C5C-A058-6F78-3511-618C89DBA880}"/>
                </a:ext>
              </a:extLst>
            </p:cNvPr>
            <p:cNvSpPr/>
            <p:nvPr/>
          </p:nvSpPr>
          <p:spPr>
            <a:xfrm>
              <a:off x="6940850" y="993250"/>
              <a:ext cx="41075" cy="65975"/>
            </a:xfrm>
            <a:custGeom>
              <a:avLst/>
              <a:gdLst/>
              <a:ahLst/>
              <a:cxnLst/>
              <a:rect l="l" t="t" r="r" b="b"/>
              <a:pathLst>
                <a:path w="1643" h="2639" extrusionOk="0">
                  <a:moveTo>
                    <a:pt x="990" y="1108"/>
                  </a:moveTo>
                  <a:cubicBezTo>
                    <a:pt x="1026" y="1108"/>
                    <a:pt x="1051" y="1138"/>
                    <a:pt x="1051" y="1174"/>
                  </a:cubicBezTo>
                  <a:lnTo>
                    <a:pt x="1051" y="1310"/>
                  </a:lnTo>
                  <a:cubicBezTo>
                    <a:pt x="1051" y="1350"/>
                    <a:pt x="1026" y="1375"/>
                    <a:pt x="990" y="1375"/>
                  </a:cubicBezTo>
                  <a:cubicBezTo>
                    <a:pt x="955" y="1375"/>
                    <a:pt x="924" y="1350"/>
                    <a:pt x="924" y="1310"/>
                  </a:cubicBezTo>
                  <a:lnTo>
                    <a:pt x="924" y="1174"/>
                  </a:lnTo>
                  <a:cubicBezTo>
                    <a:pt x="924" y="1138"/>
                    <a:pt x="955" y="1108"/>
                    <a:pt x="990" y="1108"/>
                  </a:cubicBezTo>
                  <a:close/>
                  <a:moveTo>
                    <a:pt x="482" y="1062"/>
                  </a:moveTo>
                  <a:cubicBezTo>
                    <a:pt x="515" y="1062"/>
                    <a:pt x="541" y="1091"/>
                    <a:pt x="541" y="1123"/>
                  </a:cubicBezTo>
                  <a:cubicBezTo>
                    <a:pt x="546" y="1205"/>
                    <a:pt x="551" y="1275"/>
                    <a:pt x="566" y="1350"/>
                  </a:cubicBezTo>
                  <a:cubicBezTo>
                    <a:pt x="572" y="1380"/>
                    <a:pt x="546" y="1417"/>
                    <a:pt x="511" y="1422"/>
                  </a:cubicBezTo>
                  <a:lnTo>
                    <a:pt x="500" y="1422"/>
                  </a:lnTo>
                  <a:cubicBezTo>
                    <a:pt x="470" y="1422"/>
                    <a:pt x="444" y="1401"/>
                    <a:pt x="439" y="1371"/>
                  </a:cubicBezTo>
                  <a:cubicBezTo>
                    <a:pt x="425" y="1289"/>
                    <a:pt x="420" y="1214"/>
                    <a:pt x="414" y="1128"/>
                  </a:cubicBezTo>
                  <a:cubicBezTo>
                    <a:pt x="414" y="1093"/>
                    <a:pt x="439" y="1067"/>
                    <a:pt x="475" y="1063"/>
                  </a:cubicBezTo>
                  <a:cubicBezTo>
                    <a:pt x="477" y="1062"/>
                    <a:pt x="480" y="1062"/>
                    <a:pt x="482" y="1062"/>
                  </a:cubicBezTo>
                  <a:close/>
                  <a:moveTo>
                    <a:pt x="759" y="0"/>
                  </a:moveTo>
                  <a:cubicBezTo>
                    <a:pt x="725" y="0"/>
                    <a:pt x="691" y="4"/>
                    <a:pt x="656" y="11"/>
                  </a:cubicBezTo>
                  <a:cubicBezTo>
                    <a:pt x="395" y="72"/>
                    <a:pt x="152" y="361"/>
                    <a:pt x="80" y="709"/>
                  </a:cubicBezTo>
                  <a:cubicBezTo>
                    <a:pt x="0" y="1093"/>
                    <a:pt x="91" y="1780"/>
                    <a:pt x="268" y="2296"/>
                  </a:cubicBezTo>
                  <a:cubicBezTo>
                    <a:pt x="329" y="2381"/>
                    <a:pt x="384" y="2462"/>
                    <a:pt x="435" y="2538"/>
                  </a:cubicBezTo>
                  <a:lnTo>
                    <a:pt x="465" y="2588"/>
                  </a:lnTo>
                  <a:cubicBezTo>
                    <a:pt x="470" y="2599"/>
                    <a:pt x="475" y="2609"/>
                    <a:pt x="481" y="2623"/>
                  </a:cubicBezTo>
                  <a:cubicBezTo>
                    <a:pt x="500" y="2618"/>
                    <a:pt x="521" y="2613"/>
                    <a:pt x="546" y="2609"/>
                  </a:cubicBezTo>
                  <a:cubicBezTo>
                    <a:pt x="541" y="2599"/>
                    <a:pt x="530" y="2588"/>
                    <a:pt x="530" y="2573"/>
                  </a:cubicBezTo>
                  <a:cubicBezTo>
                    <a:pt x="526" y="2497"/>
                    <a:pt x="516" y="2417"/>
                    <a:pt x="511" y="2336"/>
                  </a:cubicBezTo>
                  <a:cubicBezTo>
                    <a:pt x="490" y="2098"/>
                    <a:pt x="470" y="1851"/>
                    <a:pt x="439" y="1623"/>
                  </a:cubicBezTo>
                  <a:cubicBezTo>
                    <a:pt x="435" y="1588"/>
                    <a:pt x="460" y="1557"/>
                    <a:pt x="495" y="1553"/>
                  </a:cubicBezTo>
                  <a:cubicBezTo>
                    <a:pt x="498" y="1552"/>
                    <a:pt x="501" y="1552"/>
                    <a:pt x="504" y="1552"/>
                  </a:cubicBezTo>
                  <a:cubicBezTo>
                    <a:pt x="535" y="1552"/>
                    <a:pt x="561" y="1576"/>
                    <a:pt x="566" y="1608"/>
                  </a:cubicBezTo>
                  <a:cubicBezTo>
                    <a:pt x="596" y="1841"/>
                    <a:pt x="616" y="2084"/>
                    <a:pt x="637" y="2326"/>
                  </a:cubicBezTo>
                  <a:cubicBezTo>
                    <a:pt x="642" y="2406"/>
                    <a:pt x="652" y="2487"/>
                    <a:pt x="656" y="2563"/>
                  </a:cubicBezTo>
                  <a:lnTo>
                    <a:pt x="656" y="2583"/>
                  </a:lnTo>
                  <a:cubicBezTo>
                    <a:pt x="709" y="2568"/>
                    <a:pt x="764" y="2561"/>
                    <a:pt x="818" y="2561"/>
                  </a:cubicBezTo>
                  <a:cubicBezTo>
                    <a:pt x="858" y="2561"/>
                    <a:pt x="897" y="2565"/>
                    <a:pt x="935" y="2573"/>
                  </a:cubicBezTo>
                  <a:cubicBezTo>
                    <a:pt x="929" y="2558"/>
                    <a:pt x="924" y="2548"/>
                    <a:pt x="929" y="2532"/>
                  </a:cubicBezTo>
                  <a:cubicBezTo>
                    <a:pt x="980" y="2275"/>
                    <a:pt x="1001" y="2002"/>
                    <a:pt x="996" y="1639"/>
                  </a:cubicBezTo>
                  <a:cubicBezTo>
                    <a:pt x="996" y="1603"/>
                    <a:pt x="1026" y="1573"/>
                    <a:pt x="1061" y="1573"/>
                  </a:cubicBezTo>
                  <a:cubicBezTo>
                    <a:pt x="1097" y="1573"/>
                    <a:pt x="1122" y="1603"/>
                    <a:pt x="1122" y="1639"/>
                  </a:cubicBezTo>
                  <a:cubicBezTo>
                    <a:pt x="1127" y="2007"/>
                    <a:pt x="1106" y="2296"/>
                    <a:pt x="1051" y="2558"/>
                  </a:cubicBezTo>
                  <a:cubicBezTo>
                    <a:pt x="1051" y="2573"/>
                    <a:pt x="1041" y="2588"/>
                    <a:pt x="1026" y="2599"/>
                  </a:cubicBezTo>
                  <a:cubicBezTo>
                    <a:pt x="1061" y="2609"/>
                    <a:pt x="1092" y="2623"/>
                    <a:pt x="1122" y="2639"/>
                  </a:cubicBezTo>
                  <a:cubicBezTo>
                    <a:pt x="1400" y="1947"/>
                    <a:pt x="1642" y="810"/>
                    <a:pt x="1223" y="270"/>
                  </a:cubicBezTo>
                  <a:cubicBezTo>
                    <a:pt x="1084" y="93"/>
                    <a:pt x="927" y="0"/>
                    <a:pt x="759"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3544;p51">
              <a:extLst>
                <a:ext uri="{FF2B5EF4-FFF2-40B4-BE49-F238E27FC236}">
                  <a16:creationId xmlns:a16="http://schemas.microsoft.com/office/drawing/2014/main" id="{D1E738F1-EC97-0A4E-D0AF-36B5B226C638}"/>
                </a:ext>
              </a:extLst>
            </p:cNvPr>
            <p:cNvSpPr/>
            <p:nvPr/>
          </p:nvSpPr>
          <p:spPr>
            <a:xfrm>
              <a:off x="6973675" y="1020375"/>
              <a:ext cx="57750" cy="57925"/>
            </a:xfrm>
            <a:custGeom>
              <a:avLst/>
              <a:gdLst/>
              <a:ahLst/>
              <a:cxnLst/>
              <a:rect l="l" t="t" r="r" b="b"/>
              <a:pathLst>
                <a:path w="2310" h="2317" extrusionOk="0">
                  <a:moveTo>
                    <a:pt x="1209" y="631"/>
                  </a:moveTo>
                  <a:cubicBezTo>
                    <a:pt x="1235" y="631"/>
                    <a:pt x="1257" y="643"/>
                    <a:pt x="1269" y="665"/>
                  </a:cubicBezTo>
                  <a:cubicBezTo>
                    <a:pt x="1284" y="695"/>
                    <a:pt x="1274" y="735"/>
                    <a:pt x="1239" y="750"/>
                  </a:cubicBezTo>
                  <a:cubicBezTo>
                    <a:pt x="1183" y="775"/>
                    <a:pt x="1113" y="822"/>
                    <a:pt x="1066" y="857"/>
                  </a:cubicBezTo>
                  <a:cubicBezTo>
                    <a:pt x="1057" y="866"/>
                    <a:pt x="1041" y="871"/>
                    <a:pt x="1026" y="871"/>
                  </a:cubicBezTo>
                  <a:cubicBezTo>
                    <a:pt x="1011" y="871"/>
                    <a:pt x="991" y="862"/>
                    <a:pt x="976" y="847"/>
                  </a:cubicBezTo>
                  <a:cubicBezTo>
                    <a:pt x="956" y="822"/>
                    <a:pt x="961" y="780"/>
                    <a:pt x="986" y="761"/>
                  </a:cubicBezTo>
                  <a:cubicBezTo>
                    <a:pt x="1036" y="720"/>
                    <a:pt x="1117" y="670"/>
                    <a:pt x="1183" y="635"/>
                  </a:cubicBezTo>
                  <a:cubicBezTo>
                    <a:pt x="1192" y="632"/>
                    <a:pt x="1201" y="631"/>
                    <a:pt x="1209" y="631"/>
                  </a:cubicBezTo>
                  <a:close/>
                  <a:moveTo>
                    <a:pt x="1521" y="1231"/>
                  </a:moveTo>
                  <a:cubicBezTo>
                    <a:pt x="1538" y="1231"/>
                    <a:pt x="1555" y="1232"/>
                    <a:pt x="1572" y="1235"/>
                  </a:cubicBezTo>
                  <a:cubicBezTo>
                    <a:pt x="1607" y="1241"/>
                    <a:pt x="1628" y="1271"/>
                    <a:pt x="1623" y="1307"/>
                  </a:cubicBezTo>
                  <a:cubicBezTo>
                    <a:pt x="1617" y="1339"/>
                    <a:pt x="1592" y="1363"/>
                    <a:pt x="1560" y="1363"/>
                  </a:cubicBezTo>
                  <a:cubicBezTo>
                    <a:pt x="1557" y="1363"/>
                    <a:pt x="1554" y="1363"/>
                    <a:pt x="1552" y="1362"/>
                  </a:cubicBezTo>
                  <a:cubicBezTo>
                    <a:pt x="1541" y="1360"/>
                    <a:pt x="1529" y="1359"/>
                    <a:pt x="1518" y="1359"/>
                  </a:cubicBezTo>
                  <a:cubicBezTo>
                    <a:pt x="1479" y="1359"/>
                    <a:pt x="1440" y="1373"/>
                    <a:pt x="1421" y="1393"/>
                  </a:cubicBezTo>
                  <a:cubicBezTo>
                    <a:pt x="1405" y="1402"/>
                    <a:pt x="1390" y="1407"/>
                    <a:pt x="1374" y="1407"/>
                  </a:cubicBezTo>
                  <a:cubicBezTo>
                    <a:pt x="1360" y="1407"/>
                    <a:pt x="1344" y="1402"/>
                    <a:pt x="1330" y="1387"/>
                  </a:cubicBezTo>
                  <a:cubicBezTo>
                    <a:pt x="1304" y="1362"/>
                    <a:pt x="1309" y="1321"/>
                    <a:pt x="1334" y="1296"/>
                  </a:cubicBezTo>
                  <a:cubicBezTo>
                    <a:pt x="1380" y="1255"/>
                    <a:pt x="1448" y="1231"/>
                    <a:pt x="1521" y="1231"/>
                  </a:cubicBezTo>
                  <a:close/>
                  <a:moveTo>
                    <a:pt x="1461" y="1"/>
                  </a:moveTo>
                  <a:cubicBezTo>
                    <a:pt x="1378" y="1"/>
                    <a:pt x="1294" y="12"/>
                    <a:pt x="1213" y="33"/>
                  </a:cubicBezTo>
                  <a:cubicBezTo>
                    <a:pt x="628" y="190"/>
                    <a:pt x="173" y="1003"/>
                    <a:pt x="1" y="1696"/>
                  </a:cubicBezTo>
                  <a:lnTo>
                    <a:pt x="1" y="1701"/>
                  </a:lnTo>
                  <a:cubicBezTo>
                    <a:pt x="41" y="1741"/>
                    <a:pt x="77" y="1787"/>
                    <a:pt x="107" y="1832"/>
                  </a:cubicBezTo>
                  <a:lnTo>
                    <a:pt x="112" y="1827"/>
                  </a:lnTo>
                  <a:cubicBezTo>
                    <a:pt x="259" y="1519"/>
                    <a:pt x="415" y="1230"/>
                    <a:pt x="688" y="1039"/>
                  </a:cubicBezTo>
                  <a:cubicBezTo>
                    <a:pt x="700" y="1030"/>
                    <a:pt x="714" y="1026"/>
                    <a:pt x="726" y="1026"/>
                  </a:cubicBezTo>
                  <a:cubicBezTo>
                    <a:pt x="745" y="1026"/>
                    <a:pt x="762" y="1035"/>
                    <a:pt x="774" y="1053"/>
                  </a:cubicBezTo>
                  <a:cubicBezTo>
                    <a:pt x="794" y="1079"/>
                    <a:pt x="789" y="1120"/>
                    <a:pt x="759" y="1139"/>
                  </a:cubicBezTo>
                  <a:cubicBezTo>
                    <a:pt x="516" y="1316"/>
                    <a:pt x="364" y="1589"/>
                    <a:pt x="223" y="1883"/>
                  </a:cubicBezTo>
                  <a:cubicBezTo>
                    <a:pt x="213" y="1908"/>
                    <a:pt x="187" y="1918"/>
                    <a:pt x="168" y="1918"/>
                  </a:cubicBezTo>
                  <a:lnTo>
                    <a:pt x="162" y="1918"/>
                  </a:lnTo>
                  <a:cubicBezTo>
                    <a:pt x="168" y="1927"/>
                    <a:pt x="173" y="1938"/>
                    <a:pt x="173" y="1948"/>
                  </a:cubicBezTo>
                  <a:cubicBezTo>
                    <a:pt x="425" y="1715"/>
                    <a:pt x="824" y="1508"/>
                    <a:pt x="1047" y="1402"/>
                  </a:cubicBezTo>
                  <a:cubicBezTo>
                    <a:pt x="1055" y="1398"/>
                    <a:pt x="1064" y="1396"/>
                    <a:pt x="1073" y="1396"/>
                  </a:cubicBezTo>
                  <a:cubicBezTo>
                    <a:pt x="1097" y="1396"/>
                    <a:pt x="1121" y="1411"/>
                    <a:pt x="1132" y="1433"/>
                  </a:cubicBezTo>
                  <a:cubicBezTo>
                    <a:pt x="1148" y="1463"/>
                    <a:pt x="1132" y="1503"/>
                    <a:pt x="1102" y="1519"/>
                  </a:cubicBezTo>
                  <a:cubicBezTo>
                    <a:pt x="920" y="1605"/>
                    <a:pt x="476" y="1827"/>
                    <a:pt x="233" y="2064"/>
                  </a:cubicBezTo>
                  <a:lnTo>
                    <a:pt x="233" y="2069"/>
                  </a:lnTo>
                  <a:cubicBezTo>
                    <a:pt x="264" y="2144"/>
                    <a:pt x="283" y="2231"/>
                    <a:pt x="299" y="2317"/>
                  </a:cubicBezTo>
                  <a:lnTo>
                    <a:pt x="441" y="2261"/>
                  </a:lnTo>
                  <a:cubicBezTo>
                    <a:pt x="602" y="2195"/>
                    <a:pt x="789" y="2125"/>
                    <a:pt x="986" y="2054"/>
                  </a:cubicBezTo>
                  <a:cubicBezTo>
                    <a:pt x="1633" y="1781"/>
                    <a:pt x="2295" y="1387"/>
                    <a:pt x="2305" y="775"/>
                  </a:cubicBezTo>
                  <a:cubicBezTo>
                    <a:pt x="2309" y="544"/>
                    <a:pt x="2214" y="337"/>
                    <a:pt x="2027" y="190"/>
                  </a:cubicBezTo>
                  <a:cubicBezTo>
                    <a:pt x="1872" y="67"/>
                    <a:pt x="1668" y="1"/>
                    <a:pt x="1461"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3545;p51">
              <a:extLst>
                <a:ext uri="{FF2B5EF4-FFF2-40B4-BE49-F238E27FC236}">
                  <a16:creationId xmlns:a16="http://schemas.microsoft.com/office/drawing/2014/main" id="{3E342B45-ABF7-5A86-E2D7-75C6B4A65195}"/>
                </a:ext>
              </a:extLst>
            </p:cNvPr>
            <p:cNvSpPr/>
            <p:nvPr/>
          </p:nvSpPr>
          <p:spPr>
            <a:xfrm>
              <a:off x="6976950" y="1069650"/>
              <a:ext cx="74450" cy="39425"/>
            </a:xfrm>
            <a:custGeom>
              <a:avLst/>
              <a:gdLst/>
              <a:ahLst/>
              <a:cxnLst/>
              <a:rect l="l" t="t" r="r" b="b"/>
              <a:pathLst>
                <a:path w="2978" h="1577" extrusionOk="0">
                  <a:moveTo>
                    <a:pt x="1921" y="427"/>
                  </a:moveTo>
                  <a:cubicBezTo>
                    <a:pt x="1956" y="427"/>
                    <a:pt x="1982" y="457"/>
                    <a:pt x="1982" y="492"/>
                  </a:cubicBezTo>
                  <a:cubicBezTo>
                    <a:pt x="1982" y="528"/>
                    <a:pt x="1956" y="553"/>
                    <a:pt x="1921" y="553"/>
                  </a:cubicBezTo>
                  <a:lnTo>
                    <a:pt x="1709" y="553"/>
                  </a:lnTo>
                  <a:cubicBezTo>
                    <a:pt x="1674" y="553"/>
                    <a:pt x="1648" y="528"/>
                    <a:pt x="1648" y="492"/>
                  </a:cubicBezTo>
                  <a:cubicBezTo>
                    <a:pt x="1648" y="457"/>
                    <a:pt x="1674" y="427"/>
                    <a:pt x="1709" y="427"/>
                  </a:cubicBezTo>
                  <a:close/>
                  <a:moveTo>
                    <a:pt x="1475" y="940"/>
                  </a:moveTo>
                  <a:cubicBezTo>
                    <a:pt x="1480" y="940"/>
                    <a:pt x="1486" y="940"/>
                    <a:pt x="1492" y="942"/>
                  </a:cubicBezTo>
                  <a:cubicBezTo>
                    <a:pt x="1547" y="957"/>
                    <a:pt x="1607" y="973"/>
                    <a:pt x="1663" y="992"/>
                  </a:cubicBezTo>
                  <a:cubicBezTo>
                    <a:pt x="1693" y="1003"/>
                    <a:pt x="1714" y="1038"/>
                    <a:pt x="1698" y="1068"/>
                  </a:cubicBezTo>
                  <a:cubicBezTo>
                    <a:pt x="1693" y="1099"/>
                    <a:pt x="1668" y="1113"/>
                    <a:pt x="1644" y="1113"/>
                  </a:cubicBezTo>
                  <a:cubicBezTo>
                    <a:pt x="1633" y="1113"/>
                    <a:pt x="1628" y="1113"/>
                    <a:pt x="1618" y="1108"/>
                  </a:cubicBezTo>
                  <a:cubicBezTo>
                    <a:pt x="1572" y="1094"/>
                    <a:pt x="1516" y="1078"/>
                    <a:pt x="1462" y="1063"/>
                  </a:cubicBezTo>
                  <a:cubicBezTo>
                    <a:pt x="1431" y="1059"/>
                    <a:pt x="1406" y="1022"/>
                    <a:pt x="1416" y="987"/>
                  </a:cubicBezTo>
                  <a:cubicBezTo>
                    <a:pt x="1424" y="962"/>
                    <a:pt x="1446" y="940"/>
                    <a:pt x="1475" y="940"/>
                  </a:cubicBezTo>
                  <a:close/>
                  <a:moveTo>
                    <a:pt x="2091" y="1"/>
                  </a:moveTo>
                  <a:cubicBezTo>
                    <a:pt x="1728" y="1"/>
                    <a:pt x="1303" y="122"/>
                    <a:pt x="916" y="260"/>
                  </a:cubicBezTo>
                  <a:cubicBezTo>
                    <a:pt x="714" y="346"/>
                    <a:pt x="522" y="416"/>
                    <a:pt x="350" y="483"/>
                  </a:cubicBezTo>
                  <a:cubicBezTo>
                    <a:pt x="289" y="502"/>
                    <a:pt x="238" y="523"/>
                    <a:pt x="182" y="543"/>
                  </a:cubicBezTo>
                  <a:lnTo>
                    <a:pt x="182" y="598"/>
                  </a:lnTo>
                  <a:cubicBezTo>
                    <a:pt x="497" y="507"/>
                    <a:pt x="886" y="452"/>
                    <a:pt x="1243" y="452"/>
                  </a:cubicBezTo>
                  <a:cubicBezTo>
                    <a:pt x="1247" y="452"/>
                    <a:pt x="1250" y="452"/>
                    <a:pt x="1253" y="452"/>
                  </a:cubicBezTo>
                  <a:cubicBezTo>
                    <a:pt x="1285" y="452"/>
                    <a:pt x="1310" y="480"/>
                    <a:pt x="1310" y="513"/>
                  </a:cubicBezTo>
                  <a:cubicBezTo>
                    <a:pt x="1310" y="548"/>
                    <a:pt x="1280" y="578"/>
                    <a:pt x="1243" y="578"/>
                  </a:cubicBezTo>
                  <a:cubicBezTo>
                    <a:pt x="886" y="583"/>
                    <a:pt x="476" y="639"/>
                    <a:pt x="168" y="735"/>
                  </a:cubicBezTo>
                  <a:cubicBezTo>
                    <a:pt x="158" y="786"/>
                    <a:pt x="142" y="840"/>
                    <a:pt x="122" y="891"/>
                  </a:cubicBezTo>
                  <a:cubicBezTo>
                    <a:pt x="147" y="891"/>
                    <a:pt x="172" y="891"/>
                    <a:pt x="197" y="891"/>
                  </a:cubicBezTo>
                  <a:cubicBezTo>
                    <a:pt x="421" y="891"/>
                    <a:pt x="647" y="909"/>
                    <a:pt x="865" y="926"/>
                  </a:cubicBezTo>
                  <a:cubicBezTo>
                    <a:pt x="931" y="931"/>
                    <a:pt x="996" y="937"/>
                    <a:pt x="1062" y="942"/>
                  </a:cubicBezTo>
                  <a:cubicBezTo>
                    <a:pt x="1098" y="942"/>
                    <a:pt x="1122" y="973"/>
                    <a:pt x="1122" y="1008"/>
                  </a:cubicBezTo>
                  <a:cubicBezTo>
                    <a:pt x="1122" y="1043"/>
                    <a:pt x="1092" y="1068"/>
                    <a:pt x="1062" y="1068"/>
                  </a:cubicBezTo>
                  <a:lnTo>
                    <a:pt x="1052" y="1068"/>
                  </a:lnTo>
                  <a:cubicBezTo>
                    <a:pt x="991" y="1063"/>
                    <a:pt x="921" y="1059"/>
                    <a:pt x="855" y="1053"/>
                  </a:cubicBezTo>
                  <a:cubicBezTo>
                    <a:pt x="637" y="1035"/>
                    <a:pt x="406" y="1017"/>
                    <a:pt x="182" y="1017"/>
                  </a:cubicBezTo>
                  <a:cubicBezTo>
                    <a:pt x="157" y="1017"/>
                    <a:pt x="132" y="1017"/>
                    <a:pt x="107" y="1017"/>
                  </a:cubicBezTo>
                  <a:cubicBezTo>
                    <a:pt x="92" y="1017"/>
                    <a:pt x="77" y="1013"/>
                    <a:pt x="67" y="1008"/>
                  </a:cubicBezTo>
                  <a:cubicBezTo>
                    <a:pt x="61" y="1022"/>
                    <a:pt x="47" y="1043"/>
                    <a:pt x="37" y="1063"/>
                  </a:cubicBezTo>
                  <a:cubicBezTo>
                    <a:pt x="26" y="1078"/>
                    <a:pt x="12" y="1099"/>
                    <a:pt x="1" y="1113"/>
                  </a:cubicBezTo>
                  <a:cubicBezTo>
                    <a:pt x="31" y="1139"/>
                    <a:pt x="61" y="1164"/>
                    <a:pt x="92" y="1185"/>
                  </a:cubicBezTo>
                  <a:cubicBezTo>
                    <a:pt x="571" y="1394"/>
                    <a:pt x="1208" y="1576"/>
                    <a:pt x="1760" y="1576"/>
                  </a:cubicBezTo>
                  <a:cubicBezTo>
                    <a:pt x="2168" y="1576"/>
                    <a:pt x="2531" y="1477"/>
                    <a:pt x="2749" y="1215"/>
                  </a:cubicBezTo>
                  <a:cubicBezTo>
                    <a:pt x="2917" y="1017"/>
                    <a:pt x="2977" y="760"/>
                    <a:pt x="2906" y="523"/>
                  </a:cubicBezTo>
                  <a:cubicBezTo>
                    <a:pt x="2845" y="295"/>
                    <a:pt x="2679" y="124"/>
                    <a:pt x="2451" y="52"/>
                  </a:cubicBezTo>
                  <a:cubicBezTo>
                    <a:pt x="2342" y="16"/>
                    <a:pt x="2221" y="1"/>
                    <a:pt x="2091"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3546;p51">
              <a:extLst>
                <a:ext uri="{FF2B5EF4-FFF2-40B4-BE49-F238E27FC236}">
                  <a16:creationId xmlns:a16="http://schemas.microsoft.com/office/drawing/2014/main" id="{71C295BB-3423-2912-2E03-A821BB77F8D2}"/>
                </a:ext>
              </a:extLst>
            </p:cNvPr>
            <p:cNvSpPr/>
            <p:nvPr/>
          </p:nvSpPr>
          <p:spPr>
            <a:xfrm>
              <a:off x="6955500" y="1101650"/>
              <a:ext cx="45600" cy="64550"/>
            </a:xfrm>
            <a:custGeom>
              <a:avLst/>
              <a:gdLst/>
              <a:ahLst/>
              <a:cxnLst/>
              <a:rect l="l" t="t" r="r" b="b"/>
              <a:pathLst>
                <a:path w="1824" h="2582" extrusionOk="0">
                  <a:moveTo>
                    <a:pt x="1173" y="964"/>
                  </a:moveTo>
                  <a:cubicBezTo>
                    <a:pt x="1197" y="964"/>
                    <a:pt x="1222" y="979"/>
                    <a:pt x="1233" y="1001"/>
                  </a:cubicBezTo>
                  <a:cubicBezTo>
                    <a:pt x="1259" y="1066"/>
                    <a:pt x="1289" y="1148"/>
                    <a:pt x="1304" y="1218"/>
                  </a:cubicBezTo>
                  <a:cubicBezTo>
                    <a:pt x="1313" y="1253"/>
                    <a:pt x="1294" y="1288"/>
                    <a:pt x="1259" y="1299"/>
                  </a:cubicBezTo>
                  <a:lnTo>
                    <a:pt x="1243" y="1299"/>
                  </a:lnTo>
                  <a:cubicBezTo>
                    <a:pt x="1213" y="1299"/>
                    <a:pt x="1187" y="1279"/>
                    <a:pt x="1182" y="1248"/>
                  </a:cubicBezTo>
                  <a:cubicBezTo>
                    <a:pt x="1168" y="1183"/>
                    <a:pt x="1142" y="1112"/>
                    <a:pt x="1117" y="1052"/>
                  </a:cubicBezTo>
                  <a:cubicBezTo>
                    <a:pt x="1101" y="1022"/>
                    <a:pt x="1117" y="980"/>
                    <a:pt x="1147" y="971"/>
                  </a:cubicBezTo>
                  <a:cubicBezTo>
                    <a:pt x="1155" y="966"/>
                    <a:pt x="1164" y="964"/>
                    <a:pt x="1173" y="964"/>
                  </a:cubicBezTo>
                  <a:close/>
                  <a:moveTo>
                    <a:pt x="452" y="195"/>
                  </a:moveTo>
                  <a:cubicBezTo>
                    <a:pt x="482" y="195"/>
                    <a:pt x="507" y="214"/>
                    <a:pt x="511" y="243"/>
                  </a:cubicBezTo>
                  <a:cubicBezTo>
                    <a:pt x="597" y="567"/>
                    <a:pt x="667" y="920"/>
                    <a:pt x="723" y="1274"/>
                  </a:cubicBezTo>
                  <a:cubicBezTo>
                    <a:pt x="728" y="1309"/>
                    <a:pt x="702" y="1339"/>
                    <a:pt x="672" y="1344"/>
                  </a:cubicBezTo>
                  <a:lnTo>
                    <a:pt x="662" y="1344"/>
                  </a:lnTo>
                  <a:cubicBezTo>
                    <a:pt x="632" y="1344"/>
                    <a:pt x="602" y="1325"/>
                    <a:pt x="597" y="1294"/>
                  </a:cubicBezTo>
                  <a:cubicBezTo>
                    <a:pt x="546" y="945"/>
                    <a:pt x="475" y="591"/>
                    <a:pt x="389" y="273"/>
                  </a:cubicBezTo>
                  <a:cubicBezTo>
                    <a:pt x="380" y="243"/>
                    <a:pt x="399" y="208"/>
                    <a:pt x="434" y="197"/>
                  </a:cubicBezTo>
                  <a:cubicBezTo>
                    <a:pt x="440" y="195"/>
                    <a:pt x="446" y="195"/>
                    <a:pt x="452" y="195"/>
                  </a:cubicBezTo>
                  <a:close/>
                  <a:moveTo>
                    <a:pt x="707" y="1590"/>
                  </a:moveTo>
                  <a:cubicBezTo>
                    <a:pt x="729" y="1590"/>
                    <a:pt x="750" y="1601"/>
                    <a:pt x="763" y="1622"/>
                  </a:cubicBezTo>
                  <a:cubicBezTo>
                    <a:pt x="779" y="1658"/>
                    <a:pt x="798" y="1688"/>
                    <a:pt x="814" y="1724"/>
                  </a:cubicBezTo>
                  <a:cubicBezTo>
                    <a:pt x="823" y="1754"/>
                    <a:pt x="809" y="1794"/>
                    <a:pt x="779" y="1810"/>
                  </a:cubicBezTo>
                  <a:cubicBezTo>
                    <a:pt x="774" y="1810"/>
                    <a:pt x="763" y="1815"/>
                    <a:pt x="753" y="1815"/>
                  </a:cubicBezTo>
                  <a:cubicBezTo>
                    <a:pt x="728" y="1815"/>
                    <a:pt x="707" y="1799"/>
                    <a:pt x="697" y="1773"/>
                  </a:cubicBezTo>
                  <a:cubicBezTo>
                    <a:pt x="683" y="1743"/>
                    <a:pt x="667" y="1713"/>
                    <a:pt x="652" y="1688"/>
                  </a:cubicBezTo>
                  <a:cubicBezTo>
                    <a:pt x="637" y="1652"/>
                    <a:pt x="646" y="1617"/>
                    <a:pt x="677" y="1597"/>
                  </a:cubicBezTo>
                  <a:cubicBezTo>
                    <a:pt x="686" y="1592"/>
                    <a:pt x="697" y="1590"/>
                    <a:pt x="707" y="1590"/>
                  </a:cubicBezTo>
                  <a:close/>
                  <a:moveTo>
                    <a:pt x="713" y="1"/>
                  </a:moveTo>
                  <a:lnTo>
                    <a:pt x="713" y="5"/>
                  </a:lnTo>
                  <a:cubicBezTo>
                    <a:pt x="692" y="26"/>
                    <a:pt x="667" y="45"/>
                    <a:pt x="646" y="61"/>
                  </a:cubicBezTo>
                  <a:cubicBezTo>
                    <a:pt x="814" y="218"/>
                    <a:pt x="970" y="455"/>
                    <a:pt x="1047" y="677"/>
                  </a:cubicBezTo>
                  <a:cubicBezTo>
                    <a:pt x="1056" y="712"/>
                    <a:pt x="1040" y="749"/>
                    <a:pt x="1005" y="763"/>
                  </a:cubicBezTo>
                  <a:lnTo>
                    <a:pt x="986" y="763"/>
                  </a:lnTo>
                  <a:cubicBezTo>
                    <a:pt x="960" y="763"/>
                    <a:pt x="935" y="749"/>
                    <a:pt x="925" y="723"/>
                  </a:cubicBezTo>
                  <a:cubicBezTo>
                    <a:pt x="854" y="511"/>
                    <a:pt x="707" y="288"/>
                    <a:pt x="546" y="142"/>
                  </a:cubicBezTo>
                  <a:cubicBezTo>
                    <a:pt x="546" y="136"/>
                    <a:pt x="541" y="136"/>
                    <a:pt x="541" y="131"/>
                  </a:cubicBezTo>
                  <a:cubicBezTo>
                    <a:pt x="434" y="187"/>
                    <a:pt x="324" y="218"/>
                    <a:pt x="212" y="218"/>
                  </a:cubicBezTo>
                  <a:cubicBezTo>
                    <a:pt x="182" y="218"/>
                    <a:pt x="152" y="218"/>
                    <a:pt x="117" y="213"/>
                  </a:cubicBezTo>
                  <a:cubicBezTo>
                    <a:pt x="101" y="288"/>
                    <a:pt x="86" y="364"/>
                    <a:pt x="77" y="446"/>
                  </a:cubicBezTo>
                  <a:cubicBezTo>
                    <a:pt x="0" y="1269"/>
                    <a:pt x="81" y="2440"/>
                    <a:pt x="793" y="2561"/>
                  </a:cubicBezTo>
                  <a:cubicBezTo>
                    <a:pt x="870" y="2575"/>
                    <a:pt x="943" y="2582"/>
                    <a:pt x="1013" y="2582"/>
                  </a:cubicBezTo>
                  <a:cubicBezTo>
                    <a:pt x="1230" y="2582"/>
                    <a:pt x="1413" y="2517"/>
                    <a:pt x="1551" y="2395"/>
                  </a:cubicBezTo>
                  <a:cubicBezTo>
                    <a:pt x="1733" y="2228"/>
                    <a:pt x="1824" y="1961"/>
                    <a:pt x="1798" y="1642"/>
                  </a:cubicBezTo>
                  <a:cubicBezTo>
                    <a:pt x="1763" y="1112"/>
                    <a:pt x="1404" y="530"/>
                    <a:pt x="849" y="66"/>
                  </a:cubicBezTo>
                  <a:cubicBezTo>
                    <a:pt x="809" y="51"/>
                    <a:pt x="768" y="36"/>
                    <a:pt x="737" y="21"/>
                  </a:cubicBezTo>
                  <a:cubicBezTo>
                    <a:pt x="728" y="15"/>
                    <a:pt x="723" y="10"/>
                    <a:pt x="713"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3547;p51">
              <a:extLst>
                <a:ext uri="{FF2B5EF4-FFF2-40B4-BE49-F238E27FC236}">
                  <a16:creationId xmlns:a16="http://schemas.microsoft.com/office/drawing/2014/main" id="{97929F7C-C528-6BC5-C9BB-56495DB2131F}"/>
                </a:ext>
              </a:extLst>
            </p:cNvPr>
            <p:cNvSpPr/>
            <p:nvPr/>
          </p:nvSpPr>
          <p:spPr>
            <a:xfrm>
              <a:off x="6947675" y="1075650"/>
              <a:ext cx="3800" cy="3175"/>
            </a:xfrm>
            <a:custGeom>
              <a:avLst/>
              <a:gdLst/>
              <a:ahLst/>
              <a:cxnLst/>
              <a:rect l="l" t="t" r="r" b="b"/>
              <a:pathLst>
                <a:path w="152" h="127" extrusionOk="0">
                  <a:moveTo>
                    <a:pt x="66" y="0"/>
                  </a:moveTo>
                  <a:cubicBezTo>
                    <a:pt x="31" y="0"/>
                    <a:pt x="0" y="30"/>
                    <a:pt x="0" y="66"/>
                  </a:cubicBezTo>
                  <a:cubicBezTo>
                    <a:pt x="0" y="101"/>
                    <a:pt x="31" y="126"/>
                    <a:pt x="66" y="126"/>
                  </a:cubicBezTo>
                  <a:lnTo>
                    <a:pt x="91" y="126"/>
                  </a:lnTo>
                  <a:cubicBezTo>
                    <a:pt x="122" y="126"/>
                    <a:pt x="152" y="101"/>
                    <a:pt x="152" y="66"/>
                  </a:cubicBezTo>
                  <a:cubicBezTo>
                    <a:pt x="152" y="30"/>
                    <a:pt x="122" y="0"/>
                    <a:pt x="91"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3548;p51">
              <a:extLst>
                <a:ext uri="{FF2B5EF4-FFF2-40B4-BE49-F238E27FC236}">
                  <a16:creationId xmlns:a16="http://schemas.microsoft.com/office/drawing/2014/main" id="{E8ED404E-201D-906E-1FEB-83C7145E2BC4}"/>
                </a:ext>
              </a:extLst>
            </p:cNvPr>
            <p:cNvSpPr/>
            <p:nvPr/>
          </p:nvSpPr>
          <p:spPr>
            <a:xfrm>
              <a:off x="6958150" y="1070450"/>
              <a:ext cx="4425" cy="3175"/>
            </a:xfrm>
            <a:custGeom>
              <a:avLst/>
              <a:gdLst/>
              <a:ahLst/>
              <a:cxnLst/>
              <a:rect l="l" t="t" r="r" b="b"/>
              <a:pathLst>
                <a:path w="177" h="127" extrusionOk="0">
                  <a:moveTo>
                    <a:pt x="66" y="1"/>
                  </a:moveTo>
                  <a:cubicBezTo>
                    <a:pt x="31" y="1"/>
                    <a:pt x="1" y="31"/>
                    <a:pt x="1" y="61"/>
                  </a:cubicBezTo>
                  <a:cubicBezTo>
                    <a:pt x="1" y="97"/>
                    <a:pt x="31" y="127"/>
                    <a:pt x="66" y="127"/>
                  </a:cubicBezTo>
                  <a:lnTo>
                    <a:pt x="111" y="127"/>
                  </a:lnTo>
                  <a:cubicBezTo>
                    <a:pt x="146" y="127"/>
                    <a:pt x="177" y="97"/>
                    <a:pt x="177" y="61"/>
                  </a:cubicBezTo>
                  <a:cubicBezTo>
                    <a:pt x="177" y="31"/>
                    <a:pt x="146" y="1"/>
                    <a:pt x="111"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3549;p51">
              <a:extLst>
                <a:ext uri="{FF2B5EF4-FFF2-40B4-BE49-F238E27FC236}">
                  <a16:creationId xmlns:a16="http://schemas.microsoft.com/office/drawing/2014/main" id="{AE4C991A-7C23-25C2-0AA6-C660930E0FD1}"/>
                </a:ext>
              </a:extLst>
            </p:cNvPr>
            <p:cNvSpPr/>
            <p:nvPr/>
          </p:nvSpPr>
          <p:spPr>
            <a:xfrm>
              <a:off x="6952850" y="1085025"/>
              <a:ext cx="5175" cy="6050"/>
            </a:xfrm>
            <a:custGeom>
              <a:avLst/>
              <a:gdLst/>
              <a:ahLst/>
              <a:cxnLst/>
              <a:rect l="l" t="t" r="r" b="b"/>
              <a:pathLst>
                <a:path w="207" h="242" extrusionOk="0">
                  <a:moveTo>
                    <a:pt x="70" y="0"/>
                  </a:moveTo>
                  <a:cubicBezTo>
                    <a:pt x="54" y="0"/>
                    <a:pt x="38" y="7"/>
                    <a:pt x="25" y="19"/>
                  </a:cubicBezTo>
                  <a:cubicBezTo>
                    <a:pt x="1" y="39"/>
                    <a:pt x="1" y="80"/>
                    <a:pt x="20" y="104"/>
                  </a:cubicBezTo>
                  <a:cubicBezTo>
                    <a:pt x="46" y="130"/>
                    <a:pt x="66" y="165"/>
                    <a:pt x="81" y="201"/>
                  </a:cubicBezTo>
                  <a:cubicBezTo>
                    <a:pt x="86" y="225"/>
                    <a:pt x="111" y="241"/>
                    <a:pt x="136" y="241"/>
                  </a:cubicBezTo>
                  <a:cubicBezTo>
                    <a:pt x="146" y="241"/>
                    <a:pt x="152" y="241"/>
                    <a:pt x="162" y="236"/>
                  </a:cubicBezTo>
                  <a:cubicBezTo>
                    <a:pt x="192" y="225"/>
                    <a:pt x="207" y="190"/>
                    <a:pt x="197" y="155"/>
                  </a:cubicBezTo>
                  <a:cubicBezTo>
                    <a:pt x="176" y="104"/>
                    <a:pt x="146" y="54"/>
                    <a:pt x="111" y="19"/>
                  </a:cubicBezTo>
                  <a:cubicBezTo>
                    <a:pt x="101" y="7"/>
                    <a:pt x="86" y="0"/>
                    <a:pt x="70"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3550;p51">
              <a:extLst>
                <a:ext uri="{FF2B5EF4-FFF2-40B4-BE49-F238E27FC236}">
                  <a16:creationId xmlns:a16="http://schemas.microsoft.com/office/drawing/2014/main" id="{E51D4E36-F92A-2581-569D-CEF17B69FCFD}"/>
                </a:ext>
              </a:extLst>
            </p:cNvPr>
            <p:cNvSpPr/>
            <p:nvPr/>
          </p:nvSpPr>
          <p:spPr>
            <a:xfrm>
              <a:off x="6963950" y="1080300"/>
              <a:ext cx="4700" cy="4300"/>
            </a:xfrm>
            <a:custGeom>
              <a:avLst/>
              <a:gdLst/>
              <a:ahLst/>
              <a:cxnLst/>
              <a:rect l="l" t="t" r="r" b="b"/>
              <a:pathLst>
                <a:path w="188" h="172" extrusionOk="0">
                  <a:moveTo>
                    <a:pt x="89" y="0"/>
                  </a:moveTo>
                  <a:cubicBezTo>
                    <a:pt x="78" y="0"/>
                    <a:pt x="65" y="2"/>
                    <a:pt x="51" y="6"/>
                  </a:cubicBezTo>
                  <a:cubicBezTo>
                    <a:pt x="21" y="11"/>
                    <a:pt x="0" y="46"/>
                    <a:pt x="5" y="76"/>
                  </a:cubicBezTo>
                  <a:cubicBezTo>
                    <a:pt x="11" y="102"/>
                    <a:pt x="31" y="117"/>
                    <a:pt x="51" y="127"/>
                  </a:cubicBezTo>
                  <a:cubicBezTo>
                    <a:pt x="56" y="148"/>
                    <a:pt x="77" y="167"/>
                    <a:pt x="102" y="172"/>
                  </a:cubicBezTo>
                  <a:lnTo>
                    <a:pt x="112" y="172"/>
                  </a:lnTo>
                  <a:cubicBezTo>
                    <a:pt x="142" y="172"/>
                    <a:pt x="168" y="152"/>
                    <a:pt x="173" y="127"/>
                  </a:cubicBezTo>
                  <a:cubicBezTo>
                    <a:pt x="187" y="71"/>
                    <a:pt x="168" y="41"/>
                    <a:pt x="152" y="26"/>
                  </a:cubicBezTo>
                  <a:cubicBezTo>
                    <a:pt x="141" y="15"/>
                    <a:pt x="121" y="0"/>
                    <a:pt x="89"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3551;p51">
              <a:extLst>
                <a:ext uri="{FF2B5EF4-FFF2-40B4-BE49-F238E27FC236}">
                  <a16:creationId xmlns:a16="http://schemas.microsoft.com/office/drawing/2014/main" id="{34B424C1-EB76-CB69-BB39-57465BFE2E23}"/>
                </a:ext>
              </a:extLst>
            </p:cNvPr>
            <p:cNvSpPr/>
            <p:nvPr/>
          </p:nvSpPr>
          <p:spPr>
            <a:xfrm>
              <a:off x="6963300" y="1091000"/>
              <a:ext cx="4100" cy="3600"/>
            </a:xfrm>
            <a:custGeom>
              <a:avLst/>
              <a:gdLst/>
              <a:ahLst/>
              <a:cxnLst/>
              <a:rect l="l" t="t" r="r" b="b"/>
              <a:pathLst>
                <a:path w="164" h="144" extrusionOk="0">
                  <a:moveTo>
                    <a:pt x="74" y="0"/>
                  </a:moveTo>
                  <a:cubicBezTo>
                    <a:pt x="68" y="0"/>
                    <a:pt x="62" y="1"/>
                    <a:pt x="57" y="2"/>
                  </a:cubicBezTo>
                  <a:cubicBezTo>
                    <a:pt x="42" y="7"/>
                    <a:pt x="12" y="23"/>
                    <a:pt x="7" y="77"/>
                  </a:cubicBezTo>
                  <a:cubicBezTo>
                    <a:pt x="1" y="108"/>
                    <a:pt x="31" y="138"/>
                    <a:pt x="62" y="144"/>
                  </a:cubicBezTo>
                  <a:cubicBezTo>
                    <a:pt x="68" y="144"/>
                    <a:pt x="73" y="144"/>
                    <a:pt x="77" y="138"/>
                  </a:cubicBezTo>
                  <a:cubicBezTo>
                    <a:pt x="82" y="144"/>
                    <a:pt x="87" y="144"/>
                    <a:pt x="92" y="144"/>
                  </a:cubicBezTo>
                  <a:cubicBezTo>
                    <a:pt x="103" y="144"/>
                    <a:pt x="117" y="138"/>
                    <a:pt x="128" y="133"/>
                  </a:cubicBezTo>
                  <a:cubicBezTo>
                    <a:pt x="159" y="114"/>
                    <a:pt x="163" y="72"/>
                    <a:pt x="143" y="42"/>
                  </a:cubicBezTo>
                  <a:cubicBezTo>
                    <a:pt x="120" y="8"/>
                    <a:pt x="94" y="0"/>
                    <a:pt x="74"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3552;p51">
              <a:extLst>
                <a:ext uri="{FF2B5EF4-FFF2-40B4-BE49-F238E27FC236}">
                  <a16:creationId xmlns:a16="http://schemas.microsoft.com/office/drawing/2014/main" id="{FE4EA22C-3621-5F84-CF97-B8FB404D3117}"/>
                </a:ext>
              </a:extLst>
            </p:cNvPr>
            <p:cNvSpPr/>
            <p:nvPr/>
          </p:nvSpPr>
          <p:spPr>
            <a:xfrm>
              <a:off x="6997575" y="1036125"/>
              <a:ext cx="8200" cy="6050"/>
            </a:xfrm>
            <a:custGeom>
              <a:avLst/>
              <a:gdLst/>
              <a:ahLst/>
              <a:cxnLst/>
              <a:rect l="l" t="t" r="r" b="b"/>
              <a:pathLst>
                <a:path w="328" h="242" extrusionOk="0">
                  <a:moveTo>
                    <a:pt x="253" y="1"/>
                  </a:moveTo>
                  <a:cubicBezTo>
                    <a:pt x="245" y="1"/>
                    <a:pt x="236" y="2"/>
                    <a:pt x="227" y="5"/>
                  </a:cubicBezTo>
                  <a:cubicBezTo>
                    <a:pt x="161" y="40"/>
                    <a:pt x="80" y="90"/>
                    <a:pt x="30" y="131"/>
                  </a:cubicBezTo>
                  <a:cubicBezTo>
                    <a:pt x="5" y="150"/>
                    <a:pt x="0" y="192"/>
                    <a:pt x="20" y="217"/>
                  </a:cubicBezTo>
                  <a:cubicBezTo>
                    <a:pt x="35" y="232"/>
                    <a:pt x="55" y="241"/>
                    <a:pt x="70" y="241"/>
                  </a:cubicBezTo>
                  <a:cubicBezTo>
                    <a:pt x="85" y="241"/>
                    <a:pt x="101" y="236"/>
                    <a:pt x="110" y="227"/>
                  </a:cubicBezTo>
                  <a:cubicBezTo>
                    <a:pt x="157" y="192"/>
                    <a:pt x="227" y="145"/>
                    <a:pt x="283" y="120"/>
                  </a:cubicBezTo>
                  <a:cubicBezTo>
                    <a:pt x="318" y="105"/>
                    <a:pt x="328" y="65"/>
                    <a:pt x="313" y="35"/>
                  </a:cubicBezTo>
                  <a:cubicBezTo>
                    <a:pt x="301" y="13"/>
                    <a:pt x="279" y="1"/>
                    <a:pt x="253"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3553;p51">
              <a:extLst>
                <a:ext uri="{FF2B5EF4-FFF2-40B4-BE49-F238E27FC236}">
                  <a16:creationId xmlns:a16="http://schemas.microsoft.com/office/drawing/2014/main" id="{9EA2DAA8-4E78-F942-2F1F-B23790D6D9F3}"/>
                </a:ext>
              </a:extLst>
            </p:cNvPr>
            <p:cNvSpPr/>
            <p:nvPr/>
          </p:nvSpPr>
          <p:spPr>
            <a:xfrm>
              <a:off x="7006275" y="1051125"/>
              <a:ext cx="8100" cy="4450"/>
            </a:xfrm>
            <a:custGeom>
              <a:avLst/>
              <a:gdLst/>
              <a:ahLst/>
              <a:cxnLst/>
              <a:rect l="l" t="t" r="r" b="b"/>
              <a:pathLst>
                <a:path w="324" h="178" extrusionOk="0">
                  <a:moveTo>
                    <a:pt x="217" y="1"/>
                  </a:moveTo>
                  <a:cubicBezTo>
                    <a:pt x="144" y="1"/>
                    <a:pt x="76" y="25"/>
                    <a:pt x="30" y="66"/>
                  </a:cubicBezTo>
                  <a:cubicBezTo>
                    <a:pt x="5" y="91"/>
                    <a:pt x="0" y="132"/>
                    <a:pt x="26" y="157"/>
                  </a:cubicBezTo>
                  <a:cubicBezTo>
                    <a:pt x="40" y="172"/>
                    <a:pt x="56" y="177"/>
                    <a:pt x="70" y="177"/>
                  </a:cubicBezTo>
                  <a:cubicBezTo>
                    <a:pt x="86" y="177"/>
                    <a:pt x="101" y="172"/>
                    <a:pt x="117" y="163"/>
                  </a:cubicBezTo>
                  <a:cubicBezTo>
                    <a:pt x="136" y="143"/>
                    <a:pt x="175" y="129"/>
                    <a:pt x="214" y="129"/>
                  </a:cubicBezTo>
                  <a:cubicBezTo>
                    <a:pt x="225" y="129"/>
                    <a:pt x="237" y="130"/>
                    <a:pt x="248" y="132"/>
                  </a:cubicBezTo>
                  <a:cubicBezTo>
                    <a:pt x="250" y="133"/>
                    <a:pt x="253" y="133"/>
                    <a:pt x="256" y="133"/>
                  </a:cubicBezTo>
                  <a:cubicBezTo>
                    <a:pt x="288" y="133"/>
                    <a:pt x="313" y="109"/>
                    <a:pt x="319" y="77"/>
                  </a:cubicBezTo>
                  <a:cubicBezTo>
                    <a:pt x="324" y="41"/>
                    <a:pt x="303" y="11"/>
                    <a:pt x="268" y="5"/>
                  </a:cubicBezTo>
                  <a:cubicBezTo>
                    <a:pt x="251" y="2"/>
                    <a:pt x="234" y="1"/>
                    <a:pt x="217"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3554;p51">
              <a:extLst>
                <a:ext uri="{FF2B5EF4-FFF2-40B4-BE49-F238E27FC236}">
                  <a16:creationId xmlns:a16="http://schemas.microsoft.com/office/drawing/2014/main" id="{5C795160-DBA9-15C4-B1A6-50ACADA2529D}"/>
                </a:ext>
              </a:extLst>
            </p:cNvPr>
            <p:cNvSpPr/>
            <p:nvPr/>
          </p:nvSpPr>
          <p:spPr>
            <a:xfrm>
              <a:off x="7018150" y="1080300"/>
              <a:ext cx="8350" cy="3175"/>
            </a:xfrm>
            <a:custGeom>
              <a:avLst/>
              <a:gdLst/>
              <a:ahLst/>
              <a:cxnLst/>
              <a:rect l="l" t="t" r="r" b="b"/>
              <a:pathLst>
                <a:path w="334" h="127" extrusionOk="0">
                  <a:moveTo>
                    <a:pt x="61" y="1"/>
                  </a:moveTo>
                  <a:cubicBezTo>
                    <a:pt x="26" y="1"/>
                    <a:pt x="0" y="31"/>
                    <a:pt x="0" y="66"/>
                  </a:cubicBezTo>
                  <a:cubicBezTo>
                    <a:pt x="0" y="102"/>
                    <a:pt x="26" y="127"/>
                    <a:pt x="61" y="127"/>
                  </a:cubicBezTo>
                  <a:lnTo>
                    <a:pt x="273" y="127"/>
                  </a:lnTo>
                  <a:cubicBezTo>
                    <a:pt x="308" y="127"/>
                    <a:pt x="334" y="102"/>
                    <a:pt x="334" y="66"/>
                  </a:cubicBezTo>
                  <a:cubicBezTo>
                    <a:pt x="334" y="31"/>
                    <a:pt x="308" y="1"/>
                    <a:pt x="273"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3555;p51">
              <a:extLst>
                <a:ext uri="{FF2B5EF4-FFF2-40B4-BE49-F238E27FC236}">
                  <a16:creationId xmlns:a16="http://schemas.microsoft.com/office/drawing/2014/main" id="{62E4E462-84BD-62B2-B6DE-5CB80801BC97}"/>
                </a:ext>
              </a:extLst>
            </p:cNvPr>
            <p:cNvSpPr/>
            <p:nvPr/>
          </p:nvSpPr>
          <p:spPr>
            <a:xfrm>
              <a:off x="7012075" y="1093125"/>
              <a:ext cx="7725" cy="4375"/>
            </a:xfrm>
            <a:custGeom>
              <a:avLst/>
              <a:gdLst/>
              <a:ahLst/>
              <a:cxnLst/>
              <a:rect l="l" t="t" r="r" b="b"/>
              <a:pathLst>
                <a:path w="309" h="175" extrusionOk="0">
                  <a:moveTo>
                    <a:pt x="70" y="1"/>
                  </a:moveTo>
                  <a:cubicBezTo>
                    <a:pt x="41" y="1"/>
                    <a:pt x="19" y="23"/>
                    <a:pt x="11" y="48"/>
                  </a:cubicBezTo>
                  <a:cubicBezTo>
                    <a:pt x="1" y="83"/>
                    <a:pt x="26" y="120"/>
                    <a:pt x="57" y="124"/>
                  </a:cubicBezTo>
                  <a:cubicBezTo>
                    <a:pt x="111" y="139"/>
                    <a:pt x="167" y="155"/>
                    <a:pt x="213" y="169"/>
                  </a:cubicBezTo>
                  <a:cubicBezTo>
                    <a:pt x="223" y="174"/>
                    <a:pt x="228" y="174"/>
                    <a:pt x="239" y="174"/>
                  </a:cubicBezTo>
                  <a:cubicBezTo>
                    <a:pt x="263" y="174"/>
                    <a:pt x="288" y="160"/>
                    <a:pt x="293" y="129"/>
                  </a:cubicBezTo>
                  <a:cubicBezTo>
                    <a:pt x="309" y="99"/>
                    <a:pt x="288" y="64"/>
                    <a:pt x="258" y="53"/>
                  </a:cubicBezTo>
                  <a:cubicBezTo>
                    <a:pt x="202" y="34"/>
                    <a:pt x="142" y="18"/>
                    <a:pt x="87" y="3"/>
                  </a:cubicBezTo>
                  <a:cubicBezTo>
                    <a:pt x="81" y="1"/>
                    <a:pt x="75" y="1"/>
                    <a:pt x="70"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3556;p51">
              <a:extLst>
                <a:ext uri="{FF2B5EF4-FFF2-40B4-BE49-F238E27FC236}">
                  <a16:creationId xmlns:a16="http://schemas.microsoft.com/office/drawing/2014/main" id="{7FD774EF-8A77-6C87-B300-791AA8FC4C33}"/>
                </a:ext>
              </a:extLst>
            </p:cNvPr>
            <p:cNvSpPr/>
            <p:nvPr/>
          </p:nvSpPr>
          <p:spPr>
            <a:xfrm>
              <a:off x="6983025" y="1125750"/>
              <a:ext cx="5325" cy="8400"/>
            </a:xfrm>
            <a:custGeom>
              <a:avLst/>
              <a:gdLst/>
              <a:ahLst/>
              <a:cxnLst/>
              <a:rect l="l" t="t" r="r" b="b"/>
              <a:pathLst>
                <a:path w="213" h="336" extrusionOk="0">
                  <a:moveTo>
                    <a:pt x="72" y="0"/>
                  </a:moveTo>
                  <a:cubicBezTo>
                    <a:pt x="63" y="0"/>
                    <a:pt x="54" y="2"/>
                    <a:pt x="46" y="7"/>
                  </a:cubicBezTo>
                  <a:cubicBezTo>
                    <a:pt x="16" y="16"/>
                    <a:pt x="0" y="58"/>
                    <a:pt x="16" y="88"/>
                  </a:cubicBezTo>
                  <a:cubicBezTo>
                    <a:pt x="41" y="148"/>
                    <a:pt x="67" y="219"/>
                    <a:pt x="81" y="284"/>
                  </a:cubicBezTo>
                  <a:cubicBezTo>
                    <a:pt x="86" y="315"/>
                    <a:pt x="112" y="335"/>
                    <a:pt x="142" y="335"/>
                  </a:cubicBezTo>
                  <a:lnTo>
                    <a:pt x="158" y="335"/>
                  </a:lnTo>
                  <a:cubicBezTo>
                    <a:pt x="193" y="324"/>
                    <a:pt x="212" y="289"/>
                    <a:pt x="203" y="254"/>
                  </a:cubicBezTo>
                  <a:cubicBezTo>
                    <a:pt x="188" y="184"/>
                    <a:pt x="158" y="102"/>
                    <a:pt x="132" y="37"/>
                  </a:cubicBezTo>
                  <a:cubicBezTo>
                    <a:pt x="121" y="15"/>
                    <a:pt x="96" y="0"/>
                    <a:pt x="72"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3557;p51">
              <a:extLst>
                <a:ext uri="{FF2B5EF4-FFF2-40B4-BE49-F238E27FC236}">
                  <a16:creationId xmlns:a16="http://schemas.microsoft.com/office/drawing/2014/main" id="{062A64A5-299B-B349-AE8C-E19B447381E1}"/>
                </a:ext>
              </a:extLst>
            </p:cNvPr>
            <p:cNvSpPr/>
            <p:nvPr/>
          </p:nvSpPr>
          <p:spPr>
            <a:xfrm>
              <a:off x="6964975" y="1106500"/>
              <a:ext cx="8725" cy="28775"/>
            </a:xfrm>
            <a:custGeom>
              <a:avLst/>
              <a:gdLst/>
              <a:ahLst/>
              <a:cxnLst/>
              <a:rect l="l" t="t" r="r" b="b"/>
              <a:pathLst>
                <a:path w="349" h="1151" extrusionOk="0">
                  <a:moveTo>
                    <a:pt x="73" y="1"/>
                  </a:moveTo>
                  <a:cubicBezTo>
                    <a:pt x="67" y="1"/>
                    <a:pt x="61" y="1"/>
                    <a:pt x="55" y="3"/>
                  </a:cubicBezTo>
                  <a:cubicBezTo>
                    <a:pt x="20" y="14"/>
                    <a:pt x="1" y="49"/>
                    <a:pt x="10" y="79"/>
                  </a:cubicBezTo>
                  <a:cubicBezTo>
                    <a:pt x="96" y="397"/>
                    <a:pt x="167" y="751"/>
                    <a:pt x="218" y="1100"/>
                  </a:cubicBezTo>
                  <a:cubicBezTo>
                    <a:pt x="223" y="1131"/>
                    <a:pt x="253" y="1150"/>
                    <a:pt x="283" y="1150"/>
                  </a:cubicBezTo>
                  <a:lnTo>
                    <a:pt x="293" y="1150"/>
                  </a:lnTo>
                  <a:cubicBezTo>
                    <a:pt x="323" y="1145"/>
                    <a:pt x="349" y="1115"/>
                    <a:pt x="344" y="1080"/>
                  </a:cubicBezTo>
                  <a:cubicBezTo>
                    <a:pt x="288" y="726"/>
                    <a:pt x="218" y="373"/>
                    <a:pt x="132" y="49"/>
                  </a:cubicBezTo>
                  <a:cubicBezTo>
                    <a:pt x="128" y="20"/>
                    <a:pt x="103" y="1"/>
                    <a:pt x="73"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3558;p51">
              <a:extLst>
                <a:ext uri="{FF2B5EF4-FFF2-40B4-BE49-F238E27FC236}">
                  <a16:creationId xmlns:a16="http://schemas.microsoft.com/office/drawing/2014/main" id="{70276B87-CC12-A507-BDE9-72AE9D3EE634}"/>
                </a:ext>
              </a:extLst>
            </p:cNvPr>
            <p:cNvSpPr/>
            <p:nvPr/>
          </p:nvSpPr>
          <p:spPr>
            <a:xfrm>
              <a:off x="6971400" y="1141375"/>
              <a:ext cx="4700" cy="5650"/>
            </a:xfrm>
            <a:custGeom>
              <a:avLst/>
              <a:gdLst/>
              <a:ahLst/>
              <a:cxnLst/>
              <a:rect l="l" t="t" r="r" b="b"/>
              <a:pathLst>
                <a:path w="188" h="226" extrusionOk="0">
                  <a:moveTo>
                    <a:pt x="71" y="1"/>
                  </a:moveTo>
                  <a:cubicBezTo>
                    <a:pt x="61" y="1"/>
                    <a:pt x="50" y="3"/>
                    <a:pt x="41" y="8"/>
                  </a:cubicBezTo>
                  <a:cubicBezTo>
                    <a:pt x="10" y="28"/>
                    <a:pt x="1" y="63"/>
                    <a:pt x="16" y="99"/>
                  </a:cubicBezTo>
                  <a:cubicBezTo>
                    <a:pt x="31" y="124"/>
                    <a:pt x="47" y="154"/>
                    <a:pt x="61" y="184"/>
                  </a:cubicBezTo>
                  <a:cubicBezTo>
                    <a:pt x="71" y="210"/>
                    <a:pt x="92" y="226"/>
                    <a:pt x="117" y="226"/>
                  </a:cubicBezTo>
                  <a:cubicBezTo>
                    <a:pt x="127" y="226"/>
                    <a:pt x="138" y="221"/>
                    <a:pt x="143" y="221"/>
                  </a:cubicBezTo>
                  <a:cubicBezTo>
                    <a:pt x="173" y="205"/>
                    <a:pt x="187" y="165"/>
                    <a:pt x="178" y="135"/>
                  </a:cubicBezTo>
                  <a:cubicBezTo>
                    <a:pt x="162" y="99"/>
                    <a:pt x="143" y="69"/>
                    <a:pt x="127" y="33"/>
                  </a:cubicBezTo>
                  <a:cubicBezTo>
                    <a:pt x="114" y="12"/>
                    <a:pt x="93" y="1"/>
                    <a:pt x="71"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3559;p51">
              <a:extLst>
                <a:ext uri="{FF2B5EF4-FFF2-40B4-BE49-F238E27FC236}">
                  <a16:creationId xmlns:a16="http://schemas.microsoft.com/office/drawing/2014/main" id="{ECF05B8B-B453-D1BF-6E12-0B1976F7188F}"/>
                </a:ext>
              </a:extLst>
            </p:cNvPr>
            <p:cNvSpPr/>
            <p:nvPr/>
          </p:nvSpPr>
          <p:spPr>
            <a:xfrm>
              <a:off x="6933000" y="1132675"/>
              <a:ext cx="5850" cy="5500"/>
            </a:xfrm>
            <a:custGeom>
              <a:avLst/>
              <a:gdLst/>
              <a:ahLst/>
              <a:cxnLst/>
              <a:rect l="l" t="t" r="r" b="b"/>
              <a:pathLst>
                <a:path w="234" h="220" extrusionOk="0">
                  <a:moveTo>
                    <a:pt x="162" y="1"/>
                  </a:moveTo>
                  <a:cubicBezTo>
                    <a:pt x="150" y="1"/>
                    <a:pt x="137" y="4"/>
                    <a:pt x="128" y="12"/>
                  </a:cubicBezTo>
                  <a:cubicBezTo>
                    <a:pt x="87" y="42"/>
                    <a:pt x="51" y="78"/>
                    <a:pt x="21" y="119"/>
                  </a:cubicBezTo>
                  <a:cubicBezTo>
                    <a:pt x="0" y="149"/>
                    <a:pt x="6" y="189"/>
                    <a:pt x="37" y="210"/>
                  </a:cubicBezTo>
                  <a:cubicBezTo>
                    <a:pt x="46" y="215"/>
                    <a:pt x="56" y="219"/>
                    <a:pt x="72" y="219"/>
                  </a:cubicBezTo>
                  <a:cubicBezTo>
                    <a:pt x="91" y="219"/>
                    <a:pt x="112" y="210"/>
                    <a:pt x="122" y="194"/>
                  </a:cubicBezTo>
                  <a:cubicBezTo>
                    <a:pt x="142" y="164"/>
                    <a:pt x="168" y="138"/>
                    <a:pt x="198" y="119"/>
                  </a:cubicBezTo>
                  <a:cubicBezTo>
                    <a:pt x="228" y="98"/>
                    <a:pt x="233" y="58"/>
                    <a:pt x="213" y="28"/>
                  </a:cubicBezTo>
                  <a:cubicBezTo>
                    <a:pt x="201" y="10"/>
                    <a:pt x="181" y="1"/>
                    <a:pt x="162"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3560;p51">
              <a:extLst>
                <a:ext uri="{FF2B5EF4-FFF2-40B4-BE49-F238E27FC236}">
                  <a16:creationId xmlns:a16="http://schemas.microsoft.com/office/drawing/2014/main" id="{67E5900D-2E01-EDF1-6320-8E5C54DF171C}"/>
                </a:ext>
              </a:extLst>
            </p:cNvPr>
            <p:cNvSpPr/>
            <p:nvPr/>
          </p:nvSpPr>
          <p:spPr>
            <a:xfrm>
              <a:off x="6922550" y="1125125"/>
              <a:ext cx="5800" cy="8375"/>
            </a:xfrm>
            <a:custGeom>
              <a:avLst/>
              <a:gdLst/>
              <a:ahLst/>
              <a:cxnLst/>
              <a:rect l="l" t="t" r="r" b="b"/>
              <a:pathLst>
                <a:path w="232" h="335" extrusionOk="0">
                  <a:moveTo>
                    <a:pt x="165" y="1"/>
                  </a:moveTo>
                  <a:cubicBezTo>
                    <a:pt x="145" y="1"/>
                    <a:pt x="124" y="11"/>
                    <a:pt x="110" y="27"/>
                  </a:cubicBezTo>
                  <a:cubicBezTo>
                    <a:pt x="66" y="97"/>
                    <a:pt x="30" y="173"/>
                    <a:pt x="10" y="258"/>
                  </a:cubicBezTo>
                  <a:cubicBezTo>
                    <a:pt x="0" y="295"/>
                    <a:pt x="19" y="325"/>
                    <a:pt x="55" y="335"/>
                  </a:cubicBezTo>
                  <a:lnTo>
                    <a:pt x="70" y="335"/>
                  </a:lnTo>
                  <a:cubicBezTo>
                    <a:pt x="96" y="335"/>
                    <a:pt x="126" y="319"/>
                    <a:pt x="131" y="289"/>
                  </a:cubicBezTo>
                  <a:cubicBezTo>
                    <a:pt x="146" y="218"/>
                    <a:pt x="176" y="158"/>
                    <a:pt x="212" y="102"/>
                  </a:cubicBezTo>
                  <a:cubicBezTo>
                    <a:pt x="232" y="72"/>
                    <a:pt x="227" y="32"/>
                    <a:pt x="197" y="11"/>
                  </a:cubicBezTo>
                  <a:cubicBezTo>
                    <a:pt x="187" y="4"/>
                    <a:pt x="176" y="1"/>
                    <a:pt x="165"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3561;p51">
              <a:extLst>
                <a:ext uri="{FF2B5EF4-FFF2-40B4-BE49-F238E27FC236}">
                  <a16:creationId xmlns:a16="http://schemas.microsoft.com/office/drawing/2014/main" id="{D6B3842F-A1D0-5544-456E-EAA0AC33C12F}"/>
                </a:ext>
              </a:extLst>
            </p:cNvPr>
            <p:cNvSpPr/>
            <p:nvPr/>
          </p:nvSpPr>
          <p:spPr>
            <a:xfrm>
              <a:off x="6900925" y="1090800"/>
              <a:ext cx="9350" cy="4925"/>
            </a:xfrm>
            <a:custGeom>
              <a:avLst/>
              <a:gdLst/>
              <a:ahLst/>
              <a:cxnLst/>
              <a:rect l="l" t="t" r="r" b="b"/>
              <a:pathLst>
                <a:path w="374" h="197" extrusionOk="0">
                  <a:moveTo>
                    <a:pt x="299" y="0"/>
                  </a:moveTo>
                  <a:cubicBezTo>
                    <a:pt x="208" y="10"/>
                    <a:pt x="122" y="36"/>
                    <a:pt x="41" y="80"/>
                  </a:cubicBezTo>
                  <a:cubicBezTo>
                    <a:pt x="10" y="96"/>
                    <a:pt x="1" y="131"/>
                    <a:pt x="16" y="162"/>
                  </a:cubicBezTo>
                  <a:cubicBezTo>
                    <a:pt x="31" y="187"/>
                    <a:pt x="51" y="197"/>
                    <a:pt x="71" y="197"/>
                  </a:cubicBezTo>
                  <a:cubicBezTo>
                    <a:pt x="87" y="197"/>
                    <a:pt x="91" y="197"/>
                    <a:pt x="101" y="192"/>
                  </a:cubicBezTo>
                  <a:cubicBezTo>
                    <a:pt x="168" y="157"/>
                    <a:pt x="238" y="136"/>
                    <a:pt x="313" y="127"/>
                  </a:cubicBezTo>
                  <a:cubicBezTo>
                    <a:pt x="350" y="122"/>
                    <a:pt x="374" y="91"/>
                    <a:pt x="369" y="55"/>
                  </a:cubicBezTo>
                  <a:cubicBezTo>
                    <a:pt x="364" y="25"/>
                    <a:pt x="334" y="0"/>
                    <a:pt x="299"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3562;p51">
              <a:extLst>
                <a:ext uri="{FF2B5EF4-FFF2-40B4-BE49-F238E27FC236}">
                  <a16:creationId xmlns:a16="http://schemas.microsoft.com/office/drawing/2014/main" id="{B743D5AD-FDA3-B85A-2DFC-C1F305BDEEC5}"/>
                </a:ext>
              </a:extLst>
            </p:cNvPr>
            <p:cNvSpPr/>
            <p:nvPr/>
          </p:nvSpPr>
          <p:spPr>
            <a:xfrm>
              <a:off x="6899400" y="1078025"/>
              <a:ext cx="7850" cy="3200"/>
            </a:xfrm>
            <a:custGeom>
              <a:avLst/>
              <a:gdLst/>
              <a:ahLst/>
              <a:cxnLst/>
              <a:rect l="l" t="t" r="r" b="b"/>
              <a:pathLst>
                <a:path w="314" h="128" extrusionOk="0">
                  <a:moveTo>
                    <a:pt x="62" y="1"/>
                  </a:moveTo>
                  <a:cubicBezTo>
                    <a:pt x="31" y="1"/>
                    <a:pt x="1" y="26"/>
                    <a:pt x="1" y="62"/>
                  </a:cubicBezTo>
                  <a:cubicBezTo>
                    <a:pt x="1" y="97"/>
                    <a:pt x="31" y="127"/>
                    <a:pt x="62" y="127"/>
                  </a:cubicBezTo>
                  <a:lnTo>
                    <a:pt x="248" y="127"/>
                  </a:lnTo>
                  <a:cubicBezTo>
                    <a:pt x="283" y="127"/>
                    <a:pt x="314" y="97"/>
                    <a:pt x="314" y="62"/>
                  </a:cubicBezTo>
                  <a:cubicBezTo>
                    <a:pt x="314" y="26"/>
                    <a:pt x="283" y="1"/>
                    <a:pt x="248"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3563;p51">
              <a:extLst>
                <a:ext uri="{FF2B5EF4-FFF2-40B4-BE49-F238E27FC236}">
                  <a16:creationId xmlns:a16="http://schemas.microsoft.com/office/drawing/2014/main" id="{49D085A7-20E4-DEE5-591F-B15F715F932D}"/>
                </a:ext>
              </a:extLst>
            </p:cNvPr>
            <p:cNvSpPr/>
            <p:nvPr/>
          </p:nvSpPr>
          <p:spPr>
            <a:xfrm>
              <a:off x="6910425" y="1042550"/>
              <a:ext cx="5675" cy="6075"/>
            </a:xfrm>
            <a:custGeom>
              <a:avLst/>
              <a:gdLst/>
              <a:ahLst/>
              <a:cxnLst/>
              <a:rect l="l" t="t" r="r" b="b"/>
              <a:pathLst>
                <a:path w="227" h="243" extrusionOk="0">
                  <a:moveTo>
                    <a:pt x="66" y="0"/>
                  </a:moveTo>
                  <a:cubicBezTo>
                    <a:pt x="30" y="0"/>
                    <a:pt x="5" y="26"/>
                    <a:pt x="5" y="61"/>
                  </a:cubicBezTo>
                  <a:cubicBezTo>
                    <a:pt x="0" y="161"/>
                    <a:pt x="61" y="233"/>
                    <a:pt x="152" y="243"/>
                  </a:cubicBezTo>
                  <a:lnTo>
                    <a:pt x="156" y="243"/>
                  </a:lnTo>
                  <a:cubicBezTo>
                    <a:pt x="192" y="243"/>
                    <a:pt x="217" y="217"/>
                    <a:pt x="222" y="187"/>
                  </a:cubicBezTo>
                  <a:cubicBezTo>
                    <a:pt x="227" y="152"/>
                    <a:pt x="201" y="121"/>
                    <a:pt x="166" y="116"/>
                  </a:cubicBezTo>
                  <a:cubicBezTo>
                    <a:pt x="152" y="116"/>
                    <a:pt x="126" y="112"/>
                    <a:pt x="131" y="61"/>
                  </a:cubicBezTo>
                  <a:cubicBezTo>
                    <a:pt x="131" y="30"/>
                    <a:pt x="101" y="0"/>
                    <a:pt x="66"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3564;p51">
              <a:extLst>
                <a:ext uri="{FF2B5EF4-FFF2-40B4-BE49-F238E27FC236}">
                  <a16:creationId xmlns:a16="http://schemas.microsoft.com/office/drawing/2014/main" id="{0A38B694-5C07-00DB-9615-D83D1CB0347C}"/>
                </a:ext>
              </a:extLst>
            </p:cNvPr>
            <p:cNvSpPr/>
            <p:nvPr/>
          </p:nvSpPr>
          <p:spPr>
            <a:xfrm>
              <a:off x="6924300" y="1044225"/>
              <a:ext cx="21000" cy="17175"/>
            </a:xfrm>
            <a:custGeom>
              <a:avLst/>
              <a:gdLst/>
              <a:ahLst/>
              <a:cxnLst/>
              <a:rect l="l" t="t" r="r" b="b"/>
              <a:pathLst>
                <a:path w="840" h="687" extrusionOk="0">
                  <a:moveTo>
                    <a:pt x="71" y="0"/>
                  </a:moveTo>
                  <a:cubicBezTo>
                    <a:pt x="55" y="0"/>
                    <a:pt x="39" y="6"/>
                    <a:pt x="26" y="19"/>
                  </a:cubicBezTo>
                  <a:cubicBezTo>
                    <a:pt x="0" y="45"/>
                    <a:pt x="0" y="85"/>
                    <a:pt x="26" y="110"/>
                  </a:cubicBezTo>
                  <a:cubicBezTo>
                    <a:pt x="217" y="297"/>
                    <a:pt x="450" y="514"/>
                    <a:pt x="738" y="675"/>
                  </a:cubicBezTo>
                  <a:cubicBezTo>
                    <a:pt x="749" y="686"/>
                    <a:pt x="758" y="686"/>
                    <a:pt x="768" y="686"/>
                  </a:cubicBezTo>
                  <a:cubicBezTo>
                    <a:pt x="789" y="686"/>
                    <a:pt x="809" y="675"/>
                    <a:pt x="824" y="656"/>
                  </a:cubicBezTo>
                  <a:cubicBezTo>
                    <a:pt x="840" y="625"/>
                    <a:pt x="829" y="584"/>
                    <a:pt x="798" y="570"/>
                  </a:cubicBezTo>
                  <a:cubicBezTo>
                    <a:pt x="525" y="413"/>
                    <a:pt x="299" y="201"/>
                    <a:pt x="112" y="19"/>
                  </a:cubicBezTo>
                  <a:cubicBezTo>
                    <a:pt x="102" y="6"/>
                    <a:pt x="87" y="0"/>
                    <a:pt x="71"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3565;p51">
              <a:extLst>
                <a:ext uri="{FF2B5EF4-FFF2-40B4-BE49-F238E27FC236}">
                  <a16:creationId xmlns:a16="http://schemas.microsoft.com/office/drawing/2014/main" id="{1A57A754-9EC5-096F-147F-49C480660479}"/>
                </a:ext>
              </a:extLst>
            </p:cNvPr>
            <p:cNvSpPr/>
            <p:nvPr/>
          </p:nvSpPr>
          <p:spPr>
            <a:xfrm>
              <a:off x="6917850" y="1036125"/>
              <a:ext cx="6475" cy="5450"/>
            </a:xfrm>
            <a:custGeom>
              <a:avLst/>
              <a:gdLst/>
              <a:ahLst/>
              <a:cxnLst/>
              <a:rect l="l" t="t" r="r" b="b"/>
              <a:pathLst>
                <a:path w="259" h="218" extrusionOk="0">
                  <a:moveTo>
                    <a:pt x="71" y="0"/>
                  </a:moveTo>
                  <a:cubicBezTo>
                    <a:pt x="55" y="0"/>
                    <a:pt x="38" y="7"/>
                    <a:pt x="26" y="19"/>
                  </a:cubicBezTo>
                  <a:cubicBezTo>
                    <a:pt x="0" y="45"/>
                    <a:pt x="0" y="85"/>
                    <a:pt x="26" y="110"/>
                  </a:cubicBezTo>
                  <a:cubicBezTo>
                    <a:pt x="67" y="145"/>
                    <a:pt x="107" y="181"/>
                    <a:pt x="152" y="206"/>
                  </a:cubicBezTo>
                  <a:cubicBezTo>
                    <a:pt x="163" y="217"/>
                    <a:pt x="177" y="217"/>
                    <a:pt x="188" y="217"/>
                  </a:cubicBezTo>
                  <a:cubicBezTo>
                    <a:pt x="207" y="217"/>
                    <a:pt x="228" y="206"/>
                    <a:pt x="238" y="192"/>
                  </a:cubicBezTo>
                  <a:cubicBezTo>
                    <a:pt x="258" y="161"/>
                    <a:pt x="254" y="120"/>
                    <a:pt x="223" y="105"/>
                  </a:cubicBezTo>
                  <a:cubicBezTo>
                    <a:pt x="182" y="75"/>
                    <a:pt x="147" y="50"/>
                    <a:pt x="117" y="19"/>
                  </a:cubicBezTo>
                  <a:cubicBezTo>
                    <a:pt x="104" y="7"/>
                    <a:pt x="87" y="0"/>
                    <a:pt x="71"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3566;p51">
              <a:extLst>
                <a:ext uri="{FF2B5EF4-FFF2-40B4-BE49-F238E27FC236}">
                  <a16:creationId xmlns:a16="http://schemas.microsoft.com/office/drawing/2014/main" id="{40039F01-2ECD-2464-15C6-F974581BFB09}"/>
                </a:ext>
              </a:extLst>
            </p:cNvPr>
            <p:cNvSpPr/>
            <p:nvPr/>
          </p:nvSpPr>
          <p:spPr>
            <a:xfrm>
              <a:off x="6951175" y="1019800"/>
              <a:ext cx="3975" cy="9000"/>
            </a:xfrm>
            <a:custGeom>
              <a:avLst/>
              <a:gdLst/>
              <a:ahLst/>
              <a:cxnLst/>
              <a:rect l="l" t="t" r="r" b="b"/>
              <a:pathLst>
                <a:path w="159" h="360" extrusionOk="0">
                  <a:moveTo>
                    <a:pt x="69" y="0"/>
                  </a:moveTo>
                  <a:cubicBezTo>
                    <a:pt x="67" y="0"/>
                    <a:pt x="64" y="0"/>
                    <a:pt x="62" y="1"/>
                  </a:cubicBezTo>
                  <a:cubicBezTo>
                    <a:pt x="26" y="5"/>
                    <a:pt x="1" y="31"/>
                    <a:pt x="1" y="66"/>
                  </a:cubicBezTo>
                  <a:cubicBezTo>
                    <a:pt x="7" y="152"/>
                    <a:pt x="12" y="227"/>
                    <a:pt x="26" y="309"/>
                  </a:cubicBezTo>
                  <a:cubicBezTo>
                    <a:pt x="31" y="339"/>
                    <a:pt x="57" y="360"/>
                    <a:pt x="87" y="360"/>
                  </a:cubicBezTo>
                  <a:lnTo>
                    <a:pt x="98" y="360"/>
                  </a:lnTo>
                  <a:cubicBezTo>
                    <a:pt x="133" y="355"/>
                    <a:pt x="159" y="318"/>
                    <a:pt x="153" y="288"/>
                  </a:cubicBezTo>
                  <a:cubicBezTo>
                    <a:pt x="138" y="213"/>
                    <a:pt x="133" y="143"/>
                    <a:pt x="128" y="61"/>
                  </a:cubicBezTo>
                  <a:cubicBezTo>
                    <a:pt x="128" y="29"/>
                    <a:pt x="102" y="0"/>
                    <a:pt x="69"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3567;p51">
              <a:extLst>
                <a:ext uri="{FF2B5EF4-FFF2-40B4-BE49-F238E27FC236}">
                  <a16:creationId xmlns:a16="http://schemas.microsoft.com/office/drawing/2014/main" id="{5305D395-60C3-C2F4-FA80-E253AED3EB81}"/>
                </a:ext>
              </a:extLst>
            </p:cNvPr>
            <p:cNvSpPr/>
            <p:nvPr/>
          </p:nvSpPr>
          <p:spPr>
            <a:xfrm>
              <a:off x="6963950" y="1020925"/>
              <a:ext cx="3175" cy="6725"/>
            </a:xfrm>
            <a:custGeom>
              <a:avLst/>
              <a:gdLst/>
              <a:ahLst/>
              <a:cxnLst/>
              <a:rect l="l" t="t" r="r" b="b"/>
              <a:pathLst>
                <a:path w="127" h="269" extrusionOk="0">
                  <a:moveTo>
                    <a:pt x="66" y="1"/>
                  </a:moveTo>
                  <a:cubicBezTo>
                    <a:pt x="31" y="1"/>
                    <a:pt x="0" y="31"/>
                    <a:pt x="0" y="67"/>
                  </a:cubicBezTo>
                  <a:lnTo>
                    <a:pt x="0" y="203"/>
                  </a:lnTo>
                  <a:cubicBezTo>
                    <a:pt x="0" y="243"/>
                    <a:pt x="31" y="268"/>
                    <a:pt x="66" y="268"/>
                  </a:cubicBezTo>
                  <a:cubicBezTo>
                    <a:pt x="102" y="268"/>
                    <a:pt x="127" y="243"/>
                    <a:pt x="127" y="203"/>
                  </a:cubicBezTo>
                  <a:lnTo>
                    <a:pt x="127" y="67"/>
                  </a:lnTo>
                  <a:cubicBezTo>
                    <a:pt x="127" y="31"/>
                    <a:pt x="102" y="1"/>
                    <a:pt x="66"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2" name="Google Shape;3568;p51">
            <a:extLst>
              <a:ext uri="{FF2B5EF4-FFF2-40B4-BE49-F238E27FC236}">
                <a16:creationId xmlns:a16="http://schemas.microsoft.com/office/drawing/2014/main" id="{1C5133D4-9458-620F-4F62-157D904B60DC}"/>
              </a:ext>
            </a:extLst>
          </p:cNvPr>
          <p:cNvGrpSpPr/>
          <p:nvPr/>
        </p:nvGrpSpPr>
        <p:grpSpPr>
          <a:xfrm rot="4306730" flipH="1">
            <a:off x="7882597" y="1319885"/>
            <a:ext cx="231815" cy="158134"/>
            <a:chOff x="2715550" y="2908550"/>
            <a:chExt cx="330675" cy="195675"/>
          </a:xfrm>
        </p:grpSpPr>
        <p:sp>
          <p:nvSpPr>
            <p:cNvPr id="2103" name="Google Shape;3569;p51">
              <a:extLst>
                <a:ext uri="{FF2B5EF4-FFF2-40B4-BE49-F238E27FC236}">
                  <a16:creationId xmlns:a16="http://schemas.microsoft.com/office/drawing/2014/main" id="{47A4C905-36B0-CCD1-A32D-B2B248A76898}"/>
                </a:ext>
              </a:extLst>
            </p:cNvPr>
            <p:cNvSpPr/>
            <p:nvPr/>
          </p:nvSpPr>
          <p:spPr>
            <a:xfrm>
              <a:off x="2715550" y="2908550"/>
              <a:ext cx="330675" cy="195675"/>
            </a:xfrm>
            <a:custGeom>
              <a:avLst/>
              <a:gdLst/>
              <a:ahLst/>
              <a:cxnLst/>
              <a:rect l="l" t="t" r="r" b="b"/>
              <a:pathLst>
                <a:path w="13227" h="7827" extrusionOk="0">
                  <a:moveTo>
                    <a:pt x="2405" y="417"/>
                  </a:moveTo>
                  <a:cubicBezTo>
                    <a:pt x="2808" y="417"/>
                    <a:pt x="3208" y="443"/>
                    <a:pt x="3603" y="494"/>
                  </a:cubicBezTo>
                  <a:lnTo>
                    <a:pt x="3617" y="564"/>
                  </a:lnTo>
                  <a:cubicBezTo>
                    <a:pt x="3698" y="965"/>
                    <a:pt x="3780" y="1348"/>
                    <a:pt x="3805" y="1753"/>
                  </a:cubicBezTo>
                  <a:cubicBezTo>
                    <a:pt x="3127" y="1419"/>
                    <a:pt x="2456" y="1105"/>
                    <a:pt x="1774" y="818"/>
                  </a:cubicBezTo>
                  <a:cubicBezTo>
                    <a:pt x="1617" y="752"/>
                    <a:pt x="1460" y="676"/>
                    <a:pt x="1309" y="601"/>
                  </a:cubicBezTo>
                  <a:cubicBezTo>
                    <a:pt x="1238" y="570"/>
                    <a:pt x="1173" y="540"/>
                    <a:pt x="1101" y="510"/>
                  </a:cubicBezTo>
                  <a:cubicBezTo>
                    <a:pt x="1538" y="447"/>
                    <a:pt x="1973" y="417"/>
                    <a:pt x="2405" y="417"/>
                  </a:cubicBezTo>
                  <a:close/>
                  <a:moveTo>
                    <a:pt x="3896" y="534"/>
                  </a:moveTo>
                  <a:lnTo>
                    <a:pt x="3896" y="534"/>
                  </a:lnTo>
                  <a:cubicBezTo>
                    <a:pt x="4391" y="610"/>
                    <a:pt x="4881" y="732"/>
                    <a:pt x="5356" y="883"/>
                  </a:cubicBezTo>
                  <a:cubicBezTo>
                    <a:pt x="5366" y="1095"/>
                    <a:pt x="5382" y="1308"/>
                    <a:pt x="5396" y="1520"/>
                  </a:cubicBezTo>
                  <a:cubicBezTo>
                    <a:pt x="5426" y="1893"/>
                    <a:pt x="5447" y="2247"/>
                    <a:pt x="5452" y="2611"/>
                  </a:cubicBezTo>
                  <a:cubicBezTo>
                    <a:pt x="4992" y="2359"/>
                    <a:pt x="4538" y="2121"/>
                    <a:pt x="4088" y="1893"/>
                  </a:cubicBezTo>
                  <a:cubicBezTo>
                    <a:pt x="4072" y="1419"/>
                    <a:pt x="3992" y="984"/>
                    <a:pt x="3896" y="534"/>
                  </a:cubicBezTo>
                  <a:close/>
                  <a:moveTo>
                    <a:pt x="541" y="722"/>
                  </a:moveTo>
                  <a:cubicBezTo>
                    <a:pt x="737" y="802"/>
                    <a:pt x="935" y="888"/>
                    <a:pt x="1127" y="984"/>
                  </a:cubicBezTo>
                  <a:cubicBezTo>
                    <a:pt x="1289" y="1060"/>
                    <a:pt x="1450" y="1136"/>
                    <a:pt x="1612" y="1201"/>
                  </a:cubicBezTo>
                  <a:cubicBezTo>
                    <a:pt x="2057" y="1394"/>
                    <a:pt x="2502" y="1595"/>
                    <a:pt x="2950" y="1807"/>
                  </a:cubicBezTo>
                  <a:cubicBezTo>
                    <a:pt x="2416" y="2030"/>
                    <a:pt x="1870" y="2303"/>
                    <a:pt x="1355" y="2686"/>
                  </a:cubicBezTo>
                  <a:cubicBezTo>
                    <a:pt x="1052" y="2101"/>
                    <a:pt x="784" y="1450"/>
                    <a:pt x="541" y="722"/>
                  </a:cubicBezTo>
                  <a:close/>
                  <a:moveTo>
                    <a:pt x="3290" y="1970"/>
                  </a:moveTo>
                  <a:cubicBezTo>
                    <a:pt x="3521" y="2080"/>
                    <a:pt x="3754" y="2192"/>
                    <a:pt x="3987" y="2313"/>
                  </a:cubicBezTo>
                  <a:cubicBezTo>
                    <a:pt x="3451" y="2626"/>
                    <a:pt x="2602" y="3101"/>
                    <a:pt x="1794" y="3460"/>
                  </a:cubicBezTo>
                  <a:cubicBezTo>
                    <a:pt x="1683" y="3288"/>
                    <a:pt x="1581" y="3117"/>
                    <a:pt x="1481" y="2935"/>
                  </a:cubicBezTo>
                  <a:cubicBezTo>
                    <a:pt x="1490" y="2929"/>
                    <a:pt x="1506" y="2924"/>
                    <a:pt x="1511" y="2919"/>
                  </a:cubicBezTo>
                  <a:cubicBezTo>
                    <a:pt x="2082" y="2490"/>
                    <a:pt x="2698" y="2207"/>
                    <a:pt x="3290" y="1970"/>
                  </a:cubicBezTo>
                  <a:close/>
                  <a:moveTo>
                    <a:pt x="5643" y="979"/>
                  </a:moveTo>
                  <a:cubicBezTo>
                    <a:pt x="6240" y="1196"/>
                    <a:pt x="6816" y="1469"/>
                    <a:pt x="7357" y="1793"/>
                  </a:cubicBezTo>
                  <a:cubicBezTo>
                    <a:pt x="7331" y="2086"/>
                    <a:pt x="7346" y="2383"/>
                    <a:pt x="7362" y="2667"/>
                  </a:cubicBezTo>
                  <a:cubicBezTo>
                    <a:pt x="7382" y="3005"/>
                    <a:pt x="7397" y="3348"/>
                    <a:pt x="7346" y="3693"/>
                  </a:cubicBezTo>
                  <a:cubicBezTo>
                    <a:pt x="6790" y="3364"/>
                    <a:pt x="6255" y="3050"/>
                    <a:pt x="5734" y="2763"/>
                  </a:cubicBezTo>
                  <a:cubicBezTo>
                    <a:pt x="5734" y="2338"/>
                    <a:pt x="5709" y="1914"/>
                    <a:pt x="5674" y="1499"/>
                  </a:cubicBezTo>
                  <a:cubicBezTo>
                    <a:pt x="5664" y="1328"/>
                    <a:pt x="5654" y="1151"/>
                    <a:pt x="5643" y="979"/>
                  </a:cubicBezTo>
                  <a:close/>
                  <a:moveTo>
                    <a:pt x="7630" y="1965"/>
                  </a:moveTo>
                  <a:lnTo>
                    <a:pt x="7630" y="1965"/>
                  </a:lnTo>
                  <a:cubicBezTo>
                    <a:pt x="7807" y="2080"/>
                    <a:pt x="7982" y="2201"/>
                    <a:pt x="8150" y="2329"/>
                  </a:cubicBezTo>
                  <a:cubicBezTo>
                    <a:pt x="8195" y="2894"/>
                    <a:pt x="8124" y="3530"/>
                    <a:pt x="7952" y="4057"/>
                  </a:cubicBezTo>
                  <a:cubicBezTo>
                    <a:pt x="7831" y="3985"/>
                    <a:pt x="7716" y="3910"/>
                    <a:pt x="7599" y="3838"/>
                  </a:cubicBezTo>
                  <a:cubicBezTo>
                    <a:pt x="7674" y="3439"/>
                    <a:pt x="7660" y="3040"/>
                    <a:pt x="7639" y="2656"/>
                  </a:cubicBezTo>
                  <a:cubicBezTo>
                    <a:pt x="7625" y="2420"/>
                    <a:pt x="7619" y="2192"/>
                    <a:pt x="7630" y="1965"/>
                  </a:cubicBezTo>
                  <a:close/>
                  <a:moveTo>
                    <a:pt x="4279" y="2464"/>
                  </a:moveTo>
                  <a:cubicBezTo>
                    <a:pt x="4901" y="2777"/>
                    <a:pt x="5533" y="3127"/>
                    <a:pt x="6184" y="3495"/>
                  </a:cubicBezTo>
                  <a:cubicBezTo>
                    <a:pt x="5594" y="3920"/>
                    <a:pt x="4890" y="4238"/>
                    <a:pt x="4214" y="4546"/>
                  </a:cubicBezTo>
                  <a:cubicBezTo>
                    <a:pt x="3845" y="4717"/>
                    <a:pt x="3466" y="4890"/>
                    <a:pt x="3113" y="5076"/>
                  </a:cubicBezTo>
                  <a:cubicBezTo>
                    <a:pt x="2684" y="4677"/>
                    <a:pt x="2294" y="4218"/>
                    <a:pt x="1945" y="3698"/>
                  </a:cubicBezTo>
                  <a:cubicBezTo>
                    <a:pt x="2835" y="3299"/>
                    <a:pt x="3764" y="2772"/>
                    <a:pt x="4279" y="2464"/>
                  </a:cubicBezTo>
                  <a:close/>
                  <a:moveTo>
                    <a:pt x="8443" y="2555"/>
                  </a:moveTo>
                  <a:lnTo>
                    <a:pt x="8443" y="2555"/>
                  </a:lnTo>
                  <a:cubicBezTo>
                    <a:pt x="8943" y="2970"/>
                    <a:pt x="9397" y="3435"/>
                    <a:pt x="9796" y="3945"/>
                  </a:cubicBezTo>
                  <a:cubicBezTo>
                    <a:pt x="9777" y="4097"/>
                    <a:pt x="9761" y="4258"/>
                    <a:pt x="9747" y="4414"/>
                  </a:cubicBezTo>
                  <a:cubicBezTo>
                    <a:pt x="9726" y="4663"/>
                    <a:pt x="9696" y="4910"/>
                    <a:pt x="9656" y="5158"/>
                  </a:cubicBezTo>
                  <a:cubicBezTo>
                    <a:pt x="9286" y="4899"/>
                    <a:pt x="8908" y="4647"/>
                    <a:pt x="8528" y="4405"/>
                  </a:cubicBezTo>
                  <a:cubicBezTo>
                    <a:pt x="8413" y="4339"/>
                    <a:pt x="8306" y="4274"/>
                    <a:pt x="8195" y="4208"/>
                  </a:cubicBezTo>
                  <a:cubicBezTo>
                    <a:pt x="8367" y="3712"/>
                    <a:pt x="8453" y="3111"/>
                    <a:pt x="8443" y="2555"/>
                  </a:cubicBezTo>
                  <a:close/>
                  <a:moveTo>
                    <a:pt x="10044" y="4274"/>
                  </a:moveTo>
                  <a:cubicBezTo>
                    <a:pt x="10438" y="4839"/>
                    <a:pt x="10771" y="5451"/>
                    <a:pt x="11014" y="6107"/>
                  </a:cubicBezTo>
                  <a:cubicBezTo>
                    <a:pt x="10827" y="5976"/>
                    <a:pt x="10645" y="5850"/>
                    <a:pt x="10468" y="5724"/>
                  </a:cubicBezTo>
                  <a:cubicBezTo>
                    <a:pt x="10281" y="5592"/>
                    <a:pt x="10100" y="5461"/>
                    <a:pt x="9908" y="5330"/>
                  </a:cubicBezTo>
                  <a:cubicBezTo>
                    <a:pt x="9973" y="5031"/>
                    <a:pt x="9999" y="4733"/>
                    <a:pt x="10029" y="4440"/>
                  </a:cubicBezTo>
                  <a:cubicBezTo>
                    <a:pt x="10029" y="4384"/>
                    <a:pt x="10039" y="4329"/>
                    <a:pt x="10044" y="4274"/>
                  </a:cubicBezTo>
                  <a:close/>
                  <a:moveTo>
                    <a:pt x="6447" y="3647"/>
                  </a:moveTo>
                  <a:cubicBezTo>
                    <a:pt x="7038" y="3990"/>
                    <a:pt x="7644" y="4354"/>
                    <a:pt x="8286" y="4754"/>
                  </a:cubicBezTo>
                  <a:cubicBezTo>
                    <a:pt x="7362" y="5435"/>
                    <a:pt x="6310" y="6142"/>
                    <a:pt x="5230" y="6445"/>
                  </a:cubicBezTo>
                  <a:cubicBezTo>
                    <a:pt x="5144" y="6405"/>
                    <a:pt x="5063" y="6370"/>
                    <a:pt x="4981" y="6335"/>
                  </a:cubicBezTo>
                  <a:cubicBezTo>
                    <a:pt x="4375" y="6041"/>
                    <a:pt x="3829" y="5693"/>
                    <a:pt x="3340" y="5274"/>
                  </a:cubicBezTo>
                  <a:cubicBezTo>
                    <a:pt x="3654" y="5111"/>
                    <a:pt x="3981" y="4960"/>
                    <a:pt x="4330" y="4803"/>
                  </a:cubicBezTo>
                  <a:cubicBezTo>
                    <a:pt x="5063" y="4470"/>
                    <a:pt x="5816" y="4127"/>
                    <a:pt x="6447" y="3647"/>
                  </a:cubicBezTo>
                  <a:close/>
                  <a:moveTo>
                    <a:pt x="8539" y="4915"/>
                  </a:moveTo>
                  <a:cubicBezTo>
                    <a:pt x="8746" y="5046"/>
                    <a:pt x="8948" y="5178"/>
                    <a:pt x="9150" y="5319"/>
                  </a:cubicBezTo>
                  <a:cubicBezTo>
                    <a:pt x="8604" y="5466"/>
                    <a:pt x="8115" y="5820"/>
                    <a:pt x="7634" y="6163"/>
                  </a:cubicBezTo>
                  <a:cubicBezTo>
                    <a:pt x="7271" y="6426"/>
                    <a:pt x="6928" y="6673"/>
                    <a:pt x="6569" y="6830"/>
                  </a:cubicBezTo>
                  <a:cubicBezTo>
                    <a:pt x="6553" y="6839"/>
                    <a:pt x="6533" y="6850"/>
                    <a:pt x="6518" y="6865"/>
                  </a:cubicBezTo>
                  <a:cubicBezTo>
                    <a:pt x="6513" y="6870"/>
                    <a:pt x="6513" y="6881"/>
                    <a:pt x="6508" y="6885"/>
                  </a:cubicBezTo>
                  <a:cubicBezTo>
                    <a:pt x="6215" y="6815"/>
                    <a:pt x="5921" y="6718"/>
                    <a:pt x="5629" y="6608"/>
                  </a:cubicBezTo>
                  <a:cubicBezTo>
                    <a:pt x="6669" y="6244"/>
                    <a:pt x="7665" y="5561"/>
                    <a:pt x="8539" y="4915"/>
                  </a:cubicBezTo>
                  <a:close/>
                  <a:moveTo>
                    <a:pt x="9468" y="5536"/>
                  </a:moveTo>
                  <a:cubicBezTo>
                    <a:pt x="9726" y="5713"/>
                    <a:pt x="9978" y="5890"/>
                    <a:pt x="10221" y="6067"/>
                  </a:cubicBezTo>
                  <a:cubicBezTo>
                    <a:pt x="10449" y="6223"/>
                    <a:pt x="10671" y="6380"/>
                    <a:pt x="10899" y="6542"/>
                  </a:cubicBezTo>
                  <a:cubicBezTo>
                    <a:pt x="10605" y="6608"/>
                    <a:pt x="10323" y="6688"/>
                    <a:pt x="10044" y="6769"/>
                  </a:cubicBezTo>
                  <a:cubicBezTo>
                    <a:pt x="9439" y="6944"/>
                    <a:pt x="8866" y="7110"/>
                    <a:pt x="8203" y="7110"/>
                  </a:cubicBezTo>
                  <a:cubicBezTo>
                    <a:pt x="8157" y="7110"/>
                    <a:pt x="8111" y="7109"/>
                    <a:pt x="8064" y="7107"/>
                  </a:cubicBezTo>
                  <a:cubicBezTo>
                    <a:pt x="7674" y="7093"/>
                    <a:pt x="7291" y="7052"/>
                    <a:pt x="6902" y="6976"/>
                  </a:cubicBezTo>
                  <a:cubicBezTo>
                    <a:pt x="7210" y="6815"/>
                    <a:pt x="7508" y="6597"/>
                    <a:pt x="7796" y="6391"/>
                  </a:cubicBezTo>
                  <a:cubicBezTo>
                    <a:pt x="8332" y="6006"/>
                    <a:pt x="8877" y="5612"/>
                    <a:pt x="9468" y="5536"/>
                  </a:cubicBezTo>
                  <a:close/>
                  <a:moveTo>
                    <a:pt x="2404" y="0"/>
                  </a:moveTo>
                  <a:cubicBezTo>
                    <a:pt x="1725" y="0"/>
                    <a:pt x="1038" y="70"/>
                    <a:pt x="354" y="216"/>
                  </a:cubicBezTo>
                  <a:cubicBezTo>
                    <a:pt x="324" y="216"/>
                    <a:pt x="299" y="221"/>
                    <a:pt x="273" y="231"/>
                  </a:cubicBezTo>
                  <a:cubicBezTo>
                    <a:pt x="268" y="231"/>
                    <a:pt x="263" y="231"/>
                    <a:pt x="263" y="237"/>
                  </a:cubicBezTo>
                  <a:cubicBezTo>
                    <a:pt x="247" y="232"/>
                    <a:pt x="232" y="229"/>
                    <a:pt x="217" y="229"/>
                  </a:cubicBezTo>
                  <a:cubicBezTo>
                    <a:pt x="199" y="229"/>
                    <a:pt x="181" y="233"/>
                    <a:pt x="161" y="242"/>
                  </a:cubicBezTo>
                  <a:cubicBezTo>
                    <a:pt x="121" y="252"/>
                    <a:pt x="96" y="272"/>
                    <a:pt x="71" y="298"/>
                  </a:cubicBezTo>
                  <a:cubicBezTo>
                    <a:pt x="21" y="352"/>
                    <a:pt x="0" y="429"/>
                    <a:pt x="26" y="504"/>
                  </a:cubicBezTo>
                  <a:cubicBezTo>
                    <a:pt x="1031" y="3702"/>
                    <a:pt x="2502" y="5617"/>
                    <a:pt x="4799" y="6708"/>
                  </a:cubicBezTo>
                  <a:cubicBezTo>
                    <a:pt x="5867" y="7219"/>
                    <a:pt x="6963" y="7492"/>
                    <a:pt x="8049" y="7527"/>
                  </a:cubicBezTo>
                  <a:cubicBezTo>
                    <a:pt x="8097" y="7528"/>
                    <a:pt x="8145" y="7529"/>
                    <a:pt x="8192" y="7529"/>
                  </a:cubicBezTo>
                  <a:cubicBezTo>
                    <a:pt x="8923" y="7529"/>
                    <a:pt x="9553" y="7349"/>
                    <a:pt x="10165" y="7168"/>
                  </a:cubicBezTo>
                  <a:cubicBezTo>
                    <a:pt x="10529" y="7062"/>
                    <a:pt x="10908" y="6956"/>
                    <a:pt x="11307" y="6881"/>
                  </a:cubicBezTo>
                  <a:cubicBezTo>
                    <a:pt x="11328" y="6881"/>
                    <a:pt x="11347" y="6870"/>
                    <a:pt x="11368" y="6860"/>
                  </a:cubicBezTo>
                  <a:cubicBezTo>
                    <a:pt x="11858" y="7193"/>
                    <a:pt x="12363" y="7517"/>
                    <a:pt x="12884" y="7800"/>
                  </a:cubicBezTo>
                  <a:cubicBezTo>
                    <a:pt x="12916" y="7818"/>
                    <a:pt x="12951" y="7826"/>
                    <a:pt x="12986" y="7826"/>
                  </a:cubicBezTo>
                  <a:cubicBezTo>
                    <a:pt x="13061" y="7826"/>
                    <a:pt x="13134" y="7788"/>
                    <a:pt x="13172" y="7718"/>
                  </a:cubicBezTo>
                  <a:cubicBezTo>
                    <a:pt x="13227" y="7618"/>
                    <a:pt x="13187" y="7492"/>
                    <a:pt x="13086" y="7436"/>
                  </a:cubicBezTo>
                  <a:cubicBezTo>
                    <a:pt x="12576" y="7153"/>
                    <a:pt x="12075" y="6830"/>
                    <a:pt x="11585" y="6501"/>
                  </a:cubicBezTo>
                  <a:lnTo>
                    <a:pt x="11585" y="6476"/>
                  </a:lnTo>
                  <a:cubicBezTo>
                    <a:pt x="10948" y="4365"/>
                    <a:pt x="9504" y="2626"/>
                    <a:pt x="7649" y="1485"/>
                  </a:cubicBezTo>
                  <a:cubicBezTo>
                    <a:pt x="7630" y="1450"/>
                    <a:pt x="7599" y="1424"/>
                    <a:pt x="7553" y="1419"/>
                  </a:cubicBezTo>
                  <a:lnTo>
                    <a:pt x="7543" y="1419"/>
                  </a:lnTo>
                  <a:cubicBezTo>
                    <a:pt x="6024" y="512"/>
                    <a:pt x="4241" y="0"/>
                    <a:pt x="2404"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3570;p51">
              <a:extLst>
                <a:ext uri="{FF2B5EF4-FFF2-40B4-BE49-F238E27FC236}">
                  <a16:creationId xmlns:a16="http://schemas.microsoft.com/office/drawing/2014/main" id="{5FAFA247-8EFE-AEE8-BBF0-B229A3C71918}"/>
                </a:ext>
              </a:extLst>
            </p:cNvPr>
            <p:cNvSpPr/>
            <p:nvPr/>
          </p:nvSpPr>
          <p:spPr>
            <a:xfrm>
              <a:off x="2743075" y="2918950"/>
              <a:ext cx="67625" cy="33425"/>
            </a:xfrm>
            <a:custGeom>
              <a:avLst/>
              <a:gdLst/>
              <a:ahLst/>
              <a:cxnLst/>
              <a:rect l="l" t="t" r="r" b="b"/>
              <a:pathLst>
                <a:path w="2705" h="1337" extrusionOk="0">
                  <a:moveTo>
                    <a:pt x="1304" y="1"/>
                  </a:moveTo>
                  <a:cubicBezTo>
                    <a:pt x="872" y="1"/>
                    <a:pt x="437" y="31"/>
                    <a:pt x="0" y="94"/>
                  </a:cubicBezTo>
                  <a:cubicBezTo>
                    <a:pt x="72" y="124"/>
                    <a:pt x="137" y="154"/>
                    <a:pt x="208" y="185"/>
                  </a:cubicBezTo>
                  <a:cubicBezTo>
                    <a:pt x="359" y="260"/>
                    <a:pt x="516" y="336"/>
                    <a:pt x="673" y="402"/>
                  </a:cubicBezTo>
                  <a:cubicBezTo>
                    <a:pt x="1355" y="689"/>
                    <a:pt x="2026" y="1003"/>
                    <a:pt x="2704" y="1337"/>
                  </a:cubicBezTo>
                  <a:cubicBezTo>
                    <a:pt x="2679" y="932"/>
                    <a:pt x="2597" y="549"/>
                    <a:pt x="2516" y="148"/>
                  </a:cubicBezTo>
                  <a:lnTo>
                    <a:pt x="2502" y="78"/>
                  </a:lnTo>
                  <a:cubicBezTo>
                    <a:pt x="2107" y="27"/>
                    <a:pt x="1707" y="1"/>
                    <a:pt x="1304"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3571;p51">
              <a:extLst>
                <a:ext uri="{FF2B5EF4-FFF2-40B4-BE49-F238E27FC236}">
                  <a16:creationId xmlns:a16="http://schemas.microsoft.com/office/drawing/2014/main" id="{13B374C5-EE95-ABF7-816B-E82009DC907F}"/>
                </a:ext>
              </a:extLst>
            </p:cNvPr>
            <p:cNvSpPr/>
            <p:nvPr/>
          </p:nvSpPr>
          <p:spPr>
            <a:xfrm>
              <a:off x="2812950" y="2921900"/>
              <a:ext cx="38900" cy="51950"/>
            </a:xfrm>
            <a:custGeom>
              <a:avLst/>
              <a:gdLst/>
              <a:ahLst/>
              <a:cxnLst/>
              <a:rect l="l" t="t" r="r" b="b"/>
              <a:pathLst>
                <a:path w="1556" h="2078" extrusionOk="0">
                  <a:moveTo>
                    <a:pt x="0" y="0"/>
                  </a:moveTo>
                  <a:lnTo>
                    <a:pt x="0" y="0"/>
                  </a:lnTo>
                  <a:cubicBezTo>
                    <a:pt x="96" y="450"/>
                    <a:pt x="176" y="885"/>
                    <a:pt x="192" y="1359"/>
                  </a:cubicBezTo>
                  <a:cubicBezTo>
                    <a:pt x="642" y="1587"/>
                    <a:pt x="1096" y="1825"/>
                    <a:pt x="1556" y="2077"/>
                  </a:cubicBezTo>
                  <a:cubicBezTo>
                    <a:pt x="1551" y="1713"/>
                    <a:pt x="1530" y="1359"/>
                    <a:pt x="1500" y="986"/>
                  </a:cubicBezTo>
                  <a:cubicBezTo>
                    <a:pt x="1486" y="774"/>
                    <a:pt x="1470" y="561"/>
                    <a:pt x="1460" y="349"/>
                  </a:cubicBezTo>
                  <a:cubicBezTo>
                    <a:pt x="985" y="198"/>
                    <a:pt x="495" y="76"/>
                    <a:pt x="0"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3572;p51">
              <a:extLst>
                <a:ext uri="{FF2B5EF4-FFF2-40B4-BE49-F238E27FC236}">
                  <a16:creationId xmlns:a16="http://schemas.microsoft.com/office/drawing/2014/main" id="{5A760021-7F20-F7F7-FCA0-128501BB1329}"/>
                </a:ext>
              </a:extLst>
            </p:cNvPr>
            <p:cNvSpPr/>
            <p:nvPr/>
          </p:nvSpPr>
          <p:spPr>
            <a:xfrm>
              <a:off x="2856625" y="2933025"/>
              <a:ext cx="43850" cy="67850"/>
            </a:xfrm>
            <a:custGeom>
              <a:avLst/>
              <a:gdLst/>
              <a:ahLst/>
              <a:cxnLst/>
              <a:rect l="l" t="t" r="r" b="b"/>
              <a:pathLst>
                <a:path w="1754" h="2714" extrusionOk="0">
                  <a:moveTo>
                    <a:pt x="0" y="0"/>
                  </a:moveTo>
                  <a:cubicBezTo>
                    <a:pt x="11" y="172"/>
                    <a:pt x="21" y="349"/>
                    <a:pt x="31" y="520"/>
                  </a:cubicBezTo>
                  <a:cubicBezTo>
                    <a:pt x="66" y="935"/>
                    <a:pt x="91" y="1359"/>
                    <a:pt x="91" y="1784"/>
                  </a:cubicBezTo>
                  <a:cubicBezTo>
                    <a:pt x="612" y="2071"/>
                    <a:pt x="1147" y="2385"/>
                    <a:pt x="1703" y="2714"/>
                  </a:cubicBezTo>
                  <a:cubicBezTo>
                    <a:pt x="1754" y="2369"/>
                    <a:pt x="1739" y="2026"/>
                    <a:pt x="1719" y="1688"/>
                  </a:cubicBezTo>
                  <a:cubicBezTo>
                    <a:pt x="1703" y="1404"/>
                    <a:pt x="1688" y="1107"/>
                    <a:pt x="1714" y="814"/>
                  </a:cubicBezTo>
                  <a:cubicBezTo>
                    <a:pt x="1173" y="490"/>
                    <a:pt x="597" y="217"/>
                    <a:pt x="0"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3573;p51">
              <a:extLst>
                <a:ext uri="{FF2B5EF4-FFF2-40B4-BE49-F238E27FC236}">
                  <a16:creationId xmlns:a16="http://schemas.microsoft.com/office/drawing/2014/main" id="{F1EAA2C1-357D-6EAA-CD36-CB51940EE2BF}"/>
                </a:ext>
              </a:extLst>
            </p:cNvPr>
            <p:cNvSpPr/>
            <p:nvPr/>
          </p:nvSpPr>
          <p:spPr>
            <a:xfrm>
              <a:off x="2905525" y="2957650"/>
              <a:ext cx="14900" cy="52325"/>
            </a:xfrm>
            <a:custGeom>
              <a:avLst/>
              <a:gdLst/>
              <a:ahLst/>
              <a:cxnLst/>
              <a:rect l="l" t="t" r="r" b="b"/>
              <a:pathLst>
                <a:path w="596" h="2093" extrusionOk="0">
                  <a:moveTo>
                    <a:pt x="31" y="1"/>
                  </a:moveTo>
                  <a:cubicBezTo>
                    <a:pt x="20" y="228"/>
                    <a:pt x="26" y="456"/>
                    <a:pt x="40" y="692"/>
                  </a:cubicBezTo>
                  <a:cubicBezTo>
                    <a:pt x="61" y="1076"/>
                    <a:pt x="75" y="1475"/>
                    <a:pt x="0" y="1874"/>
                  </a:cubicBezTo>
                  <a:cubicBezTo>
                    <a:pt x="117" y="1946"/>
                    <a:pt x="232" y="2021"/>
                    <a:pt x="353" y="2093"/>
                  </a:cubicBezTo>
                  <a:cubicBezTo>
                    <a:pt x="525" y="1566"/>
                    <a:pt x="596" y="930"/>
                    <a:pt x="551" y="365"/>
                  </a:cubicBezTo>
                  <a:cubicBezTo>
                    <a:pt x="383" y="237"/>
                    <a:pt x="208" y="116"/>
                    <a:pt x="31"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3574;p51">
              <a:extLst>
                <a:ext uri="{FF2B5EF4-FFF2-40B4-BE49-F238E27FC236}">
                  <a16:creationId xmlns:a16="http://schemas.microsoft.com/office/drawing/2014/main" id="{429A5646-F2AA-DC70-3FAC-4E49B46155A7}"/>
                </a:ext>
              </a:extLst>
            </p:cNvPr>
            <p:cNvSpPr/>
            <p:nvPr/>
          </p:nvSpPr>
          <p:spPr>
            <a:xfrm>
              <a:off x="2920400" y="2972425"/>
              <a:ext cx="40075" cy="65075"/>
            </a:xfrm>
            <a:custGeom>
              <a:avLst/>
              <a:gdLst/>
              <a:ahLst/>
              <a:cxnLst/>
              <a:rect l="l" t="t" r="r" b="b"/>
              <a:pathLst>
                <a:path w="1603" h="2603" extrusionOk="0">
                  <a:moveTo>
                    <a:pt x="249" y="0"/>
                  </a:moveTo>
                  <a:lnTo>
                    <a:pt x="249" y="0"/>
                  </a:lnTo>
                  <a:cubicBezTo>
                    <a:pt x="259" y="556"/>
                    <a:pt x="173" y="1157"/>
                    <a:pt x="1" y="1653"/>
                  </a:cubicBezTo>
                  <a:cubicBezTo>
                    <a:pt x="112" y="1719"/>
                    <a:pt x="219" y="1784"/>
                    <a:pt x="334" y="1850"/>
                  </a:cubicBezTo>
                  <a:cubicBezTo>
                    <a:pt x="714" y="2092"/>
                    <a:pt x="1092" y="2344"/>
                    <a:pt x="1462" y="2603"/>
                  </a:cubicBezTo>
                  <a:cubicBezTo>
                    <a:pt x="1502" y="2355"/>
                    <a:pt x="1532" y="2108"/>
                    <a:pt x="1553" y="1859"/>
                  </a:cubicBezTo>
                  <a:cubicBezTo>
                    <a:pt x="1567" y="1703"/>
                    <a:pt x="1583" y="1542"/>
                    <a:pt x="1602" y="1390"/>
                  </a:cubicBezTo>
                  <a:cubicBezTo>
                    <a:pt x="1203" y="880"/>
                    <a:pt x="749" y="415"/>
                    <a:pt x="249"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3575;p51">
              <a:extLst>
                <a:ext uri="{FF2B5EF4-FFF2-40B4-BE49-F238E27FC236}">
                  <a16:creationId xmlns:a16="http://schemas.microsoft.com/office/drawing/2014/main" id="{79FD767A-3C98-DDF1-968E-BCC70A35CB9B}"/>
                </a:ext>
              </a:extLst>
            </p:cNvPr>
            <p:cNvSpPr/>
            <p:nvPr/>
          </p:nvSpPr>
          <p:spPr>
            <a:xfrm>
              <a:off x="2963225" y="3015375"/>
              <a:ext cx="27675" cy="45850"/>
            </a:xfrm>
            <a:custGeom>
              <a:avLst/>
              <a:gdLst/>
              <a:ahLst/>
              <a:cxnLst/>
              <a:rect l="l" t="t" r="r" b="b"/>
              <a:pathLst>
                <a:path w="1107" h="1834" extrusionOk="0">
                  <a:moveTo>
                    <a:pt x="137" y="1"/>
                  </a:moveTo>
                  <a:cubicBezTo>
                    <a:pt x="132" y="56"/>
                    <a:pt x="122" y="111"/>
                    <a:pt x="122" y="167"/>
                  </a:cubicBezTo>
                  <a:cubicBezTo>
                    <a:pt x="92" y="460"/>
                    <a:pt x="66" y="758"/>
                    <a:pt x="1" y="1057"/>
                  </a:cubicBezTo>
                  <a:cubicBezTo>
                    <a:pt x="193" y="1188"/>
                    <a:pt x="374" y="1319"/>
                    <a:pt x="561" y="1451"/>
                  </a:cubicBezTo>
                  <a:cubicBezTo>
                    <a:pt x="738" y="1577"/>
                    <a:pt x="920" y="1703"/>
                    <a:pt x="1107" y="1834"/>
                  </a:cubicBezTo>
                  <a:cubicBezTo>
                    <a:pt x="864" y="1178"/>
                    <a:pt x="531" y="566"/>
                    <a:pt x="137"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3576;p51">
              <a:extLst>
                <a:ext uri="{FF2B5EF4-FFF2-40B4-BE49-F238E27FC236}">
                  <a16:creationId xmlns:a16="http://schemas.microsoft.com/office/drawing/2014/main" id="{7C54F35B-5B2A-1A4F-E364-746D6115431F}"/>
                </a:ext>
              </a:extLst>
            </p:cNvPr>
            <p:cNvSpPr/>
            <p:nvPr/>
          </p:nvSpPr>
          <p:spPr>
            <a:xfrm>
              <a:off x="2888100" y="3046925"/>
              <a:ext cx="99925" cy="39375"/>
            </a:xfrm>
            <a:custGeom>
              <a:avLst/>
              <a:gdLst/>
              <a:ahLst/>
              <a:cxnLst/>
              <a:rect l="l" t="t" r="r" b="b"/>
              <a:pathLst>
                <a:path w="3997" h="1575" extrusionOk="0">
                  <a:moveTo>
                    <a:pt x="2566" y="1"/>
                  </a:moveTo>
                  <a:cubicBezTo>
                    <a:pt x="1975" y="77"/>
                    <a:pt x="1430" y="471"/>
                    <a:pt x="894" y="856"/>
                  </a:cubicBezTo>
                  <a:cubicBezTo>
                    <a:pt x="606" y="1062"/>
                    <a:pt x="308" y="1280"/>
                    <a:pt x="0" y="1441"/>
                  </a:cubicBezTo>
                  <a:cubicBezTo>
                    <a:pt x="389" y="1517"/>
                    <a:pt x="772" y="1558"/>
                    <a:pt x="1162" y="1572"/>
                  </a:cubicBezTo>
                  <a:cubicBezTo>
                    <a:pt x="1209" y="1574"/>
                    <a:pt x="1255" y="1575"/>
                    <a:pt x="1301" y="1575"/>
                  </a:cubicBezTo>
                  <a:cubicBezTo>
                    <a:pt x="1964" y="1575"/>
                    <a:pt x="2537" y="1409"/>
                    <a:pt x="3142" y="1234"/>
                  </a:cubicBezTo>
                  <a:cubicBezTo>
                    <a:pt x="3421" y="1153"/>
                    <a:pt x="3703" y="1073"/>
                    <a:pt x="3997" y="1007"/>
                  </a:cubicBezTo>
                  <a:cubicBezTo>
                    <a:pt x="3769" y="845"/>
                    <a:pt x="3547" y="688"/>
                    <a:pt x="3319" y="532"/>
                  </a:cubicBezTo>
                  <a:cubicBezTo>
                    <a:pt x="3076" y="355"/>
                    <a:pt x="2824" y="178"/>
                    <a:pt x="2566"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3577;p51">
              <a:extLst>
                <a:ext uri="{FF2B5EF4-FFF2-40B4-BE49-F238E27FC236}">
                  <a16:creationId xmlns:a16="http://schemas.microsoft.com/office/drawing/2014/main" id="{90DA3DDF-E6AB-B1CE-168E-4920DA124343}"/>
                </a:ext>
              </a:extLst>
            </p:cNvPr>
            <p:cNvSpPr/>
            <p:nvPr/>
          </p:nvSpPr>
          <p:spPr>
            <a:xfrm>
              <a:off x="2856250" y="3031425"/>
              <a:ext cx="88075" cy="49275"/>
            </a:xfrm>
            <a:custGeom>
              <a:avLst/>
              <a:gdLst/>
              <a:ahLst/>
              <a:cxnLst/>
              <a:rect l="l" t="t" r="r" b="b"/>
              <a:pathLst>
                <a:path w="3523" h="1971" extrusionOk="0">
                  <a:moveTo>
                    <a:pt x="2911" y="0"/>
                  </a:moveTo>
                  <a:cubicBezTo>
                    <a:pt x="2037" y="646"/>
                    <a:pt x="1041" y="1329"/>
                    <a:pt x="1" y="1693"/>
                  </a:cubicBezTo>
                  <a:cubicBezTo>
                    <a:pt x="293" y="1803"/>
                    <a:pt x="587" y="1900"/>
                    <a:pt x="880" y="1970"/>
                  </a:cubicBezTo>
                  <a:cubicBezTo>
                    <a:pt x="885" y="1966"/>
                    <a:pt x="885" y="1955"/>
                    <a:pt x="890" y="1950"/>
                  </a:cubicBezTo>
                  <a:cubicBezTo>
                    <a:pt x="905" y="1935"/>
                    <a:pt x="925" y="1924"/>
                    <a:pt x="941" y="1915"/>
                  </a:cubicBezTo>
                  <a:cubicBezTo>
                    <a:pt x="1300" y="1758"/>
                    <a:pt x="1643" y="1511"/>
                    <a:pt x="2006" y="1248"/>
                  </a:cubicBezTo>
                  <a:cubicBezTo>
                    <a:pt x="2487" y="905"/>
                    <a:pt x="2976" y="551"/>
                    <a:pt x="3522" y="404"/>
                  </a:cubicBezTo>
                  <a:cubicBezTo>
                    <a:pt x="3320" y="263"/>
                    <a:pt x="3118" y="131"/>
                    <a:pt x="2911"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3578;p51">
              <a:extLst>
                <a:ext uri="{FF2B5EF4-FFF2-40B4-BE49-F238E27FC236}">
                  <a16:creationId xmlns:a16="http://schemas.microsoft.com/office/drawing/2014/main" id="{0EEA3916-C368-8AD6-B02A-D274A3C0210F}"/>
                </a:ext>
              </a:extLst>
            </p:cNvPr>
            <p:cNvSpPr/>
            <p:nvPr/>
          </p:nvSpPr>
          <p:spPr>
            <a:xfrm>
              <a:off x="2799025" y="2999700"/>
              <a:ext cx="123675" cy="70000"/>
            </a:xfrm>
            <a:custGeom>
              <a:avLst/>
              <a:gdLst/>
              <a:ahLst/>
              <a:cxnLst/>
              <a:rect l="l" t="t" r="r" b="b"/>
              <a:pathLst>
                <a:path w="4947" h="2800" extrusionOk="0">
                  <a:moveTo>
                    <a:pt x="3108" y="1"/>
                  </a:moveTo>
                  <a:cubicBezTo>
                    <a:pt x="2477" y="481"/>
                    <a:pt x="1724" y="824"/>
                    <a:pt x="991" y="1157"/>
                  </a:cubicBezTo>
                  <a:cubicBezTo>
                    <a:pt x="642" y="1314"/>
                    <a:pt x="315" y="1465"/>
                    <a:pt x="1" y="1628"/>
                  </a:cubicBezTo>
                  <a:cubicBezTo>
                    <a:pt x="490" y="2047"/>
                    <a:pt x="1036" y="2395"/>
                    <a:pt x="1642" y="2689"/>
                  </a:cubicBezTo>
                  <a:cubicBezTo>
                    <a:pt x="1724" y="2724"/>
                    <a:pt x="1805" y="2759"/>
                    <a:pt x="1891" y="2799"/>
                  </a:cubicBezTo>
                  <a:cubicBezTo>
                    <a:pt x="2971" y="2496"/>
                    <a:pt x="4023" y="1789"/>
                    <a:pt x="4947" y="1108"/>
                  </a:cubicBezTo>
                  <a:cubicBezTo>
                    <a:pt x="4305" y="708"/>
                    <a:pt x="3699" y="344"/>
                    <a:pt x="3108"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3579;p51">
              <a:extLst>
                <a:ext uri="{FF2B5EF4-FFF2-40B4-BE49-F238E27FC236}">
                  <a16:creationId xmlns:a16="http://schemas.microsoft.com/office/drawing/2014/main" id="{A949FAE4-81DC-9B81-A7DF-732DD439C867}"/>
                </a:ext>
              </a:extLst>
            </p:cNvPr>
            <p:cNvSpPr/>
            <p:nvPr/>
          </p:nvSpPr>
          <p:spPr>
            <a:xfrm>
              <a:off x="2764175" y="2970150"/>
              <a:ext cx="106000" cy="65325"/>
            </a:xfrm>
            <a:custGeom>
              <a:avLst/>
              <a:gdLst/>
              <a:ahLst/>
              <a:cxnLst/>
              <a:rect l="l" t="t" r="r" b="b"/>
              <a:pathLst>
                <a:path w="4240" h="2613" extrusionOk="0">
                  <a:moveTo>
                    <a:pt x="2334" y="0"/>
                  </a:moveTo>
                  <a:cubicBezTo>
                    <a:pt x="1819" y="308"/>
                    <a:pt x="890" y="835"/>
                    <a:pt x="0" y="1234"/>
                  </a:cubicBezTo>
                  <a:cubicBezTo>
                    <a:pt x="349" y="1754"/>
                    <a:pt x="739" y="2213"/>
                    <a:pt x="1168" y="2612"/>
                  </a:cubicBezTo>
                  <a:cubicBezTo>
                    <a:pt x="1521" y="2426"/>
                    <a:pt x="1900" y="2253"/>
                    <a:pt x="2269" y="2082"/>
                  </a:cubicBezTo>
                  <a:cubicBezTo>
                    <a:pt x="2945" y="1774"/>
                    <a:pt x="3649" y="1456"/>
                    <a:pt x="4239" y="1031"/>
                  </a:cubicBezTo>
                  <a:cubicBezTo>
                    <a:pt x="3588" y="663"/>
                    <a:pt x="2956" y="313"/>
                    <a:pt x="2334"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3580;p51">
              <a:extLst>
                <a:ext uri="{FF2B5EF4-FFF2-40B4-BE49-F238E27FC236}">
                  <a16:creationId xmlns:a16="http://schemas.microsoft.com/office/drawing/2014/main" id="{43F73845-92FD-CDF1-694E-474A2077E4E1}"/>
                </a:ext>
              </a:extLst>
            </p:cNvPr>
            <p:cNvSpPr/>
            <p:nvPr/>
          </p:nvSpPr>
          <p:spPr>
            <a:xfrm>
              <a:off x="2752550" y="2957775"/>
              <a:ext cx="62700" cy="37275"/>
            </a:xfrm>
            <a:custGeom>
              <a:avLst/>
              <a:gdLst/>
              <a:ahLst/>
              <a:cxnLst/>
              <a:rect l="l" t="t" r="r" b="b"/>
              <a:pathLst>
                <a:path w="2508" h="1491" extrusionOk="0">
                  <a:moveTo>
                    <a:pt x="1810" y="1"/>
                  </a:moveTo>
                  <a:cubicBezTo>
                    <a:pt x="1218" y="238"/>
                    <a:pt x="602" y="521"/>
                    <a:pt x="31" y="950"/>
                  </a:cubicBezTo>
                  <a:cubicBezTo>
                    <a:pt x="26" y="955"/>
                    <a:pt x="10" y="960"/>
                    <a:pt x="1" y="966"/>
                  </a:cubicBezTo>
                  <a:cubicBezTo>
                    <a:pt x="101" y="1148"/>
                    <a:pt x="203" y="1319"/>
                    <a:pt x="314" y="1491"/>
                  </a:cubicBezTo>
                  <a:cubicBezTo>
                    <a:pt x="1122" y="1132"/>
                    <a:pt x="1971" y="657"/>
                    <a:pt x="2507" y="344"/>
                  </a:cubicBezTo>
                  <a:cubicBezTo>
                    <a:pt x="2274" y="223"/>
                    <a:pt x="2041" y="111"/>
                    <a:pt x="1810"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3581;p51">
              <a:extLst>
                <a:ext uri="{FF2B5EF4-FFF2-40B4-BE49-F238E27FC236}">
                  <a16:creationId xmlns:a16="http://schemas.microsoft.com/office/drawing/2014/main" id="{ECBE651D-66A8-F433-E4D9-D54DC95AA9AD}"/>
                </a:ext>
              </a:extLst>
            </p:cNvPr>
            <p:cNvSpPr/>
            <p:nvPr/>
          </p:nvSpPr>
          <p:spPr>
            <a:xfrm>
              <a:off x="2729075" y="2926600"/>
              <a:ext cx="60250" cy="49125"/>
            </a:xfrm>
            <a:custGeom>
              <a:avLst/>
              <a:gdLst/>
              <a:ahLst/>
              <a:cxnLst/>
              <a:rect l="l" t="t" r="r" b="b"/>
              <a:pathLst>
                <a:path w="2410" h="1965" extrusionOk="0">
                  <a:moveTo>
                    <a:pt x="0" y="0"/>
                  </a:moveTo>
                  <a:lnTo>
                    <a:pt x="0" y="0"/>
                  </a:lnTo>
                  <a:cubicBezTo>
                    <a:pt x="243" y="728"/>
                    <a:pt x="511" y="1379"/>
                    <a:pt x="814" y="1964"/>
                  </a:cubicBezTo>
                  <a:cubicBezTo>
                    <a:pt x="1329" y="1581"/>
                    <a:pt x="1875" y="1308"/>
                    <a:pt x="2409" y="1085"/>
                  </a:cubicBezTo>
                  <a:cubicBezTo>
                    <a:pt x="1961" y="873"/>
                    <a:pt x="1516" y="672"/>
                    <a:pt x="1071" y="479"/>
                  </a:cubicBezTo>
                  <a:cubicBezTo>
                    <a:pt x="909" y="414"/>
                    <a:pt x="748" y="338"/>
                    <a:pt x="586" y="262"/>
                  </a:cubicBezTo>
                  <a:cubicBezTo>
                    <a:pt x="394" y="166"/>
                    <a:pt x="196" y="80"/>
                    <a:pt x="0"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6" name="Google Shape;3582;p51">
            <a:extLst>
              <a:ext uri="{FF2B5EF4-FFF2-40B4-BE49-F238E27FC236}">
                <a16:creationId xmlns:a16="http://schemas.microsoft.com/office/drawing/2014/main" id="{0608A867-0C9C-2790-9CAE-D9027D562A48}"/>
              </a:ext>
            </a:extLst>
          </p:cNvPr>
          <p:cNvGrpSpPr/>
          <p:nvPr/>
        </p:nvGrpSpPr>
        <p:grpSpPr>
          <a:xfrm>
            <a:off x="6849670" y="3476187"/>
            <a:ext cx="164725" cy="213344"/>
            <a:chOff x="7134654" y="738350"/>
            <a:chExt cx="203840" cy="304340"/>
          </a:xfrm>
        </p:grpSpPr>
        <p:sp>
          <p:nvSpPr>
            <p:cNvPr id="2117" name="Google Shape;3583;p51">
              <a:extLst>
                <a:ext uri="{FF2B5EF4-FFF2-40B4-BE49-F238E27FC236}">
                  <a16:creationId xmlns:a16="http://schemas.microsoft.com/office/drawing/2014/main" id="{CF30BAE9-0BD6-067F-E5CC-B4F6367F4D5B}"/>
                </a:ext>
              </a:extLst>
            </p:cNvPr>
            <p:cNvSpPr/>
            <p:nvPr/>
          </p:nvSpPr>
          <p:spPr>
            <a:xfrm>
              <a:off x="7134654" y="738350"/>
              <a:ext cx="203840" cy="304340"/>
            </a:xfrm>
            <a:custGeom>
              <a:avLst/>
              <a:gdLst/>
              <a:ahLst/>
              <a:cxnLst/>
              <a:rect l="l" t="t" r="r" b="b"/>
              <a:pathLst>
                <a:path w="5600" h="8361" extrusionOk="0">
                  <a:moveTo>
                    <a:pt x="4411" y="1375"/>
                  </a:moveTo>
                  <a:lnTo>
                    <a:pt x="4411" y="1375"/>
                  </a:lnTo>
                  <a:cubicBezTo>
                    <a:pt x="4320" y="1491"/>
                    <a:pt x="4235" y="1602"/>
                    <a:pt x="4144" y="1718"/>
                  </a:cubicBezTo>
                  <a:cubicBezTo>
                    <a:pt x="4053" y="1834"/>
                    <a:pt x="3962" y="1951"/>
                    <a:pt x="3876" y="2072"/>
                  </a:cubicBezTo>
                  <a:cubicBezTo>
                    <a:pt x="3683" y="2021"/>
                    <a:pt x="3487" y="1991"/>
                    <a:pt x="3300" y="1971"/>
                  </a:cubicBezTo>
                  <a:cubicBezTo>
                    <a:pt x="3265" y="1965"/>
                    <a:pt x="3229" y="1961"/>
                    <a:pt x="3193" y="1956"/>
                  </a:cubicBezTo>
                  <a:cubicBezTo>
                    <a:pt x="3568" y="1713"/>
                    <a:pt x="3977" y="1517"/>
                    <a:pt x="4411" y="1375"/>
                  </a:cubicBezTo>
                  <a:close/>
                  <a:moveTo>
                    <a:pt x="2972" y="2102"/>
                  </a:moveTo>
                  <a:cubicBezTo>
                    <a:pt x="3072" y="2123"/>
                    <a:pt x="3174" y="2133"/>
                    <a:pt x="3275" y="2147"/>
                  </a:cubicBezTo>
                  <a:cubicBezTo>
                    <a:pt x="3431" y="2168"/>
                    <a:pt x="3592" y="2193"/>
                    <a:pt x="3755" y="2229"/>
                  </a:cubicBezTo>
                  <a:cubicBezTo>
                    <a:pt x="3578" y="2461"/>
                    <a:pt x="3401" y="2699"/>
                    <a:pt x="3235" y="2942"/>
                  </a:cubicBezTo>
                  <a:cubicBezTo>
                    <a:pt x="3189" y="3012"/>
                    <a:pt x="3144" y="3082"/>
                    <a:pt x="3098" y="3148"/>
                  </a:cubicBezTo>
                  <a:cubicBezTo>
                    <a:pt x="2780" y="3026"/>
                    <a:pt x="2391" y="2956"/>
                    <a:pt x="2032" y="2946"/>
                  </a:cubicBezTo>
                  <a:cubicBezTo>
                    <a:pt x="2314" y="2632"/>
                    <a:pt x="2628" y="2350"/>
                    <a:pt x="2972" y="2102"/>
                  </a:cubicBezTo>
                  <a:close/>
                  <a:moveTo>
                    <a:pt x="1984" y="3126"/>
                  </a:moveTo>
                  <a:cubicBezTo>
                    <a:pt x="2320" y="3126"/>
                    <a:pt x="2686" y="3190"/>
                    <a:pt x="2992" y="3305"/>
                  </a:cubicBezTo>
                  <a:cubicBezTo>
                    <a:pt x="2941" y="3380"/>
                    <a:pt x="2890" y="3457"/>
                    <a:pt x="2841" y="3527"/>
                  </a:cubicBezTo>
                  <a:cubicBezTo>
                    <a:pt x="2582" y="3467"/>
                    <a:pt x="2325" y="3467"/>
                    <a:pt x="2072" y="3467"/>
                  </a:cubicBezTo>
                  <a:cubicBezTo>
                    <a:pt x="2015" y="3468"/>
                    <a:pt x="1959" y="3469"/>
                    <a:pt x="1903" y="3469"/>
                  </a:cubicBezTo>
                  <a:cubicBezTo>
                    <a:pt x="1808" y="3469"/>
                    <a:pt x="1715" y="3466"/>
                    <a:pt x="1622" y="3457"/>
                  </a:cubicBezTo>
                  <a:cubicBezTo>
                    <a:pt x="1703" y="3345"/>
                    <a:pt x="1789" y="3234"/>
                    <a:pt x="1875" y="3128"/>
                  </a:cubicBezTo>
                  <a:cubicBezTo>
                    <a:pt x="1911" y="3127"/>
                    <a:pt x="1947" y="3126"/>
                    <a:pt x="1984" y="3126"/>
                  </a:cubicBezTo>
                  <a:close/>
                  <a:moveTo>
                    <a:pt x="4690" y="1461"/>
                  </a:moveTo>
                  <a:cubicBezTo>
                    <a:pt x="4720" y="1653"/>
                    <a:pt x="4765" y="1839"/>
                    <a:pt x="4811" y="2021"/>
                  </a:cubicBezTo>
                  <a:cubicBezTo>
                    <a:pt x="4916" y="2446"/>
                    <a:pt x="5012" y="2851"/>
                    <a:pt x="4977" y="3320"/>
                  </a:cubicBezTo>
                  <a:cubicBezTo>
                    <a:pt x="4956" y="3567"/>
                    <a:pt x="4916" y="3821"/>
                    <a:pt x="4856" y="4073"/>
                  </a:cubicBezTo>
                  <a:cubicBezTo>
                    <a:pt x="4760" y="3865"/>
                    <a:pt x="4629" y="3663"/>
                    <a:pt x="4502" y="3471"/>
                  </a:cubicBezTo>
                  <a:cubicBezTo>
                    <a:pt x="4270" y="3112"/>
                    <a:pt x="4028" y="2749"/>
                    <a:pt x="3997" y="2359"/>
                  </a:cubicBezTo>
                  <a:cubicBezTo>
                    <a:pt x="4119" y="2198"/>
                    <a:pt x="4240" y="2042"/>
                    <a:pt x="4361" y="1885"/>
                  </a:cubicBezTo>
                  <a:cubicBezTo>
                    <a:pt x="4467" y="1744"/>
                    <a:pt x="4578" y="1602"/>
                    <a:pt x="4690" y="1461"/>
                  </a:cubicBezTo>
                  <a:close/>
                  <a:moveTo>
                    <a:pt x="1507" y="3628"/>
                  </a:moveTo>
                  <a:cubicBezTo>
                    <a:pt x="1637" y="3646"/>
                    <a:pt x="1769" y="3651"/>
                    <a:pt x="1901" y="3651"/>
                  </a:cubicBezTo>
                  <a:cubicBezTo>
                    <a:pt x="1958" y="3651"/>
                    <a:pt x="2015" y="3650"/>
                    <a:pt x="2072" y="3648"/>
                  </a:cubicBezTo>
                  <a:cubicBezTo>
                    <a:pt x="2295" y="3648"/>
                    <a:pt x="2517" y="3648"/>
                    <a:pt x="2734" y="3688"/>
                  </a:cubicBezTo>
                  <a:cubicBezTo>
                    <a:pt x="2507" y="4043"/>
                    <a:pt x="2289" y="4381"/>
                    <a:pt x="2088" y="4709"/>
                  </a:cubicBezTo>
                  <a:cubicBezTo>
                    <a:pt x="1983" y="4706"/>
                    <a:pt x="1878" y="4704"/>
                    <a:pt x="1773" y="4704"/>
                  </a:cubicBezTo>
                  <a:cubicBezTo>
                    <a:pt x="1603" y="4704"/>
                    <a:pt x="1433" y="4708"/>
                    <a:pt x="1264" y="4714"/>
                  </a:cubicBezTo>
                  <a:cubicBezTo>
                    <a:pt x="1153" y="4714"/>
                    <a:pt x="1041" y="4719"/>
                    <a:pt x="931" y="4719"/>
                  </a:cubicBezTo>
                  <a:cubicBezTo>
                    <a:pt x="1087" y="4336"/>
                    <a:pt x="1279" y="3972"/>
                    <a:pt x="1507" y="3628"/>
                  </a:cubicBezTo>
                  <a:close/>
                  <a:moveTo>
                    <a:pt x="3846" y="2562"/>
                  </a:moveTo>
                  <a:cubicBezTo>
                    <a:pt x="3926" y="2921"/>
                    <a:pt x="4138" y="3249"/>
                    <a:pt x="4350" y="3572"/>
                  </a:cubicBezTo>
                  <a:cubicBezTo>
                    <a:pt x="4513" y="3815"/>
                    <a:pt x="4664" y="4043"/>
                    <a:pt x="4755" y="4280"/>
                  </a:cubicBezTo>
                  <a:cubicBezTo>
                    <a:pt x="4760" y="4295"/>
                    <a:pt x="4765" y="4306"/>
                    <a:pt x="4775" y="4315"/>
                  </a:cubicBezTo>
                  <a:cubicBezTo>
                    <a:pt x="4781" y="4320"/>
                    <a:pt x="4785" y="4320"/>
                    <a:pt x="4790" y="4320"/>
                  </a:cubicBezTo>
                  <a:cubicBezTo>
                    <a:pt x="4735" y="4512"/>
                    <a:pt x="4664" y="4700"/>
                    <a:pt x="4583" y="4886"/>
                  </a:cubicBezTo>
                  <a:cubicBezTo>
                    <a:pt x="4376" y="4199"/>
                    <a:pt x="3962" y="3537"/>
                    <a:pt x="3562" y="2951"/>
                  </a:cubicBezTo>
                  <a:cubicBezTo>
                    <a:pt x="3653" y="2820"/>
                    <a:pt x="3750" y="2688"/>
                    <a:pt x="3846" y="2562"/>
                  </a:cubicBezTo>
                  <a:close/>
                  <a:moveTo>
                    <a:pt x="1714" y="4886"/>
                  </a:moveTo>
                  <a:cubicBezTo>
                    <a:pt x="1804" y="4886"/>
                    <a:pt x="1892" y="4888"/>
                    <a:pt x="1981" y="4891"/>
                  </a:cubicBezTo>
                  <a:cubicBezTo>
                    <a:pt x="1804" y="5179"/>
                    <a:pt x="1638" y="5472"/>
                    <a:pt x="1481" y="5755"/>
                  </a:cubicBezTo>
                  <a:cubicBezTo>
                    <a:pt x="1466" y="5754"/>
                    <a:pt x="1451" y="5754"/>
                    <a:pt x="1436" y="5754"/>
                  </a:cubicBezTo>
                  <a:cubicBezTo>
                    <a:pt x="1145" y="5754"/>
                    <a:pt x="870" y="5798"/>
                    <a:pt x="591" y="5841"/>
                  </a:cubicBezTo>
                  <a:cubicBezTo>
                    <a:pt x="658" y="5523"/>
                    <a:pt x="743" y="5209"/>
                    <a:pt x="859" y="4901"/>
                  </a:cubicBezTo>
                  <a:cubicBezTo>
                    <a:pt x="996" y="4901"/>
                    <a:pt x="1132" y="4901"/>
                    <a:pt x="1274" y="4896"/>
                  </a:cubicBezTo>
                  <a:cubicBezTo>
                    <a:pt x="1424" y="4890"/>
                    <a:pt x="1570" y="4886"/>
                    <a:pt x="1714" y="4886"/>
                  </a:cubicBezTo>
                  <a:close/>
                  <a:moveTo>
                    <a:pt x="3452" y="3108"/>
                  </a:moveTo>
                  <a:cubicBezTo>
                    <a:pt x="3871" y="3730"/>
                    <a:pt x="4300" y="4432"/>
                    <a:pt x="4467" y="5139"/>
                  </a:cubicBezTo>
                  <a:cubicBezTo>
                    <a:pt x="4441" y="5194"/>
                    <a:pt x="4417" y="5245"/>
                    <a:pt x="4387" y="5300"/>
                  </a:cubicBezTo>
                  <a:cubicBezTo>
                    <a:pt x="4184" y="5684"/>
                    <a:pt x="3942" y="6027"/>
                    <a:pt x="3653" y="6337"/>
                  </a:cubicBezTo>
                  <a:cubicBezTo>
                    <a:pt x="3557" y="6129"/>
                    <a:pt x="3466" y="5912"/>
                    <a:pt x="3375" y="5679"/>
                  </a:cubicBezTo>
                  <a:cubicBezTo>
                    <a:pt x="3179" y="5194"/>
                    <a:pt x="2976" y="4700"/>
                    <a:pt x="2683" y="4269"/>
                  </a:cubicBezTo>
                  <a:cubicBezTo>
                    <a:pt x="2921" y="3896"/>
                    <a:pt x="3179" y="3511"/>
                    <a:pt x="3452" y="3108"/>
                  </a:cubicBezTo>
                  <a:close/>
                  <a:moveTo>
                    <a:pt x="2577" y="4441"/>
                  </a:moveTo>
                  <a:cubicBezTo>
                    <a:pt x="2841" y="4831"/>
                    <a:pt x="3022" y="5295"/>
                    <a:pt x="3204" y="5745"/>
                  </a:cubicBezTo>
                  <a:cubicBezTo>
                    <a:pt x="3305" y="5992"/>
                    <a:pt x="3406" y="6240"/>
                    <a:pt x="3517" y="6477"/>
                  </a:cubicBezTo>
                  <a:cubicBezTo>
                    <a:pt x="3249" y="6745"/>
                    <a:pt x="2941" y="6983"/>
                    <a:pt x="2587" y="7200"/>
                  </a:cubicBezTo>
                  <a:cubicBezTo>
                    <a:pt x="2360" y="6609"/>
                    <a:pt x="2041" y="5992"/>
                    <a:pt x="1855" y="5649"/>
                  </a:cubicBezTo>
                  <a:cubicBezTo>
                    <a:pt x="2077" y="5255"/>
                    <a:pt x="2319" y="4851"/>
                    <a:pt x="2577" y="4441"/>
                  </a:cubicBezTo>
                  <a:close/>
                  <a:moveTo>
                    <a:pt x="1749" y="5831"/>
                  </a:moveTo>
                  <a:cubicBezTo>
                    <a:pt x="1936" y="6190"/>
                    <a:pt x="2223" y="6755"/>
                    <a:pt x="2431" y="7291"/>
                  </a:cubicBezTo>
                  <a:cubicBezTo>
                    <a:pt x="2319" y="7356"/>
                    <a:pt x="2204" y="7417"/>
                    <a:pt x="2083" y="7478"/>
                  </a:cubicBezTo>
                  <a:cubicBezTo>
                    <a:pt x="2077" y="7473"/>
                    <a:pt x="2077" y="7463"/>
                    <a:pt x="2072" y="7458"/>
                  </a:cubicBezTo>
                  <a:cubicBezTo>
                    <a:pt x="1810" y="7074"/>
                    <a:pt x="1643" y="6664"/>
                    <a:pt x="1507" y="6276"/>
                  </a:cubicBezTo>
                  <a:cubicBezTo>
                    <a:pt x="1582" y="6129"/>
                    <a:pt x="1663" y="5983"/>
                    <a:pt x="1749" y="5831"/>
                  </a:cubicBezTo>
                  <a:close/>
                  <a:moveTo>
                    <a:pt x="1379" y="5932"/>
                  </a:moveTo>
                  <a:lnTo>
                    <a:pt x="1379" y="5932"/>
                  </a:lnTo>
                  <a:cubicBezTo>
                    <a:pt x="1143" y="6367"/>
                    <a:pt x="920" y="6796"/>
                    <a:pt x="719" y="7230"/>
                  </a:cubicBezTo>
                  <a:cubicBezTo>
                    <a:pt x="668" y="7326"/>
                    <a:pt x="617" y="7428"/>
                    <a:pt x="561" y="7524"/>
                  </a:cubicBezTo>
                  <a:cubicBezTo>
                    <a:pt x="542" y="7569"/>
                    <a:pt x="521" y="7615"/>
                    <a:pt x="495" y="7655"/>
                  </a:cubicBezTo>
                  <a:cubicBezTo>
                    <a:pt x="440" y="7104"/>
                    <a:pt x="465" y="6559"/>
                    <a:pt x="556" y="6034"/>
                  </a:cubicBezTo>
                  <a:lnTo>
                    <a:pt x="602" y="6023"/>
                  </a:lnTo>
                  <a:cubicBezTo>
                    <a:pt x="864" y="5983"/>
                    <a:pt x="1118" y="5943"/>
                    <a:pt x="1379" y="5932"/>
                  </a:cubicBezTo>
                  <a:close/>
                  <a:moveTo>
                    <a:pt x="1390" y="6493"/>
                  </a:moveTo>
                  <a:cubicBezTo>
                    <a:pt x="1521" y="6846"/>
                    <a:pt x="1683" y="7210"/>
                    <a:pt x="1920" y="7554"/>
                  </a:cubicBezTo>
                  <a:cubicBezTo>
                    <a:pt x="1526" y="7731"/>
                    <a:pt x="1097" y="7888"/>
                    <a:pt x="622" y="8028"/>
                  </a:cubicBezTo>
                  <a:cubicBezTo>
                    <a:pt x="677" y="7902"/>
                    <a:pt x="738" y="7776"/>
                    <a:pt x="803" y="7650"/>
                  </a:cubicBezTo>
                  <a:cubicBezTo>
                    <a:pt x="859" y="7549"/>
                    <a:pt x="910" y="7447"/>
                    <a:pt x="961" y="7347"/>
                  </a:cubicBezTo>
                  <a:cubicBezTo>
                    <a:pt x="1097" y="7058"/>
                    <a:pt x="1244" y="6776"/>
                    <a:pt x="1390" y="6493"/>
                  </a:cubicBezTo>
                  <a:close/>
                  <a:moveTo>
                    <a:pt x="5445" y="0"/>
                  </a:moveTo>
                  <a:cubicBezTo>
                    <a:pt x="5398" y="0"/>
                    <a:pt x="5352" y="24"/>
                    <a:pt x="5326" y="67"/>
                  </a:cubicBezTo>
                  <a:cubicBezTo>
                    <a:pt x="5133" y="389"/>
                    <a:pt x="4907" y="703"/>
                    <a:pt x="4679" y="1016"/>
                  </a:cubicBezTo>
                  <a:lnTo>
                    <a:pt x="4664" y="1016"/>
                  </a:lnTo>
                  <a:cubicBezTo>
                    <a:pt x="3275" y="1370"/>
                    <a:pt x="2102" y="2259"/>
                    <a:pt x="1309" y="3431"/>
                  </a:cubicBezTo>
                  <a:cubicBezTo>
                    <a:pt x="1289" y="3441"/>
                    <a:pt x="1274" y="3462"/>
                    <a:pt x="1269" y="3492"/>
                  </a:cubicBezTo>
                  <a:cubicBezTo>
                    <a:pt x="1264" y="3492"/>
                    <a:pt x="1269" y="3497"/>
                    <a:pt x="1264" y="3497"/>
                  </a:cubicBezTo>
                  <a:cubicBezTo>
                    <a:pt x="400" y="4815"/>
                    <a:pt x="1" y="6477"/>
                    <a:pt x="283" y="8135"/>
                  </a:cubicBezTo>
                  <a:cubicBezTo>
                    <a:pt x="283" y="8149"/>
                    <a:pt x="288" y="8170"/>
                    <a:pt x="294" y="8186"/>
                  </a:cubicBezTo>
                  <a:lnTo>
                    <a:pt x="294" y="8196"/>
                  </a:lnTo>
                  <a:cubicBezTo>
                    <a:pt x="288" y="8216"/>
                    <a:pt x="288" y="8236"/>
                    <a:pt x="294" y="8256"/>
                  </a:cubicBezTo>
                  <a:cubicBezTo>
                    <a:pt x="299" y="8286"/>
                    <a:pt x="314" y="8307"/>
                    <a:pt x="329" y="8322"/>
                  </a:cubicBezTo>
                  <a:cubicBezTo>
                    <a:pt x="357" y="8345"/>
                    <a:pt x="394" y="8360"/>
                    <a:pt x="431" y="8360"/>
                  </a:cubicBezTo>
                  <a:cubicBezTo>
                    <a:pt x="441" y="8360"/>
                    <a:pt x="451" y="8359"/>
                    <a:pt x="460" y="8357"/>
                  </a:cubicBezTo>
                  <a:cubicBezTo>
                    <a:pt x="2568" y="7792"/>
                    <a:pt x="3855" y="6892"/>
                    <a:pt x="4629" y="5427"/>
                  </a:cubicBezTo>
                  <a:cubicBezTo>
                    <a:pt x="4987" y="4749"/>
                    <a:pt x="5194" y="4043"/>
                    <a:pt x="5250" y="3340"/>
                  </a:cubicBezTo>
                  <a:cubicBezTo>
                    <a:pt x="5285" y="2825"/>
                    <a:pt x="5180" y="2385"/>
                    <a:pt x="5073" y="1956"/>
                  </a:cubicBezTo>
                  <a:cubicBezTo>
                    <a:pt x="5017" y="1718"/>
                    <a:pt x="4956" y="1466"/>
                    <a:pt x="4921" y="1203"/>
                  </a:cubicBezTo>
                  <a:cubicBezTo>
                    <a:pt x="4916" y="1193"/>
                    <a:pt x="4912" y="1177"/>
                    <a:pt x="4907" y="1163"/>
                  </a:cubicBezTo>
                  <a:cubicBezTo>
                    <a:pt x="5138" y="855"/>
                    <a:pt x="5361" y="536"/>
                    <a:pt x="5558" y="207"/>
                  </a:cubicBezTo>
                  <a:cubicBezTo>
                    <a:pt x="5599" y="142"/>
                    <a:pt x="5579" y="56"/>
                    <a:pt x="5518" y="20"/>
                  </a:cubicBezTo>
                  <a:cubicBezTo>
                    <a:pt x="5495" y="7"/>
                    <a:pt x="5470" y="0"/>
                    <a:pt x="5445"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3584;p51">
              <a:extLst>
                <a:ext uri="{FF2B5EF4-FFF2-40B4-BE49-F238E27FC236}">
                  <a16:creationId xmlns:a16="http://schemas.microsoft.com/office/drawing/2014/main" id="{942E7968-F898-707D-7044-32DDC201132D}"/>
                </a:ext>
              </a:extLst>
            </p:cNvPr>
            <p:cNvSpPr/>
            <p:nvPr/>
          </p:nvSpPr>
          <p:spPr>
            <a:xfrm>
              <a:off x="7150633" y="954234"/>
              <a:ext cx="34252" cy="62754"/>
            </a:xfrm>
            <a:custGeom>
              <a:avLst/>
              <a:gdLst/>
              <a:ahLst/>
              <a:cxnLst/>
              <a:rect l="l" t="t" r="r" b="b"/>
              <a:pathLst>
                <a:path w="941" h="1724" extrusionOk="0">
                  <a:moveTo>
                    <a:pt x="940" y="1"/>
                  </a:moveTo>
                  <a:cubicBezTo>
                    <a:pt x="679" y="12"/>
                    <a:pt x="425" y="52"/>
                    <a:pt x="163" y="92"/>
                  </a:cubicBezTo>
                  <a:lnTo>
                    <a:pt x="117" y="103"/>
                  </a:lnTo>
                  <a:cubicBezTo>
                    <a:pt x="26" y="628"/>
                    <a:pt x="1" y="1173"/>
                    <a:pt x="56" y="1724"/>
                  </a:cubicBezTo>
                  <a:cubicBezTo>
                    <a:pt x="82" y="1684"/>
                    <a:pt x="103" y="1638"/>
                    <a:pt x="122" y="1593"/>
                  </a:cubicBezTo>
                  <a:cubicBezTo>
                    <a:pt x="178" y="1497"/>
                    <a:pt x="229" y="1395"/>
                    <a:pt x="280" y="1299"/>
                  </a:cubicBezTo>
                  <a:cubicBezTo>
                    <a:pt x="481" y="865"/>
                    <a:pt x="704" y="436"/>
                    <a:pt x="940"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3585;p51">
              <a:extLst>
                <a:ext uri="{FF2B5EF4-FFF2-40B4-BE49-F238E27FC236}">
                  <a16:creationId xmlns:a16="http://schemas.microsoft.com/office/drawing/2014/main" id="{70FAA0F9-C0D5-236E-FBF4-C057F9650F3A}"/>
                </a:ext>
              </a:extLst>
            </p:cNvPr>
            <p:cNvSpPr/>
            <p:nvPr/>
          </p:nvSpPr>
          <p:spPr>
            <a:xfrm>
              <a:off x="7156166" y="916197"/>
              <a:ext cx="50596" cy="34762"/>
            </a:xfrm>
            <a:custGeom>
              <a:avLst/>
              <a:gdLst/>
              <a:ahLst/>
              <a:cxnLst/>
              <a:rect l="l" t="t" r="r" b="b"/>
              <a:pathLst>
                <a:path w="1390" h="955" extrusionOk="0">
                  <a:moveTo>
                    <a:pt x="1123" y="0"/>
                  </a:moveTo>
                  <a:cubicBezTo>
                    <a:pt x="979" y="0"/>
                    <a:pt x="833" y="4"/>
                    <a:pt x="683" y="10"/>
                  </a:cubicBezTo>
                  <a:cubicBezTo>
                    <a:pt x="541" y="15"/>
                    <a:pt x="405" y="15"/>
                    <a:pt x="268" y="15"/>
                  </a:cubicBezTo>
                  <a:cubicBezTo>
                    <a:pt x="152" y="323"/>
                    <a:pt x="67" y="637"/>
                    <a:pt x="0" y="955"/>
                  </a:cubicBezTo>
                  <a:cubicBezTo>
                    <a:pt x="279" y="912"/>
                    <a:pt x="554" y="868"/>
                    <a:pt x="845" y="868"/>
                  </a:cubicBezTo>
                  <a:cubicBezTo>
                    <a:pt x="860" y="868"/>
                    <a:pt x="875" y="868"/>
                    <a:pt x="890" y="869"/>
                  </a:cubicBezTo>
                  <a:cubicBezTo>
                    <a:pt x="1047" y="586"/>
                    <a:pt x="1213" y="293"/>
                    <a:pt x="1390" y="5"/>
                  </a:cubicBezTo>
                  <a:cubicBezTo>
                    <a:pt x="1301" y="2"/>
                    <a:pt x="1213" y="0"/>
                    <a:pt x="1123"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3586;p51">
              <a:extLst>
                <a:ext uri="{FF2B5EF4-FFF2-40B4-BE49-F238E27FC236}">
                  <a16:creationId xmlns:a16="http://schemas.microsoft.com/office/drawing/2014/main" id="{9D39961E-BFE5-B513-FFF1-9056CAB09140}"/>
                </a:ext>
              </a:extLst>
            </p:cNvPr>
            <p:cNvSpPr/>
            <p:nvPr/>
          </p:nvSpPr>
          <p:spPr>
            <a:xfrm>
              <a:off x="7168505" y="870370"/>
              <a:ext cx="65666" cy="39785"/>
            </a:xfrm>
            <a:custGeom>
              <a:avLst/>
              <a:gdLst/>
              <a:ahLst/>
              <a:cxnLst/>
              <a:rect l="l" t="t" r="r" b="b"/>
              <a:pathLst>
                <a:path w="1804" h="1093" extrusionOk="0">
                  <a:moveTo>
                    <a:pt x="577" y="1"/>
                  </a:moveTo>
                  <a:cubicBezTo>
                    <a:pt x="349" y="345"/>
                    <a:pt x="157" y="709"/>
                    <a:pt x="1" y="1092"/>
                  </a:cubicBezTo>
                  <a:cubicBezTo>
                    <a:pt x="111" y="1092"/>
                    <a:pt x="223" y="1087"/>
                    <a:pt x="334" y="1087"/>
                  </a:cubicBezTo>
                  <a:cubicBezTo>
                    <a:pt x="503" y="1081"/>
                    <a:pt x="673" y="1077"/>
                    <a:pt x="843" y="1077"/>
                  </a:cubicBezTo>
                  <a:cubicBezTo>
                    <a:pt x="948" y="1077"/>
                    <a:pt x="1053" y="1079"/>
                    <a:pt x="1158" y="1082"/>
                  </a:cubicBezTo>
                  <a:cubicBezTo>
                    <a:pt x="1359" y="754"/>
                    <a:pt x="1577" y="416"/>
                    <a:pt x="1804" y="61"/>
                  </a:cubicBezTo>
                  <a:cubicBezTo>
                    <a:pt x="1587" y="21"/>
                    <a:pt x="1365" y="21"/>
                    <a:pt x="1142" y="21"/>
                  </a:cubicBezTo>
                  <a:cubicBezTo>
                    <a:pt x="1085" y="23"/>
                    <a:pt x="1028" y="24"/>
                    <a:pt x="971" y="24"/>
                  </a:cubicBezTo>
                  <a:cubicBezTo>
                    <a:pt x="839" y="24"/>
                    <a:pt x="707" y="19"/>
                    <a:pt x="577"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3587;p51">
              <a:extLst>
                <a:ext uri="{FF2B5EF4-FFF2-40B4-BE49-F238E27FC236}">
                  <a16:creationId xmlns:a16="http://schemas.microsoft.com/office/drawing/2014/main" id="{ADFF062E-8180-4183-22E1-B69E9C3B0AE2}"/>
                </a:ext>
              </a:extLst>
            </p:cNvPr>
            <p:cNvSpPr/>
            <p:nvPr/>
          </p:nvSpPr>
          <p:spPr>
            <a:xfrm>
              <a:off x="7193657" y="852098"/>
              <a:ext cx="49941" cy="14669"/>
            </a:xfrm>
            <a:custGeom>
              <a:avLst/>
              <a:gdLst/>
              <a:ahLst/>
              <a:cxnLst/>
              <a:rect l="l" t="t" r="r" b="b"/>
              <a:pathLst>
                <a:path w="1372" h="403" extrusionOk="0">
                  <a:moveTo>
                    <a:pt x="363" y="1"/>
                  </a:moveTo>
                  <a:cubicBezTo>
                    <a:pt x="326" y="1"/>
                    <a:pt x="290" y="2"/>
                    <a:pt x="254" y="3"/>
                  </a:cubicBezTo>
                  <a:cubicBezTo>
                    <a:pt x="168" y="109"/>
                    <a:pt x="82" y="220"/>
                    <a:pt x="1" y="332"/>
                  </a:cubicBezTo>
                  <a:cubicBezTo>
                    <a:pt x="94" y="341"/>
                    <a:pt x="187" y="344"/>
                    <a:pt x="282" y="344"/>
                  </a:cubicBezTo>
                  <a:cubicBezTo>
                    <a:pt x="338" y="344"/>
                    <a:pt x="394" y="343"/>
                    <a:pt x="451" y="342"/>
                  </a:cubicBezTo>
                  <a:cubicBezTo>
                    <a:pt x="704" y="342"/>
                    <a:pt x="961" y="342"/>
                    <a:pt x="1220" y="402"/>
                  </a:cubicBezTo>
                  <a:cubicBezTo>
                    <a:pt x="1269" y="332"/>
                    <a:pt x="1320" y="255"/>
                    <a:pt x="1371" y="180"/>
                  </a:cubicBezTo>
                  <a:cubicBezTo>
                    <a:pt x="1065" y="65"/>
                    <a:pt x="699" y="1"/>
                    <a:pt x="363"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3588;p51">
              <a:extLst>
                <a:ext uri="{FF2B5EF4-FFF2-40B4-BE49-F238E27FC236}">
                  <a16:creationId xmlns:a16="http://schemas.microsoft.com/office/drawing/2014/main" id="{1CE84D6E-3DA0-754A-6D20-AEE1B29494CA}"/>
                </a:ext>
              </a:extLst>
            </p:cNvPr>
            <p:cNvSpPr/>
            <p:nvPr/>
          </p:nvSpPr>
          <p:spPr>
            <a:xfrm>
              <a:off x="7208581" y="814861"/>
              <a:ext cx="62754" cy="38074"/>
            </a:xfrm>
            <a:custGeom>
              <a:avLst/>
              <a:gdLst/>
              <a:ahLst/>
              <a:cxnLst/>
              <a:rect l="l" t="t" r="r" b="b"/>
              <a:pathLst>
                <a:path w="1724" h="1046" extrusionOk="0">
                  <a:moveTo>
                    <a:pt x="941" y="0"/>
                  </a:moveTo>
                  <a:cubicBezTo>
                    <a:pt x="597" y="248"/>
                    <a:pt x="283" y="530"/>
                    <a:pt x="1" y="844"/>
                  </a:cubicBezTo>
                  <a:cubicBezTo>
                    <a:pt x="360" y="854"/>
                    <a:pt x="749" y="924"/>
                    <a:pt x="1067" y="1046"/>
                  </a:cubicBezTo>
                  <a:cubicBezTo>
                    <a:pt x="1113" y="980"/>
                    <a:pt x="1158" y="910"/>
                    <a:pt x="1204" y="840"/>
                  </a:cubicBezTo>
                  <a:cubicBezTo>
                    <a:pt x="1370" y="597"/>
                    <a:pt x="1547" y="359"/>
                    <a:pt x="1724" y="127"/>
                  </a:cubicBezTo>
                  <a:cubicBezTo>
                    <a:pt x="1561" y="91"/>
                    <a:pt x="1400" y="66"/>
                    <a:pt x="1244" y="45"/>
                  </a:cubicBezTo>
                  <a:cubicBezTo>
                    <a:pt x="1143" y="31"/>
                    <a:pt x="1041" y="21"/>
                    <a:pt x="941"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3589;p51">
              <a:extLst>
                <a:ext uri="{FF2B5EF4-FFF2-40B4-BE49-F238E27FC236}">
                  <a16:creationId xmlns:a16="http://schemas.microsoft.com/office/drawing/2014/main" id="{742B1395-E207-BD70-922F-780593479A64}"/>
                </a:ext>
              </a:extLst>
            </p:cNvPr>
            <p:cNvSpPr/>
            <p:nvPr/>
          </p:nvSpPr>
          <p:spPr>
            <a:xfrm>
              <a:off x="7250877" y="788363"/>
              <a:ext cx="44335" cy="25444"/>
            </a:xfrm>
            <a:custGeom>
              <a:avLst/>
              <a:gdLst/>
              <a:ahLst/>
              <a:cxnLst/>
              <a:rect l="l" t="t" r="r" b="b"/>
              <a:pathLst>
                <a:path w="1218" h="699" extrusionOk="0">
                  <a:moveTo>
                    <a:pt x="1218" y="1"/>
                  </a:moveTo>
                  <a:lnTo>
                    <a:pt x="1218" y="1"/>
                  </a:lnTo>
                  <a:cubicBezTo>
                    <a:pt x="784" y="143"/>
                    <a:pt x="375" y="339"/>
                    <a:pt x="0" y="582"/>
                  </a:cubicBezTo>
                  <a:cubicBezTo>
                    <a:pt x="36" y="587"/>
                    <a:pt x="72" y="591"/>
                    <a:pt x="107" y="597"/>
                  </a:cubicBezTo>
                  <a:cubicBezTo>
                    <a:pt x="294" y="617"/>
                    <a:pt x="490" y="647"/>
                    <a:pt x="683" y="698"/>
                  </a:cubicBezTo>
                  <a:cubicBezTo>
                    <a:pt x="769" y="577"/>
                    <a:pt x="860" y="460"/>
                    <a:pt x="951" y="344"/>
                  </a:cubicBezTo>
                  <a:cubicBezTo>
                    <a:pt x="1042" y="228"/>
                    <a:pt x="1127" y="117"/>
                    <a:pt x="1218"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3590;p51">
              <a:extLst>
                <a:ext uri="{FF2B5EF4-FFF2-40B4-BE49-F238E27FC236}">
                  <a16:creationId xmlns:a16="http://schemas.microsoft.com/office/drawing/2014/main" id="{215F6336-60CF-9ABB-E283-8BA5C91945B2}"/>
                </a:ext>
              </a:extLst>
            </p:cNvPr>
            <p:cNvSpPr/>
            <p:nvPr/>
          </p:nvSpPr>
          <p:spPr>
            <a:xfrm>
              <a:off x="7280142" y="791493"/>
              <a:ext cx="36982" cy="95113"/>
            </a:xfrm>
            <a:custGeom>
              <a:avLst/>
              <a:gdLst/>
              <a:ahLst/>
              <a:cxnLst/>
              <a:rect l="l" t="t" r="r" b="b"/>
              <a:pathLst>
                <a:path w="1016" h="2613" extrusionOk="0">
                  <a:moveTo>
                    <a:pt x="693" y="1"/>
                  </a:moveTo>
                  <a:cubicBezTo>
                    <a:pt x="581" y="142"/>
                    <a:pt x="470" y="284"/>
                    <a:pt x="364" y="425"/>
                  </a:cubicBezTo>
                  <a:cubicBezTo>
                    <a:pt x="243" y="582"/>
                    <a:pt x="122" y="738"/>
                    <a:pt x="0" y="899"/>
                  </a:cubicBezTo>
                  <a:cubicBezTo>
                    <a:pt x="31" y="1289"/>
                    <a:pt x="273" y="1652"/>
                    <a:pt x="505" y="2011"/>
                  </a:cubicBezTo>
                  <a:cubicBezTo>
                    <a:pt x="632" y="2203"/>
                    <a:pt x="763" y="2405"/>
                    <a:pt x="859" y="2613"/>
                  </a:cubicBezTo>
                  <a:cubicBezTo>
                    <a:pt x="919" y="2361"/>
                    <a:pt x="959" y="2107"/>
                    <a:pt x="980" y="1860"/>
                  </a:cubicBezTo>
                  <a:cubicBezTo>
                    <a:pt x="1015" y="1391"/>
                    <a:pt x="919" y="986"/>
                    <a:pt x="814" y="561"/>
                  </a:cubicBezTo>
                  <a:cubicBezTo>
                    <a:pt x="768" y="379"/>
                    <a:pt x="723" y="193"/>
                    <a:pt x="693"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3591;p51">
              <a:extLst>
                <a:ext uri="{FF2B5EF4-FFF2-40B4-BE49-F238E27FC236}">
                  <a16:creationId xmlns:a16="http://schemas.microsoft.com/office/drawing/2014/main" id="{1DA42845-AC27-CCDB-843D-76348BE2E2B5}"/>
                </a:ext>
              </a:extLst>
            </p:cNvPr>
            <p:cNvSpPr/>
            <p:nvPr/>
          </p:nvSpPr>
          <p:spPr>
            <a:xfrm>
              <a:off x="7264308" y="831568"/>
              <a:ext cx="44736" cy="84666"/>
            </a:xfrm>
            <a:custGeom>
              <a:avLst/>
              <a:gdLst/>
              <a:ahLst/>
              <a:cxnLst/>
              <a:rect l="l" t="t" r="r" b="b"/>
              <a:pathLst>
                <a:path w="1229" h="2326" extrusionOk="0">
                  <a:moveTo>
                    <a:pt x="284" y="1"/>
                  </a:moveTo>
                  <a:cubicBezTo>
                    <a:pt x="188" y="127"/>
                    <a:pt x="91" y="259"/>
                    <a:pt x="0" y="390"/>
                  </a:cubicBezTo>
                  <a:cubicBezTo>
                    <a:pt x="400" y="976"/>
                    <a:pt x="814" y="1638"/>
                    <a:pt x="1021" y="2325"/>
                  </a:cubicBezTo>
                  <a:cubicBezTo>
                    <a:pt x="1102" y="2139"/>
                    <a:pt x="1173" y="1951"/>
                    <a:pt x="1228" y="1759"/>
                  </a:cubicBezTo>
                  <a:cubicBezTo>
                    <a:pt x="1223" y="1759"/>
                    <a:pt x="1219" y="1759"/>
                    <a:pt x="1213" y="1754"/>
                  </a:cubicBezTo>
                  <a:cubicBezTo>
                    <a:pt x="1203" y="1745"/>
                    <a:pt x="1198" y="1734"/>
                    <a:pt x="1193" y="1719"/>
                  </a:cubicBezTo>
                  <a:cubicBezTo>
                    <a:pt x="1102" y="1482"/>
                    <a:pt x="951" y="1254"/>
                    <a:pt x="788" y="1011"/>
                  </a:cubicBezTo>
                  <a:cubicBezTo>
                    <a:pt x="576" y="688"/>
                    <a:pt x="364" y="360"/>
                    <a:pt x="284"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3592;p51">
              <a:extLst>
                <a:ext uri="{FF2B5EF4-FFF2-40B4-BE49-F238E27FC236}">
                  <a16:creationId xmlns:a16="http://schemas.microsoft.com/office/drawing/2014/main" id="{2C560C0B-B105-D21B-8BF4-DCF81590033B}"/>
                </a:ext>
              </a:extLst>
            </p:cNvPr>
            <p:cNvSpPr/>
            <p:nvPr/>
          </p:nvSpPr>
          <p:spPr>
            <a:xfrm>
              <a:off x="7232277" y="851442"/>
              <a:ext cx="64974" cy="117572"/>
            </a:xfrm>
            <a:custGeom>
              <a:avLst/>
              <a:gdLst/>
              <a:ahLst/>
              <a:cxnLst/>
              <a:rect l="l" t="t" r="r" b="b"/>
              <a:pathLst>
                <a:path w="1785" h="3230" extrusionOk="0">
                  <a:moveTo>
                    <a:pt x="770" y="1"/>
                  </a:moveTo>
                  <a:cubicBezTo>
                    <a:pt x="497" y="404"/>
                    <a:pt x="239" y="789"/>
                    <a:pt x="1" y="1162"/>
                  </a:cubicBezTo>
                  <a:cubicBezTo>
                    <a:pt x="294" y="1593"/>
                    <a:pt x="497" y="2087"/>
                    <a:pt x="693" y="2572"/>
                  </a:cubicBezTo>
                  <a:cubicBezTo>
                    <a:pt x="784" y="2805"/>
                    <a:pt x="875" y="3022"/>
                    <a:pt x="971" y="3230"/>
                  </a:cubicBezTo>
                  <a:cubicBezTo>
                    <a:pt x="1260" y="2920"/>
                    <a:pt x="1502" y="2577"/>
                    <a:pt x="1705" y="2193"/>
                  </a:cubicBezTo>
                  <a:cubicBezTo>
                    <a:pt x="1735" y="2138"/>
                    <a:pt x="1759" y="2087"/>
                    <a:pt x="1785" y="2032"/>
                  </a:cubicBezTo>
                  <a:cubicBezTo>
                    <a:pt x="1618" y="1325"/>
                    <a:pt x="1189" y="623"/>
                    <a:pt x="770"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3593;p51">
              <a:extLst>
                <a:ext uri="{FF2B5EF4-FFF2-40B4-BE49-F238E27FC236}">
                  <a16:creationId xmlns:a16="http://schemas.microsoft.com/office/drawing/2014/main" id="{56B4D7E2-5CB1-0660-4668-8252625B26E9}"/>
                </a:ext>
              </a:extLst>
            </p:cNvPr>
            <p:cNvSpPr/>
            <p:nvPr/>
          </p:nvSpPr>
          <p:spPr>
            <a:xfrm>
              <a:off x="7202138" y="899999"/>
              <a:ext cx="60570" cy="100428"/>
            </a:xfrm>
            <a:custGeom>
              <a:avLst/>
              <a:gdLst/>
              <a:ahLst/>
              <a:cxnLst/>
              <a:rect l="l" t="t" r="r" b="b"/>
              <a:pathLst>
                <a:path w="1664" h="2759" extrusionOk="0">
                  <a:moveTo>
                    <a:pt x="723" y="0"/>
                  </a:moveTo>
                  <a:cubicBezTo>
                    <a:pt x="465" y="410"/>
                    <a:pt x="223" y="814"/>
                    <a:pt x="1" y="1208"/>
                  </a:cubicBezTo>
                  <a:cubicBezTo>
                    <a:pt x="187" y="1551"/>
                    <a:pt x="506" y="2168"/>
                    <a:pt x="733" y="2759"/>
                  </a:cubicBezTo>
                  <a:cubicBezTo>
                    <a:pt x="1087" y="2542"/>
                    <a:pt x="1395" y="2304"/>
                    <a:pt x="1663" y="2036"/>
                  </a:cubicBezTo>
                  <a:cubicBezTo>
                    <a:pt x="1552" y="1799"/>
                    <a:pt x="1451" y="1551"/>
                    <a:pt x="1350" y="1304"/>
                  </a:cubicBezTo>
                  <a:cubicBezTo>
                    <a:pt x="1168" y="854"/>
                    <a:pt x="987" y="390"/>
                    <a:pt x="723"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3594;p51">
              <a:extLst>
                <a:ext uri="{FF2B5EF4-FFF2-40B4-BE49-F238E27FC236}">
                  <a16:creationId xmlns:a16="http://schemas.microsoft.com/office/drawing/2014/main" id="{55CC3A88-D13D-B3B2-A963-5B6F13B8CA10}"/>
                </a:ext>
              </a:extLst>
            </p:cNvPr>
            <p:cNvSpPr/>
            <p:nvPr/>
          </p:nvSpPr>
          <p:spPr>
            <a:xfrm>
              <a:off x="7189471" y="950594"/>
              <a:ext cx="33670" cy="59951"/>
            </a:xfrm>
            <a:custGeom>
              <a:avLst/>
              <a:gdLst/>
              <a:ahLst/>
              <a:cxnLst/>
              <a:rect l="l" t="t" r="r" b="b"/>
              <a:pathLst>
                <a:path w="925" h="1647" extrusionOk="0">
                  <a:moveTo>
                    <a:pt x="243" y="0"/>
                  </a:moveTo>
                  <a:cubicBezTo>
                    <a:pt x="157" y="152"/>
                    <a:pt x="76" y="298"/>
                    <a:pt x="1" y="445"/>
                  </a:cubicBezTo>
                  <a:cubicBezTo>
                    <a:pt x="137" y="833"/>
                    <a:pt x="304" y="1243"/>
                    <a:pt x="566" y="1627"/>
                  </a:cubicBezTo>
                  <a:cubicBezTo>
                    <a:pt x="571" y="1632"/>
                    <a:pt x="571" y="1642"/>
                    <a:pt x="577" y="1647"/>
                  </a:cubicBezTo>
                  <a:cubicBezTo>
                    <a:pt x="698" y="1586"/>
                    <a:pt x="813" y="1525"/>
                    <a:pt x="925" y="1460"/>
                  </a:cubicBezTo>
                  <a:cubicBezTo>
                    <a:pt x="717" y="924"/>
                    <a:pt x="430" y="359"/>
                    <a:pt x="243"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3595;p51">
              <a:extLst>
                <a:ext uri="{FF2B5EF4-FFF2-40B4-BE49-F238E27FC236}">
                  <a16:creationId xmlns:a16="http://schemas.microsoft.com/office/drawing/2014/main" id="{4FD2B11C-D71C-F7DE-C581-487390DB8FE6}"/>
                </a:ext>
              </a:extLst>
            </p:cNvPr>
            <p:cNvSpPr/>
            <p:nvPr/>
          </p:nvSpPr>
          <p:spPr>
            <a:xfrm>
              <a:off x="7157258" y="974690"/>
              <a:ext cx="47320" cy="55910"/>
            </a:xfrm>
            <a:custGeom>
              <a:avLst/>
              <a:gdLst/>
              <a:ahLst/>
              <a:cxnLst/>
              <a:rect l="l" t="t" r="r" b="b"/>
              <a:pathLst>
                <a:path w="1300" h="1536" extrusionOk="0">
                  <a:moveTo>
                    <a:pt x="769" y="0"/>
                  </a:moveTo>
                  <a:cubicBezTo>
                    <a:pt x="623" y="283"/>
                    <a:pt x="476" y="565"/>
                    <a:pt x="340" y="854"/>
                  </a:cubicBezTo>
                  <a:cubicBezTo>
                    <a:pt x="289" y="954"/>
                    <a:pt x="238" y="1056"/>
                    <a:pt x="182" y="1157"/>
                  </a:cubicBezTo>
                  <a:cubicBezTo>
                    <a:pt x="117" y="1283"/>
                    <a:pt x="56" y="1409"/>
                    <a:pt x="1" y="1535"/>
                  </a:cubicBezTo>
                  <a:cubicBezTo>
                    <a:pt x="476" y="1395"/>
                    <a:pt x="905" y="1238"/>
                    <a:pt x="1299" y="1061"/>
                  </a:cubicBezTo>
                  <a:cubicBezTo>
                    <a:pt x="1062" y="717"/>
                    <a:pt x="900" y="353"/>
                    <a:pt x="769"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30" name="Google Shape;3596;p51">
            <a:extLst>
              <a:ext uri="{FF2B5EF4-FFF2-40B4-BE49-F238E27FC236}">
                <a16:creationId xmlns:a16="http://schemas.microsoft.com/office/drawing/2014/main" id="{6E9CB592-50A4-F21F-DA4C-D00E16777FA5}"/>
              </a:ext>
            </a:extLst>
          </p:cNvPr>
          <p:cNvGrpSpPr/>
          <p:nvPr/>
        </p:nvGrpSpPr>
        <p:grpSpPr>
          <a:xfrm flipH="1">
            <a:off x="8347824" y="4423694"/>
            <a:ext cx="261567" cy="338791"/>
            <a:chOff x="7134654" y="738350"/>
            <a:chExt cx="203840" cy="304340"/>
          </a:xfrm>
        </p:grpSpPr>
        <p:sp>
          <p:nvSpPr>
            <p:cNvPr id="2131" name="Google Shape;3597;p51">
              <a:extLst>
                <a:ext uri="{FF2B5EF4-FFF2-40B4-BE49-F238E27FC236}">
                  <a16:creationId xmlns:a16="http://schemas.microsoft.com/office/drawing/2014/main" id="{79DA565D-4B25-CE23-1D50-F30A8785C478}"/>
                </a:ext>
              </a:extLst>
            </p:cNvPr>
            <p:cNvSpPr/>
            <p:nvPr/>
          </p:nvSpPr>
          <p:spPr>
            <a:xfrm>
              <a:off x="7134654" y="738350"/>
              <a:ext cx="203840" cy="304340"/>
            </a:xfrm>
            <a:custGeom>
              <a:avLst/>
              <a:gdLst/>
              <a:ahLst/>
              <a:cxnLst/>
              <a:rect l="l" t="t" r="r" b="b"/>
              <a:pathLst>
                <a:path w="5600" h="8361" extrusionOk="0">
                  <a:moveTo>
                    <a:pt x="4411" y="1375"/>
                  </a:moveTo>
                  <a:lnTo>
                    <a:pt x="4411" y="1375"/>
                  </a:lnTo>
                  <a:cubicBezTo>
                    <a:pt x="4320" y="1491"/>
                    <a:pt x="4235" y="1602"/>
                    <a:pt x="4144" y="1718"/>
                  </a:cubicBezTo>
                  <a:cubicBezTo>
                    <a:pt x="4053" y="1834"/>
                    <a:pt x="3962" y="1951"/>
                    <a:pt x="3876" y="2072"/>
                  </a:cubicBezTo>
                  <a:cubicBezTo>
                    <a:pt x="3683" y="2021"/>
                    <a:pt x="3487" y="1991"/>
                    <a:pt x="3300" y="1971"/>
                  </a:cubicBezTo>
                  <a:cubicBezTo>
                    <a:pt x="3265" y="1965"/>
                    <a:pt x="3229" y="1961"/>
                    <a:pt x="3193" y="1956"/>
                  </a:cubicBezTo>
                  <a:cubicBezTo>
                    <a:pt x="3568" y="1713"/>
                    <a:pt x="3977" y="1517"/>
                    <a:pt x="4411" y="1375"/>
                  </a:cubicBezTo>
                  <a:close/>
                  <a:moveTo>
                    <a:pt x="2972" y="2102"/>
                  </a:moveTo>
                  <a:cubicBezTo>
                    <a:pt x="3072" y="2123"/>
                    <a:pt x="3174" y="2133"/>
                    <a:pt x="3275" y="2147"/>
                  </a:cubicBezTo>
                  <a:cubicBezTo>
                    <a:pt x="3431" y="2168"/>
                    <a:pt x="3592" y="2193"/>
                    <a:pt x="3755" y="2229"/>
                  </a:cubicBezTo>
                  <a:cubicBezTo>
                    <a:pt x="3578" y="2461"/>
                    <a:pt x="3401" y="2699"/>
                    <a:pt x="3235" y="2942"/>
                  </a:cubicBezTo>
                  <a:cubicBezTo>
                    <a:pt x="3189" y="3012"/>
                    <a:pt x="3144" y="3082"/>
                    <a:pt x="3098" y="3148"/>
                  </a:cubicBezTo>
                  <a:cubicBezTo>
                    <a:pt x="2780" y="3026"/>
                    <a:pt x="2391" y="2956"/>
                    <a:pt x="2032" y="2946"/>
                  </a:cubicBezTo>
                  <a:cubicBezTo>
                    <a:pt x="2314" y="2632"/>
                    <a:pt x="2628" y="2350"/>
                    <a:pt x="2972" y="2102"/>
                  </a:cubicBezTo>
                  <a:close/>
                  <a:moveTo>
                    <a:pt x="1984" y="3126"/>
                  </a:moveTo>
                  <a:cubicBezTo>
                    <a:pt x="2320" y="3126"/>
                    <a:pt x="2686" y="3190"/>
                    <a:pt x="2992" y="3305"/>
                  </a:cubicBezTo>
                  <a:cubicBezTo>
                    <a:pt x="2941" y="3380"/>
                    <a:pt x="2890" y="3457"/>
                    <a:pt x="2841" y="3527"/>
                  </a:cubicBezTo>
                  <a:cubicBezTo>
                    <a:pt x="2582" y="3467"/>
                    <a:pt x="2325" y="3467"/>
                    <a:pt x="2072" y="3467"/>
                  </a:cubicBezTo>
                  <a:cubicBezTo>
                    <a:pt x="2015" y="3468"/>
                    <a:pt x="1959" y="3469"/>
                    <a:pt x="1903" y="3469"/>
                  </a:cubicBezTo>
                  <a:cubicBezTo>
                    <a:pt x="1808" y="3469"/>
                    <a:pt x="1715" y="3466"/>
                    <a:pt x="1622" y="3457"/>
                  </a:cubicBezTo>
                  <a:cubicBezTo>
                    <a:pt x="1703" y="3345"/>
                    <a:pt x="1789" y="3234"/>
                    <a:pt x="1875" y="3128"/>
                  </a:cubicBezTo>
                  <a:cubicBezTo>
                    <a:pt x="1911" y="3127"/>
                    <a:pt x="1947" y="3126"/>
                    <a:pt x="1984" y="3126"/>
                  </a:cubicBezTo>
                  <a:close/>
                  <a:moveTo>
                    <a:pt x="4690" y="1461"/>
                  </a:moveTo>
                  <a:cubicBezTo>
                    <a:pt x="4720" y="1653"/>
                    <a:pt x="4765" y="1839"/>
                    <a:pt x="4811" y="2021"/>
                  </a:cubicBezTo>
                  <a:cubicBezTo>
                    <a:pt x="4916" y="2446"/>
                    <a:pt x="5012" y="2851"/>
                    <a:pt x="4977" y="3320"/>
                  </a:cubicBezTo>
                  <a:cubicBezTo>
                    <a:pt x="4956" y="3567"/>
                    <a:pt x="4916" y="3821"/>
                    <a:pt x="4856" y="4073"/>
                  </a:cubicBezTo>
                  <a:cubicBezTo>
                    <a:pt x="4760" y="3865"/>
                    <a:pt x="4629" y="3663"/>
                    <a:pt x="4502" y="3471"/>
                  </a:cubicBezTo>
                  <a:cubicBezTo>
                    <a:pt x="4270" y="3112"/>
                    <a:pt x="4028" y="2749"/>
                    <a:pt x="3997" y="2359"/>
                  </a:cubicBezTo>
                  <a:cubicBezTo>
                    <a:pt x="4119" y="2198"/>
                    <a:pt x="4240" y="2042"/>
                    <a:pt x="4361" y="1885"/>
                  </a:cubicBezTo>
                  <a:cubicBezTo>
                    <a:pt x="4467" y="1744"/>
                    <a:pt x="4578" y="1602"/>
                    <a:pt x="4690" y="1461"/>
                  </a:cubicBezTo>
                  <a:close/>
                  <a:moveTo>
                    <a:pt x="1507" y="3628"/>
                  </a:moveTo>
                  <a:cubicBezTo>
                    <a:pt x="1637" y="3646"/>
                    <a:pt x="1769" y="3651"/>
                    <a:pt x="1901" y="3651"/>
                  </a:cubicBezTo>
                  <a:cubicBezTo>
                    <a:pt x="1958" y="3651"/>
                    <a:pt x="2015" y="3650"/>
                    <a:pt x="2072" y="3648"/>
                  </a:cubicBezTo>
                  <a:cubicBezTo>
                    <a:pt x="2295" y="3648"/>
                    <a:pt x="2517" y="3648"/>
                    <a:pt x="2734" y="3688"/>
                  </a:cubicBezTo>
                  <a:cubicBezTo>
                    <a:pt x="2507" y="4043"/>
                    <a:pt x="2289" y="4381"/>
                    <a:pt x="2088" y="4709"/>
                  </a:cubicBezTo>
                  <a:cubicBezTo>
                    <a:pt x="1983" y="4706"/>
                    <a:pt x="1878" y="4704"/>
                    <a:pt x="1773" y="4704"/>
                  </a:cubicBezTo>
                  <a:cubicBezTo>
                    <a:pt x="1603" y="4704"/>
                    <a:pt x="1433" y="4708"/>
                    <a:pt x="1264" y="4714"/>
                  </a:cubicBezTo>
                  <a:cubicBezTo>
                    <a:pt x="1153" y="4714"/>
                    <a:pt x="1041" y="4719"/>
                    <a:pt x="931" y="4719"/>
                  </a:cubicBezTo>
                  <a:cubicBezTo>
                    <a:pt x="1087" y="4336"/>
                    <a:pt x="1279" y="3972"/>
                    <a:pt x="1507" y="3628"/>
                  </a:cubicBezTo>
                  <a:close/>
                  <a:moveTo>
                    <a:pt x="3846" y="2562"/>
                  </a:moveTo>
                  <a:cubicBezTo>
                    <a:pt x="3926" y="2921"/>
                    <a:pt x="4138" y="3249"/>
                    <a:pt x="4350" y="3572"/>
                  </a:cubicBezTo>
                  <a:cubicBezTo>
                    <a:pt x="4513" y="3815"/>
                    <a:pt x="4664" y="4043"/>
                    <a:pt x="4755" y="4280"/>
                  </a:cubicBezTo>
                  <a:cubicBezTo>
                    <a:pt x="4760" y="4295"/>
                    <a:pt x="4765" y="4306"/>
                    <a:pt x="4775" y="4315"/>
                  </a:cubicBezTo>
                  <a:cubicBezTo>
                    <a:pt x="4781" y="4320"/>
                    <a:pt x="4785" y="4320"/>
                    <a:pt x="4790" y="4320"/>
                  </a:cubicBezTo>
                  <a:cubicBezTo>
                    <a:pt x="4735" y="4512"/>
                    <a:pt x="4664" y="4700"/>
                    <a:pt x="4583" y="4886"/>
                  </a:cubicBezTo>
                  <a:cubicBezTo>
                    <a:pt x="4376" y="4199"/>
                    <a:pt x="3962" y="3537"/>
                    <a:pt x="3562" y="2951"/>
                  </a:cubicBezTo>
                  <a:cubicBezTo>
                    <a:pt x="3653" y="2820"/>
                    <a:pt x="3750" y="2688"/>
                    <a:pt x="3846" y="2562"/>
                  </a:cubicBezTo>
                  <a:close/>
                  <a:moveTo>
                    <a:pt x="1714" y="4886"/>
                  </a:moveTo>
                  <a:cubicBezTo>
                    <a:pt x="1804" y="4886"/>
                    <a:pt x="1892" y="4888"/>
                    <a:pt x="1981" y="4891"/>
                  </a:cubicBezTo>
                  <a:cubicBezTo>
                    <a:pt x="1804" y="5179"/>
                    <a:pt x="1638" y="5472"/>
                    <a:pt x="1481" y="5755"/>
                  </a:cubicBezTo>
                  <a:cubicBezTo>
                    <a:pt x="1466" y="5754"/>
                    <a:pt x="1451" y="5754"/>
                    <a:pt x="1436" y="5754"/>
                  </a:cubicBezTo>
                  <a:cubicBezTo>
                    <a:pt x="1145" y="5754"/>
                    <a:pt x="870" y="5798"/>
                    <a:pt x="591" y="5841"/>
                  </a:cubicBezTo>
                  <a:cubicBezTo>
                    <a:pt x="658" y="5523"/>
                    <a:pt x="743" y="5209"/>
                    <a:pt x="859" y="4901"/>
                  </a:cubicBezTo>
                  <a:cubicBezTo>
                    <a:pt x="996" y="4901"/>
                    <a:pt x="1132" y="4901"/>
                    <a:pt x="1274" y="4896"/>
                  </a:cubicBezTo>
                  <a:cubicBezTo>
                    <a:pt x="1424" y="4890"/>
                    <a:pt x="1570" y="4886"/>
                    <a:pt x="1714" y="4886"/>
                  </a:cubicBezTo>
                  <a:close/>
                  <a:moveTo>
                    <a:pt x="3452" y="3108"/>
                  </a:moveTo>
                  <a:cubicBezTo>
                    <a:pt x="3871" y="3730"/>
                    <a:pt x="4300" y="4432"/>
                    <a:pt x="4467" y="5139"/>
                  </a:cubicBezTo>
                  <a:cubicBezTo>
                    <a:pt x="4441" y="5194"/>
                    <a:pt x="4417" y="5245"/>
                    <a:pt x="4387" y="5300"/>
                  </a:cubicBezTo>
                  <a:cubicBezTo>
                    <a:pt x="4184" y="5684"/>
                    <a:pt x="3942" y="6027"/>
                    <a:pt x="3653" y="6337"/>
                  </a:cubicBezTo>
                  <a:cubicBezTo>
                    <a:pt x="3557" y="6129"/>
                    <a:pt x="3466" y="5912"/>
                    <a:pt x="3375" y="5679"/>
                  </a:cubicBezTo>
                  <a:cubicBezTo>
                    <a:pt x="3179" y="5194"/>
                    <a:pt x="2976" y="4700"/>
                    <a:pt x="2683" y="4269"/>
                  </a:cubicBezTo>
                  <a:cubicBezTo>
                    <a:pt x="2921" y="3896"/>
                    <a:pt x="3179" y="3511"/>
                    <a:pt x="3452" y="3108"/>
                  </a:cubicBezTo>
                  <a:close/>
                  <a:moveTo>
                    <a:pt x="2577" y="4441"/>
                  </a:moveTo>
                  <a:cubicBezTo>
                    <a:pt x="2841" y="4831"/>
                    <a:pt x="3022" y="5295"/>
                    <a:pt x="3204" y="5745"/>
                  </a:cubicBezTo>
                  <a:cubicBezTo>
                    <a:pt x="3305" y="5992"/>
                    <a:pt x="3406" y="6240"/>
                    <a:pt x="3517" y="6477"/>
                  </a:cubicBezTo>
                  <a:cubicBezTo>
                    <a:pt x="3249" y="6745"/>
                    <a:pt x="2941" y="6983"/>
                    <a:pt x="2587" y="7200"/>
                  </a:cubicBezTo>
                  <a:cubicBezTo>
                    <a:pt x="2360" y="6609"/>
                    <a:pt x="2041" y="5992"/>
                    <a:pt x="1855" y="5649"/>
                  </a:cubicBezTo>
                  <a:cubicBezTo>
                    <a:pt x="2077" y="5255"/>
                    <a:pt x="2319" y="4851"/>
                    <a:pt x="2577" y="4441"/>
                  </a:cubicBezTo>
                  <a:close/>
                  <a:moveTo>
                    <a:pt x="1749" y="5831"/>
                  </a:moveTo>
                  <a:cubicBezTo>
                    <a:pt x="1936" y="6190"/>
                    <a:pt x="2223" y="6755"/>
                    <a:pt x="2431" y="7291"/>
                  </a:cubicBezTo>
                  <a:cubicBezTo>
                    <a:pt x="2319" y="7356"/>
                    <a:pt x="2204" y="7417"/>
                    <a:pt x="2083" y="7478"/>
                  </a:cubicBezTo>
                  <a:cubicBezTo>
                    <a:pt x="2077" y="7473"/>
                    <a:pt x="2077" y="7463"/>
                    <a:pt x="2072" y="7458"/>
                  </a:cubicBezTo>
                  <a:cubicBezTo>
                    <a:pt x="1810" y="7074"/>
                    <a:pt x="1643" y="6664"/>
                    <a:pt x="1507" y="6276"/>
                  </a:cubicBezTo>
                  <a:cubicBezTo>
                    <a:pt x="1582" y="6129"/>
                    <a:pt x="1663" y="5983"/>
                    <a:pt x="1749" y="5831"/>
                  </a:cubicBezTo>
                  <a:close/>
                  <a:moveTo>
                    <a:pt x="1379" y="5932"/>
                  </a:moveTo>
                  <a:lnTo>
                    <a:pt x="1379" y="5932"/>
                  </a:lnTo>
                  <a:cubicBezTo>
                    <a:pt x="1143" y="6367"/>
                    <a:pt x="920" y="6796"/>
                    <a:pt x="719" y="7230"/>
                  </a:cubicBezTo>
                  <a:cubicBezTo>
                    <a:pt x="668" y="7326"/>
                    <a:pt x="617" y="7428"/>
                    <a:pt x="561" y="7524"/>
                  </a:cubicBezTo>
                  <a:cubicBezTo>
                    <a:pt x="542" y="7569"/>
                    <a:pt x="521" y="7615"/>
                    <a:pt x="495" y="7655"/>
                  </a:cubicBezTo>
                  <a:cubicBezTo>
                    <a:pt x="440" y="7104"/>
                    <a:pt x="465" y="6559"/>
                    <a:pt x="556" y="6034"/>
                  </a:cubicBezTo>
                  <a:lnTo>
                    <a:pt x="602" y="6023"/>
                  </a:lnTo>
                  <a:cubicBezTo>
                    <a:pt x="864" y="5983"/>
                    <a:pt x="1118" y="5943"/>
                    <a:pt x="1379" y="5932"/>
                  </a:cubicBezTo>
                  <a:close/>
                  <a:moveTo>
                    <a:pt x="1390" y="6493"/>
                  </a:moveTo>
                  <a:cubicBezTo>
                    <a:pt x="1521" y="6846"/>
                    <a:pt x="1683" y="7210"/>
                    <a:pt x="1920" y="7554"/>
                  </a:cubicBezTo>
                  <a:cubicBezTo>
                    <a:pt x="1526" y="7731"/>
                    <a:pt x="1097" y="7888"/>
                    <a:pt x="622" y="8028"/>
                  </a:cubicBezTo>
                  <a:cubicBezTo>
                    <a:pt x="677" y="7902"/>
                    <a:pt x="738" y="7776"/>
                    <a:pt x="803" y="7650"/>
                  </a:cubicBezTo>
                  <a:cubicBezTo>
                    <a:pt x="859" y="7549"/>
                    <a:pt x="910" y="7447"/>
                    <a:pt x="961" y="7347"/>
                  </a:cubicBezTo>
                  <a:cubicBezTo>
                    <a:pt x="1097" y="7058"/>
                    <a:pt x="1244" y="6776"/>
                    <a:pt x="1390" y="6493"/>
                  </a:cubicBezTo>
                  <a:close/>
                  <a:moveTo>
                    <a:pt x="5445" y="0"/>
                  </a:moveTo>
                  <a:cubicBezTo>
                    <a:pt x="5398" y="0"/>
                    <a:pt x="5352" y="24"/>
                    <a:pt x="5326" y="67"/>
                  </a:cubicBezTo>
                  <a:cubicBezTo>
                    <a:pt x="5133" y="389"/>
                    <a:pt x="4907" y="703"/>
                    <a:pt x="4679" y="1016"/>
                  </a:cubicBezTo>
                  <a:lnTo>
                    <a:pt x="4664" y="1016"/>
                  </a:lnTo>
                  <a:cubicBezTo>
                    <a:pt x="3275" y="1370"/>
                    <a:pt x="2102" y="2259"/>
                    <a:pt x="1309" y="3431"/>
                  </a:cubicBezTo>
                  <a:cubicBezTo>
                    <a:pt x="1289" y="3441"/>
                    <a:pt x="1274" y="3462"/>
                    <a:pt x="1269" y="3492"/>
                  </a:cubicBezTo>
                  <a:cubicBezTo>
                    <a:pt x="1264" y="3492"/>
                    <a:pt x="1269" y="3497"/>
                    <a:pt x="1264" y="3497"/>
                  </a:cubicBezTo>
                  <a:cubicBezTo>
                    <a:pt x="400" y="4815"/>
                    <a:pt x="1" y="6477"/>
                    <a:pt x="283" y="8135"/>
                  </a:cubicBezTo>
                  <a:cubicBezTo>
                    <a:pt x="283" y="8149"/>
                    <a:pt x="288" y="8170"/>
                    <a:pt x="294" y="8186"/>
                  </a:cubicBezTo>
                  <a:lnTo>
                    <a:pt x="294" y="8196"/>
                  </a:lnTo>
                  <a:cubicBezTo>
                    <a:pt x="288" y="8216"/>
                    <a:pt x="288" y="8236"/>
                    <a:pt x="294" y="8256"/>
                  </a:cubicBezTo>
                  <a:cubicBezTo>
                    <a:pt x="299" y="8286"/>
                    <a:pt x="314" y="8307"/>
                    <a:pt x="329" y="8322"/>
                  </a:cubicBezTo>
                  <a:cubicBezTo>
                    <a:pt x="357" y="8345"/>
                    <a:pt x="394" y="8360"/>
                    <a:pt x="431" y="8360"/>
                  </a:cubicBezTo>
                  <a:cubicBezTo>
                    <a:pt x="441" y="8360"/>
                    <a:pt x="451" y="8359"/>
                    <a:pt x="460" y="8357"/>
                  </a:cubicBezTo>
                  <a:cubicBezTo>
                    <a:pt x="2568" y="7792"/>
                    <a:pt x="3855" y="6892"/>
                    <a:pt x="4629" y="5427"/>
                  </a:cubicBezTo>
                  <a:cubicBezTo>
                    <a:pt x="4987" y="4749"/>
                    <a:pt x="5194" y="4043"/>
                    <a:pt x="5250" y="3340"/>
                  </a:cubicBezTo>
                  <a:cubicBezTo>
                    <a:pt x="5285" y="2825"/>
                    <a:pt x="5180" y="2385"/>
                    <a:pt x="5073" y="1956"/>
                  </a:cubicBezTo>
                  <a:cubicBezTo>
                    <a:pt x="5017" y="1718"/>
                    <a:pt x="4956" y="1466"/>
                    <a:pt x="4921" y="1203"/>
                  </a:cubicBezTo>
                  <a:cubicBezTo>
                    <a:pt x="4916" y="1193"/>
                    <a:pt x="4912" y="1177"/>
                    <a:pt x="4907" y="1163"/>
                  </a:cubicBezTo>
                  <a:cubicBezTo>
                    <a:pt x="5138" y="855"/>
                    <a:pt x="5361" y="536"/>
                    <a:pt x="5558" y="207"/>
                  </a:cubicBezTo>
                  <a:cubicBezTo>
                    <a:pt x="5599" y="142"/>
                    <a:pt x="5579" y="56"/>
                    <a:pt x="5518" y="20"/>
                  </a:cubicBezTo>
                  <a:cubicBezTo>
                    <a:pt x="5495" y="7"/>
                    <a:pt x="5470" y="0"/>
                    <a:pt x="5445"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3598;p51">
              <a:extLst>
                <a:ext uri="{FF2B5EF4-FFF2-40B4-BE49-F238E27FC236}">
                  <a16:creationId xmlns:a16="http://schemas.microsoft.com/office/drawing/2014/main" id="{AAB52D3B-6249-0583-3571-5F842D0A2D92}"/>
                </a:ext>
              </a:extLst>
            </p:cNvPr>
            <p:cNvSpPr/>
            <p:nvPr/>
          </p:nvSpPr>
          <p:spPr>
            <a:xfrm>
              <a:off x="7150633" y="954234"/>
              <a:ext cx="34252" cy="62754"/>
            </a:xfrm>
            <a:custGeom>
              <a:avLst/>
              <a:gdLst/>
              <a:ahLst/>
              <a:cxnLst/>
              <a:rect l="l" t="t" r="r" b="b"/>
              <a:pathLst>
                <a:path w="941" h="1724" extrusionOk="0">
                  <a:moveTo>
                    <a:pt x="940" y="1"/>
                  </a:moveTo>
                  <a:cubicBezTo>
                    <a:pt x="679" y="12"/>
                    <a:pt x="425" y="52"/>
                    <a:pt x="163" y="92"/>
                  </a:cubicBezTo>
                  <a:lnTo>
                    <a:pt x="117" y="103"/>
                  </a:lnTo>
                  <a:cubicBezTo>
                    <a:pt x="26" y="628"/>
                    <a:pt x="1" y="1173"/>
                    <a:pt x="56" y="1724"/>
                  </a:cubicBezTo>
                  <a:cubicBezTo>
                    <a:pt x="82" y="1684"/>
                    <a:pt x="103" y="1638"/>
                    <a:pt x="122" y="1593"/>
                  </a:cubicBezTo>
                  <a:cubicBezTo>
                    <a:pt x="178" y="1497"/>
                    <a:pt x="229" y="1395"/>
                    <a:pt x="280" y="1299"/>
                  </a:cubicBezTo>
                  <a:cubicBezTo>
                    <a:pt x="481" y="865"/>
                    <a:pt x="704" y="436"/>
                    <a:pt x="940"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3599;p51">
              <a:extLst>
                <a:ext uri="{FF2B5EF4-FFF2-40B4-BE49-F238E27FC236}">
                  <a16:creationId xmlns:a16="http://schemas.microsoft.com/office/drawing/2014/main" id="{4AB5C5F6-8EF1-26F1-AF1D-9E3A2E478EAA}"/>
                </a:ext>
              </a:extLst>
            </p:cNvPr>
            <p:cNvSpPr/>
            <p:nvPr/>
          </p:nvSpPr>
          <p:spPr>
            <a:xfrm>
              <a:off x="7156166" y="916197"/>
              <a:ext cx="50596" cy="34762"/>
            </a:xfrm>
            <a:custGeom>
              <a:avLst/>
              <a:gdLst/>
              <a:ahLst/>
              <a:cxnLst/>
              <a:rect l="l" t="t" r="r" b="b"/>
              <a:pathLst>
                <a:path w="1390" h="955" extrusionOk="0">
                  <a:moveTo>
                    <a:pt x="1123" y="0"/>
                  </a:moveTo>
                  <a:cubicBezTo>
                    <a:pt x="979" y="0"/>
                    <a:pt x="833" y="4"/>
                    <a:pt x="683" y="10"/>
                  </a:cubicBezTo>
                  <a:cubicBezTo>
                    <a:pt x="541" y="15"/>
                    <a:pt x="405" y="15"/>
                    <a:pt x="268" y="15"/>
                  </a:cubicBezTo>
                  <a:cubicBezTo>
                    <a:pt x="152" y="323"/>
                    <a:pt x="67" y="637"/>
                    <a:pt x="0" y="955"/>
                  </a:cubicBezTo>
                  <a:cubicBezTo>
                    <a:pt x="279" y="912"/>
                    <a:pt x="554" y="868"/>
                    <a:pt x="845" y="868"/>
                  </a:cubicBezTo>
                  <a:cubicBezTo>
                    <a:pt x="860" y="868"/>
                    <a:pt x="875" y="868"/>
                    <a:pt x="890" y="869"/>
                  </a:cubicBezTo>
                  <a:cubicBezTo>
                    <a:pt x="1047" y="586"/>
                    <a:pt x="1213" y="293"/>
                    <a:pt x="1390" y="5"/>
                  </a:cubicBezTo>
                  <a:cubicBezTo>
                    <a:pt x="1301" y="2"/>
                    <a:pt x="1213" y="0"/>
                    <a:pt x="1123"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3600;p51">
              <a:extLst>
                <a:ext uri="{FF2B5EF4-FFF2-40B4-BE49-F238E27FC236}">
                  <a16:creationId xmlns:a16="http://schemas.microsoft.com/office/drawing/2014/main" id="{010F1BC1-19FE-2595-A120-9207BE888BAD}"/>
                </a:ext>
              </a:extLst>
            </p:cNvPr>
            <p:cNvSpPr/>
            <p:nvPr/>
          </p:nvSpPr>
          <p:spPr>
            <a:xfrm>
              <a:off x="7168505" y="870370"/>
              <a:ext cx="65666" cy="39785"/>
            </a:xfrm>
            <a:custGeom>
              <a:avLst/>
              <a:gdLst/>
              <a:ahLst/>
              <a:cxnLst/>
              <a:rect l="l" t="t" r="r" b="b"/>
              <a:pathLst>
                <a:path w="1804" h="1093" extrusionOk="0">
                  <a:moveTo>
                    <a:pt x="577" y="1"/>
                  </a:moveTo>
                  <a:cubicBezTo>
                    <a:pt x="349" y="345"/>
                    <a:pt x="157" y="709"/>
                    <a:pt x="1" y="1092"/>
                  </a:cubicBezTo>
                  <a:cubicBezTo>
                    <a:pt x="111" y="1092"/>
                    <a:pt x="223" y="1087"/>
                    <a:pt x="334" y="1087"/>
                  </a:cubicBezTo>
                  <a:cubicBezTo>
                    <a:pt x="503" y="1081"/>
                    <a:pt x="673" y="1077"/>
                    <a:pt x="843" y="1077"/>
                  </a:cubicBezTo>
                  <a:cubicBezTo>
                    <a:pt x="948" y="1077"/>
                    <a:pt x="1053" y="1079"/>
                    <a:pt x="1158" y="1082"/>
                  </a:cubicBezTo>
                  <a:cubicBezTo>
                    <a:pt x="1359" y="754"/>
                    <a:pt x="1577" y="416"/>
                    <a:pt x="1804" y="61"/>
                  </a:cubicBezTo>
                  <a:cubicBezTo>
                    <a:pt x="1587" y="21"/>
                    <a:pt x="1365" y="21"/>
                    <a:pt x="1142" y="21"/>
                  </a:cubicBezTo>
                  <a:cubicBezTo>
                    <a:pt x="1085" y="23"/>
                    <a:pt x="1028" y="24"/>
                    <a:pt x="971" y="24"/>
                  </a:cubicBezTo>
                  <a:cubicBezTo>
                    <a:pt x="839" y="24"/>
                    <a:pt x="707" y="19"/>
                    <a:pt x="577"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3601;p51">
              <a:extLst>
                <a:ext uri="{FF2B5EF4-FFF2-40B4-BE49-F238E27FC236}">
                  <a16:creationId xmlns:a16="http://schemas.microsoft.com/office/drawing/2014/main" id="{FA47421E-589F-B36B-34A9-8D79523D6BBD}"/>
                </a:ext>
              </a:extLst>
            </p:cNvPr>
            <p:cNvSpPr/>
            <p:nvPr/>
          </p:nvSpPr>
          <p:spPr>
            <a:xfrm>
              <a:off x="7193657" y="852098"/>
              <a:ext cx="49941" cy="14669"/>
            </a:xfrm>
            <a:custGeom>
              <a:avLst/>
              <a:gdLst/>
              <a:ahLst/>
              <a:cxnLst/>
              <a:rect l="l" t="t" r="r" b="b"/>
              <a:pathLst>
                <a:path w="1372" h="403" extrusionOk="0">
                  <a:moveTo>
                    <a:pt x="363" y="1"/>
                  </a:moveTo>
                  <a:cubicBezTo>
                    <a:pt x="326" y="1"/>
                    <a:pt x="290" y="2"/>
                    <a:pt x="254" y="3"/>
                  </a:cubicBezTo>
                  <a:cubicBezTo>
                    <a:pt x="168" y="109"/>
                    <a:pt x="82" y="220"/>
                    <a:pt x="1" y="332"/>
                  </a:cubicBezTo>
                  <a:cubicBezTo>
                    <a:pt x="94" y="341"/>
                    <a:pt x="187" y="344"/>
                    <a:pt x="282" y="344"/>
                  </a:cubicBezTo>
                  <a:cubicBezTo>
                    <a:pt x="338" y="344"/>
                    <a:pt x="394" y="343"/>
                    <a:pt x="451" y="342"/>
                  </a:cubicBezTo>
                  <a:cubicBezTo>
                    <a:pt x="704" y="342"/>
                    <a:pt x="961" y="342"/>
                    <a:pt x="1220" y="402"/>
                  </a:cubicBezTo>
                  <a:cubicBezTo>
                    <a:pt x="1269" y="332"/>
                    <a:pt x="1320" y="255"/>
                    <a:pt x="1371" y="180"/>
                  </a:cubicBezTo>
                  <a:cubicBezTo>
                    <a:pt x="1065" y="65"/>
                    <a:pt x="699" y="1"/>
                    <a:pt x="363"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3602;p51">
              <a:extLst>
                <a:ext uri="{FF2B5EF4-FFF2-40B4-BE49-F238E27FC236}">
                  <a16:creationId xmlns:a16="http://schemas.microsoft.com/office/drawing/2014/main" id="{51EAECCC-0841-CC16-5AAF-182D63C0A8BD}"/>
                </a:ext>
              </a:extLst>
            </p:cNvPr>
            <p:cNvSpPr/>
            <p:nvPr/>
          </p:nvSpPr>
          <p:spPr>
            <a:xfrm>
              <a:off x="7208581" y="814861"/>
              <a:ext cx="62754" cy="38074"/>
            </a:xfrm>
            <a:custGeom>
              <a:avLst/>
              <a:gdLst/>
              <a:ahLst/>
              <a:cxnLst/>
              <a:rect l="l" t="t" r="r" b="b"/>
              <a:pathLst>
                <a:path w="1724" h="1046" extrusionOk="0">
                  <a:moveTo>
                    <a:pt x="941" y="0"/>
                  </a:moveTo>
                  <a:cubicBezTo>
                    <a:pt x="597" y="248"/>
                    <a:pt x="283" y="530"/>
                    <a:pt x="1" y="844"/>
                  </a:cubicBezTo>
                  <a:cubicBezTo>
                    <a:pt x="360" y="854"/>
                    <a:pt x="749" y="924"/>
                    <a:pt x="1067" y="1046"/>
                  </a:cubicBezTo>
                  <a:cubicBezTo>
                    <a:pt x="1113" y="980"/>
                    <a:pt x="1158" y="910"/>
                    <a:pt x="1204" y="840"/>
                  </a:cubicBezTo>
                  <a:cubicBezTo>
                    <a:pt x="1370" y="597"/>
                    <a:pt x="1547" y="359"/>
                    <a:pt x="1724" y="127"/>
                  </a:cubicBezTo>
                  <a:cubicBezTo>
                    <a:pt x="1561" y="91"/>
                    <a:pt x="1400" y="66"/>
                    <a:pt x="1244" y="45"/>
                  </a:cubicBezTo>
                  <a:cubicBezTo>
                    <a:pt x="1143" y="31"/>
                    <a:pt x="1041" y="21"/>
                    <a:pt x="941"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3603;p51">
              <a:extLst>
                <a:ext uri="{FF2B5EF4-FFF2-40B4-BE49-F238E27FC236}">
                  <a16:creationId xmlns:a16="http://schemas.microsoft.com/office/drawing/2014/main" id="{211C6459-5350-CFE9-81B6-5DFD9D2F970B}"/>
                </a:ext>
              </a:extLst>
            </p:cNvPr>
            <p:cNvSpPr/>
            <p:nvPr/>
          </p:nvSpPr>
          <p:spPr>
            <a:xfrm>
              <a:off x="7250877" y="788363"/>
              <a:ext cx="44335" cy="25444"/>
            </a:xfrm>
            <a:custGeom>
              <a:avLst/>
              <a:gdLst/>
              <a:ahLst/>
              <a:cxnLst/>
              <a:rect l="l" t="t" r="r" b="b"/>
              <a:pathLst>
                <a:path w="1218" h="699" extrusionOk="0">
                  <a:moveTo>
                    <a:pt x="1218" y="1"/>
                  </a:moveTo>
                  <a:lnTo>
                    <a:pt x="1218" y="1"/>
                  </a:lnTo>
                  <a:cubicBezTo>
                    <a:pt x="784" y="143"/>
                    <a:pt x="375" y="339"/>
                    <a:pt x="0" y="582"/>
                  </a:cubicBezTo>
                  <a:cubicBezTo>
                    <a:pt x="36" y="587"/>
                    <a:pt x="72" y="591"/>
                    <a:pt x="107" y="597"/>
                  </a:cubicBezTo>
                  <a:cubicBezTo>
                    <a:pt x="294" y="617"/>
                    <a:pt x="490" y="647"/>
                    <a:pt x="683" y="698"/>
                  </a:cubicBezTo>
                  <a:cubicBezTo>
                    <a:pt x="769" y="577"/>
                    <a:pt x="860" y="460"/>
                    <a:pt x="951" y="344"/>
                  </a:cubicBezTo>
                  <a:cubicBezTo>
                    <a:pt x="1042" y="228"/>
                    <a:pt x="1127" y="117"/>
                    <a:pt x="1218"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3604;p51">
              <a:extLst>
                <a:ext uri="{FF2B5EF4-FFF2-40B4-BE49-F238E27FC236}">
                  <a16:creationId xmlns:a16="http://schemas.microsoft.com/office/drawing/2014/main" id="{6B139839-F4E9-53F4-7305-B5DB59EC20AA}"/>
                </a:ext>
              </a:extLst>
            </p:cNvPr>
            <p:cNvSpPr/>
            <p:nvPr/>
          </p:nvSpPr>
          <p:spPr>
            <a:xfrm>
              <a:off x="7280142" y="791493"/>
              <a:ext cx="36982" cy="95113"/>
            </a:xfrm>
            <a:custGeom>
              <a:avLst/>
              <a:gdLst/>
              <a:ahLst/>
              <a:cxnLst/>
              <a:rect l="l" t="t" r="r" b="b"/>
              <a:pathLst>
                <a:path w="1016" h="2613" extrusionOk="0">
                  <a:moveTo>
                    <a:pt x="693" y="1"/>
                  </a:moveTo>
                  <a:cubicBezTo>
                    <a:pt x="581" y="142"/>
                    <a:pt x="470" y="284"/>
                    <a:pt x="364" y="425"/>
                  </a:cubicBezTo>
                  <a:cubicBezTo>
                    <a:pt x="243" y="582"/>
                    <a:pt x="122" y="738"/>
                    <a:pt x="0" y="899"/>
                  </a:cubicBezTo>
                  <a:cubicBezTo>
                    <a:pt x="31" y="1289"/>
                    <a:pt x="273" y="1652"/>
                    <a:pt x="505" y="2011"/>
                  </a:cubicBezTo>
                  <a:cubicBezTo>
                    <a:pt x="632" y="2203"/>
                    <a:pt x="763" y="2405"/>
                    <a:pt x="859" y="2613"/>
                  </a:cubicBezTo>
                  <a:cubicBezTo>
                    <a:pt x="919" y="2361"/>
                    <a:pt x="959" y="2107"/>
                    <a:pt x="980" y="1860"/>
                  </a:cubicBezTo>
                  <a:cubicBezTo>
                    <a:pt x="1015" y="1391"/>
                    <a:pt x="919" y="986"/>
                    <a:pt x="814" y="561"/>
                  </a:cubicBezTo>
                  <a:cubicBezTo>
                    <a:pt x="768" y="379"/>
                    <a:pt x="723" y="193"/>
                    <a:pt x="693"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3605;p51">
              <a:extLst>
                <a:ext uri="{FF2B5EF4-FFF2-40B4-BE49-F238E27FC236}">
                  <a16:creationId xmlns:a16="http://schemas.microsoft.com/office/drawing/2014/main" id="{49BEFD93-D182-5B67-9146-58C07F4E8E44}"/>
                </a:ext>
              </a:extLst>
            </p:cNvPr>
            <p:cNvSpPr/>
            <p:nvPr/>
          </p:nvSpPr>
          <p:spPr>
            <a:xfrm>
              <a:off x="7264308" y="831568"/>
              <a:ext cx="44736" cy="84666"/>
            </a:xfrm>
            <a:custGeom>
              <a:avLst/>
              <a:gdLst/>
              <a:ahLst/>
              <a:cxnLst/>
              <a:rect l="l" t="t" r="r" b="b"/>
              <a:pathLst>
                <a:path w="1229" h="2326" extrusionOk="0">
                  <a:moveTo>
                    <a:pt x="284" y="1"/>
                  </a:moveTo>
                  <a:cubicBezTo>
                    <a:pt x="188" y="127"/>
                    <a:pt x="91" y="259"/>
                    <a:pt x="0" y="390"/>
                  </a:cubicBezTo>
                  <a:cubicBezTo>
                    <a:pt x="400" y="976"/>
                    <a:pt x="814" y="1638"/>
                    <a:pt x="1021" y="2325"/>
                  </a:cubicBezTo>
                  <a:cubicBezTo>
                    <a:pt x="1102" y="2139"/>
                    <a:pt x="1173" y="1951"/>
                    <a:pt x="1228" y="1759"/>
                  </a:cubicBezTo>
                  <a:cubicBezTo>
                    <a:pt x="1223" y="1759"/>
                    <a:pt x="1219" y="1759"/>
                    <a:pt x="1213" y="1754"/>
                  </a:cubicBezTo>
                  <a:cubicBezTo>
                    <a:pt x="1203" y="1745"/>
                    <a:pt x="1198" y="1734"/>
                    <a:pt x="1193" y="1719"/>
                  </a:cubicBezTo>
                  <a:cubicBezTo>
                    <a:pt x="1102" y="1482"/>
                    <a:pt x="951" y="1254"/>
                    <a:pt x="788" y="1011"/>
                  </a:cubicBezTo>
                  <a:cubicBezTo>
                    <a:pt x="576" y="688"/>
                    <a:pt x="364" y="360"/>
                    <a:pt x="284"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3606;p51">
              <a:extLst>
                <a:ext uri="{FF2B5EF4-FFF2-40B4-BE49-F238E27FC236}">
                  <a16:creationId xmlns:a16="http://schemas.microsoft.com/office/drawing/2014/main" id="{9556A041-FC90-EB46-0C4B-83BAF032C628}"/>
                </a:ext>
              </a:extLst>
            </p:cNvPr>
            <p:cNvSpPr/>
            <p:nvPr/>
          </p:nvSpPr>
          <p:spPr>
            <a:xfrm>
              <a:off x="7232277" y="851442"/>
              <a:ext cx="64974" cy="117572"/>
            </a:xfrm>
            <a:custGeom>
              <a:avLst/>
              <a:gdLst/>
              <a:ahLst/>
              <a:cxnLst/>
              <a:rect l="l" t="t" r="r" b="b"/>
              <a:pathLst>
                <a:path w="1785" h="3230" extrusionOk="0">
                  <a:moveTo>
                    <a:pt x="770" y="1"/>
                  </a:moveTo>
                  <a:cubicBezTo>
                    <a:pt x="497" y="404"/>
                    <a:pt x="239" y="789"/>
                    <a:pt x="1" y="1162"/>
                  </a:cubicBezTo>
                  <a:cubicBezTo>
                    <a:pt x="294" y="1593"/>
                    <a:pt x="497" y="2087"/>
                    <a:pt x="693" y="2572"/>
                  </a:cubicBezTo>
                  <a:cubicBezTo>
                    <a:pt x="784" y="2805"/>
                    <a:pt x="875" y="3022"/>
                    <a:pt x="971" y="3230"/>
                  </a:cubicBezTo>
                  <a:cubicBezTo>
                    <a:pt x="1260" y="2920"/>
                    <a:pt x="1502" y="2577"/>
                    <a:pt x="1705" y="2193"/>
                  </a:cubicBezTo>
                  <a:cubicBezTo>
                    <a:pt x="1735" y="2138"/>
                    <a:pt x="1759" y="2087"/>
                    <a:pt x="1785" y="2032"/>
                  </a:cubicBezTo>
                  <a:cubicBezTo>
                    <a:pt x="1618" y="1325"/>
                    <a:pt x="1189" y="623"/>
                    <a:pt x="770"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3607;p51">
              <a:extLst>
                <a:ext uri="{FF2B5EF4-FFF2-40B4-BE49-F238E27FC236}">
                  <a16:creationId xmlns:a16="http://schemas.microsoft.com/office/drawing/2014/main" id="{F532F171-8146-B382-3755-02E1282E1A56}"/>
                </a:ext>
              </a:extLst>
            </p:cNvPr>
            <p:cNvSpPr/>
            <p:nvPr/>
          </p:nvSpPr>
          <p:spPr>
            <a:xfrm>
              <a:off x="7202138" y="899999"/>
              <a:ext cx="60570" cy="100428"/>
            </a:xfrm>
            <a:custGeom>
              <a:avLst/>
              <a:gdLst/>
              <a:ahLst/>
              <a:cxnLst/>
              <a:rect l="l" t="t" r="r" b="b"/>
              <a:pathLst>
                <a:path w="1664" h="2759" extrusionOk="0">
                  <a:moveTo>
                    <a:pt x="723" y="0"/>
                  </a:moveTo>
                  <a:cubicBezTo>
                    <a:pt x="465" y="410"/>
                    <a:pt x="223" y="814"/>
                    <a:pt x="1" y="1208"/>
                  </a:cubicBezTo>
                  <a:cubicBezTo>
                    <a:pt x="187" y="1551"/>
                    <a:pt x="506" y="2168"/>
                    <a:pt x="733" y="2759"/>
                  </a:cubicBezTo>
                  <a:cubicBezTo>
                    <a:pt x="1087" y="2542"/>
                    <a:pt x="1395" y="2304"/>
                    <a:pt x="1663" y="2036"/>
                  </a:cubicBezTo>
                  <a:cubicBezTo>
                    <a:pt x="1552" y="1799"/>
                    <a:pt x="1451" y="1551"/>
                    <a:pt x="1350" y="1304"/>
                  </a:cubicBezTo>
                  <a:cubicBezTo>
                    <a:pt x="1168" y="854"/>
                    <a:pt x="987" y="390"/>
                    <a:pt x="723"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3608;p51">
              <a:extLst>
                <a:ext uri="{FF2B5EF4-FFF2-40B4-BE49-F238E27FC236}">
                  <a16:creationId xmlns:a16="http://schemas.microsoft.com/office/drawing/2014/main" id="{F0B98AB0-2181-5BCE-1573-E49E68F899C4}"/>
                </a:ext>
              </a:extLst>
            </p:cNvPr>
            <p:cNvSpPr/>
            <p:nvPr/>
          </p:nvSpPr>
          <p:spPr>
            <a:xfrm>
              <a:off x="7189471" y="950594"/>
              <a:ext cx="33670" cy="59951"/>
            </a:xfrm>
            <a:custGeom>
              <a:avLst/>
              <a:gdLst/>
              <a:ahLst/>
              <a:cxnLst/>
              <a:rect l="l" t="t" r="r" b="b"/>
              <a:pathLst>
                <a:path w="925" h="1647" extrusionOk="0">
                  <a:moveTo>
                    <a:pt x="243" y="0"/>
                  </a:moveTo>
                  <a:cubicBezTo>
                    <a:pt x="157" y="152"/>
                    <a:pt x="76" y="298"/>
                    <a:pt x="1" y="445"/>
                  </a:cubicBezTo>
                  <a:cubicBezTo>
                    <a:pt x="137" y="833"/>
                    <a:pt x="304" y="1243"/>
                    <a:pt x="566" y="1627"/>
                  </a:cubicBezTo>
                  <a:cubicBezTo>
                    <a:pt x="571" y="1632"/>
                    <a:pt x="571" y="1642"/>
                    <a:pt x="577" y="1647"/>
                  </a:cubicBezTo>
                  <a:cubicBezTo>
                    <a:pt x="698" y="1586"/>
                    <a:pt x="813" y="1525"/>
                    <a:pt x="925" y="1460"/>
                  </a:cubicBezTo>
                  <a:cubicBezTo>
                    <a:pt x="717" y="924"/>
                    <a:pt x="430" y="359"/>
                    <a:pt x="243"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3609;p51">
              <a:extLst>
                <a:ext uri="{FF2B5EF4-FFF2-40B4-BE49-F238E27FC236}">
                  <a16:creationId xmlns:a16="http://schemas.microsoft.com/office/drawing/2014/main" id="{42FE857B-1D30-D356-9F98-C7F34333B38A}"/>
                </a:ext>
              </a:extLst>
            </p:cNvPr>
            <p:cNvSpPr/>
            <p:nvPr/>
          </p:nvSpPr>
          <p:spPr>
            <a:xfrm>
              <a:off x="7157258" y="974690"/>
              <a:ext cx="47320" cy="55910"/>
            </a:xfrm>
            <a:custGeom>
              <a:avLst/>
              <a:gdLst/>
              <a:ahLst/>
              <a:cxnLst/>
              <a:rect l="l" t="t" r="r" b="b"/>
              <a:pathLst>
                <a:path w="1300" h="1536" extrusionOk="0">
                  <a:moveTo>
                    <a:pt x="769" y="0"/>
                  </a:moveTo>
                  <a:cubicBezTo>
                    <a:pt x="623" y="283"/>
                    <a:pt x="476" y="565"/>
                    <a:pt x="340" y="854"/>
                  </a:cubicBezTo>
                  <a:cubicBezTo>
                    <a:pt x="289" y="954"/>
                    <a:pt x="238" y="1056"/>
                    <a:pt x="182" y="1157"/>
                  </a:cubicBezTo>
                  <a:cubicBezTo>
                    <a:pt x="117" y="1283"/>
                    <a:pt x="56" y="1409"/>
                    <a:pt x="1" y="1535"/>
                  </a:cubicBezTo>
                  <a:cubicBezTo>
                    <a:pt x="476" y="1395"/>
                    <a:pt x="905" y="1238"/>
                    <a:pt x="1299" y="1061"/>
                  </a:cubicBezTo>
                  <a:cubicBezTo>
                    <a:pt x="1062" y="717"/>
                    <a:pt x="900" y="353"/>
                    <a:pt x="769"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1831"/>
        <p:cNvGrpSpPr/>
        <p:nvPr/>
      </p:nvGrpSpPr>
      <p:grpSpPr>
        <a:xfrm>
          <a:off x="0" y="0"/>
          <a:ext cx="0" cy="0"/>
          <a:chOff x="0" y="0"/>
          <a:chExt cx="0" cy="0"/>
        </a:xfrm>
      </p:grpSpPr>
      <p:sp>
        <p:nvSpPr>
          <p:cNvPr id="4" name="Google Shape;1832;p35">
            <a:extLst>
              <a:ext uri="{FF2B5EF4-FFF2-40B4-BE49-F238E27FC236}">
                <a16:creationId xmlns:a16="http://schemas.microsoft.com/office/drawing/2014/main" id="{D5A3CE7A-8BF1-158B-58AB-1909A40055F2}"/>
              </a:ext>
            </a:extLst>
          </p:cNvPr>
          <p:cNvSpPr txBox="1">
            <a:spLocks/>
          </p:cNvSpPr>
          <p:nvPr/>
        </p:nvSpPr>
        <p:spPr>
          <a:xfrm>
            <a:off x="2661000" y="4306552"/>
            <a:ext cx="3822000" cy="5319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000"/>
              <a:buFont typeface="Belleza"/>
              <a:buNone/>
              <a:defRPr sz="2400" b="0" i="0" u="none" strike="noStrike" cap="none">
                <a:solidFill>
                  <a:schemeClr val="dk2"/>
                </a:solidFill>
                <a:latin typeface="Belleza"/>
                <a:ea typeface="Belleza"/>
                <a:cs typeface="Belleza"/>
                <a:sym typeface="Belleza"/>
              </a:defRPr>
            </a:lvl1pPr>
            <a:lvl2pPr marR="0" lvl="1" algn="ctr" rtl="0">
              <a:lnSpc>
                <a:spcPct val="100000"/>
              </a:lnSpc>
              <a:spcBef>
                <a:spcPts val="0"/>
              </a:spcBef>
              <a:spcAft>
                <a:spcPts val="0"/>
              </a:spcAft>
              <a:buClr>
                <a:schemeClr val="dk2"/>
              </a:buClr>
              <a:buSzPts val="3000"/>
              <a:buFont typeface="Belleza"/>
              <a:buNone/>
              <a:defRPr sz="3000" b="0" i="0" u="none" strike="noStrike" cap="none">
                <a:solidFill>
                  <a:schemeClr val="dk2"/>
                </a:solidFill>
                <a:latin typeface="Belleza"/>
                <a:ea typeface="Belleza"/>
                <a:cs typeface="Belleza"/>
                <a:sym typeface="Belleza"/>
              </a:defRPr>
            </a:lvl2pPr>
            <a:lvl3pPr marR="0" lvl="2" algn="ctr" rtl="0">
              <a:lnSpc>
                <a:spcPct val="100000"/>
              </a:lnSpc>
              <a:spcBef>
                <a:spcPts val="0"/>
              </a:spcBef>
              <a:spcAft>
                <a:spcPts val="0"/>
              </a:spcAft>
              <a:buClr>
                <a:schemeClr val="dk2"/>
              </a:buClr>
              <a:buSzPts val="3000"/>
              <a:buFont typeface="Belleza"/>
              <a:buNone/>
              <a:defRPr sz="3000" b="0" i="0" u="none" strike="noStrike" cap="none">
                <a:solidFill>
                  <a:schemeClr val="dk2"/>
                </a:solidFill>
                <a:latin typeface="Belleza"/>
                <a:ea typeface="Belleza"/>
                <a:cs typeface="Belleza"/>
                <a:sym typeface="Belleza"/>
              </a:defRPr>
            </a:lvl3pPr>
            <a:lvl4pPr marR="0" lvl="3" algn="ctr" rtl="0">
              <a:lnSpc>
                <a:spcPct val="100000"/>
              </a:lnSpc>
              <a:spcBef>
                <a:spcPts val="0"/>
              </a:spcBef>
              <a:spcAft>
                <a:spcPts val="0"/>
              </a:spcAft>
              <a:buClr>
                <a:schemeClr val="dk2"/>
              </a:buClr>
              <a:buSzPts val="3000"/>
              <a:buFont typeface="Belleza"/>
              <a:buNone/>
              <a:defRPr sz="3000" b="0" i="0" u="none" strike="noStrike" cap="none">
                <a:solidFill>
                  <a:schemeClr val="dk2"/>
                </a:solidFill>
                <a:latin typeface="Belleza"/>
                <a:ea typeface="Belleza"/>
                <a:cs typeface="Belleza"/>
                <a:sym typeface="Belleza"/>
              </a:defRPr>
            </a:lvl4pPr>
            <a:lvl5pPr marR="0" lvl="4" algn="ctr" rtl="0">
              <a:lnSpc>
                <a:spcPct val="100000"/>
              </a:lnSpc>
              <a:spcBef>
                <a:spcPts val="0"/>
              </a:spcBef>
              <a:spcAft>
                <a:spcPts val="0"/>
              </a:spcAft>
              <a:buClr>
                <a:schemeClr val="dk2"/>
              </a:buClr>
              <a:buSzPts val="3000"/>
              <a:buFont typeface="Belleza"/>
              <a:buNone/>
              <a:defRPr sz="3000" b="0" i="0" u="none" strike="noStrike" cap="none">
                <a:solidFill>
                  <a:schemeClr val="dk2"/>
                </a:solidFill>
                <a:latin typeface="Belleza"/>
                <a:ea typeface="Belleza"/>
                <a:cs typeface="Belleza"/>
                <a:sym typeface="Belleza"/>
              </a:defRPr>
            </a:lvl5pPr>
            <a:lvl6pPr marR="0" lvl="5" algn="ctr" rtl="0">
              <a:lnSpc>
                <a:spcPct val="100000"/>
              </a:lnSpc>
              <a:spcBef>
                <a:spcPts val="0"/>
              </a:spcBef>
              <a:spcAft>
                <a:spcPts val="0"/>
              </a:spcAft>
              <a:buClr>
                <a:schemeClr val="dk2"/>
              </a:buClr>
              <a:buSzPts val="3000"/>
              <a:buFont typeface="Belleza"/>
              <a:buNone/>
              <a:defRPr sz="3000" b="0" i="0" u="none" strike="noStrike" cap="none">
                <a:solidFill>
                  <a:schemeClr val="dk2"/>
                </a:solidFill>
                <a:latin typeface="Belleza"/>
                <a:ea typeface="Belleza"/>
                <a:cs typeface="Belleza"/>
                <a:sym typeface="Belleza"/>
              </a:defRPr>
            </a:lvl6pPr>
            <a:lvl7pPr marR="0" lvl="6" algn="ctr" rtl="0">
              <a:lnSpc>
                <a:spcPct val="100000"/>
              </a:lnSpc>
              <a:spcBef>
                <a:spcPts val="0"/>
              </a:spcBef>
              <a:spcAft>
                <a:spcPts val="0"/>
              </a:spcAft>
              <a:buClr>
                <a:schemeClr val="dk2"/>
              </a:buClr>
              <a:buSzPts val="3000"/>
              <a:buFont typeface="Belleza"/>
              <a:buNone/>
              <a:defRPr sz="3000" b="0" i="0" u="none" strike="noStrike" cap="none">
                <a:solidFill>
                  <a:schemeClr val="dk2"/>
                </a:solidFill>
                <a:latin typeface="Belleza"/>
                <a:ea typeface="Belleza"/>
                <a:cs typeface="Belleza"/>
                <a:sym typeface="Belleza"/>
              </a:defRPr>
            </a:lvl7pPr>
            <a:lvl8pPr marR="0" lvl="7" algn="ctr" rtl="0">
              <a:lnSpc>
                <a:spcPct val="100000"/>
              </a:lnSpc>
              <a:spcBef>
                <a:spcPts val="0"/>
              </a:spcBef>
              <a:spcAft>
                <a:spcPts val="0"/>
              </a:spcAft>
              <a:buClr>
                <a:schemeClr val="dk2"/>
              </a:buClr>
              <a:buSzPts val="3000"/>
              <a:buFont typeface="Belleza"/>
              <a:buNone/>
              <a:defRPr sz="3000" b="0" i="0" u="none" strike="noStrike" cap="none">
                <a:solidFill>
                  <a:schemeClr val="dk2"/>
                </a:solidFill>
                <a:latin typeface="Belleza"/>
                <a:ea typeface="Belleza"/>
                <a:cs typeface="Belleza"/>
                <a:sym typeface="Belleza"/>
              </a:defRPr>
            </a:lvl8pPr>
            <a:lvl9pPr marR="0" lvl="8" algn="ctr" rtl="0">
              <a:lnSpc>
                <a:spcPct val="100000"/>
              </a:lnSpc>
              <a:spcBef>
                <a:spcPts val="0"/>
              </a:spcBef>
              <a:spcAft>
                <a:spcPts val="0"/>
              </a:spcAft>
              <a:buClr>
                <a:schemeClr val="dk2"/>
              </a:buClr>
              <a:buSzPts val="3000"/>
              <a:buFont typeface="Belleza"/>
              <a:buNone/>
              <a:defRPr sz="3000" b="0" i="0" u="none" strike="noStrike" cap="none">
                <a:solidFill>
                  <a:schemeClr val="dk2"/>
                </a:solidFill>
                <a:latin typeface="Belleza"/>
                <a:ea typeface="Belleza"/>
                <a:cs typeface="Belleza"/>
                <a:sym typeface="Belleza"/>
              </a:defRPr>
            </a:lvl9pPr>
          </a:lstStyle>
          <a:p>
            <a:r>
              <a:rPr lang="en-IN" dirty="0"/>
              <a:t>Dataset </a:t>
            </a:r>
          </a:p>
        </p:txBody>
      </p:sp>
      <p:cxnSp>
        <p:nvCxnSpPr>
          <p:cNvPr id="5" name="Google Shape;1897;p35">
            <a:extLst>
              <a:ext uri="{FF2B5EF4-FFF2-40B4-BE49-F238E27FC236}">
                <a16:creationId xmlns:a16="http://schemas.microsoft.com/office/drawing/2014/main" id="{74777CA2-3CB0-4489-7B83-A9CDB5B7CB0A}"/>
              </a:ext>
            </a:extLst>
          </p:cNvPr>
          <p:cNvCxnSpPr/>
          <p:nvPr/>
        </p:nvCxnSpPr>
        <p:spPr>
          <a:xfrm>
            <a:off x="3332550" y="4838452"/>
            <a:ext cx="2478900" cy="0"/>
          </a:xfrm>
          <a:prstGeom prst="straightConnector1">
            <a:avLst/>
          </a:prstGeom>
          <a:noFill/>
          <a:ln w="9525" cap="flat" cmpd="sng">
            <a:solidFill>
              <a:schemeClr val="dk2"/>
            </a:solidFill>
            <a:prstDash val="solid"/>
            <a:round/>
            <a:headEnd type="none" w="med" len="med"/>
            <a:tailEnd type="none" w="med" len="med"/>
          </a:ln>
        </p:spPr>
      </p:cxnSp>
      <p:pic>
        <p:nvPicPr>
          <p:cNvPr id="9" name="Picture 8">
            <a:extLst>
              <a:ext uri="{FF2B5EF4-FFF2-40B4-BE49-F238E27FC236}">
                <a16:creationId xmlns:a16="http://schemas.microsoft.com/office/drawing/2014/main" id="{9A8DA9F0-8359-28BA-FF24-E78AB785B62A}"/>
              </a:ext>
            </a:extLst>
          </p:cNvPr>
          <p:cNvPicPr>
            <a:picLocks noChangeAspect="1"/>
          </p:cNvPicPr>
          <p:nvPr/>
        </p:nvPicPr>
        <p:blipFill>
          <a:blip r:embed="rId3"/>
          <a:stretch>
            <a:fillRect/>
          </a:stretch>
        </p:blipFill>
        <p:spPr>
          <a:xfrm>
            <a:off x="597201" y="1555861"/>
            <a:ext cx="7949598" cy="2422259"/>
          </a:xfrm>
          <a:prstGeom prst="rect">
            <a:avLst/>
          </a:prstGeom>
        </p:spPr>
      </p:pic>
      <p:sp>
        <p:nvSpPr>
          <p:cNvPr id="10" name="TextBox 9">
            <a:extLst>
              <a:ext uri="{FF2B5EF4-FFF2-40B4-BE49-F238E27FC236}">
                <a16:creationId xmlns:a16="http://schemas.microsoft.com/office/drawing/2014/main" id="{44415D01-C0CB-DC7E-D099-63D84B637BBA}"/>
              </a:ext>
            </a:extLst>
          </p:cNvPr>
          <p:cNvSpPr txBox="1"/>
          <p:nvPr/>
        </p:nvSpPr>
        <p:spPr>
          <a:xfrm>
            <a:off x="660400" y="500741"/>
            <a:ext cx="7823200" cy="523220"/>
          </a:xfrm>
          <a:prstGeom prst="rect">
            <a:avLst/>
          </a:prstGeom>
          <a:noFill/>
        </p:spPr>
        <p:txBody>
          <a:bodyPr wrap="square" rtlCol="0">
            <a:spAutoFit/>
          </a:bodyPr>
          <a:lstStyle/>
          <a:p>
            <a:pPr algn="ctr"/>
            <a:r>
              <a:rPr lang="en-US" sz="1400">
                <a:latin typeface="Belleza" panose="020B0604020202020204" charset="0"/>
              </a:rPr>
              <a:t>The Dataset</a:t>
            </a:r>
            <a:r>
              <a:rPr lang="en-US" sz="1400" b="0" i="0">
                <a:effectLst/>
                <a:latin typeface="Belleza" panose="020B0604020202020204" charset="0"/>
              </a:rPr>
              <a:t> has state-wise and district level data on the various crimes committed against women between 2001 to 2014. Some crimes that are included are Rape, Kidnapping and Abduction, Dowry Deaths etc.</a:t>
            </a:r>
            <a:endParaRPr lang="en-IN" sz="1400" dirty="0">
              <a:latin typeface="Belleza" panose="020B06040202020202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Shape 1901"/>
        <p:cNvGrpSpPr/>
        <p:nvPr/>
      </p:nvGrpSpPr>
      <p:grpSpPr>
        <a:xfrm>
          <a:off x="0" y="0"/>
          <a:ext cx="0" cy="0"/>
          <a:chOff x="0" y="0"/>
          <a:chExt cx="0" cy="0"/>
        </a:xfrm>
      </p:grpSpPr>
      <p:sp>
        <p:nvSpPr>
          <p:cNvPr id="1902" name="Google Shape;1902;p36"/>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dirty="0">
                <a:solidFill>
                  <a:schemeClr val="dk1"/>
                </a:solidFill>
              </a:rPr>
              <a:t>L</a:t>
            </a:r>
            <a:r>
              <a:rPr lang="en" dirty="0">
                <a:solidFill>
                  <a:schemeClr val="dk1"/>
                </a:solidFill>
              </a:rPr>
              <a:t>ibraries used:</a:t>
            </a:r>
            <a:endParaRPr dirty="0">
              <a:solidFill>
                <a:schemeClr val="dk1"/>
              </a:solidFill>
            </a:endParaRPr>
          </a:p>
        </p:txBody>
      </p:sp>
      <p:cxnSp>
        <p:nvCxnSpPr>
          <p:cNvPr id="1903" name="Google Shape;1903;p36"/>
          <p:cNvCxnSpPr/>
          <p:nvPr/>
        </p:nvCxnSpPr>
        <p:spPr>
          <a:xfrm>
            <a:off x="794075" y="1024700"/>
            <a:ext cx="6086400" cy="0"/>
          </a:xfrm>
          <a:prstGeom prst="straightConnector1">
            <a:avLst/>
          </a:prstGeom>
          <a:noFill/>
          <a:ln w="9525" cap="flat" cmpd="sng">
            <a:solidFill>
              <a:schemeClr val="dk2"/>
            </a:solidFill>
            <a:prstDash val="solid"/>
            <a:round/>
            <a:headEnd type="none" w="med" len="med"/>
            <a:tailEnd type="none" w="med" len="med"/>
          </a:ln>
        </p:spPr>
      </p:cxnSp>
      <p:sp>
        <p:nvSpPr>
          <p:cNvPr id="1908" name="Google Shape;1908;p36"/>
          <p:cNvSpPr txBox="1"/>
          <p:nvPr/>
        </p:nvSpPr>
        <p:spPr>
          <a:xfrm>
            <a:off x="849550" y="1951200"/>
            <a:ext cx="3802280" cy="1241100"/>
          </a:xfrm>
          <a:prstGeom prst="rect">
            <a:avLst/>
          </a:prstGeom>
          <a:noFill/>
          <a:ln>
            <a:noFill/>
          </a:ln>
        </p:spPr>
        <p:txBody>
          <a:bodyPr spcFirstLastPara="1" wrap="square" lIns="91425" tIns="91425" rIns="91425" bIns="91425" anchor="t" anchorCtr="0">
            <a:noAutofit/>
          </a:bodyPr>
          <a:lstStyle/>
          <a:p>
            <a:pPr marL="342900" lvl="0" indent="-342900" rtl="0">
              <a:lnSpc>
                <a:spcPct val="150000"/>
              </a:lnSpc>
              <a:spcBef>
                <a:spcPts val="0"/>
              </a:spcBef>
              <a:spcAft>
                <a:spcPts val="0"/>
              </a:spcAft>
              <a:buAutoNum type="arabicPeriod"/>
            </a:pPr>
            <a:r>
              <a:rPr lang="en" b="1" dirty="0">
                <a:solidFill>
                  <a:schemeClr val="dk1"/>
                </a:solidFill>
                <a:latin typeface="Belleza" panose="020B0604020202020204" charset="0"/>
                <a:ea typeface="Bellota Text"/>
                <a:cs typeface="Bellota Text"/>
                <a:sym typeface="Bellota Text"/>
              </a:rPr>
              <a:t>Pandas</a:t>
            </a:r>
          </a:p>
          <a:p>
            <a:pPr marL="342900" lvl="0" indent="-342900" rtl="0">
              <a:lnSpc>
                <a:spcPct val="150000"/>
              </a:lnSpc>
              <a:spcBef>
                <a:spcPts val="0"/>
              </a:spcBef>
              <a:spcAft>
                <a:spcPts val="0"/>
              </a:spcAft>
              <a:buAutoNum type="arabicPeriod"/>
            </a:pPr>
            <a:r>
              <a:rPr lang="en" b="1" dirty="0">
                <a:solidFill>
                  <a:schemeClr val="dk1"/>
                </a:solidFill>
                <a:latin typeface="Belleza" panose="020B0604020202020204" charset="0"/>
                <a:ea typeface="Bellota Text"/>
                <a:cs typeface="Bellota Text"/>
                <a:sym typeface="Bellota Text"/>
              </a:rPr>
              <a:t>Plotly.express</a:t>
            </a:r>
          </a:p>
          <a:p>
            <a:pPr marL="342900" lvl="0" indent="-342900" rtl="0">
              <a:lnSpc>
                <a:spcPct val="150000"/>
              </a:lnSpc>
              <a:spcBef>
                <a:spcPts val="0"/>
              </a:spcBef>
              <a:spcAft>
                <a:spcPts val="0"/>
              </a:spcAft>
              <a:buAutoNum type="arabicPeriod"/>
            </a:pPr>
            <a:r>
              <a:rPr lang="en" b="1" dirty="0">
                <a:solidFill>
                  <a:schemeClr val="dk1"/>
                </a:solidFill>
                <a:latin typeface="Belleza" panose="020B0604020202020204" charset="0"/>
                <a:ea typeface="Bellota Text"/>
                <a:cs typeface="Bellota Text"/>
                <a:sym typeface="Bellota Text"/>
              </a:rPr>
              <a:t>Plotly.graph_objects</a:t>
            </a:r>
            <a:endParaRPr lang="en-IN" b="1" dirty="0">
              <a:solidFill>
                <a:schemeClr val="dk1"/>
              </a:solidFill>
              <a:latin typeface="Belleza" panose="020B0604020202020204" charset="0"/>
              <a:ea typeface="Bellota Text"/>
              <a:cs typeface="Bellota Text"/>
              <a:sym typeface="Bellota Text"/>
            </a:endParaRPr>
          </a:p>
          <a:p>
            <a:pPr marL="342900" lvl="0" indent="-342900" rtl="0">
              <a:lnSpc>
                <a:spcPct val="150000"/>
              </a:lnSpc>
              <a:spcBef>
                <a:spcPts val="0"/>
              </a:spcBef>
              <a:spcAft>
                <a:spcPts val="0"/>
              </a:spcAft>
              <a:buAutoNum type="arabicPeriod"/>
            </a:pPr>
            <a:r>
              <a:rPr lang="en-IN" b="1" dirty="0" err="1">
                <a:solidFill>
                  <a:schemeClr val="dk1"/>
                </a:solidFill>
                <a:latin typeface="Belleza" panose="020B0604020202020204" charset="0"/>
                <a:ea typeface="Bellota Text"/>
                <a:cs typeface="Bellota Text"/>
                <a:sym typeface="Bellota Text"/>
              </a:rPr>
              <a:t>Opendatasets</a:t>
            </a:r>
            <a:endParaRPr lang="en-IN" b="1" dirty="0">
              <a:solidFill>
                <a:schemeClr val="dk1"/>
              </a:solidFill>
              <a:latin typeface="Belleza" panose="020B0604020202020204" charset="0"/>
              <a:ea typeface="Bellota Text"/>
              <a:cs typeface="Bellota Text"/>
              <a:sym typeface="Bellota Text"/>
            </a:endParaRPr>
          </a:p>
        </p:txBody>
      </p:sp>
      <p:grpSp>
        <p:nvGrpSpPr>
          <p:cNvPr id="1945" name="Google Shape;1945;p36"/>
          <p:cNvGrpSpPr/>
          <p:nvPr/>
        </p:nvGrpSpPr>
        <p:grpSpPr>
          <a:xfrm>
            <a:off x="8265409" y="292685"/>
            <a:ext cx="1106632" cy="732018"/>
            <a:chOff x="4140225" y="635288"/>
            <a:chExt cx="456550" cy="302000"/>
          </a:xfrm>
        </p:grpSpPr>
        <p:sp>
          <p:nvSpPr>
            <p:cNvPr id="1946" name="Google Shape;1946;p36"/>
            <p:cNvSpPr/>
            <p:nvPr/>
          </p:nvSpPr>
          <p:spPr>
            <a:xfrm>
              <a:off x="4306400" y="722138"/>
              <a:ext cx="8575" cy="16550"/>
            </a:xfrm>
            <a:custGeom>
              <a:avLst/>
              <a:gdLst/>
              <a:ahLst/>
              <a:cxnLst/>
              <a:rect l="l" t="t" r="r" b="b"/>
              <a:pathLst>
                <a:path w="343" h="662" extrusionOk="0">
                  <a:moveTo>
                    <a:pt x="262" y="1"/>
                  </a:moveTo>
                  <a:cubicBezTo>
                    <a:pt x="221" y="1"/>
                    <a:pt x="191" y="33"/>
                    <a:pt x="186" y="74"/>
                  </a:cubicBezTo>
                  <a:cubicBezTo>
                    <a:pt x="182" y="246"/>
                    <a:pt x="128" y="403"/>
                    <a:pt x="25" y="540"/>
                  </a:cubicBezTo>
                  <a:cubicBezTo>
                    <a:pt x="1" y="574"/>
                    <a:pt x="10" y="623"/>
                    <a:pt x="44" y="648"/>
                  </a:cubicBezTo>
                  <a:cubicBezTo>
                    <a:pt x="49" y="653"/>
                    <a:pt x="59" y="657"/>
                    <a:pt x="69" y="657"/>
                  </a:cubicBezTo>
                  <a:cubicBezTo>
                    <a:pt x="76" y="660"/>
                    <a:pt x="84" y="661"/>
                    <a:pt x="92" y="661"/>
                  </a:cubicBezTo>
                  <a:cubicBezTo>
                    <a:pt x="115" y="661"/>
                    <a:pt x="137" y="650"/>
                    <a:pt x="152" y="628"/>
                  </a:cubicBezTo>
                  <a:cubicBezTo>
                    <a:pt x="265" y="472"/>
                    <a:pt x="333" y="280"/>
                    <a:pt x="343" y="80"/>
                  </a:cubicBezTo>
                  <a:cubicBezTo>
                    <a:pt x="343" y="35"/>
                    <a:pt x="309" y="1"/>
                    <a:pt x="270" y="1"/>
                  </a:cubicBezTo>
                  <a:cubicBezTo>
                    <a:pt x="267" y="1"/>
                    <a:pt x="264" y="1"/>
                    <a:pt x="262"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36"/>
            <p:cNvSpPr/>
            <p:nvPr/>
          </p:nvSpPr>
          <p:spPr>
            <a:xfrm>
              <a:off x="4315700" y="738938"/>
              <a:ext cx="9325" cy="7775"/>
            </a:xfrm>
            <a:custGeom>
              <a:avLst/>
              <a:gdLst/>
              <a:ahLst/>
              <a:cxnLst/>
              <a:rect l="l" t="t" r="r" b="b"/>
              <a:pathLst>
                <a:path w="373" h="311" extrusionOk="0">
                  <a:moveTo>
                    <a:pt x="288" y="0"/>
                  </a:moveTo>
                  <a:cubicBezTo>
                    <a:pt x="275" y="0"/>
                    <a:pt x="262" y="3"/>
                    <a:pt x="251" y="10"/>
                  </a:cubicBezTo>
                  <a:cubicBezTo>
                    <a:pt x="167" y="55"/>
                    <a:pt x="94" y="113"/>
                    <a:pt x="30" y="182"/>
                  </a:cubicBezTo>
                  <a:cubicBezTo>
                    <a:pt x="0" y="211"/>
                    <a:pt x="0" y="260"/>
                    <a:pt x="30" y="290"/>
                  </a:cubicBezTo>
                  <a:cubicBezTo>
                    <a:pt x="40" y="294"/>
                    <a:pt x="50" y="304"/>
                    <a:pt x="65" y="309"/>
                  </a:cubicBezTo>
                  <a:cubicBezTo>
                    <a:pt x="70" y="310"/>
                    <a:pt x="76" y="310"/>
                    <a:pt x="81" y="310"/>
                  </a:cubicBezTo>
                  <a:cubicBezTo>
                    <a:pt x="101" y="310"/>
                    <a:pt x="122" y="303"/>
                    <a:pt x="138" y="284"/>
                  </a:cubicBezTo>
                  <a:cubicBezTo>
                    <a:pt x="192" y="231"/>
                    <a:pt x="255" y="182"/>
                    <a:pt x="323" y="143"/>
                  </a:cubicBezTo>
                  <a:cubicBezTo>
                    <a:pt x="363" y="123"/>
                    <a:pt x="373" y="73"/>
                    <a:pt x="353" y="39"/>
                  </a:cubicBezTo>
                  <a:cubicBezTo>
                    <a:pt x="340" y="13"/>
                    <a:pt x="314" y="0"/>
                    <a:pt x="288"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36"/>
            <p:cNvSpPr/>
            <p:nvPr/>
          </p:nvSpPr>
          <p:spPr>
            <a:xfrm>
              <a:off x="4453100" y="790713"/>
              <a:ext cx="8825" cy="5850"/>
            </a:xfrm>
            <a:custGeom>
              <a:avLst/>
              <a:gdLst/>
              <a:ahLst/>
              <a:cxnLst/>
              <a:rect l="l" t="t" r="r" b="b"/>
              <a:pathLst>
                <a:path w="353" h="234" extrusionOk="0">
                  <a:moveTo>
                    <a:pt x="90" y="0"/>
                  </a:moveTo>
                  <a:cubicBezTo>
                    <a:pt x="61" y="0"/>
                    <a:pt x="31" y="16"/>
                    <a:pt x="20" y="46"/>
                  </a:cubicBezTo>
                  <a:cubicBezTo>
                    <a:pt x="0" y="84"/>
                    <a:pt x="20" y="129"/>
                    <a:pt x="59" y="148"/>
                  </a:cubicBezTo>
                  <a:lnTo>
                    <a:pt x="235" y="227"/>
                  </a:lnTo>
                  <a:cubicBezTo>
                    <a:pt x="241" y="227"/>
                    <a:pt x="241" y="227"/>
                    <a:pt x="246" y="231"/>
                  </a:cubicBezTo>
                  <a:cubicBezTo>
                    <a:pt x="252" y="233"/>
                    <a:pt x="258" y="234"/>
                    <a:pt x="264" y="234"/>
                  </a:cubicBezTo>
                  <a:cubicBezTo>
                    <a:pt x="293" y="234"/>
                    <a:pt x="322" y="216"/>
                    <a:pt x="339" y="188"/>
                  </a:cubicBezTo>
                  <a:cubicBezTo>
                    <a:pt x="353" y="148"/>
                    <a:pt x="339" y="104"/>
                    <a:pt x="300" y="84"/>
                  </a:cubicBezTo>
                  <a:lnTo>
                    <a:pt x="118" y="6"/>
                  </a:lnTo>
                  <a:cubicBezTo>
                    <a:pt x="109" y="2"/>
                    <a:pt x="100" y="0"/>
                    <a:pt x="90"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36"/>
            <p:cNvSpPr/>
            <p:nvPr/>
          </p:nvSpPr>
          <p:spPr>
            <a:xfrm>
              <a:off x="4357225" y="786863"/>
              <a:ext cx="8825" cy="5800"/>
            </a:xfrm>
            <a:custGeom>
              <a:avLst/>
              <a:gdLst/>
              <a:ahLst/>
              <a:cxnLst/>
              <a:rect l="l" t="t" r="r" b="b"/>
              <a:pathLst>
                <a:path w="353" h="232" extrusionOk="0">
                  <a:moveTo>
                    <a:pt x="91" y="1"/>
                  </a:moveTo>
                  <a:cubicBezTo>
                    <a:pt x="62" y="1"/>
                    <a:pt x="34" y="19"/>
                    <a:pt x="20" y="48"/>
                  </a:cubicBezTo>
                  <a:cubicBezTo>
                    <a:pt x="0" y="82"/>
                    <a:pt x="20" y="130"/>
                    <a:pt x="59" y="146"/>
                  </a:cubicBezTo>
                  <a:lnTo>
                    <a:pt x="235" y="224"/>
                  </a:lnTo>
                  <a:cubicBezTo>
                    <a:pt x="240" y="229"/>
                    <a:pt x="245" y="229"/>
                    <a:pt x="245" y="229"/>
                  </a:cubicBezTo>
                  <a:cubicBezTo>
                    <a:pt x="253" y="231"/>
                    <a:pt x="261" y="232"/>
                    <a:pt x="269" y="232"/>
                  </a:cubicBezTo>
                  <a:cubicBezTo>
                    <a:pt x="299" y="232"/>
                    <a:pt x="326" y="217"/>
                    <a:pt x="338" y="189"/>
                  </a:cubicBezTo>
                  <a:cubicBezTo>
                    <a:pt x="353" y="150"/>
                    <a:pt x="338" y="107"/>
                    <a:pt x="299" y="87"/>
                  </a:cubicBezTo>
                  <a:lnTo>
                    <a:pt x="123" y="8"/>
                  </a:lnTo>
                  <a:cubicBezTo>
                    <a:pt x="112" y="3"/>
                    <a:pt x="102" y="1"/>
                    <a:pt x="91"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36"/>
            <p:cNvSpPr/>
            <p:nvPr/>
          </p:nvSpPr>
          <p:spPr>
            <a:xfrm>
              <a:off x="4421375" y="771488"/>
              <a:ext cx="12900" cy="9200"/>
            </a:xfrm>
            <a:custGeom>
              <a:avLst/>
              <a:gdLst/>
              <a:ahLst/>
              <a:cxnLst/>
              <a:rect l="l" t="t" r="r" b="b"/>
              <a:pathLst>
                <a:path w="516" h="368" extrusionOk="0">
                  <a:moveTo>
                    <a:pt x="88" y="0"/>
                  </a:moveTo>
                  <a:cubicBezTo>
                    <a:pt x="58" y="0"/>
                    <a:pt x="30" y="16"/>
                    <a:pt x="16" y="46"/>
                  </a:cubicBezTo>
                  <a:cubicBezTo>
                    <a:pt x="1" y="85"/>
                    <a:pt x="16" y="128"/>
                    <a:pt x="55" y="148"/>
                  </a:cubicBezTo>
                  <a:cubicBezTo>
                    <a:pt x="172" y="197"/>
                    <a:pt x="285" y="266"/>
                    <a:pt x="378" y="349"/>
                  </a:cubicBezTo>
                  <a:cubicBezTo>
                    <a:pt x="387" y="354"/>
                    <a:pt x="398" y="358"/>
                    <a:pt x="407" y="363"/>
                  </a:cubicBezTo>
                  <a:cubicBezTo>
                    <a:pt x="415" y="366"/>
                    <a:pt x="423" y="367"/>
                    <a:pt x="430" y="367"/>
                  </a:cubicBezTo>
                  <a:cubicBezTo>
                    <a:pt x="452" y="367"/>
                    <a:pt x="471" y="357"/>
                    <a:pt x="486" y="340"/>
                  </a:cubicBezTo>
                  <a:cubicBezTo>
                    <a:pt x="516" y="310"/>
                    <a:pt x="511" y="261"/>
                    <a:pt x="476" y="232"/>
                  </a:cubicBezTo>
                  <a:cubicBezTo>
                    <a:pt x="373" y="143"/>
                    <a:pt x="246" y="65"/>
                    <a:pt x="118" y="6"/>
                  </a:cubicBezTo>
                  <a:cubicBezTo>
                    <a:pt x="108" y="2"/>
                    <a:pt x="98" y="0"/>
                    <a:pt x="88"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36"/>
            <p:cNvSpPr/>
            <p:nvPr/>
          </p:nvSpPr>
          <p:spPr>
            <a:xfrm>
              <a:off x="4467425" y="820638"/>
              <a:ext cx="13750" cy="8675"/>
            </a:xfrm>
            <a:custGeom>
              <a:avLst/>
              <a:gdLst/>
              <a:ahLst/>
              <a:cxnLst/>
              <a:rect l="l" t="t" r="r" b="b"/>
              <a:pathLst>
                <a:path w="550" h="347" extrusionOk="0">
                  <a:moveTo>
                    <a:pt x="87" y="0"/>
                  </a:moveTo>
                  <a:cubicBezTo>
                    <a:pt x="65" y="0"/>
                    <a:pt x="44" y="10"/>
                    <a:pt x="30" y="29"/>
                  </a:cubicBezTo>
                  <a:cubicBezTo>
                    <a:pt x="1" y="63"/>
                    <a:pt x="10" y="112"/>
                    <a:pt x="40" y="137"/>
                  </a:cubicBezTo>
                  <a:cubicBezTo>
                    <a:pt x="162" y="230"/>
                    <a:pt x="295" y="303"/>
                    <a:pt x="442" y="343"/>
                  </a:cubicBezTo>
                  <a:cubicBezTo>
                    <a:pt x="449" y="346"/>
                    <a:pt x="457" y="347"/>
                    <a:pt x="465" y="347"/>
                  </a:cubicBezTo>
                  <a:cubicBezTo>
                    <a:pt x="496" y="347"/>
                    <a:pt x="527" y="325"/>
                    <a:pt x="534" y="293"/>
                  </a:cubicBezTo>
                  <a:cubicBezTo>
                    <a:pt x="550" y="249"/>
                    <a:pt x="525" y="210"/>
                    <a:pt x="485" y="196"/>
                  </a:cubicBezTo>
                  <a:cubicBezTo>
                    <a:pt x="358" y="161"/>
                    <a:pt x="241" y="102"/>
                    <a:pt x="138" y="20"/>
                  </a:cubicBezTo>
                  <a:cubicBezTo>
                    <a:pt x="123" y="6"/>
                    <a:pt x="104" y="0"/>
                    <a:pt x="87"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36"/>
            <p:cNvSpPr/>
            <p:nvPr/>
          </p:nvSpPr>
          <p:spPr>
            <a:xfrm>
              <a:off x="4429725" y="805288"/>
              <a:ext cx="10675" cy="6425"/>
            </a:xfrm>
            <a:custGeom>
              <a:avLst/>
              <a:gdLst/>
              <a:ahLst/>
              <a:cxnLst/>
              <a:rect l="l" t="t" r="r" b="b"/>
              <a:pathLst>
                <a:path w="427" h="257" extrusionOk="0">
                  <a:moveTo>
                    <a:pt x="91" y="1"/>
                  </a:moveTo>
                  <a:cubicBezTo>
                    <a:pt x="65" y="1"/>
                    <a:pt x="40" y="13"/>
                    <a:pt x="24" y="35"/>
                  </a:cubicBezTo>
                  <a:cubicBezTo>
                    <a:pt x="0" y="69"/>
                    <a:pt x="10" y="114"/>
                    <a:pt x="44" y="139"/>
                  </a:cubicBezTo>
                  <a:cubicBezTo>
                    <a:pt x="107" y="182"/>
                    <a:pt x="177" y="216"/>
                    <a:pt x="250" y="236"/>
                  </a:cubicBezTo>
                  <a:cubicBezTo>
                    <a:pt x="279" y="241"/>
                    <a:pt x="304" y="251"/>
                    <a:pt x="333" y="256"/>
                  </a:cubicBezTo>
                  <a:cubicBezTo>
                    <a:pt x="336" y="256"/>
                    <a:pt x="339" y="257"/>
                    <a:pt x="341" y="257"/>
                  </a:cubicBezTo>
                  <a:cubicBezTo>
                    <a:pt x="377" y="257"/>
                    <a:pt x="413" y="229"/>
                    <a:pt x="421" y="193"/>
                  </a:cubicBezTo>
                  <a:cubicBezTo>
                    <a:pt x="426" y="153"/>
                    <a:pt x="401" y="109"/>
                    <a:pt x="358" y="104"/>
                  </a:cubicBezTo>
                  <a:cubicBezTo>
                    <a:pt x="274" y="89"/>
                    <a:pt x="200" y="60"/>
                    <a:pt x="132" y="10"/>
                  </a:cubicBezTo>
                  <a:cubicBezTo>
                    <a:pt x="119" y="4"/>
                    <a:pt x="105" y="1"/>
                    <a:pt x="91"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36"/>
            <p:cNvSpPr/>
            <p:nvPr/>
          </p:nvSpPr>
          <p:spPr>
            <a:xfrm>
              <a:off x="4384525" y="782413"/>
              <a:ext cx="15575" cy="7050"/>
            </a:xfrm>
            <a:custGeom>
              <a:avLst/>
              <a:gdLst/>
              <a:ahLst/>
              <a:cxnLst/>
              <a:rect l="l" t="t" r="r" b="b"/>
              <a:pathLst>
                <a:path w="623" h="282" extrusionOk="0">
                  <a:moveTo>
                    <a:pt x="85" y="1"/>
                  </a:moveTo>
                  <a:cubicBezTo>
                    <a:pt x="53" y="1"/>
                    <a:pt x="23" y="22"/>
                    <a:pt x="16" y="54"/>
                  </a:cubicBezTo>
                  <a:cubicBezTo>
                    <a:pt x="0" y="98"/>
                    <a:pt x="25" y="138"/>
                    <a:pt x="64" y="152"/>
                  </a:cubicBezTo>
                  <a:lnTo>
                    <a:pt x="515" y="279"/>
                  </a:lnTo>
                  <a:cubicBezTo>
                    <a:pt x="523" y="281"/>
                    <a:pt x="531" y="282"/>
                    <a:pt x="538" y="282"/>
                  </a:cubicBezTo>
                  <a:cubicBezTo>
                    <a:pt x="572" y="282"/>
                    <a:pt x="600" y="262"/>
                    <a:pt x="613" y="226"/>
                  </a:cubicBezTo>
                  <a:cubicBezTo>
                    <a:pt x="622" y="186"/>
                    <a:pt x="598" y="142"/>
                    <a:pt x="559" y="132"/>
                  </a:cubicBezTo>
                  <a:lnTo>
                    <a:pt x="109" y="5"/>
                  </a:lnTo>
                  <a:cubicBezTo>
                    <a:pt x="101" y="2"/>
                    <a:pt x="93" y="1"/>
                    <a:pt x="85"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36"/>
            <p:cNvSpPr/>
            <p:nvPr/>
          </p:nvSpPr>
          <p:spPr>
            <a:xfrm>
              <a:off x="4439000" y="839713"/>
              <a:ext cx="12800" cy="7000"/>
            </a:xfrm>
            <a:custGeom>
              <a:avLst/>
              <a:gdLst/>
              <a:ahLst/>
              <a:cxnLst/>
              <a:rect l="l" t="t" r="r" b="b"/>
              <a:pathLst>
                <a:path w="512" h="280" extrusionOk="0">
                  <a:moveTo>
                    <a:pt x="88" y="0"/>
                  </a:moveTo>
                  <a:cubicBezTo>
                    <a:pt x="59" y="0"/>
                    <a:pt x="30" y="15"/>
                    <a:pt x="16" y="44"/>
                  </a:cubicBezTo>
                  <a:cubicBezTo>
                    <a:pt x="1" y="84"/>
                    <a:pt x="21" y="128"/>
                    <a:pt x="60" y="148"/>
                  </a:cubicBezTo>
                  <a:cubicBezTo>
                    <a:pt x="168" y="197"/>
                    <a:pt x="285" y="240"/>
                    <a:pt x="403" y="275"/>
                  </a:cubicBezTo>
                  <a:cubicBezTo>
                    <a:pt x="411" y="278"/>
                    <a:pt x="419" y="279"/>
                    <a:pt x="427" y="279"/>
                  </a:cubicBezTo>
                  <a:cubicBezTo>
                    <a:pt x="459" y="279"/>
                    <a:pt x="489" y="257"/>
                    <a:pt x="501" y="226"/>
                  </a:cubicBezTo>
                  <a:cubicBezTo>
                    <a:pt x="511" y="182"/>
                    <a:pt x="486" y="143"/>
                    <a:pt x="447" y="128"/>
                  </a:cubicBezTo>
                  <a:cubicBezTo>
                    <a:pt x="335" y="94"/>
                    <a:pt x="227" y="55"/>
                    <a:pt x="119" y="5"/>
                  </a:cubicBezTo>
                  <a:cubicBezTo>
                    <a:pt x="109" y="2"/>
                    <a:pt x="98" y="0"/>
                    <a:pt x="88"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36"/>
            <p:cNvSpPr/>
            <p:nvPr/>
          </p:nvSpPr>
          <p:spPr>
            <a:xfrm>
              <a:off x="4537575" y="833963"/>
              <a:ext cx="12800" cy="6975"/>
            </a:xfrm>
            <a:custGeom>
              <a:avLst/>
              <a:gdLst/>
              <a:ahLst/>
              <a:cxnLst/>
              <a:rect l="l" t="t" r="r" b="b"/>
              <a:pathLst>
                <a:path w="512" h="279" extrusionOk="0">
                  <a:moveTo>
                    <a:pt x="92" y="0"/>
                  </a:moveTo>
                  <a:cubicBezTo>
                    <a:pt x="61" y="0"/>
                    <a:pt x="32" y="18"/>
                    <a:pt x="16" y="45"/>
                  </a:cubicBezTo>
                  <a:cubicBezTo>
                    <a:pt x="1" y="84"/>
                    <a:pt x="16" y="133"/>
                    <a:pt x="55" y="147"/>
                  </a:cubicBezTo>
                  <a:cubicBezTo>
                    <a:pt x="168" y="197"/>
                    <a:pt x="281" y="240"/>
                    <a:pt x="398" y="274"/>
                  </a:cubicBezTo>
                  <a:lnTo>
                    <a:pt x="403" y="274"/>
                  </a:lnTo>
                  <a:cubicBezTo>
                    <a:pt x="411" y="277"/>
                    <a:pt x="419" y="279"/>
                    <a:pt x="427" y="279"/>
                  </a:cubicBezTo>
                  <a:cubicBezTo>
                    <a:pt x="459" y="279"/>
                    <a:pt x="488" y="257"/>
                    <a:pt x="496" y="226"/>
                  </a:cubicBezTo>
                  <a:cubicBezTo>
                    <a:pt x="511" y="186"/>
                    <a:pt x="486" y="142"/>
                    <a:pt x="448" y="127"/>
                  </a:cubicBezTo>
                  <a:cubicBezTo>
                    <a:pt x="330" y="93"/>
                    <a:pt x="227" y="54"/>
                    <a:pt x="118" y="5"/>
                  </a:cubicBezTo>
                  <a:cubicBezTo>
                    <a:pt x="110" y="2"/>
                    <a:pt x="101" y="0"/>
                    <a:pt x="92"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36"/>
            <p:cNvSpPr/>
            <p:nvPr/>
          </p:nvSpPr>
          <p:spPr>
            <a:xfrm>
              <a:off x="4394925" y="816213"/>
              <a:ext cx="8500" cy="6475"/>
            </a:xfrm>
            <a:custGeom>
              <a:avLst/>
              <a:gdLst/>
              <a:ahLst/>
              <a:cxnLst/>
              <a:rect l="l" t="t" r="r" b="b"/>
              <a:pathLst>
                <a:path w="340" h="259" extrusionOk="0">
                  <a:moveTo>
                    <a:pt x="87" y="0"/>
                  </a:moveTo>
                  <a:cubicBezTo>
                    <a:pt x="56" y="0"/>
                    <a:pt x="27" y="19"/>
                    <a:pt x="16" y="50"/>
                  </a:cubicBezTo>
                  <a:cubicBezTo>
                    <a:pt x="1" y="88"/>
                    <a:pt x="16" y="132"/>
                    <a:pt x="55" y="147"/>
                  </a:cubicBezTo>
                  <a:cubicBezTo>
                    <a:pt x="109" y="172"/>
                    <a:pt x="163" y="201"/>
                    <a:pt x="206" y="240"/>
                  </a:cubicBezTo>
                  <a:cubicBezTo>
                    <a:pt x="211" y="249"/>
                    <a:pt x="222" y="255"/>
                    <a:pt x="236" y="255"/>
                  </a:cubicBezTo>
                  <a:cubicBezTo>
                    <a:pt x="242" y="258"/>
                    <a:pt x="249" y="259"/>
                    <a:pt x="257" y="259"/>
                  </a:cubicBezTo>
                  <a:cubicBezTo>
                    <a:pt x="277" y="259"/>
                    <a:pt x="300" y="250"/>
                    <a:pt x="314" y="235"/>
                  </a:cubicBezTo>
                  <a:cubicBezTo>
                    <a:pt x="339" y="206"/>
                    <a:pt x="339" y="157"/>
                    <a:pt x="305" y="127"/>
                  </a:cubicBezTo>
                  <a:cubicBezTo>
                    <a:pt x="251" y="79"/>
                    <a:pt x="188" y="34"/>
                    <a:pt x="113" y="5"/>
                  </a:cubicBezTo>
                  <a:cubicBezTo>
                    <a:pt x="105" y="2"/>
                    <a:pt x="96" y="0"/>
                    <a:pt x="87"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36"/>
            <p:cNvSpPr/>
            <p:nvPr/>
          </p:nvSpPr>
          <p:spPr>
            <a:xfrm>
              <a:off x="4362600" y="746638"/>
              <a:ext cx="12050" cy="6825"/>
            </a:xfrm>
            <a:custGeom>
              <a:avLst/>
              <a:gdLst/>
              <a:ahLst/>
              <a:cxnLst/>
              <a:rect l="l" t="t" r="r" b="b"/>
              <a:pathLst>
                <a:path w="482" h="273" extrusionOk="0">
                  <a:moveTo>
                    <a:pt x="88" y="1"/>
                  </a:moveTo>
                  <a:cubicBezTo>
                    <a:pt x="57" y="1"/>
                    <a:pt x="27" y="20"/>
                    <a:pt x="16" y="50"/>
                  </a:cubicBezTo>
                  <a:cubicBezTo>
                    <a:pt x="0" y="89"/>
                    <a:pt x="16" y="133"/>
                    <a:pt x="55" y="147"/>
                  </a:cubicBezTo>
                  <a:cubicBezTo>
                    <a:pt x="163" y="192"/>
                    <a:pt x="265" y="231"/>
                    <a:pt x="368" y="270"/>
                  </a:cubicBezTo>
                  <a:lnTo>
                    <a:pt x="373" y="270"/>
                  </a:lnTo>
                  <a:cubicBezTo>
                    <a:pt x="380" y="272"/>
                    <a:pt x="387" y="273"/>
                    <a:pt x="394" y="273"/>
                  </a:cubicBezTo>
                  <a:cubicBezTo>
                    <a:pt x="427" y="273"/>
                    <a:pt x="458" y="253"/>
                    <a:pt x="466" y="222"/>
                  </a:cubicBezTo>
                  <a:cubicBezTo>
                    <a:pt x="481" y="182"/>
                    <a:pt x="461" y="138"/>
                    <a:pt x="422" y="123"/>
                  </a:cubicBezTo>
                  <a:cubicBezTo>
                    <a:pt x="319" y="89"/>
                    <a:pt x="217" y="50"/>
                    <a:pt x="113" y="5"/>
                  </a:cubicBezTo>
                  <a:cubicBezTo>
                    <a:pt x="105" y="2"/>
                    <a:pt x="96" y="1"/>
                    <a:pt x="88"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36"/>
            <p:cNvSpPr/>
            <p:nvPr/>
          </p:nvSpPr>
          <p:spPr>
            <a:xfrm>
              <a:off x="4526325" y="874013"/>
              <a:ext cx="12175" cy="6825"/>
            </a:xfrm>
            <a:custGeom>
              <a:avLst/>
              <a:gdLst/>
              <a:ahLst/>
              <a:cxnLst/>
              <a:rect l="l" t="t" r="r" b="b"/>
              <a:pathLst>
                <a:path w="487" h="273" extrusionOk="0">
                  <a:moveTo>
                    <a:pt x="91" y="0"/>
                  </a:moveTo>
                  <a:cubicBezTo>
                    <a:pt x="61" y="0"/>
                    <a:pt x="32" y="19"/>
                    <a:pt x="21" y="49"/>
                  </a:cubicBezTo>
                  <a:cubicBezTo>
                    <a:pt x="1" y="89"/>
                    <a:pt x="21" y="132"/>
                    <a:pt x="59" y="148"/>
                  </a:cubicBezTo>
                  <a:cubicBezTo>
                    <a:pt x="168" y="191"/>
                    <a:pt x="270" y="230"/>
                    <a:pt x="373" y="265"/>
                  </a:cubicBezTo>
                  <a:lnTo>
                    <a:pt x="378" y="270"/>
                  </a:lnTo>
                  <a:cubicBezTo>
                    <a:pt x="384" y="271"/>
                    <a:pt x="391" y="272"/>
                    <a:pt x="397" y="272"/>
                  </a:cubicBezTo>
                  <a:cubicBezTo>
                    <a:pt x="429" y="272"/>
                    <a:pt x="459" y="253"/>
                    <a:pt x="471" y="220"/>
                  </a:cubicBezTo>
                  <a:cubicBezTo>
                    <a:pt x="486" y="182"/>
                    <a:pt x="466" y="137"/>
                    <a:pt x="427" y="123"/>
                  </a:cubicBezTo>
                  <a:cubicBezTo>
                    <a:pt x="324" y="83"/>
                    <a:pt x="222" y="49"/>
                    <a:pt x="118" y="5"/>
                  </a:cubicBezTo>
                  <a:cubicBezTo>
                    <a:pt x="109" y="2"/>
                    <a:pt x="100" y="0"/>
                    <a:pt x="91"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36"/>
            <p:cNvSpPr/>
            <p:nvPr/>
          </p:nvSpPr>
          <p:spPr>
            <a:xfrm>
              <a:off x="4496575" y="801763"/>
              <a:ext cx="16050" cy="7925"/>
            </a:xfrm>
            <a:custGeom>
              <a:avLst/>
              <a:gdLst/>
              <a:ahLst/>
              <a:cxnLst/>
              <a:rect l="l" t="t" r="r" b="b"/>
              <a:pathLst>
                <a:path w="642" h="317" extrusionOk="0">
                  <a:moveTo>
                    <a:pt x="87" y="0"/>
                  </a:moveTo>
                  <a:cubicBezTo>
                    <a:pt x="57" y="0"/>
                    <a:pt x="27" y="20"/>
                    <a:pt x="15" y="54"/>
                  </a:cubicBezTo>
                  <a:cubicBezTo>
                    <a:pt x="1" y="93"/>
                    <a:pt x="20" y="137"/>
                    <a:pt x="64" y="147"/>
                  </a:cubicBezTo>
                  <a:cubicBezTo>
                    <a:pt x="221" y="201"/>
                    <a:pt x="372" y="260"/>
                    <a:pt x="530" y="314"/>
                  </a:cubicBezTo>
                  <a:lnTo>
                    <a:pt x="535" y="314"/>
                  </a:lnTo>
                  <a:cubicBezTo>
                    <a:pt x="541" y="315"/>
                    <a:pt x="548" y="316"/>
                    <a:pt x="554" y="316"/>
                  </a:cubicBezTo>
                  <a:cubicBezTo>
                    <a:pt x="586" y="316"/>
                    <a:pt x="615" y="297"/>
                    <a:pt x="628" y="264"/>
                  </a:cubicBezTo>
                  <a:cubicBezTo>
                    <a:pt x="642" y="226"/>
                    <a:pt x="623" y="181"/>
                    <a:pt x="583" y="167"/>
                  </a:cubicBezTo>
                  <a:cubicBezTo>
                    <a:pt x="427" y="113"/>
                    <a:pt x="270" y="59"/>
                    <a:pt x="113" y="4"/>
                  </a:cubicBezTo>
                  <a:cubicBezTo>
                    <a:pt x="104" y="1"/>
                    <a:pt x="96" y="0"/>
                    <a:pt x="87"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36"/>
            <p:cNvSpPr/>
            <p:nvPr/>
          </p:nvSpPr>
          <p:spPr>
            <a:xfrm>
              <a:off x="4481625" y="863463"/>
              <a:ext cx="11900" cy="9625"/>
            </a:xfrm>
            <a:custGeom>
              <a:avLst/>
              <a:gdLst/>
              <a:ahLst/>
              <a:cxnLst/>
              <a:rect l="l" t="t" r="r" b="b"/>
              <a:pathLst>
                <a:path w="476" h="385" extrusionOk="0">
                  <a:moveTo>
                    <a:pt x="93" y="1"/>
                  </a:moveTo>
                  <a:cubicBezTo>
                    <a:pt x="79" y="1"/>
                    <a:pt x="66" y="4"/>
                    <a:pt x="55" y="11"/>
                  </a:cubicBezTo>
                  <a:cubicBezTo>
                    <a:pt x="16" y="30"/>
                    <a:pt x="1" y="75"/>
                    <a:pt x="21" y="113"/>
                  </a:cubicBezTo>
                  <a:cubicBezTo>
                    <a:pt x="89" y="240"/>
                    <a:pt x="202" y="334"/>
                    <a:pt x="334" y="373"/>
                  </a:cubicBezTo>
                  <a:cubicBezTo>
                    <a:pt x="349" y="378"/>
                    <a:pt x="364" y="378"/>
                    <a:pt x="378" y="383"/>
                  </a:cubicBezTo>
                  <a:cubicBezTo>
                    <a:pt x="384" y="384"/>
                    <a:pt x="390" y="385"/>
                    <a:pt x="396" y="385"/>
                  </a:cubicBezTo>
                  <a:cubicBezTo>
                    <a:pt x="433" y="385"/>
                    <a:pt x="463" y="358"/>
                    <a:pt x="471" y="324"/>
                  </a:cubicBezTo>
                  <a:cubicBezTo>
                    <a:pt x="476" y="280"/>
                    <a:pt x="452" y="240"/>
                    <a:pt x="407" y="231"/>
                  </a:cubicBezTo>
                  <a:cubicBezTo>
                    <a:pt x="299" y="211"/>
                    <a:pt x="211" y="143"/>
                    <a:pt x="158" y="41"/>
                  </a:cubicBezTo>
                  <a:cubicBezTo>
                    <a:pt x="145" y="14"/>
                    <a:pt x="119" y="1"/>
                    <a:pt x="93"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36"/>
            <p:cNvSpPr/>
            <p:nvPr/>
          </p:nvSpPr>
          <p:spPr>
            <a:xfrm>
              <a:off x="4506725" y="839088"/>
              <a:ext cx="10300" cy="7750"/>
            </a:xfrm>
            <a:custGeom>
              <a:avLst/>
              <a:gdLst/>
              <a:ahLst/>
              <a:cxnLst/>
              <a:rect l="l" t="t" r="r" b="b"/>
              <a:pathLst>
                <a:path w="412" h="310" extrusionOk="0">
                  <a:moveTo>
                    <a:pt x="85" y="0"/>
                  </a:moveTo>
                  <a:cubicBezTo>
                    <a:pt x="49" y="0"/>
                    <a:pt x="15" y="24"/>
                    <a:pt x="6" y="64"/>
                  </a:cubicBezTo>
                  <a:cubicBezTo>
                    <a:pt x="1" y="104"/>
                    <a:pt x="25" y="143"/>
                    <a:pt x="70" y="153"/>
                  </a:cubicBezTo>
                  <a:cubicBezTo>
                    <a:pt x="147" y="168"/>
                    <a:pt x="217" y="211"/>
                    <a:pt x="260" y="275"/>
                  </a:cubicBezTo>
                  <a:cubicBezTo>
                    <a:pt x="271" y="290"/>
                    <a:pt x="285" y="300"/>
                    <a:pt x="305" y="304"/>
                  </a:cubicBezTo>
                  <a:cubicBezTo>
                    <a:pt x="312" y="308"/>
                    <a:pt x="320" y="310"/>
                    <a:pt x="328" y="310"/>
                  </a:cubicBezTo>
                  <a:cubicBezTo>
                    <a:pt x="341" y="310"/>
                    <a:pt x="356" y="305"/>
                    <a:pt x="369" y="295"/>
                  </a:cubicBezTo>
                  <a:cubicBezTo>
                    <a:pt x="403" y="275"/>
                    <a:pt x="412" y="227"/>
                    <a:pt x="388" y="193"/>
                  </a:cubicBezTo>
                  <a:cubicBezTo>
                    <a:pt x="324" y="89"/>
                    <a:pt x="217" y="26"/>
                    <a:pt x="95" y="1"/>
                  </a:cubicBezTo>
                  <a:cubicBezTo>
                    <a:pt x="91" y="1"/>
                    <a:pt x="88" y="0"/>
                    <a:pt x="85"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36"/>
            <p:cNvSpPr/>
            <p:nvPr/>
          </p:nvSpPr>
          <p:spPr>
            <a:xfrm>
              <a:off x="4140225" y="635288"/>
              <a:ext cx="456550" cy="302000"/>
            </a:xfrm>
            <a:custGeom>
              <a:avLst/>
              <a:gdLst/>
              <a:ahLst/>
              <a:cxnLst/>
              <a:rect l="l" t="t" r="r" b="b"/>
              <a:pathLst>
                <a:path w="18262" h="12080" extrusionOk="0">
                  <a:moveTo>
                    <a:pt x="470" y="153"/>
                  </a:moveTo>
                  <a:cubicBezTo>
                    <a:pt x="483" y="153"/>
                    <a:pt x="497" y="153"/>
                    <a:pt x="510" y="154"/>
                  </a:cubicBezTo>
                  <a:cubicBezTo>
                    <a:pt x="1137" y="193"/>
                    <a:pt x="1735" y="365"/>
                    <a:pt x="2317" y="532"/>
                  </a:cubicBezTo>
                  <a:cubicBezTo>
                    <a:pt x="2832" y="674"/>
                    <a:pt x="3361" y="825"/>
                    <a:pt x="3919" y="889"/>
                  </a:cubicBezTo>
                  <a:lnTo>
                    <a:pt x="3914" y="889"/>
                  </a:lnTo>
                  <a:cubicBezTo>
                    <a:pt x="3822" y="948"/>
                    <a:pt x="3733" y="1016"/>
                    <a:pt x="3659" y="1104"/>
                  </a:cubicBezTo>
                  <a:cubicBezTo>
                    <a:pt x="3576" y="1197"/>
                    <a:pt x="3522" y="1280"/>
                    <a:pt x="3469" y="1359"/>
                  </a:cubicBezTo>
                  <a:cubicBezTo>
                    <a:pt x="3404" y="1461"/>
                    <a:pt x="3341" y="1560"/>
                    <a:pt x="3228" y="1658"/>
                  </a:cubicBezTo>
                  <a:cubicBezTo>
                    <a:pt x="3180" y="1702"/>
                    <a:pt x="3135" y="1732"/>
                    <a:pt x="3096" y="1755"/>
                  </a:cubicBezTo>
                  <a:cubicBezTo>
                    <a:pt x="2841" y="1663"/>
                    <a:pt x="2617" y="1579"/>
                    <a:pt x="2400" y="1497"/>
                  </a:cubicBezTo>
                  <a:cubicBezTo>
                    <a:pt x="1837" y="1291"/>
                    <a:pt x="1353" y="1109"/>
                    <a:pt x="682" y="805"/>
                  </a:cubicBezTo>
                  <a:cubicBezTo>
                    <a:pt x="662" y="796"/>
                    <a:pt x="642" y="786"/>
                    <a:pt x="623" y="781"/>
                  </a:cubicBezTo>
                  <a:cubicBezTo>
                    <a:pt x="451" y="703"/>
                    <a:pt x="236" y="609"/>
                    <a:pt x="191" y="448"/>
                  </a:cubicBezTo>
                  <a:cubicBezTo>
                    <a:pt x="171" y="365"/>
                    <a:pt x="182" y="296"/>
                    <a:pt x="221" y="247"/>
                  </a:cubicBezTo>
                  <a:cubicBezTo>
                    <a:pt x="269" y="186"/>
                    <a:pt x="364" y="153"/>
                    <a:pt x="470" y="153"/>
                  </a:cubicBezTo>
                  <a:close/>
                  <a:moveTo>
                    <a:pt x="2563" y="2363"/>
                  </a:moveTo>
                  <a:cubicBezTo>
                    <a:pt x="2592" y="2431"/>
                    <a:pt x="2640" y="2496"/>
                    <a:pt x="2709" y="2559"/>
                  </a:cubicBezTo>
                  <a:cubicBezTo>
                    <a:pt x="2832" y="2677"/>
                    <a:pt x="3028" y="2779"/>
                    <a:pt x="3238" y="2843"/>
                  </a:cubicBezTo>
                  <a:cubicBezTo>
                    <a:pt x="3354" y="2875"/>
                    <a:pt x="3474" y="2895"/>
                    <a:pt x="3589" y="2895"/>
                  </a:cubicBezTo>
                  <a:cubicBezTo>
                    <a:pt x="3752" y="2895"/>
                    <a:pt x="3905" y="2857"/>
                    <a:pt x="4021" y="2765"/>
                  </a:cubicBezTo>
                  <a:cubicBezTo>
                    <a:pt x="4057" y="2736"/>
                    <a:pt x="4091" y="2706"/>
                    <a:pt x="4130" y="2677"/>
                  </a:cubicBezTo>
                  <a:cubicBezTo>
                    <a:pt x="4233" y="2594"/>
                    <a:pt x="4335" y="2515"/>
                    <a:pt x="4423" y="2431"/>
                  </a:cubicBezTo>
                  <a:lnTo>
                    <a:pt x="4423" y="2427"/>
                  </a:lnTo>
                  <a:cubicBezTo>
                    <a:pt x="4423" y="2431"/>
                    <a:pt x="4428" y="2431"/>
                    <a:pt x="4428" y="2431"/>
                  </a:cubicBezTo>
                  <a:cubicBezTo>
                    <a:pt x="4433" y="2431"/>
                    <a:pt x="4433" y="2437"/>
                    <a:pt x="4439" y="2437"/>
                  </a:cubicBezTo>
                  <a:cubicBezTo>
                    <a:pt x="4561" y="2451"/>
                    <a:pt x="4674" y="2467"/>
                    <a:pt x="4781" y="2467"/>
                  </a:cubicBezTo>
                  <a:cubicBezTo>
                    <a:pt x="5050" y="2843"/>
                    <a:pt x="4874" y="3073"/>
                    <a:pt x="4810" y="3132"/>
                  </a:cubicBezTo>
                  <a:cubicBezTo>
                    <a:pt x="4741" y="3202"/>
                    <a:pt x="4458" y="3245"/>
                    <a:pt x="4178" y="3245"/>
                  </a:cubicBezTo>
                  <a:cubicBezTo>
                    <a:pt x="4028" y="3245"/>
                    <a:pt x="3879" y="3233"/>
                    <a:pt x="3763" y="3206"/>
                  </a:cubicBezTo>
                  <a:cubicBezTo>
                    <a:pt x="2891" y="3014"/>
                    <a:pt x="2635" y="2765"/>
                    <a:pt x="2577" y="2589"/>
                  </a:cubicBezTo>
                  <a:cubicBezTo>
                    <a:pt x="2552" y="2515"/>
                    <a:pt x="2552" y="2437"/>
                    <a:pt x="2563" y="2363"/>
                  </a:cubicBezTo>
                  <a:close/>
                  <a:moveTo>
                    <a:pt x="2822" y="3039"/>
                  </a:moveTo>
                  <a:cubicBezTo>
                    <a:pt x="2974" y="3127"/>
                    <a:pt x="3169" y="3211"/>
                    <a:pt x="3410" y="3279"/>
                  </a:cubicBezTo>
                  <a:cubicBezTo>
                    <a:pt x="3512" y="3308"/>
                    <a:pt x="3616" y="3333"/>
                    <a:pt x="3728" y="3358"/>
                  </a:cubicBezTo>
                  <a:cubicBezTo>
                    <a:pt x="3840" y="3382"/>
                    <a:pt x="4006" y="3397"/>
                    <a:pt x="4179" y="3397"/>
                  </a:cubicBezTo>
                  <a:cubicBezTo>
                    <a:pt x="4288" y="3397"/>
                    <a:pt x="4399" y="3391"/>
                    <a:pt x="4502" y="3378"/>
                  </a:cubicBezTo>
                  <a:cubicBezTo>
                    <a:pt x="4507" y="3397"/>
                    <a:pt x="4516" y="3412"/>
                    <a:pt x="4532" y="3426"/>
                  </a:cubicBezTo>
                  <a:cubicBezTo>
                    <a:pt x="4923" y="3735"/>
                    <a:pt x="4938" y="3896"/>
                    <a:pt x="4914" y="3965"/>
                  </a:cubicBezTo>
                  <a:cubicBezTo>
                    <a:pt x="4863" y="4093"/>
                    <a:pt x="4592" y="4177"/>
                    <a:pt x="4257" y="4177"/>
                  </a:cubicBezTo>
                  <a:cubicBezTo>
                    <a:pt x="4208" y="4177"/>
                    <a:pt x="4157" y="4175"/>
                    <a:pt x="4105" y="4171"/>
                  </a:cubicBezTo>
                  <a:cubicBezTo>
                    <a:pt x="4021" y="4161"/>
                    <a:pt x="3939" y="4161"/>
                    <a:pt x="3856" y="4156"/>
                  </a:cubicBezTo>
                  <a:cubicBezTo>
                    <a:pt x="3557" y="4147"/>
                    <a:pt x="3248" y="4136"/>
                    <a:pt x="2999" y="3975"/>
                  </a:cubicBezTo>
                  <a:cubicBezTo>
                    <a:pt x="2714" y="3799"/>
                    <a:pt x="2665" y="3559"/>
                    <a:pt x="2665" y="3431"/>
                  </a:cubicBezTo>
                  <a:cubicBezTo>
                    <a:pt x="2665" y="3274"/>
                    <a:pt x="2724" y="3123"/>
                    <a:pt x="2822" y="3039"/>
                  </a:cubicBezTo>
                  <a:close/>
                  <a:moveTo>
                    <a:pt x="2895" y="4092"/>
                  </a:moveTo>
                  <a:cubicBezTo>
                    <a:pt x="2900" y="4097"/>
                    <a:pt x="2910" y="4102"/>
                    <a:pt x="2915" y="4107"/>
                  </a:cubicBezTo>
                  <a:cubicBezTo>
                    <a:pt x="3008" y="4165"/>
                    <a:pt x="3106" y="4205"/>
                    <a:pt x="3204" y="4235"/>
                  </a:cubicBezTo>
                  <a:cubicBezTo>
                    <a:pt x="3415" y="4293"/>
                    <a:pt x="3635" y="4303"/>
                    <a:pt x="3851" y="4308"/>
                  </a:cubicBezTo>
                  <a:cubicBezTo>
                    <a:pt x="3933" y="4312"/>
                    <a:pt x="4012" y="4312"/>
                    <a:pt x="4091" y="4323"/>
                  </a:cubicBezTo>
                  <a:cubicBezTo>
                    <a:pt x="4139" y="4325"/>
                    <a:pt x="4189" y="4326"/>
                    <a:pt x="4239" y="4326"/>
                  </a:cubicBezTo>
                  <a:cubicBezTo>
                    <a:pt x="4309" y="4326"/>
                    <a:pt x="4379" y="4324"/>
                    <a:pt x="4448" y="4318"/>
                  </a:cubicBezTo>
                  <a:cubicBezTo>
                    <a:pt x="4453" y="4328"/>
                    <a:pt x="4462" y="4337"/>
                    <a:pt x="4468" y="4348"/>
                  </a:cubicBezTo>
                  <a:cubicBezTo>
                    <a:pt x="4590" y="4455"/>
                    <a:pt x="4639" y="4547"/>
                    <a:pt x="4615" y="4631"/>
                  </a:cubicBezTo>
                  <a:cubicBezTo>
                    <a:pt x="4566" y="4803"/>
                    <a:pt x="4193" y="4945"/>
                    <a:pt x="3856" y="4994"/>
                  </a:cubicBezTo>
                  <a:cubicBezTo>
                    <a:pt x="3808" y="5001"/>
                    <a:pt x="3757" y="5004"/>
                    <a:pt x="3705" y="5004"/>
                  </a:cubicBezTo>
                  <a:cubicBezTo>
                    <a:pt x="3309" y="5004"/>
                    <a:pt x="2807" y="4816"/>
                    <a:pt x="2689" y="4543"/>
                  </a:cubicBezTo>
                  <a:cubicBezTo>
                    <a:pt x="2626" y="4400"/>
                    <a:pt x="2699" y="4249"/>
                    <a:pt x="2895" y="4092"/>
                  </a:cubicBezTo>
                  <a:close/>
                  <a:moveTo>
                    <a:pt x="4622" y="867"/>
                  </a:moveTo>
                  <a:cubicBezTo>
                    <a:pt x="4650" y="867"/>
                    <a:pt x="4679" y="868"/>
                    <a:pt x="4708" y="869"/>
                  </a:cubicBezTo>
                  <a:cubicBezTo>
                    <a:pt x="5560" y="909"/>
                    <a:pt x="6549" y="1520"/>
                    <a:pt x="6702" y="1726"/>
                  </a:cubicBezTo>
                  <a:cubicBezTo>
                    <a:pt x="6976" y="2099"/>
                    <a:pt x="7161" y="2505"/>
                    <a:pt x="7235" y="2897"/>
                  </a:cubicBezTo>
                  <a:cubicBezTo>
                    <a:pt x="7250" y="2960"/>
                    <a:pt x="7260" y="3019"/>
                    <a:pt x="7265" y="3078"/>
                  </a:cubicBezTo>
                  <a:cubicBezTo>
                    <a:pt x="7270" y="3098"/>
                    <a:pt x="7270" y="3118"/>
                    <a:pt x="7270" y="3137"/>
                  </a:cubicBezTo>
                  <a:cubicBezTo>
                    <a:pt x="7274" y="3174"/>
                    <a:pt x="7308" y="3206"/>
                    <a:pt x="7346" y="3206"/>
                  </a:cubicBezTo>
                  <a:cubicBezTo>
                    <a:pt x="7348" y="3206"/>
                    <a:pt x="7351" y="3206"/>
                    <a:pt x="7353" y="3206"/>
                  </a:cubicBezTo>
                  <a:cubicBezTo>
                    <a:pt x="7387" y="3206"/>
                    <a:pt x="7412" y="3181"/>
                    <a:pt x="7421" y="3157"/>
                  </a:cubicBezTo>
                  <a:cubicBezTo>
                    <a:pt x="7519" y="3206"/>
                    <a:pt x="7607" y="3254"/>
                    <a:pt x="7701" y="3304"/>
                  </a:cubicBezTo>
                  <a:cubicBezTo>
                    <a:pt x="8807" y="3921"/>
                    <a:pt x="16571" y="7041"/>
                    <a:pt x="18040" y="7599"/>
                  </a:cubicBezTo>
                  <a:cubicBezTo>
                    <a:pt x="17913" y="8506"/>
                    <a:pt x="17585" y="9421"/>
                    <a:pt x="17267" y="10303"/>
                  </a:cubicBezTo>
                  <a:cubicBezTo>
                    <a:pt x="17086" y="10798"/>
                    <a:pt x="16905" y="11307"/>
                    <a:pt x="16758" y="11807"/>
                  </a:cubicBezTo>
                  <a:cubicBezTo>
                    <a:pt x="16283" y="11508"/>
                    <a:pt x="15053" y="10882"/>
                    <a:pt x="13627" y="10161"/>
                  </a:cubicBezTo>
                  <a:cubicBezTo>
                    <a:pt x="13025" y="9858"/>
                    <a:pt x="12550" y="9622"/>
                    <a:pt x="12456" y="9564"/>
                  </a:cubicBezTo>
                  <a:cubicBezTo>
                    <a:pt x="12232" y="9421"/>
                    <a:pt x="12001" y="9290"/>
                    <a:pt x="11776" y="9162"/>
                  </a:cubicBezTo>
                  <a:cubicBezTo>
                    <a:pt x="11506" y="9005"/>
                    <a:pt x="11222" y="8838"/>
                    <a:pt x="10953" y="8668"/>
                  </a:cubicBezTo>
                  <a:cubicBezTo>
                    <a:pt x="10640" y="8467"/>
                    <a:pt x="10321" y="8266"/>
                    <a:pt x="10003" y="8070"/>
                  </a:cubicBezTo>
                  <a:cubicBezTo>
                    <a:pt x="9684" y="7868"/>
                    <a:pt x="9356" y="7663"/>
                    <a:pt x="9033" y="7452"/>
                  </a:cubicBezTo>
                  <a:cubicBezTo>
                    <a:pt x="8348" y="7011"/>
                    <a:pt x="7613" y="6552"/>
                    <a:pt x="6853" y="6076"/>
                  </a:cubicBezTo>
                  <a:cubicBezTo>
                    <a:pt x="6863" y="6071"/>
                    <a:pt x="6872" y="6062"/>
                    <a:pt x="6883" y="6057"/>
                  </a:cubicBezTo>
                  <a:cubicBezTo>
                    <a:pt x="6917" y="6032"/>
                    <a:pt x="6926" y="5983"/>
                    <a:pt x="6902" y="5949"/>
                  </a:cubicBezTo>
                  <a:cubicBezTo>
                    <a:pt x="6885" y="5929"/>
                    <a:pt x="6863" y="5919"/>
                    <a:pt x="6841" y="5919"/>
                  </a:cubicBezTo>
                  <a:cubicBezTo>
                    <a:pt x="6825" y="5919"/>
                    <a:pt x="6809" y="5924"/>
                    <a:pt x="6795" y="5935"/>
                  </a:cubicBezTo>
                  <a:cubicBezTo>
                    <a:pt x="6765" y="5958"/>
                    <a:pt x="6731" y="5973"/>
                    <a:pt x="6702" y="5993"/>
                  </a:cubicBezTo>
                  <a:cubicBezTo>
                    <a:pt x="6677" y="5998"/>
                    <a:pt x="6652" y="6008"/>
                    <a:pt x="6637" y="6032"/>
                  </a:cubicBezTo>
                  <a:cubicBezTo>
                    <a:pt x="6637" y="6032"/>
                    <a:pt x="6637" y="6037"/>
                    <a:pt x="6632" y="6037"/>
                  </a:cubicBezTo>
                  <a:cubicBezTo>
                    <a:pt x="6352" y="6196"/>
                    <a:pt x="6040" y="6257"/>
                    <a:pt x="5719" y="6257"/>
                  </a:cubicBezTo>
                  <a:cubicBezTo>
                    <a:pt x="5238" y="6257"/>
                    <a:pt x="4739" y="6120"/>
                    <a:pt x="4301" y="5973"/>
                  </a:cubicBezTo>
                  <a:cubicBezTo>
                    <a:pt x="3831" y="5817"/>
                    <a:pt x="3424" y="5488"/>
                    <a:pt x="3164" y="5067"/>
                  </a:cubicBezTo>
                  <a:lnTo>
                    <a:pt x="3164" y="5067"/>
                  </a:lnTo>
                  <a:cubicBezTo>
                    <a:pt x="3184" y="5072"/>
                    <a:pt x="3209" y="5082"/>
                    <a:pt x="3228" y="5087"/>
                  </a:cubicBezTo>
                  <a:cubicBezTo>
                    <a:pt x="3386" y="5133"/>
                    <a:pt x="3552" y="5158"/>
                    <a:pt x="3703" y="5158"/>
                  </a:cubicBezTo>
                  <a:cubicBezTo>
                    <a:pt x="3763" y="5158"/>
                    <a:pt x="3821" y="5154"/>
                    <a:pt x="3874" y="5146"/>
                  </a:cubicBezTo>
                  <a:cubicBezTo>
                    <a:pt x="3958" y="5131"/>
                    <a:pt x="4659" y="5018"/>
                    <a:pt x="4762" y="4676"/>
                  </a:cubicBezTo>
                  <a:cubicBezTo>
                    <a:pt x="4801" y="4547"/>
                    <a:pt x="4756" y="4420"/>
                    <a:pt x="4634" y="4293"/>
                  </a:cubicBezTo>
                  <a:cubicBezTo>
                    <a:pt x="4835" y="4249"/>
                    <a:pt x="5002" y="4165"/>
                    <a:pt x="5056" y="4018"/>
                  </a:cubicBezTo>
                  <a:cubicBezTo>
                    <a:pt x="5129" y="3833"/>
                    <a:pt x="5007" y="3613"/>
                    <a:pt x="4683" y="3348"/>
                  </a:cubicBezTo>
                  <a:cubicBezTo>
                    <a:pt x="4786" y="3324"/>
                    <a:pt x="4869" y="3290"/>
                    <a:pt x="4918" y="3245"/>
                  </a:cubicBezTo>
                  <a:cubicBezTo>
                    <a:pt x="4977" y="3186"/>
                    <a:pt x="5222" y="2902"/>
                    <a:pt x="4957" y="2467"/>
                  </a:cubicBezTo>
                  <a:cubicBezTo>
                    <a:pt x="5320" y="2442"/>
                    <a:pt x="5536" y="2309"/>
                    <a:pt x="5579" y="2069"/>
                  </a:cubicBezTo>
                  <a:cubicBezTo>
                    <a:pt x="5585" y="2026"/>
                    <a:pt x="5560" y="1986"/>
                    <a:pt x="5516" y="1976"/>
                  </a:cubicBezTo>
                  <a:cubicBezTo>
                    <a:pt x="5513" y="1976"/>
                    <a:pt x="5510" y="1976"/>
                    <a:pt x="5507" y="1976"/>
                  </a:cubicBezTo>
                  <a:cubicBezTo>
                    <a:pt x="5471" y="1976"/>
                    <a:pt x="5432" y="2004"/>
                    <a:pt x="5427" y="2040"/>
                  </a:cubicBezTo>
                  <a:cubicBezTo>
                    <a:pt x="5389" y="2261"/>
                    <a:pt x="5109" y="2314"/>
                    <a:pt x="4844" y="2314"/>
                  </a:cubicBezTo>
                  <a:cubicBezTo>
                    <a:pt x="4835" y="2309"/>
                    <a:pt x="4824" y="2307"/>
                    <a:pt x="4813" y="2307"/>
                  </a:cubicBezTo>
                  <a:cubicBezTo>
                    <a:pt x="4802" y="2307"/>
                    <a:pt x="4791" y="2309"/>
                    <a:pt x="4781" y="2314"/>
                  </a:cubicBezTo>
                  <a:cubicBezTo>
                    <a:pt x="4693" y="2309"/>
                    <a:pt x="4605" y="2304"/>
                    <a:pt x="4536" y="2295"/>
                  </a:cubicBezTo>
                  <a:cubicBezTo>
                    <a:pt x="4600" y="2202"/>
                    <a:pt x="4644" y="2099"/>
                    <a:pt x="4659" y="1976"/>
                  </a:cubicBezTo>
                  <a:cubicBezTo>
                    <a:pt x="4663" y="1967"/>
                    <a:pt x="4663" y="1956"/>
                    <a:pt x="4668" y="1942"/>
                  </a:cubicBezTo>
                  <a:cubicBezTo>
                    <a:pt x="4674" y="1898"/>
                    <a:pt x="4644" y="1859"/>
                    <a:pt x="4605" y="1854"/>
                  </a:cubicBezTo>
                  <a:cubicBezTo>
                    <a:pt x="4601" y="1854"/>
                    <a:pt x="4598" y="1854"/>
                    <a:pt x="4595" y="1854"/>
                  </a:cubicBezTo>
                  <a:cubicBezTo>
                    <a:pt x="4558" y="1854"/>
                    <a:pt x="4521" y="1877"/>
                    <a:pt x="4516" y="1918"/>
                  </a:cubicBezTo>
                  <a:cubicBezTo>
                    <a:pt x="4512" y="1927"/>
                    <a:pt x="4507" y="1942"/>
                    <a:pt x="4502" y="1956"/>
                  </a:cubicBezTo>
                  <a:cubicBezTo>
                    <a:pt x="4473" y="2216"/>
                    <a:pt x="4272" y="2373"/>
                    <a:pt x="4037" y="2555"/>
                  </a:cubicBezTo>
                  <a:cubicBezTo>
                    <a:pt x="3998" y="2584"/>
                    <a:pt x="3963" y="2614"/>
                    <a:pt x="3924" y="2643"/>
                  </a:cubicBezTo>
                  <a:cubicBezTo>
                    <a:pt x="3839" y="2711"/>
                    <a:pt x="3718" y="2741"/>
                    <a:pt x="3585" y="2741"/>
                  </a:cubicBezTo>
                  <a:cubicBezTo>
                    <a:pt x="3316" y="2741"/>
                    <a:pt x="2995" y="2620"/>
                    <a:pt x="2812" y="2447"/>
                  </a:cubicBezTo>
                  <a:cubicBezTo>
                    <a:pt x="2724" y="2363"/>
                    <a:pt x="2635" y="2246"/>
                    <a:pt x="2719" y="2128"/>
                  </a:cubicBezTo>
                  <a:cubicBezTo>
                    <a:pt x="2773" y="2049"/>
                    <a:pt x="2832" y="2026"/>
                    <a:pt x="2929" y="1996"/>
                  </a:cubicBezTo>
                  <a:cubicBezTo>
                    <a:pt x="3033" y="1961"/>
                    <a:pt x="3164" y="1918"/>
                    <a:pt x="3327" y="1775"/>
                  </a:cubicBezTo>
                  <a:cubicBezTo>
                    <a:pt x="3458" y="1658"/>
                    <a:pt x="3528" y="1550"/>
                    <a:pt x="3596" y="1443"/>
                  </a:cubicBezTo>
                  <a:cubicBezTo>
                    <a:pt x="3645" y="1369"/>
                    <a:pt x="3698" y="1291"/>
                    <a:pt x="3772" y="1208"/>
                  </a:cubicBezTo>
                  <a:cubicBezTo>
                    <a:pt x="3972" y="980"/>
                    <a:pt x="4257" y="867"/>
                    <a:pt x="4622" y="867"/>
                  </a:cubicBezTo>
                  <a:close/>
                  <a:moveTo>
                    <a:pt x="464" y="0"/>
                  </a:moveTo>
                  <a:cubicBezTo>
                    <a:pt x="312" y="0"/>
                    <a:pt x="182" y="57"/>
                    <a:pt x="103" y="150"/>
                  </a:cubicBezTo>
                  <a:cubicBezTo>
                    <a:pt x="54" y="208"/>
                    <a:pt x="1" y="321"/>
                    <a:pt x="44" y="487"/>
                  </a:cubicBezTo>
                  <a:cubicBezTo>
                    <a:pt x="108" y="717"/>
                    <a:pt x="368" y="835"/>
                    <a:pt x="559" y="918"/>
                  </a:cubicBezTo>
                  <a:lnTo>
                    <a:pt x="618" y="943"/>
                  </a:lnTo>
                  <a:cubicBezTo>
                    <a:pt x="1294" y="1251"/>
                    <a:pt x="1783" y="1432"/>
                    <a:pt x="2346" y="1644"/>
                  </a:cubicBezTo>
                  <a:cubicBezTo>
                    <a:pt x="2484" y="1692"/>
                    <a:pt x="2626" y="1746"/>
                    <a:pt x="2778" y="1800"/>
                  </a:cubicBezTo>
                  <a:cubicBezTo>
                    <a:pt x="2543" y="1947"/>
                    <a:pt x="2317" y="2295"/>
                    <a:pt x="2434" y="2637"/>
                  </a:cubicBezTo>
                  <a:cubicBezTo>
                    <a:pt x="2474" y="2755"/>
                    <a:pt x="2558" y="2858"/>
                    <a:pt x="2689" y="2956"/>
                  </a:cubicBezTo>
                  <a:cubicBezTo>
                    <a:pt x="2577" y="3069"/>
                    <a:pt x="2513" y="3245"/>
                    <a:pt x="2513" y="3431"/>
                  </a:cubicBezTo>
                  <a:cubicBezTo>
                    <a:pt x="2513" y="3563"/>
                    <a:pt x="2552" y="3794"/>
                    <a:pt x="2768" y="3995"/>
                  </a:cubicBezTo>
                  <a:cubicBezTo>
                    <a:pt x="2479" y="4239"/>
                    <a:pt x="2488" y="4459"/>
                    <a:pt x="2547" y="4606"/>
                  </a:cubicBezTo>
                  <a:cubicBezTo>
                    <a:pt x="2617" y="4764"/>
                    <a:pt x="2773" y="4891"/>
                    <a:pt x="2963" y="4984"/>
                  </a:cubicBezTo>
                  <a:cubicBezTo>
                    <a:pt x="2959" y="5004"/>
                    <a:pt x="2959" y="5024"/>
                    <a:pt x="2969" y="5038"/>
                  </a:cubicBezTo>
                  <a:cubicBezTo>
                    <a:pt x="3243" y="5542"/>
                    <a:pt x="3709" y="5939"/>
                    <a:pt x="4252" y="6120"/>
                  </a:cubicBezTo>
                  <a:cubicBezTo>
                    <a:pt x="4365" y="6154"/>
                    <a:pt x="4482" y="6193"/>
                    <a:pt x="4605" y="6229"/>
                  </a:cubicBezTo>
                  <a:cubicBezTo>
                    <a:pt x="4963" y="6333"/>
                    <a:pt x="5347" y="6412"/>
                    <a:pt x="5723" y="6412"/>
                  </a:cubicBezTo>
                  <a:cubicBezTo>
                    <a:pt x="6068" y="6412"/>
                    <a:pt x="6406" y="6345"/>
                    <a:pt x="6711" y="6170"/>
                  </a:cubicBezTo>
                  <a:cubicBezTo>
                    <a:pt x="7489" y="6654"/>
                    <a:pt x="8244" y="7129"/>
                    <a:pt x="8950" y="7585"/>
                  </a:cubicBezTo>
                  <a:cubicBezTo>
                    <a:pt x="9273" y="7791"/>
                    <a:pt x="9605" y="7997"/>
                    <a:pt x="9924" y="8198"/>
                  </a:cubicBezTo>
                  <a:cubicBezTo>
                    <a:pt x="10238" y="8397"/>
                    <a:pt x="10557" y="8594"/>
                    <a:pt x="10869" y="8795"/>
                  </a:cubicBezTo>
                  <a:cubicBezTo>
                    <a:pt x="11144" y="8971"/>
                    <a:pt x="11428" y="9132"/>
                    <a:pt x="11703" y="9294"/>
                  </a:cubicBezTo>
                  <a:cubicBezTo>
                    <a:pt x="11923" y="9421"/>
                    <a:pt x="12153" y="9554"/>
                    <a:pt x="12379" y="9691"/>
                  </a:cubicBezTo>
                  <a:cubicBezTo>
                    <a:pt x="12476" y="9755"/>
                    <a:pt x="12932" y="9985"/>
                    <a:pt x="13559" y="10298"/>
                  </a:cubicBezTo>
                  <a:cubicBezTo>
                    <a:pt x="14661" y="10857"/>
                    <a:pt x="16713" y="11890"/>
                    <a:pt x="16835" y="12048"/>
                  </a:cubicBezTo>
                  <a:cubicBezTo>
                    <a:pt x="16846" y="12062"/>
                    <a:pt x="16860" y="12071"/>
                    <a:pt x="16875" y="12077"/>
                  </a:cubicBezTo>
                  <a:cubicBezTo>
                    <a:pt x="16884" y="12079"/>
                    <a:pt x="16893" y="12080"/>
                    <a:pt x="16901" y="12080"/>
                  </a:cubicBezTo>
                  <a:cubicBezTo>
                    <a:pt x="16916" y="12080"/>
                    <a:pt x="16931" y="12076"/>
                    <a:pt x="16944" y="12067"/>
                  </a:cubicBezTo>
                  <a:cubicBezTo>
                    <a:pt x="16978" y="12042"/>
                    <a:pt x="16982" y="11994"/>
                    <a:pt x="16959" y="11960"/>
                  </a:cubicBezTo>
                  <a:cubicBezTo>
                    <a:pt x="16944" y="11944"/>
                    <a:pt x="16919" y="11920"/>
                    <a:pt x="16885" y="11895"/>
                  </a:cubicBezTo>
                  <a:cubicBezTo>
                    <a:pt x="16894" y="11885"/>
                    <a:pt x="16900" y="11876"/>
                    <a:pt x="16900" y="11866"/>
                  </a:cubicBezTo>
                  <a:cubicBezTo>
                    <a:pt x="17047" y="11366"/>
                    <a:pt x="17233" y="10852"/>
                    <a:pt x="17409" y="10353"/>
                  </a:cubicBezTo>
                  <a:cubicBezTo>
                    <a:pt x="17728" y="9471"/>
                    <a:pt x="18056" y="8560"/>
                    <a:pt x="18193" y="7644"/>
                  </a:cubicBezTo>
                  <a:cubicBezTo>
                    <a:pt x="18217" y="7633"/>
                    <a:pt x="18237" y="7619"/>
                    <a:pt x="18246" y="7595"/>
                  </a:cubicBezTo>
                  <a:cubicBezTo>
                    <a:pt x="18261" y="7556"/>
                    <a:pt x="18241" y="7516"/>
                    <a:pt x="18207" y="7497"/>
                  </a:cubicBezTo>
                  <a:cubicBezTo>
                    <a:pt x="18198" y="7468"/>
                    <a:pt x="18173" y="7443"/>
                    <a:pt x="18144" y="7438"/>
                  </a:cubicBezTo>
                  <a:cubicBezTo>
                    <a:pt x="18119" y="7438"/>
                    <a:pt x="18105" y="7443"/>
                    <a:pt x="18090" y="7452"/>
                  </a:cubicBezTo>
                  <a:cubicBezTo>
                    <a:pt x="16596" y="6885"/>
                    <a:pt x="8877" y="3783"/>
                    <a:pt x="7774" y="3172"/>
                  </a:cubicBezTo>
                  <a:cubicBezTo>
                    <a:pt x="7661" y="3107"/>
                    <a:pt x="7539" y="3044"/>
                    <a:pt x="7407" y="2976"/>
                  </a:cubicBezTo>
                  <a:cubicBezTo>
                    <a:pt x="7342" y="2530"/>
                    <a:pt x="7137" y="2060"/>
                    <a:pt x="6824" y="1638"/>
                  </a:cubicBezTo>
                  <a:cubicBezTo>
                    <a:pt x="6637" y="1384"/>
                    <a:pt x="5619" y="756"/>
                    <a:pt x="4717" y="717"/>
                  </a:cubicBezTo>
                  <a:cubicBezTo>
                    <a:pt x="4685" y="716"/>
                    <a:pt x="4653" y="715"/>
                    <a:pt x="4622" y="715"/>
                  </a:cubicBezTo>
                  <a:cubicBezTo>
                    <a:pt x="4469" y="715"/>
                    <a:pt x="4329" y="734"/>
                    <a:pt x="4204" y="767"/>
                  </a:cubicBezTo>
                  <a:cubicBezTo>
                    <a:pt x="4193" y="762"/>
                    <a:pt x="4179" y="762"/>
                    <a:pt x="4168" y="762"/>
                  </a:cubicBezTo>
                  <a:cubicBezTo>
                    <a:pt x="3542" y="717"/>
                    <a:pt x="2940" y="546"/>
                    <a:pt x="2357" y="385"/>
                  </a:cubicBezTo>
                  <a:cubicBezTo>
                    <a:pt x="1769" y="218"/>
                    <a:pt x="1161" y="41"/>
                    <a:pt x="519" y="3"/>
                  </a:cubicBezTo>
                  <a:cubicBezTo>
                    <a:pt x="501" y="1"/>
                    <a:pt x="482" y="0"/>
                    <a:pt x="464"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36"/>
            <p:cNvSpPr/>
            <p:nvPr/>
          </p:nvSpPr>
          <p:spPr>
            <a:xfrm>
              <a:off x="4144500" y="639088"/>
              <a:ext cx="93725" cy="40100"/>
            </a:xfrm>
            <a:custGeom>
              <a:avLst/>
              <a:gdLst/>
              <a:ahLst/>
              <a:cxnLst/>
              <a:rect l="l" t="t" r="r" b="b"/>
              <a:pathLst>
                <a:path w="3749" h="1604" extrusionOk="0">
                  <a:moveTo>
                    <a:pt x="299" y="1"/>
                  </a:moveTo>
                  <a:cubicBezTo>
                    <a:pt x="193" y="1"/>
                    <a:pt x="98" y="34"/>
                    <a:pt x="50" y="95"/>
                  </a:cubicBezTo>
                  <a:cubicBezTo>
                    <a:pt x="11" y="144"/>
                    <a:pt x="0" y="213"/>
                    <a:pt x="20" y="296"/>
                  </a:cubicBezTo>
                  <a:cubicBezTo>
                    <a:pt x="65" y="457"/>
                    <a:pt x="280" y="551"/>
                    <a:pt x="452" y="629"/>
                  </a:cubicBezTo>
                  <a:cubicBezTo>
                    <a:pt x="471" y="634"/>
                    <a:pt x="491" y="644"/>
                    <a:pt x="511" y="653"/>
                  </a:cubicBezTo>
                  <a:cubicBezTo>
                    <a:pt x="1182" y="957"/>
                    <a:pt x="1666" y="1139"/>
                    <a:pt x="2229" y="1345"/>
                  </a:cubicBezTo>
                  <a:cubicBezTo>
                    <a:pt x="2446" y="1427"/>
                    <a:pt x="2670" y="1511"/>
                    <a:pt x="2925" y="1603"/>
                  </a:cubicBezTo>
                  <a:cubicBezTo>
                    <a:pt x="2964" y="1580"/>
                    <a:pt x="3009" y="1550"/>
                    <a:pt x="3057" y="1506"/>
                  </a:cubicBezTo>
                  <a:cubicBezTo>
                    <a:pt x="3170" y="1408"/>
                    <a:pt x="3233" y="1309"/>
                    <a:pt x="3298" y="1207"/>
                  </a:cubicBezTo>
                  <a:cubicBezTo>
                    <a:pt x="3351" y="1128"/>
                    <a:pt x="3405" y="1045"/>
                    <a:pt x="3488" y="952"/>
                  </a:cubicBezTo>
                  <a:cubicBezTo>
                    <a:pt x="3562" y="864"/>
                    <a:pt x="3651" y="796"/>
                    <a:pt x="3743" y="737"/>
                  </a:cubicBezTo>
                  <a:lnTo>
                    <a:pt x="3748" y="737"/>
                  </a:lnTo>
                  <a:cubicBezTo>
                    <a:pt x="3190" y="673"/>
                    <a:pt x="2661" y="522"/>
                    <a:pt x="2146" y="380"/>
                  </a:cubicBezTo>
                  <a:cubicBezTo>
                    <a:pt x="1564" y="213"/>
                    <a:pt x="966" y="41"/>
                    <a:pt x="339" y="2"/>
                  </a:cubicBezTo>
                  <a:cubicBezTo>
                    <a:pt x="326" y="1"/>
                    <a:pt x="312" y="1"/>
                    <a:pt x="299"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36"/>
            <p:cNvSpPr/>
            <p:nvPr/>
          </p:nvSpPr>
          <p:spPr>
            <a:xfrm>
              <a:off x="4204000" y="694363"/>
              <a:ext cx="62500" cy="22075"/>
            </a:xfrm>
            <a:custGeom>
              <a:avLst/>
              <a:gdLst/>
              <a:ahLst/>
              <a:cxnLst/>
              <a:rect l="l" t="t" r="r" b="b"/>
              <a:pathLst>
                <a:path w="2500" h="883" extrusionOk="0">
                  <a:moveTo>
                    <a:pt x="12" y="0"/>
                  </a:moveTo>
                  <a:lnTo>
                    <a:pt x="12" y="0"/>
                  </a:lnTo>
                  <a:cubicBezTo>
                    <a:pt x="1" y="74"/>
                    <a:pt x="1" y="152"/>
                    <a:pt x="26" y="226"/>
                  </a:cubicBezTo>
                  <a:cubicBezTo>
                    <a:pt x="84" y="402"/>
                    <a:pt x="340" y="651"/>
                    <a:pt x="1212" y="843"/>
                  </a:cubicBezTo>
                  <a:cubicBezTo>
                    <a:pt x="1328" y="870"/>
                    <a:pt x="1477" y="882"/>
                    <a:pt x="1627" y="882"/>
                  </a:cubicBezTo>
                  <a:cubicBezTo>
                    <a:pt x="1907" y="882"/>
                    <a:pt x="2190" y="839"/>
                    <a:pt x="2259" y="769"/>
                  </a:cubicBezTo>
                  <a:cubicBezTo>
                    <a:pt x="2323" y="710"/>
                    <a:pt x="2499" y="480"/>
                    <a:pt x="2230" y="104"/>
                  </a:cubicBezTo>
                  <a:cubicBezTo>
                    <a:pt x="2123" y="104"/>
                    <a:pt x="2010" y="88"/>
                    <a:pt x="1888" y="74"/>
                  </a:cubicBezTo>
                  <a:cubicBezTo>
                    <a:pt x="1882" y="74"/>
                    <a:pt x="1882" y="68"/>
                    <a:pt x="1877" y="68"/>
                  </a:cubicBezTo>
                  <a:cubicBezTo>
                    <a:pt x="1877" y="68"/>
                    <a:pt x="1872" y="68"/>
                    <a:pt x="1872" y="64"/>
                  </a:cubicBezTo>
                  <a:lnTo>
                    <a:pt x="1872" y="68"/>
                  </a:lnTo>
                  <a:cubicBezTo>
                    <a:pt x="1784" y="152"/>
                    <a:pt x="1682" y="231"/>
                    <a:pt x="1579" y="314"/>
                  </a:cubicBezTo>
                  <a:cubicBezTo>
                    <a:pt x="1540" y="343"/>
                    <a:pt x="1506" y="373"/>
                    <a:pt x="1470" y="402"/>
                  </a:cubicBezTo>
                  <a:cubicBezTo>
                    <a:pt x="1354" y="494"/>
                    <a:pt x="1201" y="532"/>
                    <a:pt x="1038" y="532"/>
                  </a:cubicBezTo>
                  <a:cubicBezTo>
                    <a:pt x="923" y="532"/>
                    <a:pt x="803" y="512"/>
                    <a:pt x="687" y="480"/>
                  </a:cubicBezTo>
                  <a:cubicBezTo>
                    <a:pt x="477" y="416"/>
                    <a:pt x="281" y="314"/>
                    <a:pt x="158" y="196"/>
                  </a:cubicBezTo>
                  <a:cubicBezTo>
                    <a:pt x="89" y="133"/>
                    <a:pt x="41" y="68"/>
                    <a:pt x="12"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36"/>
            <p:cNvSpPr/>
            <p:nvPr/>
          </p:nvSpPr>
          <p:spPr>
            <a:xfrm>
              <a:off x="4206825" y="711263"/>
              <a:ext cx="56875" cy="28450"/>
            </a:xfrm>
            <a:custGeom>
              <a:avLst/>
              <a:gdLst/>
              <a:ahLst/>
              <a:cxnLst/>
              <a:rect l="l" t="t" r="r" b="b"/>
              <a:pathLst>
                <a:path w="2275" h="1138" extrusionOk="0">
                  <a:moveTo>
                    <a:pt x="158" y="0"/>
                  </a:moveTo>
                  <a:cubicBezTo>
                    <a:pt x="60" y="84"/>
                    <a:pt x="1" y="235"/>
                    <a:pt x="1" y="392"/>
                  </a:cubicBezTo>
                  <a:cubicBezTo>
                    <a:pt x="1" y="520"/>
                    <a:pt x="50" y="760"/>
                    <a:pt x="335" y="936"/>
                  </a:cubicBezTo>
                  <a:cubicBezTo>
                    <a:pt x="584" y="1097"/>
                    <a:pt x="893" y="1108"/>
                    <a:pt x="1192" y="1117"/>
                  </a:cubicBezTo>
                  <a:cubicBezTo>
                    <a:pt x="1275" y="1122"/>
                    <a:pt x="1357" y="1122"/>
                    <a:pt x="1441" y="1132"/>
                  </a:cubicBezTo>
                  <a:cubicBezTo>
                    <a:pt x="1493" y="1136"/>
                    <a:pt x="1544" y="1138"/>
                    <a:pt x="1593" y="1138"/>
                  </a:cubicBezTo>
                  <a:cubicBezTo>
                    <a:pt x="1928" y="1138"/>
                    <a:pt x="2199" y="1054"/>
                    <a:pt x="2250" y="926"/>
                  </a:cubicBezTo>
                  <a:cubicBezTo>
                    <a:pt x="2274" y="857"/>
                    <a:pt x="2259" y="696"/>
                    <a:pt x="1868" y="387"/>
                  </a:cubicBezTo>
                  <a:cubicBezTo>
                    <a:pt x="1852" y="373"/>
                    <a:pt x="1843" y="358"/>
                    <a:pt x="1838" y="339"/>
                  </a:cubicBezTo>
                  <a:cubicBezTo>
                    <a:pt x="1735" y="352"/>
                    <a:pt x="1624" y="358"/>
                    <a:pt x="1515" y="358"/>
                  </a:cubicBezTo>
                  <a:cubicBezTo>
                    <a:pt x="1342" y="358"/>
                    <a:pt x="1176" y="343"/>
                    <a:pt x="1064" y="319"/>
                  </a:cubicBezTo>
                  <a:cubicBezTo>
                    <a:pt x="952" y="294"/>
                    <a:pt x="848" y="269"/>
                    <a:pt x="746" y="240"/>
                  </a:cubicBezTo>
                  <a:cubicBezTo>
                    <a:pt x="505" y="172"/>
                    <a:pt x="310" y="88"/>
                    <a:pt x="158"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36"/>
            <p:cNvSpPr/>
            <p:nvPr/>
          </p:nvSpPr>
          <p:spPr>
            <a:xfrm>
              <a:off x="4205850" y="737588"/>
              <a:ext cx="50350" cy="22825"/>
            </a:xfrm>
            <a:custGeom>
              <a:avLst/>
              <a:gdLst/>
              <a:ahLst/>
              <a:cxnLst/>
              <a:rect l="l" t="t" r="r" b="b"/>
              <a:pathLst>
                <a:path w="2014" h="913" extrusionOk="0">
                  <a:moveTo>
                    <a:pt x="270" y="0"/>
                  </a:moveTo>
                  <a:cubicBezTo>
                    <a:pt x="74" y="157"/>
                    <a:pt x="1" y="308"/>
                    <a:pt x="64" y="451"/>
                  </a:cubicBezTo>
                  <a:cubicBezTo>
                    <a:pt x="182" y="724"/>
                    <a:pt x="684" y="912"/>
                    <a:pt x="1080" y="912"/>
                  </a:cubicBezTo>
                  <a:cubicBezTo>
                    <a:pt x="1132" y="912"/>
                    <a:pt x="1183" y="909"/>
                    <a:pt x="1231" y="902"/>
                  </a:cubicBezTo>
                  <a:cubicBezTo>
                    <a:pt x="1568" y="853"/>
                    <a:pt x="1941" y="711"/>
                    <a:pt x="1990" y="539"/>
                  </a:cubicBezTo>
                  <a:cubicBezTo>
                    <a:pt x="2014" y="455"/>
                    <a:pt x="1965" y="363"/>
                    <a:pt x="1843" y="256"/>
                  </a:cubicBezTo>
                  <a:cubicBezTo>
                    <a:pt x="1837" y="245"/>
                    <a:pt x="1828" y="236"/>
                    <a:pt x="1823" y="226"/>
                  </a:cubicBezTo>
                  <a:cubicBezTo>
                    <a:pt x="1754" y="232"/>
                    <a:pt x="1684" y="234"/>
                    <a:pt x="1614" y="234"/>
                  </a:cubicBezTo>
                  <a:cubicBezTo>
                    <a:pt x="1564" y="234"/>
                    <a:pt x="1514" y="233"/>
                    <a:pt x="1466" y="231"/>
                  </a:cubicBezTo>
                  <a:cubicBezTo>
                    <a:pt x="1387" y="220"/>
                    <a:pt x="1308" y="220"/>
                    <a:pt x="1226" y="216"/>
                  </a:cubicBezTo>
                  <a:cubicBezTo>
                    <a:pt x="1010" y="211"/>
                    <a:pt x="790" y="201"/>
                    <a:pt x="579" y="143"/>
                  </a:cubicBezTo>
                  <a:cubicBezTo>
                    <a:pt x="481" y="113"/>
                    <a:pt x="383" y="73"/>
                    <a:pt x="290" y="15"/>
                  </a:cubicBezTo>
                  <a:cubicBezTo>
                    <a:pt x="285" y="10"/>
                    <a:pt x="275" y="5"/>
                    <a:pt x="270"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36"/>
            <p:cNvSpPr/>
            <p:nvPr/>
          </p:nvSpPr>
          <p:spPr>
            <a:xfrm>
              <a:off x="4206100" y="656938"/>
              <a:ext cx="385150" cy="273525"/>
            </a:xfrm>
            <a:custGeom>
              <a:avLst/>
              <a:gdLst/>
              <a:ahLst/>
              <a:cxnLst/>
              <a:rect l="l" t="t" r="r" b="b"/>
              <a:pathLst>
                <a:path w="15406" h="10941" extrusionOk="0">
                  <a:moveTo>
                    <a:pt x="4274" y="2609"/>
                  </a:moveTo>
                  <a:cubicBezTo>
                    <a:pt x="4276" y="2609"/>
                    <a:pt x="4279" y="2609"/>
                    <a:pt x="4282" y="2609"/>
                  </a:cubicBezTo>
                  <a:cubicBezTo>
                    <a:pt x="4321" y="2609"/>
                    <a:pt x="4355" y="2643"/>
                    <a:pt x="4355" y="2688"/>
                  </a:cubicBezTo>
                  <a:cubicBezTo>
                    <a:pt x="4345" y="2888"/>
                    <a:pt x="4277" y="3080"/>
                    <a:pt x="4164" y="3236"/>
                  </a:cubicBezTo>
                  <a:cubicBezTo>
                    <a:pt x="4149" y="3258"/>
                    <a:pt x="4127" y="3269"/>
                    <a:pt x="4104" y="3269"/>
                  </a:cubicBezTo>
                  <a:cubicBezTo>
                    <a:pt x="4096" y="3269"/>
                    <a:pt x="4088" y="3268"/>
                    <a:pt x="4081" y="3265"/>
                  </a:cubicBezTo>
                  <a:cubicBezTo>
                    <a:pt x="4071" y="3265"/>
                    <a:pt x="4061" y="3261"/>
                    <a:pt x="4056" y="3256"/>
                  </a:cubicBezTo>
                  <a:cubicBezTo>
                    <a:pt x="4022" y="3231"/>
                    <a:pt x="4013" y="3182"/>
                    <a:pt x="4037" y="3148"/>
                  </a:cubicBezTo>
                  <a:cubicBezTo>
                    <a:pt x="4140" y="3011"/>
                    <a:pt x="4194" y="2854"/>
                    <a:pt x="4198" y="2682"/>
                  </a:cubicBezTo>
                  <a:cubicBezTo>
                    <a:pt x="4203" y="2641"/>
                    <a:pt x="4233" y="2609"/>
                    <a:pt x="4274" y="2609"/>
                  </a:cubicBezTo>
                  <a:close/>
                  <a:moveTo>
                    <a:pt x="4672" y="3280"/>
                  </a:moveTo>
                  <a:cubicBezTo>
                    <a:pt x="4698" y="3280"/>
                    <a:pt x="4724" y="3293"/>
                    <a:pt x="4737" y="3319"/>
                  </a:cubicBezTo>
                  <a:cubicBezTo>
                    <a:pt x="4757" y="3353"/>
                    <a:pt x="4747" y="3403"/>
                    <a:pt x="4707" y="3423"/>
                  </a:cubicBezTo>
                  <a:cubicBezTo>
                    <a:pt x="4639" y="3462"/>
                    <a:pt x="4576" y="3511"/>
                    <a:pt x="4522" y="3564"/>
                  </a:cubicBezTo>
                  <a:cubicBezTo>
                    <a:pt x="4506" y="3583"/>
                    <a:pt x="4485" y="3590"/>
                    <a:pt x="4465" y="3590"/>
                  </a:cubicBezTo>
                  <a:cubicBezTo>
                    <a:pt x="4460" y="3590"/>
                    <a:pt x="4454" y="3590"/>
                    <a:pt x="4449" y="3589"/>
                  </a:cubicBezTo>
                  <a:cubicBezTo>
                    <a:pt x="4434" y="3584"/>
                    <a:pt x="4424" y="3574"/>
                    <a:pt x="4414" y="3570"/>
                  </a:cubicBezTo>
                  <a:cubicBezTo>
                    <a:pt x="4384" y="3540"/>
                    <a:pt x="4384" y="3491"/>
                    <a:pt x="4414" y="3462"/>
                  </a:cubicBezTo>
                  <a:cubicBezTo>
                    <a:pt x="4478" y="3393"/>
                    <a:pt x="4551" y="3335"/>
                    <a:pt x="4635" y="3290"/>
                  </a:cubicBezTo>
                  <a:cubicBezTo>
                    <a:pt x="4646" y="3283"/>
                    <a:pt x="4659" y="3280"/>
                    <a:pt x="4672" y="3280"/>
                  </a:cubicBezTo>
                  <a:close/>
                  <a:moveTo>
                    <a:pt x="6348" y="3589"/>
                  </a:moveTo>
                  <a:cubicBezTo>
                    <a:pt x="6356" y="3589"/>
                    <a:pt x="6365" y="3590"/>
                    <a:pt x="6373" y="3593"/>
                  </a:cubicBezTo>
                  <a:cubicBezTo>
                    <a:pt x="6477" y="3638"/>
                    <a:pt x="6579" y="3677"/>
                    <a:pt x="6682" y="3711"/>
                  </a:cubicBezTo>
                  <a:cubicBezTo>
                    <a:pt x="6721" y="3726"/>
                    <a:pt x="6741" y="3770"/>
                    <a:pt x="6726" y="3810"/>
                  </a:cubicBezTo>
                  <a:cubicBezTo>
                    <a:pt x="6718" y="3841"/>
                    <a:pt x="6687" y="3861"/>
                    <a:pt x="6654" y="3861"/>
                  </a:cubicBezTo>
                  <a:cubicBezTo>
                    <a:pt x="6647" y="3861"/>
                    <a:pt x="6640" y="3860"/>
                    <a:pt x="6633" y="3858"/>
                  </a:cubicBezTo>
                  <a:lnTo>
                    <a:pt x="6628" y="3858"/>
                  </a:lnTo>
                  <a:cubicBezTo>
                    <a:pt x="6525" y="3819"/>
                    <a:pt x="6423" y="3780"/>
                    <a:pt x="6315" y="3735"/>
                  </a:cubicBezTo>
                  <a:cubicBezTo>
                    <a:pt x="6276" y="3721"/>
                    <a:pt x="6260" y="3677"/>
                    <a:pt x="6276" y="3638"/>
                  </a:cubicBezTo>
                  <a:cubicBezTo>
                    <a:pt x="6287" y="3608"/>
                    <a:pt x="6317" y="3589"/>
                    <a:pt x="6348" y="3589"/>
                  </a:cubicBezTo>
                  <a:close/>
                  <a:moveTo>
                    <a:pt x="8699" y="4582"/>
                  </a:moveTo>
                  <a:cubicBezTo>
                    <a:pt x="8709" y="4582"/>
                    <a:pt x="8719" y="4584"/>
                    <a:pt x="8729" y="4588"/>
                  </a:cubicBezTo>
                  <a:cubicBezTo>
                    <a:pt x="8857" y="4647"/>
                    <a:pt x="8984" y="4725"/>
                    <a:pt x="9087" y="4814"/>
                  </a:cubicBezTo>
                  <a:cubicBezTo>
                    <a:pt x="9122" y="4843"/>
                    <a:pt x="9127" y="4892"/>
                    <a:pt x="9097" y="4922"/>
                  </a:cubicBezTo>
                  <a:cubicBezTo>
                    <a:pt x="9082" y="4939"/>
                    <a:pt x="9063" y="4949"/>
                    <a:pt x="9041" y="4949"/>
                  </a:cubicBezTo>
                  <a:cubicBezTo>
                    <a:pt x="9034" y="4949"/>
                    <a:pt x="9026" y="4948"/>
                    <a:pt x="9018" y="4945"/>
                  </a:cubicBezTo>
                  <a:cubicBezTo>
                    <a:pt x="9009" y="4940"/>
                    <a:pt x="8998" y="4936"/>
                    <a:pt x="8989" y="4931"/>
                  </a:cubicBezTo>
                  <a:cubicBezTo>
                    <a:pt x="8896" y="4848"/>
                    <a:pt x="8783" y="4779"/>
                    <a:pt x="8666" y="4730"/>
                  </a:cubicBezTo>
                  <a:cubicBezTo>
                    <a:pt x="8627" y="4710"/>
                    <a:pt x="8612" y="4667"/>
                    <a:pt x="8627" y="4628"/>
                  </a:cubicBezTo>
                  <a:cubicBezTo>
                    <a:pt x="8641" y="4598"/>
                    <a:pt x="8669" y="4582"/>
                    <a:pt x="8699" y="4582"/>
                  </a:cubicBezTo>
                  <a:close/>
                  <a:moveTo>
                    <a:pt x="7222" y="5020"/>
                  </a:moveTo>
                  <a:cubicBezTo>
                    <a:pt x="7230" y="5020"/>
                    <a:pt x="7238" y="5021"/>
                    <a:pt x="7246" y="5024"/>
                  </a:cubicBezTo>
                  <a:lnTo>
                    <a:pt x="7696" y="5151"/>
                  </a:lnTo>
                  <a:cubicBezTo>
                    <a:pt x="7735" y="5161"/>
                    <a:pt x="7759" y="5205"/>
                    <a:pt x="7750" y="5245"/>
                  </a:cubicBezTo>
                  <a:cubicBezTo>
                    <a:pt x="7737" y="5281"/>
                    <a:pt x="7709" y="5301"/>
                    <a:pt x="7675" y="5301"/>
                  </a:cubicBezTo>
                  <a:cubicBezTo>
                    <a:pt x="7668" y="5301"/>
                    <a:pt x="7660" y="5300"/>
                    <a:pt x="7652" y="5298"/>
                  </a:cubicBezTo>
                  <a:lnTo>
                    <a:pt x="7201" y="5171"/>
                  </a:lnTo>
                  <a:cubicBezTo>
                    <a:pt x="7162" y="5157"/>
                    <a:pt x="7137" y="5117"/>
                    <a:pt x="7153" y="5073"/>
                  </a:cubicBezTo>
                  <a:cubicBezTo>
                    <a:pt x="7160" y="5041"/>
                    <a:pt x="7190" y="5020"/>
                    <a:pt x="7222" y="5020"/>
                  </a:cubicBezTo>
                  <a:close/>
                  <a:moveTo>
                    <a:pt x="6136" y="5198"/>
                  </a:moveTo>
                  <a:cubicBezTo>
                    <a:pt x="6147" y="5198"/>
                    <a:pt x="6157" y="5200"/>
                    <a:pt x="6168" y="5205"/>
                  </a:cubicBezTo>
                  <a:lnTo>
                    <a:pt x="6344" y="5284"/>
                  </a:lnTo>
                  <a:cubicBezTo>
                    <a:pt x="6383" y="5304"/>
                    <a:pt x="6398" y="5347"/>
                    <a:pt x="6383" y="5386"/>
                  </a:cubicBezTo>
                  <a:cubicBezTo>
                    <a:pt x="6371" y="5414"/>
                    <a:pt x="6344" y="5429"/>
                    <a:pt x="6314" y="5429"/>
                  </a:cubicBezTo>
                  <a:cubicBezTo>
                    <a:pt x="6306" y="5429"/>
                    <a:pt x="6298" y="5428"/>
                    <a:pt x="6290" y="5426"/>
                  </a:cubicBezTo>
                  <a:cubicBezTo>
                    <a:pt x="6290" y="5426"/>
                    <a:pt x="6285" y="5426"/>
                    <a:pt x="6280" y="5421"/>
                  </a:cubicBezTo>
                  <a:lnTo>
                    <a:pt x="6104" y="5343"/>
                  </a:lnTo>
                  <a:cubicBezTo>
                    <a:pt x="6065" y="5327"/>
                    <a:pt x="6045" y="5279"/>
                    <a:pt x="6065" y="5245"/>
                  </a:cubicBezTo>
                  <a:cubicBezTo>
                    <a:pt x="6079" y="5216"/>
                    <a:pt x="6107" y="5198"/>
                    <a:pt x="6136" y="5198"/>
                  </a:cubicBezTo>
                  <a:close/>
                  <a:moveTo>
                    <a:pt x="9970" y="5351"/>
                  </a:moveTo>
                  <a:cubicBezTo>
                    <a:pt x="9980" y="5351"/>
                    <a:pt x="9989" y="5353"/>
                    <a:pt x="9998" y="5357"/>
                  </a:cubicBezTo>
                  <a:lnTo>
                    <a:pt x="10180" y="5435"/>
                  </a:lnTo>
                  <a:cubicBezTo>
                    <a:pt x="10219" y="5455"/>
                    <a:pt x="10233" y="5499"/>
                    <a:pt x="10219" y="5539"/>
                  </a:cubicBezTo>
                  <a:cubicBezTo>
                    <a:pt x="10202" y="5567"/>
                    <a:pt x="10173" y="5585"/>
                    <a:pt x="10144" y="5585"/>
                  </a:cubicBezTo>
                  <a:cubicBezTo>
                    <a:pt x="10138" y="5585"/>
                    <a:pt x="10132" y="5584"/>
                    <a:pt x="10126" y="5582"/>
                  </a:cubicBezTo>
                  <a:cubicBezTo>
                    <a:pt x="10121" y="5578"/>
                    <a:pt x="10121" y="5578"/>
                    <a:pt x="10115" y="5578"/>
                  </a:cubicBezTo>
                  <a:lnTo>
                    <a:pt x="9939" y="5499"/>
                  </a:lnTo>
                  <a:cubicBezTo>
                    <a:pt x="9900" y="5480"/>
                    <a:pt x="9880" y="5435"/>
                    <a:pt x="9900" y="5397"/>
                  </a:cubicBezTo>
                  <a:cubicBezTo>
                    <a:pt x="9911" y="5367"/>
                    <a:pt x="9941" y="5351"/>
                    <a:pt x="9970" y="5351"/>
                  </a:cubicBezTo>
                  <a:close/>
                  <a:moveTo>
                    <a:pt x="11706" y="5793"/>
                  </a:moveTo>
                  <a:cubicBezTo>
                    <a:pt x="11715" y="5793"/>
                    <a:pt x="11723" y="5794"/>
                    <a:pt x="11732" y="5797"/>
                  </a:cubicBezTo>
                  <a:cubicBezTo>
                    <a:pt x="11889" y="5852"/>
                    <a:pt x="12046" y="5906"/>
                    <a:pt x="12202" y="5960"/>
                  </a:cubicBezTo>
                  <a:cubicBezTo>
                    <a:pt x="12242" y="5974"/>
                    <a:pt x="12261" y="6019"/>
                    <a:pt x="12247" y="6057"/>
                  </a:cubicBezTo>
                  <a:cubicBezTo>
                    <a:pt x="12234" y="6090"/>
                    <a:pt x="12205" y="6109"/>
                    <a:pt x="12173" y="6109"/>
                  </a:cubicBezTo>
                  <a:cubicBezTo>
                    <a:pt x="12167" y="6109"/>
                    <a:pt x="12160" y="6108"/>
                    <a:pt x="12154" y="6107"/>
                  </a:cubicBezTo>
                  <a:lnTo>
                    <a:pt x="12149" y="6107"/>
                  </a:lnTo>
                  <a:cubicBezTo>
                    <a:pt x="11991" y="6053"/>
                    <a:pt x="11840" y="5994"/>
                    <a:pt x="11683" y="5940"/>
                  </a:cubicBezTo>
                  <a:cubicBezTo>
                    <a:pt x="11639" y="5930"/>
                    <a:pt x="11620" y="5886"/>
                    <a:pt x="11634" y="5847"/>
                  </a:cubicBezTo>
                  <a:cubicBezTo>
                    <a:pt x="11646" y="5813"/>
                    <a:pt x="11676" y="5793"/>
                    <a:pt x="11706" y="5793"/>
                  </a:cubicBezTo>
                  <a:close/>
                  <a:moveTo>
                    <a:pt x="9036" y="5935"/>
                  </a:moveTo>
                  <a:cubicBezTo>
                    <a:pt x="9050" y="5935"/>
                    <a:pt x="9064" y="5938"/>
                    <a:pt x="9077" y="5944"/>
                  </a:cubicBezTo>
                  <a:cubicBezTo>
                    <a:pt x="9145" y="5994"/>
                    <a:pt x="9219" y="6023"/>
                    <a:pt x="9303" y="6038"/>
                  </a:cubicBezTo>
                  <a:cubicBezTo>
                    <a:pt x="9346" y="6043"/>
                    <a:pt x="9371" y="6087"/>
                    <a:pt x="9366" y="6127"/>
                  </a:cubicBezTo>
                  <a:cubicBezTo>
                    <a:pt x="9358" y="6163"/>
                    <a:pt x="9322" y="6191"/>
                    <a:pt x="9286" y="6191"/>
                  </a:cubicBezTo>
                  <a:cubicBezTo>
                    <a:pt x="9284" y="6191"/>
                    <a:pt x="9281" y="6190"/>
                    <a:pt x="9278" y="6190"/>
                  </a:cubicBezTo>
                  <a:cubicBezTo>
                    <a:pt x="9249" y="6185"/>
                    <a:pt x="9224" y="6175"/>
                    <a:pt x="9195" y="6170"/>
                  </a:cubicBezTo>
                  <a:cubicBezTo>
                    <a:pt x="9122" y="6150"/>
                    <a:pt x="9052" y="6116"/>
                    <a:pt x="8989" y="6073"/>
                  </a:cubicBezTo>
                  <a:cubicBezTo>
                    <a:pt x="8955" y="6048"/>
                    <a:pt x="8945" y="6003"/>
                    <a:pt x="8969" y="5969"/>
                  </a:cubicBezTo>
                  <a:cubicBezTo>
                    <a:pt x="8985" y="5947"/>
                    <a:pt x="9010" y="5935"/>
                    <a:pt x="9036" y="5935"/>
                  </a:cubicBezTo>
                  <a:close/>
                  <a:moveTo>
                    <a:pt x="7640" y="6371"/>
                  </a:moveTo>
                  <a:cubicBezTo>
                    <a:pt x="7649" y="6371"/>
                    <a:pt x="7658" y="6373"/>
                    <a:pt x="7666" y="6376"/>
                  </a:cubicBezTo>
                  <a:cubicBezTo>
                    <a:pt x="7741" y="6405"/>
                    <a:pt x="7804" y="6450"/>
                    <a:pt x="7858" y="6498"/>
                  </a:cubicBezTo>
                  <a:cubicBezTo>
                    <a:pt x="7892" y="6528"/>
                    <a:pt x="7892" y="6577"/>
                    <a:pt x="7867" y="6606"/>
                  </a:cubicBezTo>
                  <a:cubicBezTo>
                    <a:pt x="7853" y="6621"/>
                    <a:pt x="7830" y="6630"/>
                    <a:pt x="7810" y="6630"/>
                  </a:cubicBezTo>
                  <a:cubicBezTo>
                    <a:pt x="7802" y="6630"/>
                    <a:pt x="7795" y="6629"/>
                    <a:pt x="7789" y="6626"/>
                  </a:cubicBezTo>
                  <a:cubicBezTo>
                    <a:pt x="7775" y="6626"/>
                    <a:pt x="7764" y="6620"/>
                    <a:pt x="7759" y="6611"/>
                  </a:cubicBezTo>
                  <a:cubicBezTo>
                    <a:pt x="7716" y="6572"/>
                    <a:pt x="7662" y="6543"/>
                    <a:pt x="7608" y="6518"/>
                  </a:cubicBezTo>
                  <a:cubicBezTo>
                    <a:pt x="7569" y="6503"/>
                    <a:pt x="7554" y="6459"/>
                    <a:pt x="7569" y="6421"/>
                  </a:cubicBezTo>
                  <a:cubicBezTo>
                    <a:pt x="7580" y="6390"/>
                    <a:pt x="7609" y="6371"/>
                    <a:pt x="7640" y="6371"/>
                  </a:cubicBezTo>
                  <a:close/>
                  <a:moveTo>
                    <a:pt x="10540" y="6548"/>
                  </a:moveTo>
                  <a:cubicBezTo>
                    <a:pt x="10557" y="6548"/>
                    <a:pt x="10576" y="6554"/>
                    <a:pt x="10591" y="6568"/>
                  </a:cubicBezTo>
                  <a:cubicBezTo>
                    <a:pt x="10694" y="6650"/>
                    <a:pt x="10811" y="6709"/>
                    <a:pt x="10938" y="6744"/>
                  </a:cubicBezTo>
                  <a:cubicBezTo>
                    <a:pt x="10978" y="6758"/>
                    <a:pt x="11003" y="6797"/>
                    <a:pt x="10987" y="6841"/>
                  </a:cubicBezTo>
                  <a:cubicBezTo>
                    <a:pt x="10980" y="6873"/>
                    <a:pt x="10949" y="6895"/>
                    <a:pt x="10918" y="6895"/>
                  </a:cubicBezTo>
                  <a:cubicBezTo>
                    <a:pt x="10910" y="6895"/>
                    <a:pt x="10902" y="6894"/>
                    <a:pt x="10895" y="6891"/>
                  </a:cubicBezTo>
                  <a:cubicBezTo>
                    <a:pt x="10748" y="6851"/>
                    <a:pt x="10615" y="6778"/>
                    <a:pt x="10493" y="6685"/>
                  </a:cubicBezTo>
                  <a:cubicBezTo>
                    <a:pt x="10463" y="6660"/>
                    <a:pt x="10454" y="6611"/>
                    <a:pt x="10483" y="6577"/>
                  </a:cubicBezTo>
                  <a:cubicBezTo>
                    <a:pt x="10497" y="6558"/>
                    <a:pt x="10518" y="6548"/>
                    <a:pt x="10540" y="6548"/>
                  </a:cubicBezTo>
                  <a:close/>
                  <a:moveTo>
                    <a:pt x="13351" y="7081"/>
                  </a:moveTo>
                  <a:cubicBezTo>
                    <a:pt x="13360" y="7081"/>
                    <a:pt x="13369" y="7083"/>
                    <a:pt x="13377" y="7086"/>
                  </a:cubicBezTo>
                  <a:cubicBezTo>
                    <a:pt x="13486" y="7135"/>
                    <a:pt x="13589" y="7174"/>
                    <a:pt x="13707" y="7208"/>
                  </a:cubicBezTo>
                  <a:cubicBezTo>
                    <a:pt x="13745" y="7223"/>
                    <a:pt x="13770" y="7267"/>
                    <a:pt x="13755" y="7307"/>
                  </a:cubicBezTo>
                  <a:cubicBezTo>
                    <a:pt x="13747" y="7338"/>
                    <a:pt x="13718" y="7360"/>
                    <a:pt x="13686" y="7360"/>
                  </a:cubicBezTo>
                  <a:cubicBezTo>
                    <a:pt x="13678" y="7360"/>
                    <a:pt x="13670" y="7358"/>
                    <a:pt x="13662" y="7355"/>
                  </a:cubicBezTo>
                  <a:lnTo>
                    <a:pt x="13657" y="7355"/>
                  </a:lnTo>
                  <a:cubicBezTo>
                    <a:pt x="13540" y="7321"/>
                    <a:pt x="13427" y="7278"/>
                    <a:pt x="13314" y="7228"/>
                  </a:cubicBezTo>
                  <a:cubicBezTo>
                    <a:pt x="13275" y="7214"/>
                    <a:pt x="13260" y="7165"/>
                    <a:pt x="13275" y="7126"/>
                  </a:cubicBezTo>
                  <a:cubicBezTo>
                    <a:pt x="13291" y="7099"/>
                    <a:pt x="13320" y="7081"/>
                    <a:pt x="13351" y="7081"/>
                  </a:cubicBezTo>
                  <a:close/>
                  <a:moveTo>
                    <a:pt x="9404" y="7311"/>
                  </a:moveTo>
                  <a:cubicBezTo>
                    <a:pt x="9414" y="7311"/>
                    <a:pt x="9425" y="7313"/>
                    <a:pt x="9435" y="7316"/>
                  </a:cubicBezTo>
                  <a:cubicBezTo>
                    <a:pt x="9543" y="7366"/>
                    <a:pt x="9651" y="7405"/>
                    <a:pt x="9763" y="7439"/>
                  </a:cubicBezTo>
                  <a:cubicBezTo>
                    <a:pt x="9802" y="7454"/>
                    <a:pt x="9827" y="7493"/>
                    <a:pt x="9817" y="7537"/>
                  </a:cubicBezTo>
                  <a:cubicBezTo>
                    <a:pt x="9805" y="7568"/>
                    <a:pt x="9775" y="7590"/>
                    <a:pt x="9743" y="7590"/>
                  </a:cubicBezTo>
                  <a:cubicBezTo>
                    <a:pt x="9735" y="7590"/>
                    <a:pt x="9727" y="7589"/>
                    <a:pt x="9719" y="7586"/>
                  </a:cubicBezTo>
                  <a:cubicBezTo>
                    <a:pt x="9601" y="7551"/>
                    <a:pt x="9484" y="7508"/>
                    <a:pt x="9376" y="7459"/>
                  </a:cubicBezTo>
                  <a:cubicBezTo>
                    <a:pt x="9337" y="7439"/>
                    <a:pt x="9317" y="7395"/>
                    <a:pt x="9332" y="7355"/>
                  </a:cubicBezTo>
                  <a:cubicBezTo>
                    <a:pt x="9346" y="7326"/>
                    <a:pt x="9375" y="7311"/>
                    <a:pt x="9404" y="7311"/>
                  </a:cubicBezTo>
                  <a:close/>
                  <a:moveTo>
                    <a:pt x="12110" y="7286"/>
                  </a:moveTo>
                  <a:cubicBezTo>
                    <a:pt x="12113" y="7286"/>
                    <a:pt x="12116" y="7287"/>
                    <a:pt x="12120" y="7287"/>
                  </a:cubicBezTo>
                  <a:cubicBezTo>
                    <a:pt x="12242" y="7312"/>
                    <a:pt x="12349" y="7375"/>
                    <a:pt x="12413" y="7479"/>
                  </a:cubicBezTo>
                  <a:cubicBezTo>
                    <a:pt x="12437" y="7513"/>
                    <a:pt x="12428" y="7561"/>
                    <a:pt x="12394" y="7581"/>
                  </a:cubicBezTo>
                  <a:cubicBezTo>
                    <a:pt x="12381" y="7591"/>
                    <a:pt x="12366" y="7596"/>
                    <a:pt x="12353" y="7596"/>
                  </a:cubicBezTo>
                  <a:cubicBezTo>
                    <a:pt x="12345" y="7596"/>
                    <a:pt x="12337" y="7594"/>
                    <a:pt x="12330" y="7590"/>
                  </a:cubicBezTo>
                  <a:cubicBezTo>
                    <a:pt x="12310" y="7586"/>
                    <a:pt x="12296" y="7576"/>
                    <a:pt x="12285" y="7561"/>
                  </a:cubicBezTo>
                  <a:cubicBezTo>
                    <a:pt x="12242" y="7497"/>
                    <a:pt x="12172" y="7454"/>
                    <a:pt x="12095" y="7439"/>
                  </a:cubicBezTo>
                  <a:cubicBezTo>
                    <a:pt x="12050" y="7429"/>
                    <a:pt x="12026" y="7390"/>
                    <a:pt x="12031" y="7350"/>
                  </a:cubicBezTo>
                  <a:cubicBezTo>
                    <a:pt x="12040" y="7310"/>
                    <a:pt x="12074" y="7286"/>
                    <a:pt x="12110" y="7286"/>
                  </a:cubicBezTo>
                  <a:close/>
                  <a:moveTo>
                    <a:pt x="11114" y="8262"/>
                  </a:moveTo>
                  <a:cubicBezTo>
                    <a:pt x="11140" y="8262"/>
                    <a:pt x="11166" y="8275"/>
                    <a:pt x="11179" y="8302"/>
                  </a:cubicBezTo>
                  <a:cubicBezTo>
                    <a:pt x="11232" y="8404"/>
                    <a:pt x="11320" y="8472"/>
                    <a:pt x="11428" y="8492"/>
                  </a:cubicBezTo>
                  <a:cubicBezTo>
                    <a:pt x="11473" y="8501"/>
                    <a:pt x="11497" y="8541"/>
                    <a:pt x="11492" y="8585"/>
                  </a:cubicBezTo>
                  <a:cubicBezTo>
                    <a:pt x="11484" y="8619"/>
                    <a:pt x="11454" y="8646"/>
                    <a:pt x="11417" y="8646"/>
                  </a:cubicBezTo>
                  <a:cubicBezTo>
                    <a:pt x="11411" y="8646"/>
                    <a:pt x="11405" y="8645"/>
                    <a:pt x="11399" y="8644"/>
                  </a:cubicBezTo>
                  <a:cubicBezTo>
                    <a:pt x="11385" y="8639"/>
                    <a:pt x="11370" y="8639"/>
                    <a:pt x="11355" y="8634"/>
                  </a:cubicBezTo>
                  <a:cubicBezTo>
                    <a:pt x="11223" y="8595"/>
                    <a:pt x="11110" y="8501"/>
                    <a:pt x="11042" y="8374"/>
                  </a:cubicBezTo>
                  <a:cubicBezTo>
                    <a:pt x="11022" y="8336"/>
                    <a:pt x="11037" y="8291"/>
                    <a:pt x="11076" y="8272"/>
                  </a:cubicBezTo>
                  <a:cubicBezTo>
                    <a:pt x="11087" y="8265"/>
                    <a:pt x="11100" y="8262"/>
                    <a:pt x="11114" y="8262"/>
                  </a:cubicBezTo>
                  <a:close/>
                  <a:moveTo>
                    <a:pt x="12900" y="8683"/>
                  </a:moveTo>
                  <a:cubicBezTo>
                    <a:pt x="12909" y="8683"/>
                    <a:pt x="12918" y="8685"/>
                    <a:pt x="12927" y="8688"/>
                  </a:cubicBezTo>
                  <a:cubicBezTo>
                    <a:pt x="13031" y="8732"/>
                    <a:pt x="13133" y="8766"/>
                    <a:pt x="13236" y="8806"/>
                  </a:cubicBezTo>
                  <a:cubicBezTo>
                    <a:pt x="13275" y="8820"/>
                    <a:pt x="13295" y="8865"/>
                    <a:pt x="13280" y="8903"/>
                  </a:cubicBezTo>
                  <a:cubicBezTo>
                    <a:pt x="13268" y="8936"/>
                    <a:pt x="13238" y="8955"/>
                    <a:pt x="13206" y="8955"/>
                  </a:cubicBezTo>
                  <a:cubicBezTo>
                    <a:pt x="13200" y="8955"/>
                    <a:pt x="13193" y="8954"/>
                    <a:pt x="13187" y="8953"/>
                  </a:cubicBezTo>
                  <a:lnTo>
                    <a:pt x="13182" y="8948"/>
                  </a:lnTo>
                  <a:cubicBezTo>
                    <a:pt x="13079" y="8913"/>
                    <a:pt x="12977" y="8874"/>
                    <a:pt x="12868" y="8831"/>
                  </a:cubicBezTo>
                  <a:cubicBezTo>
                    <a:pt x="12830" y="8815"/>
                    <a:pt x="12810" y="8772"/>
                    <a:pt x="12830" y="8732"/>
                  </a:cubicBezTo>
                  <a:cubicBezTo>
                    <a:pt x="12841" y="8702"/>
                    <a:pt x="12870" y="8683"/>
                    <a:pt x="12900" y="8683"/>
                  </a:cubicBezTo>
                  <a:close/>
                  <a:moveTo>
                    <a:pt x="1987" y="1"/>
                  </a:moveTo>
                  <a:cubicBezTo>
                    <a:pt x="1622" y="1"/>
                    <a:pt x="1337" y="114"/>
                    <a:pt x="1137" y="342"/>
                  </a:cubicBezTo>
                  <a:cubicBezTo>
                    <a:pt x="1063" y="425"/>
                    <a:pt x="1010" y="503"/>
                    <a:pt x="961" y="577"/>
                  </a:cubicBezTo>
                  <a:cubicBezTo>
                    <a:pt x="893" y="684"/>
                    <a:pt x="823" y="792"/>
                    <a:pt x="692" y="909"/>
                  </a:cubicBezTo>
                  <a:cubicBezTo>
                    <a:pt x="529" y="1052"/>
                    <a:pt x="398" y="1095"/>
                    <a:pt x="294" y="1130"/>
                  </a:cubicBezTo>
                  <a:cubicBezTo>
                    <a:pt x="197" y="1160"/>
                    <a:pt x="138" y="1183"/>
                    <a:pt x="84" y="1262"/>
                  </a:cubicBezTo>
                  <a:cubicBezTo>
                    <a:pt x="0" y="1380"/>
                    <a:pt x="89" y="1497"/>
                    <a:pt x="177" y="1581"/>
                  </a:cubicBezTo>
                  <a:cubicBezTo>
                    <a:pt x="360" y="1754"/>
                    <a:pt x="681" y="1875"/>
                    <a:pt x="950" y="1875"/>
                  </a:cubicBezTo>
                  <a:cubicBezTo>
                    <a:pt x="1083" y="1875"/>
                    <a:pt x="1204" y="1845"/>
                    <a:pt x="1289" y="1777"/>
                  </a:cubicBezTo>
                  <a:cubicBezTo>
                    <a:pt x="1328" y="1748"/>
                    <a:pt x="1363" y="1718"/>
                    <a:pt x="1402" y="1689"/>
                  </a:cubicBezTo>
                  <a:cubicBezTo>
                    <a:pt x="1637" y="1507"/>
                    <a:pt x="1838" y="1350"/>
                    <a:pt x="1867" y="1090"/>
                  </a:cubicBezTo>
                  <a:cubicBezTo>
                    <a:pt x="1872" y="1076"/>
                    <a:pt x="1877" y="1061"/>
                    <a:pt x="1881" y="1052"/>
                  </a:cubicBezTo>
                  <a:cubicBezTo>
                    <a:pt x="1886" y="1011"/>
                    <a:pt x="1923" y="988"/>
                    <a:pt x="1960" y="988"/>
                  </a:cubicBezTo>
                  <a:cubicBezTo>
                    <a:pt x="1963" y="988"/>
                    <a:pt x="1966" y="988"/>
                    <a:pt x="1970" y="988"/>
                  </a:cubicBezTo>
                  <a:cubicBezTo>
                    <a:pt x="2009" y="993"/>
                    <a:pt x="2039" y="1032"/>
                    <a:pt x="2033" y="1076"/>
                  </a:cubicBezTo>
                  <a:cubicBezTo>
                    <a:pt x="2028" y="1090"/>
                    <a:pt x="2028" y="1101"/>
                    <a:pt x="2024" y="1110"/>
                  </a:cubicBezTo>
                  <a:cubicBezTo>
                    <a:pt x="2009" y="1233"/>
                    <a:pt x="1965" y="1336"/>
                    <a:pt x="1901" y="1429"/>
                  </a:cubicBezTo>
                  <a:cubicBezTo>
                    <a:pt x="1970" y="1438"/>
                    <a:pt x="2058" y="1443"/>
                    <a:pt x="2146" y="1448"/>
                  </a:cubicBezTo>
                  <a:cubicBezTo>
                    <a:pt x="2156" y="1443"/>
                    <a:pt x="2167" y="1441"/>
                    <a:pt x="2178" y="1441"/>
                  </a:cubicBezTo>
                  <a:cubicBezTo>
                    <a:pt x="2189" y="1441"/>
                    <a:pt x="2200" y="1443"/>
                    <a:pt x="2209" y="1448"/>
                  </a:cubicBezTo>
                  <a:cubicBezTo>
                    <a:pt x="2474" y="1448"/>
                    <a:pt x="2754" y="1395"/>
                    <a:pt x="2792" y="1174"/>
                  </a:cubicBezTo>
                  <a:cubicBezTo>
                    <a:pt x="2797" y="1138"/>
                    <a:pt x="2836" y="1110"/>
                    <a:pt x="2872" y="1110"/>
                  </a:cubicBezTo>
                  <a:cubicBezTo>
                    <a:pt x="2875" y="1110"/>
                    <a:pt x="2878" y="1110"/>
                    <a:pt x="2881" y="1110"/>
                  </a:cubicBezTo>
                  <a:cubicBezTo>
                    <a:pt x="2925" y="1120"/>
                    <a:pt x="2950" y="1160"/>
                    <a:pt x="2944" y="1203"/>
                  </a:cubicBezTo>
                  <a:cubicBezTo>
                    <a:pt x="2901" y="1443"/>
                    <a:pt x="2685" y="1576"/>
                    <a:pt x="2322" y="1601"/>
                  </a:cubicBezTo>
                  <a:cubicBezTo>
                    <a:pt x="2587" y="2036"/>
                    <a:pt x="2342" y="2320"/>
                    <a:pt x="2283" y="2379"/>
                  </a:cubicBezTo>
                  <a:cubicBezTo>
                    <a:pt x="2234" y="2424"/>
                    <a:pt x="2151" y="2458"/>
                    <a:pt x="2048" y="2482"/>
                  </a:cubicBezTo>
                  <a:cubicBezTo>
                    <a:pt x="2372" y="2747"/>
                    <a:pt x="2494" y="2967"/>
                    <a:pt x="2421" y="3152"/>
                  </a:cubicBezTo>
                  <a:cubicBezTo>
                    <a:pt x="2367" y="3299"/>
                    <a:pt x="2200" y="3383"/>
                    <a:pt x="1999" y="3427"/>
                  </a:cubicBezTo>
                  <a:cubicBezTo>
                    <a:pt x="2121" y="3554"/>
                    <a:pt x="2166" y="3681"/>
                    <a:pt x="2127" y="3810"/>
                  </a:cubicBezTo>
                  <a:cubicBezTo>
                    <a:pt x="2024" y="4152"/>
                    <a:pt x="1323" y="4265"/>
                    <a:pt x="1239" y="4280"/>
                  </a:cubicBezTo>
                  <a:cubicBezTo>
                    <a:pt x="1186" y="4288"/>
                    <a:pt x="1128" y="4292"/>
                    <a:pt x="1068" y="4292"/>
                  </a:cubicBezTo>
                  <a:cubicBezTo>
                    <a:pt x="917" y="4292"/>
                    <a:pt x="751" y="4267"/>
                    <a:pt x="593" y="4221"/>
                  </a:cubicBezTo>
                  <a:cubicBezTo>
                    <a:pt x="574" y="4216"/>
                    <a:pt x="549" y="4206"/>
                    <a:pt x="529" y="4201"/>
                  </a:cubicBezTo>
                  <a:lnTo>
                    <a:pt x="529" y="4201"/>
                  </a:lnTo>
                  <a:cubicBezTo>
                    <a:pt x="789" y="4622"/>
                    <a:pt x="1196" y="4951"/>
                    <a:pt x="1666" y="5107"/>
                  </a:cubicBezTo>
                  <a:cubicBezTo>
                    <a:pt x="2104" y="5254"/>
                    <a:pt x="2603" y="5391"/>
                    <a:pt x="3084" y="5391"/>
                  </a:cubicBezTo>
                  <a:cubicBezTo>
                    <a:pt x="3405" y="5391"/>
                    <a:pt x="3717" y="5330"/>
                    <a:pt x="3997" y="5171"/>
                  </a:cubicBezTo>
                  <a:cubicBezTo>
                    <a:pt x="4002" y="5171"/>
                    <a:pt x="4002" y="5166"/>
                    <a:pt x="4002" y="5166"/>
                  </a:cubicBezTo>
                  <a:cubicBezTo>
                    <a:pt x="4017" y="5142"/>
                    <a:pt x="4042" y="5132"/>
                    <a:pt x="4067" y="5127"/>
                  </a:cubicBezTo>
                  <a:cubicBezTo>
                    <a:pt x="4096" y="5107"/>
                    <a:pt x="4130" y="5092"/>
                    <a:pt x="4160" y="5069"/>
                  </a:cubicBezTo>
                  <a:cubicBezTo>
                    <a:pt x="4174" y="5058"/>
                    <a:pt x="4190" y="5053"/>
                    <a:pt x="4206" y="5053"/>
                  </a:cubicBezTo>
                  <a:cubicBezTo>
                    <a:pt x="4228" y="5053"/>
                    <a:pt x="4250" y="5063"/>
                    <a:pt x="4267" y="5083"/>
                  </a:cubicBezTo>
                  <a:cubicBezTo>
                    <a:pt x="4291" y="5117"/>
                    <a:pt x="4282" y="5166"/>
                    <a:pt x="4248" y="5191"/>
                  </a:cubicBezTo>
                  <a:cubicBezTo>
                    <a:pt x="4237" y="5196"/>
                    <a:pt x="4228" y="5205"/>
                    <a:pt x="4218" y="5210"/>
                  </a:cubicBezTo>
                  <a:cubicBezTo>
                    <a:pt x="4978" y="5686"/>
                    <a:pt x="5713" y="6145"/>
                    <a:pt x="6398" y="6586"/>
                  </a:cubicBezTo>
                  <a:cubicBezTo>
                    <a:pt x="6721" y="6797"/>
                    <a:pt x="7049" y="7002"/>
                    <a:pt x="7368" y="7204"/>
                  </a:cubicBezTo>
                  <a:cubicBezTo>
                    <a:pt x="7686" y="7400"/>
                    <a:pt x="8005" y="7601"/>
                    <a:pt x="8318" y="7802"/>
                  </a:cubicBezTo>
                  <a:cubicBezTo>
                    <a:pt x="8587" y="7972"/>
                    <a:pt x="8871" y="8139"/>
                    <a:pt x="9141" y="8296"/>
                  </a:cubicBezTo>
                  <a:cubicBezTo>
                    <a:pt x="9366" y="8424"/>
                    <a:pt x="9597" y="8555"/>
                    <a:pt x="9821" y="8698"/>
                  </a:cubicBezTo>
                  <a:cubicBezTo>
                    <a:pt x="9915" y="8756"/>
                    <a:pt x="10390" y="8992"/>
                    <a:pt x="10992" y="9295"/>
                  </a:cubicBezTo>
                  <a:cubicBezTo>
                    <a:pt x="12418" y="10016"/>
                    <a:pt x="13648" y="10642"/>
                    <a:pt x="14123" y="10941"/>
                  </a:cubicBezTo>
                  <a:cubicBezTo>
                    <a:pt x="14270" y="10441"/>
                    <a:pt x="14451" y="9932"/>
                    <a:pt x="14632" y="9437"/>
                  </a:cubicBezTo>
                  <a:cubicBezTo>
                    <a:pt x="14950" y="8555"/>
                    <a:pt x="15278" y="7640"/>
                    <a:pt x="15405" y="6733"/>
                  </a:cubicBezTo>
                  <a:cubicBezTo>
                    <a:pt x="13936" y="6175"/>
                    <a:pt x="6172" y="3055"/>
                    <a:pt x="5066" y="2438"/>
                  </a:cubicBezTo>
                  <a:cubicBezTo>
                    <a:pt x="4972" y="2388"/>
                    <a:pt x="4884" y="2340"/>
                    <a:pt x="4786" y="2291"/>
                  </a:cubicBezTo>
                  <a:cubicBezTo>
                    <a:pt x="4777" y="2315"/>
                    <a:pt x="4752" y="2340"/>
                    <a:pt x="4718" y="2340"/>
                  </a:cubicBezTo>
                  <a:cubicBezTo>
                    <a:pt x="4716" y="2340"/>
                    <a:pt x="4713" y="2340"/>
                    <a:pt x="4711" y="2340"/>
                  </a:cubicBezTo>
                  <a:cubicBezTo>
                    <a:pt x="4673" y="2340"/>
                    <a:pt x="4639" y="2308"/>
                    <a:pt x="4635" y="2271"/>
                  </a:cubicBezTo>
                  <a:cubicBezTo>
                    <a:pt x="4635" y="2252"/>
                    <a:pt x="4635" y="2232"/>
                    <a:pt x="4630" y="2212"/>
                  </a:cubicBezTo>
                  <a:cubicBezTo>
                    <a:pt x="4625" y="2153"/>
                    <a:pt x="4615" y="2094"/>
                    <a:pt x="4600" y="2031"/>
                  </a:cubicBezTo>
                  <a:cubicBezTo>
                    <a:pt x="4526" y="1639"/>
                    <a:pt x="4341" y="1233"/>
                    <a:pt x="4067" y="860"/>
                  </a:cubicBezTo>
                  <a:cubicBezTo>
                    <a:pt x="3914" y="654"/>
                    <a:pt x="2925" y="43"/>
                    <a:pt x="2073" y="3"/>
                  </a:cubicBezTo>
                  <a:cubicBezTo>
                    <a:pt x="2044" y="2"/>
                    <a:pt x="2015" y="1"/>
                    <a:pt x="1987"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8" name="Google Shape;1968;p36"/>
          <p:cNvGrpSpPr/>
          <p:nvPr/>
        </p:nvGrpSpPr>
        <p:grpSpPr>
          <a:xfrm>
            <a:off x="8486228" y="882774"/>
            <a:ext cx="361565" cy="351637"/>
            <a:chOff x="5461450" y="1541475"/>
            <a:chExt cx="447150" cy="434925"/>
          </a:xfrm>
        </p:grpSpPr>
        <p:sp>
          <p:nvSpPr>
            <p:cNvPr id="1969" name="Google Shape;1969;p36"/>
            <p:cNvSpPr/>
            <p:nvPr/>
          </p:nvSpPr>
          <p:spPr>
            <a:xfrm>
              <a:off x="5461450" y="1541475"/>
              <a:ext cx="447150" cy="434925"/>
            </a:xfrm>
            <a:custGeom>
              <a:avLst/>
              <a:gdLst/>
              <a:ahLst/>
              <a:cxnLst/>
              <a:rect l="l" t="t" r="r" b="b"/>
              <a:pathLst>
                <a:path w="17886" h="17397" extrusionOk="0">
                  <a:moveTo>
                    <a:pt x="8691" y="453"/>
                  </a:moveTo>
                  <a:cubicBezTo>
                    <a:pt x="9086" y="453"/>
                    <a:pt x="9461" y="674"/>
                    <a:pt x="9792" y="1097"/>
                  </a:cubicBezTo>
                  <a:cubicBezTo>
                    <a:pt x="10783" y="2380"/>
                    <a:pt x="10211" y="5099"/>
                    <a:pt x="9545" y="6740"/>
                  </a:cubicBezTo>
                  <a:cubicBezTo>
                    <a:pt x="9474" y="6705"/>
                    <a:pt x="9398" y="6665"/>
                    <a:pt x="9323" y="6645"/>
                  </a:cubicBezTo>
                  <a:cubicBezTo>
                    <a:pt x="9353" y="6624"/>
                    <a:pt x="9374" y="6594"/>
                    <a:pt x="9378" y="6554"/>
                  </a:cubicBezTo>
                  <a:cubicBezTo>
                    <a:pt x="9509" y="5922"/>
                    <a:pt x="9560" y="5245"/>
                    <a:pt x="9549" y="4356"/>
                  </a:cubicBezTo>
                  <a:cubicBezTo>
                    <a:pt x="9545" y="4275"/>
                    <a:pt x="9479" y="4210"/>
                    <a:pt x="9398" y="4210"/>
                  </a:cubicBezTo>
                  <a:cubicBezTo>
                    <a:pt x="9318" y="4210"/>
                    <a:pt x="9246" y="4280"/>
                    <a:pt x="9252" y="4361"/>
                  </a:cubicBezTo>
                  <a:cubicBezTo>
                    <a:pt x="9262" y="5225"/>
                    <a:pt x="9211" y="5882"/>
                    <a:pt x="9085" y="6493"/>
                  </a:cubicBezTo>
                  <a:cubicBezTo>
                    <a:pt x="9080" y="6528"/>
                    <a:pt x="9085" y="6554"/>
                    <a:pt x="9101" y="6584"/>
                  </a:cubicBezTo>
                  <a:lnTo>
                    <a:pt x="9095" y="6584"/>
                  </a:lnTo>
                  <a:cubicBezTo>
                    <a:pt x="9009" y="6566"/>
                    <a:pt x="8922" y="6558"/>
                    <a:pt x="8836" y="6558"/>
                  </a:cubicBezTo>
                  <a:cubicBezTo>
                    <a:pt x="8702" y="6558"/>
                    <a:pt x="8568" y="6578"/>
                    <a:pt x="8434" y="6614"/>
                  </a:cubicBezTo>
                  <a:cubicBezTo>
                    <a:pt x="8439" y="6600"/>
                    <a:pt x="8439" y="6584"/>
                    <a:pt x="8439" y="6563"/>
                  </a:cubicBezTo>
                  <a:cubicBezTo>
                    <a:pt x="8423" y="6377"/>
                    <a:pt x="8408" y="6185"/>
                    <a:pt x="8393" y="5993"/>
                  </a:cubicBezTo>
                  <a:cubicBezTo>
                    <a:pt x="8343" y="5422"/>
                    <a:pt x="8292" y="4835"/>
                    <a:pt x="8216" y="4285"/>
                  </a:cubicBezTo>
                  <a:cubicBezTo>
                    <a:pt x="8207" y="4211"/>
                    <a:pt x="8141" y="4153"/>
                    <a:pt x="8067" y="4153"/>
                  </a:cubicBezTo>
                  <a:cubicBezTo>
                    <a:pt x="8061" y="4153"/>
                    <a:pt x="8055" y="4153"/>
                    <a:pt x="8050" y="4154"/>
                  </a:cubicBezTo>
                  <a:cubicBezTo>
                    <a:pt x="7963" y="4164"/>
                    <a:pt x="7908" y="4240"/>
                    <a:pt x="7919" y="4320"/>
                  </a:cubicBezTo>
                  <a:cubicBezTo>
                    <a:pt x="7994" y="4872"/>
                    <a:pt x="8045" y="5453"/>
                    <a:pt x="8090" y="6018"/>
                  </a:cubicBezTo>
                  <a:cubicBezTo>
                    <a:pt x="8105" y="6215"/>
                    <a:pt x="8125" y="6402"/>
                    <a:pt x="8140" y="6594"/>
                  </a:cubicBezTo>
                  <a:cubicBezTo>
                    <a:pt x="8140" y="6624"/>
                    <a:pt x="8155" y="6645"/>
                    <a:pt x="8171" y="6665"/>
                  </a:cubicBezTo>
                  <a:cubicBezTo>
                    <a:pt x="8115" y="6680"/>
                    <a:pt x="8059" y="6691"/>
                    <a:pt x="8014" y="6705"/>
                  </a:cubicBezTo>
                  <a:cubicBezTo>
                    <a:pt x="8003" y="6675"/>
                    <a:pt x="7999" y="6645"/>
                    <a:pt x="7979" y="6619"/>
                  </a:cubicBezTo>
                  <a:lnTo>
                    <a:pt x="7903" y="6509"/>
                  </a:lnTo>
                  <a:cubicBezTo>
                    <a:pt x="7782" y="6327"/>
                    <a:pt x="7655" y="6129"/>
                    <a:pt x="7514" y="5922"/>
                  </a:cubicBezTo>
                  <a:cubicBezTo>
                    <a:pt x="7089" y="4695"/>
                    <a:pt x="6872" y="3063"/>
                    <a:pt x="7064" y="2144"/>
                  </a:cubicBezTo>
                  <a:cubicBezTo>
                    <a:pt x="7236" y="1314"/>
                    <a:pt x="7807" y="628"/>
                    <a:pt x="8444" y="481"/>
                  </a:cubicBezTo>
                  <a:cubicBezTo>
                    <a:pt x="8527" y="462"/>
                    <a:pt x="8609" y="453"/>
                    <a:pt x="8691" y="453"/>
                  </a:cubicBezTo>
                  <a:close/>
                  <a:moveTo>
                    <a:pt x="3194" y="2921"/>
                  </a:moveTo>
                  <a:cubicBezTo>
                    <a:pt x="4750" y="2921"/>
                    <a:pt x="6145" y="4714"/>
                    <a:pt x="7110" y="6129"/>
                  </a:cubicBezTo>
                  <a:cubicBezTo>
                    <a:pt x="7210" y="6412"/>
                    <a:pt x="7322" y="6675"/>
                    <a:pt x="7438" y="6908"/>
                  </a:cubicBezTo>
                  <a:cubicBezTo>
                    <a:pt x="7236" y="7003"/>
                    <a:pt x="7075" y="7115"/>
                    <a:pt x="6942" y="7230"/>
                  </a:cubicBezTo>
                  <a:cubicBezTo>
                    <a:pt x="6837" y="7165"/>
                    <a:pt x="6725" y="7104"/>
                    <a:pt x="6620" y="7048"/>
                  </a:cubicBezTo>
                  <a:cubicBezTo>
                    <a:pt x="6039" y="6731"/>
                    <a:pt x="5487" y="6428"/>
                    <a:pt x="5079" y="5927"/>
                  </a:cubicBezTo>
                  <a:cubicBezTo>
                    <a:pt x="5048" y="5891"/>
                    <a:pt x="5005" y="5873"/>
                    <a:pt x="4962" y="5873"/>
                  </a:cubicBezTo>
                  <a:cubicBezTo>
                    <a:pt x="4928" y="5873"/>
                    <a:pt x="4894" y="5885"/>
                    <a:pt x="4867" y="5907"/>
                  </a:cubicBezTo>
                  <a:cubicBezTo>
                    <a:pt x="4801" y="5963"/>
                    <a:pt x="4790" y="6059"/>
                    <a:pt x="4846" y="6120"/>
                  </a:cubicBezTo>
                  <a:cubicBezTo>
                    <a:pt x="5296" y="6665"/>
                    <a:pt x="5867" y="6978"/>
                    <a:pt x="6473" y="7311"/>
                  </a:cubicBezTo>
                  <a:cubicBezTo>
                    <a:pt x="6457" y="7307"/>
                    <a:pt x="6443" y="7302"/>
                    <a:pt x="6427" y="7297"/>
                  </a:cubicBezTo>
                  <a:cubicBezTo>
                    <a:pt x="4841" y="7115"/>
                    <a:pt x="3598" y="6569"/>
                    <a:pt x="2719" y="5684"/>
                  </a:cubicBezTo>
                  <a:cubicBezTo>
                    <a:pt x="2043" y="4998"/>
                    <a:pt x="1704" y="4063"/>
                    <a:pt x="1936" y="3508"/>
                  </a:cubicBezTo>
                  <a:cubicBezTo>
                    <a:pt x="2133" y="3028"/>
                    <a:pt x="2724" y="2921"/>
                    <a:pt x="3184" y="2921"/>
                  </a:cubicBezTo>
                  <a:close/>
                  <a:moveTo>
                    <a:pt x="13474" y="3045"/>
                  </a:moveTo>
                  <a:cubicBezTo>
                    <a:pt x="13969" y="3045"/>
                    <a:pt x="14462" y="3203"/>
                    <a:pt x="14840" y="3497"/>
                  </a:cubicBezTo>
                  <a:cubicBezTo>
                    <a:pt x="15279" y="3846"/>
                    <a:pt x="15512" y="4336"/>
                    <a:pt x="15502" y="4891"/>
                  </a:cubicBezTo>
                  <a:cubicBezTo>
                    <a:pt x="15472" y="6351"/>
                    <a:pt x="13895" y="7281"/>
                    <a:pt x="12354" y="7934"/>
                  </a:cubicBezTo>
                  <a:cubicBezTo>
                    <a:pt x="11884" y="8100"/>
                    <a:pt x="11440" y="8277"/>
                    <a:pt x="11046" y="8433"/>
                  </a:cubicBezTo>
                  <a:lnTo>
                    <a:pt x="10717" y="8559"/>
                  </a:lnTo>
                  <a:cubicBezTo>
                    <a:pt x="10682" y="8358"/>
                    <a:pt x="10626" y="8155"/>
                    <a:pt x="10556" y="7969"/>
                  </a:cubicBezTo>
                  <a:cubicBezTo>
                    <a:pt x="10556" y="7964"/>
                    <a:pt x="10561" y="7964"/>
                    <a:pt x="10561" y="7964"/>
                  </a:cubicBezTo>
                  <a:cubicBezTo>
                    <a:pt x="11132" y="7398"/>
                    <a:pt x="12198" y="6862"/>
                    <a:pt x="12627" y="6660"/>
                  </a:cubicBezTo>
                  <a:cubicBezTo>
                    <a:pt x="12702" y="6624"/>
                    <a:pt x="12732" y="6533"/>
                    <a:pt x="12697" y="6458"/>
                  </a:cubicBezTo>
                  <a:cubicBezTo>
                    <a:pt x="12672" y="6406"/>
                    <a:pt x="12616" y="6373"/>
                    <a:pt x="12559" y="6373"/>
                  </a:cubicBezTo>
                  <a:cubicBezTo>
                    <a:pt x="12538" y="6373"/>
                    <a:pt x="12516" y="6378"/>
                    <a:pt x="12496" y="6388"/>
                  </a:cubicBezTo>
                  <a:cubicBezTo>
                    <a:pt x="11965" y="6640"/>
                    <a:pt x="11015" y="7134"/>
                    <a:pt x="10419" y="7680"/>
                  </a:cubicBezTo>
                  <a:cubicBezTo>
                    <a:pt x="10409" y="7661"/>
                    <a:pt x="10398" y="7635"/>
                    <a:pt x="10384" y="7615"/>
                  </a:cubicBezTo>
                  <a:lnTo>
                    <a:pt x="10398" y="7615"/>
                  </a:lnTo>
                  <a:cubicBezTo>
                    <a:pt x="10454" y="7615"/>
                    <a:pt x="10510" y="7584"/>
                    <a:pt x="10535" y="7529"/>
                  </a:cubicBezTo>
                  <a:cubicBezTo>
                    <a:pt x="10874" y="6831"/>
                    <a:pt x="11228" y="6175"/>
                    <a:pt x="11818" y="5761"/>
                  </a:cubicBezTo>
                  <a:cubicBezTo>
                    <a:pt x="11884" y="5710"/>
                    <a:pt x="11899" y="5619"/>
                    <a:pt x="11853" y="5548"/>
                  </a:cubicBezTo>
                  <a:cubicBezTo>
                    <a:pt x="11823" y="5508"/>
                    <a:pt x="11776" y="5485"/>
                    <a:pt x="11728" y="5485"/>
                  </a:cubicBezTo>
                  <a:cubicBezTo>
                    <a:pt x="11699" y="5485"/>
                    <a:pt x="11669" y="5494"/>
                    <a:pt x="11641" y="5513"/>
                  </a:cubicBezTo>
                  <a:cubicBezTo>
                    <a:pt x="10995" y="5968"/>
                    <a:pt x="10621" y="6665"/>
                    <a:pt x="10262" y="7398"/>
                  </a:cubicBezTo>
                  <a:lnTo>
                    <a:pt x="10262" y="7412"/>
                  </a:lnTo>
                  <a:cubicBezTo>
                    <a:pt x="10181" y="7291"/>
                    <a:pt x="10095" y="7190"/>
                    <a:pt x="10004" y="7090"/>
                  </a:cubicBezTo>
                  <a:cubicBezTo>
                    <a:pt x="10004" y="7090"/>
                    <a:pt x="10010" y="7085"/>
                    <a:pt x="10010" y="7079"/>
                  </a:cubicBezTo>
                  <a:cubicBezTo>
                    <a:pt x="10419" y="5432"/>
                    <a:pt x="11496" y="3492"/>
                    <a:pt x="12900" y="3118"/>
                  </a:cubicBezTo>
                  <a:cubicBezTo>
                    <a:pt x="13087" y="3069"/>
                    <a:pt x="13281" y="3045"/>
                    <a:pt x="13474" y="3045"/>
                  </a:cubicBezTo>
                  <a:close/>
                  <a:moveTo>
                    <a:pt x="8833" y="6857"/>
                  </a:moveTo>
                  <a:cubicBezTo>
                    <a:pt x="9080" y="6857"/>
                    <a:pt x="9288" y="6938"/>
                    <a:pt x="9454" y="7034"/>
                  </a:cubicBezTo>
                  <a:cubicBezTo>
                    <a:pt x="9458" y="7115"/>
                    <a:pt x="9505" y="7195"/>
                    <a:pt x="9586" y="7230"/>
                  </a:cubicBezTo>
                  <a:cubicBezTo>
                    <a:pt x="9615" y="7240"/>
                    <a:pt x="9644" y="7244"/>
                    <a:pt x="9673" y="7244"/>
                  </a:cubicBezTo>
                  <a:cubicBezTo>
                    <a:pt x="9689" y="7244"/>
                    <a:pt x="9706" y="7243"/>
                    <a:pt x="9722" y="7241"/>
                  </a:cubicBezTo>
                  <a:lnTo>
                    <a:pt x="9726" y="7241"/>
                  </a:lnTo>
                  <a:cubicBezTo>
                    <a:pt x="10085" y="7579"/>
                    <a:pt x="10353" y="8115"/>
                    <a:pt x="10424" y="8676"/>
                  </a:cubicBezTo>
                  <a:cubicBezTo>
                    <a:pt x="10449" y="8832"/>
                    <a:pt x="10454" y="8984"/>
                    <a:pt x="10449" y="9135"/>
                  </a:cubicBezTo>
                  <a:cubicBezTo>
                    <a:pt x="10429" y="9473"/>
                    <a:pt x="10338" y="9807"/>
                    <a:pt x="10151" y="10100"/>
                  </a:cubicBezTo>
                  <a:cubicBezTo>
                    <a:pt x="9763" y="10699"/>
                    <a:pt x="9285" y="11006"/>
                    <a:pt x="8763" y="11006"/>
                  </a:cubicBezTo>
                  <a:cubicBezTo>
                    <a:pt x="8598" y="11006"/>
                    <a:pt x="8429" y="10976"/>
                    <a:pt x="8257" y="10914"/>
                  </a:cubicBezTo>
                  <a:cubicBezTo>
                    <a:pt x="7751" y="10722"/>
                    <a:pt x="7301" y="10292"/>
                    <a:pt x="7014" y="9783"/>
                  </a:cubicBezTo>
                  <a:cubicBezTo>
                    <a:pt x="7009" y="9737"/>
                    <a:pt x="6998" y="9697"/>
                    <a:pt x="6973" y="9655"/>
                  </a:cubicBezTo>
                  <a:cubicBezTo>
                    <a:pt x="6958" y="9646"/>
                    <a:pt x="6942" y="9636"/>
                    <a:pt x="6933" y="9625"/>
                  </a:cubicBezTo>
                  <a:cubicBezTo>
                    <a:pt x="6928" y="9620"/>
                    <a:pt x="6928" y="9615"/>
                    <a:pt x="6928" y="9615"/>
                  </a:cubicBezTo>
                  <a:cubicBezTo>
                    <a:pt x="6721" y="9201"/>
                    <a:pt x="6625" y="8746"/>
                    <a:pt x="6681" y="8332"/>
                  </a:cubicBezTo>
                  <a:cubicBezTo>
                    <a:pt x="6746" y="7867"/>
                    <a:pt x="7003" y="7503"/>
                    <a:pt x="7423" y="7256"/>
                  </a:cubicBezTo>
                  <a:lnTo>
                    <a:pt x="7423" y="7256"/>
                  </a:lnTo>
                  <a:cubicBezTo>
                    <a:pt x="7413" y="7297"/>
                    <a:pt x="7418" y="7342"/>
                    <a:pt x="7438" y="7377"/>
                  </a:cubicBezTo>
                  <a:cubicBezTo>
                    <a:pt x="7468" y="7424"/>
                    <a:pt x="7517" y="7451"/>
                    <a:pt x="7569" y="7451"/>
                  </a:cubicBezTo>
                  <a:cubicBezTo>
                    <a:pt x="7596" y="7451"/>
                    <a:pt x="7624" y="7443"/>
                    <a:pt x="7651" y="7428"/>
                  </a:cubicBezTo>
                  <a:lnTo>
                    <a:pt x="7782" y="7342"/>
                  </a:lnTo>
                  <a:cubicBezTo>
                    <a:pt x="7797" y="7327"/>
                    <a:pt x="7817" y="7311"/>
                    <a:pt x="7832" y="7297"/>
                  </a:cubicBezTo>
                  <a:cubicBezTo>
                    <a:pt x="7858" y="7291"/>
                    <a:pt x="7888" y="7286"/>
                    <a:pt x="7908" y="7271"/>
                  </a:cubicBezTo>
                  <a:cubicBezTo>
                    <a:pt x="7954" y="7241"/>
                    <a:pt x="7979" y="7206"/>
                    <a:pt x="7994" y="7165"/>
                  </a:cubicBezTo>
                  <a:cubicBezTo>
                    <a:pt x="7994" y="7160"/>
                    <a:pt x="7999" y="7160"/>
                    <a:pt x="7999" y="7160"/>
                  </a:cubicBezTo>
                  <a:cubicBezTo>
                    <a:pt x="8145" y="7054"/>
                    <a:pt x="8287" y="6978"/>
                    <a:pt x="8423" y="6927"/>
                  </a:cubicBezTo>
                  <a:cubicBezTo>
                    <a:pt x="8525" y="6913"/>
                    <a:pt x="8630" y="6903"/>
                    <a:pt x="8742" y="6897"/>
                  </a:cubicBezTo>
                  <a:cubicBezTo>
                    <a:pt x="8782" y="6892"/>
                    <a:pt x="8807" y="6877"/>
                    <a:pt x="8833" y="6857"/>
                  </a:cubicBezTo>
                  <a:close/>
                  <a:moveTo>
                    <a:pt x="6548" y="7351"/>
                  </a:moveTo>
                  <a:lnTo>
                    <a:pt x="6548" y="7351"/>
                  </a:lnTo>
                  <a:cubicBezTo>
                    <a:pt x="6609" y="7388"/>
                    <a:pt x="6670" y="7423"/>
                    <a:pt x="6730" y="7458"/>
                  </a:cubicBezTo>
                  <a:cubicBezTo>
                    <a:pt x="6585" y="7650"/>
                    <a:pt x="6494" y="7852"/>
                    <a:pt x="6443" y="8034"/>
                  </a:cubicBezTo>
                  <a:lnTo>
                    <a:pt x="6443" y="8039"/>
                  </a:lnTo>
                  <a:cubicBezTo>
                    <a:pt x="6350" y="8030"/>
                    <a:pt x="6259" y="8026"/>
                    <a:pt x="6169" y="8026"/>
                  </a:cubicBezTo>
                  <a:cubicBezTo>
                    <a:pt x="5811" y="8026"/>
                    <a:pt x="5477" y="8089"/>
                    <a:pt x="5149" y="8151"/>
                  </a:cubicBezTo>
                  <a:cubicBezTo>
                    <a:pt x="4922" y="8195"/>
                    <a:pt x="4685" y="8242"/>
                    <a:pt x="4447" y="8261"/>
                  </a:cubicBezTo>
                  <a:cubicBezTo>
                    <a:pt x="4366" y="8267"/>
                    <a:pt x="4305" y="8342"/>
                    <a:pt x="4311" y="8423"/>
                  </a:cubicBezTo>
                  <a:cubicBezTo>
                    <a:pt x="4321" y="8499"/>
                    <a:pt x="4386" y="8559"/>
                    <a:pt x="4463" y="8559"/>
                  </a:cubicBezTo>
                  <a:lnTo>
                    <a:pt x="4477" y="8559"/>
                  </a:lnTo>
                  <a:cubicBezTo>
                    <a:pt x="4725" y="8534"/>
                    <a:pt x="4967" y="8489"/>
                    <a:pt x="5205" y="8449"/>
                  </a:cubicBezTo>
                  <a:cubicBezTo>
                    <a:pt x="5527" y="8386"/>
                    <a:pt x="5840" y="8328"/>
                    <a:pt x="6161" y="8328"/>
                  </a:cubicBezTo>
                  <a:cubicBezTo>
                    <a:pt x="6233" y="8328"/>
                    <a:pt x="6305" y="8331"/>
                    <a:pt x="6377" y="8337"/>
                  </a:cubicBezTo>
                  <a:cubicBezTo>
                    <a:pt x="6362" y="8473"/>
                    <a:pt x="6357" y="8620"/>
                    <a:pt x="6377" y="8762"/>
                  </a:cubicBezTo>
                  <a:cubicBezTo>
                    <a:pt x="6365" y="8759"/>
                    <a:pt x="6353" y="8758"/>
                    <a:pt x="6342" y="8758"/>
                  </a:cubicBezTo>
                  <a:cubicBezTo>
                    <a:pt x="6332" y="8758"/>
                    <a:pt x="6322" y="8759"/>
                    <a:pt x="6312" y="8762"/>
                  </a:cubicBezTo>
                  <a:cubicBezTo>
                    <a:pt x="5669" y="8923"/>
                    <a:pt x="5044" y="9216"/>
                    <a:pt x="4452" y="9494"/>
                  </a:cubicBezTo>
                  <a:cubicBezTo>
                    <a:pt x="4377" y="9529"/>
                    <a:pt x="4346" y="9620"/>
                    <a:pt x="4382" y="9697"/>
                  </a:cubicBezTo>
                  <a:cubicBezTo>
                    <a:pt x="4407" y="9752"/>
                    <a:pt x="4463" y="9783"/>
                    <a:pt x="4517" y="9783"/>
                  </a:cubicBezTo>
                  <a:cubicBezTo>
                    <a:pt x="4538" y="9783"/>
                    <a:pt x="4559" y="9777"/>
                    <a:pt x="4578" y="9762"/>
                  </a:cubicBezTo>
                  <a:cubicBezTo>
                    <a:pt x="5154" y="9489"/>
                    <a:pt x="5771" y="9212"/>
                    <a:pt x="6382" y="9055"/>
                  </a:cubicBezTo>
                  <a:cubicBezTo>
                    <a:pt x="6397" y="9049"/>
                    <a:pt x="6408" y="9044"/>
                    <a:pt x="6417" y="9039"/>
                  </a:cubicBezTo>
                  <a:cubicBezTo>
                    <a:pt x="6443" y="9170"/>
                    <a:pt x="6478" y="9298"/>
                    <a:pt x="6524" y="9429"/>
                  </a:cubicBezTo>
                  <a:cubicBezTo>
                    <a:pt x="6508" y="9438"/>
                    <a:pt x="6488" y="9449"/>
                    <a:pt x="6473" y="9464"/>
                  </a:cubicBezTo>
                  <a:cubicBezTo>
                    <a:pt x="5459" y="10400"/>
                    <a:pt x="3915" y="11268"/>
                    <a:pt x="2579" y="11268"/>
                  </a:cubicBezTo>
                  <a:cubicBezTo>
                    <a:pt x="2438" y="11268"/>
                    <a:pt x="2299" y="11258"/>
                    <a:pt x="2164" y="11238"/>
                  </a:cubicBezTo>
                  <a:cubicBezTo>
                    <a:pt x="1558" y="11152"/>
                    <a:pt x="991" y="10716"/>
                    <a:pt x="714" y="10140"/>
                  </a:cubicBezTo>
                  <a:cubicBezTo>
                    <a:pt x="471" y="9631"/>
                    <a:pt x="492" y="9095"/>
                    <a:pt x="769" y="8625"/>
                  </a:cubicBezTo>
                  <a:cubicBezTo>
                    <a:pt x="1243" y="7817"/>
                    <a:pt x="2457" y="7644"/>
                    <a:pt x="3683" y="7644"/>
                  </a:cubicBezTo>
                  <a:cubicBezTo>
                    <a:pt x="4196" y="7644"/>
                    <a:pt x="4711" y="7674"/>
                    <a:pt x="5175" y="7701"/>
                  </a:cubicBezTo>
                  <a:cubicBezTo>
                    <a:pt x="5569" y="7726"/>
                    <a:pt x="5932" y="7746"/>
                    <a:pt x="6236" y="7746"/>
                  </a:cubicBezTo>
                  <a:cubicBezTo>
                    <a:pt x="6261" y="7746"/>
                    <a:pt x="6276" y="7741"/>
                    <a:pt x="6301" y="7731"/>
                  </a:cubicBezTo>
                  <a:cubicBezTo>
                    <a:pt x="6326" y="7741"/>
                    <a:pt x="6352" y="7741"/>
                    <a:pt x="6377" y="7746"/>
                  </a:cubicBezTo>
                  <a:lnTo>
                    <a:pt x="6403" y="7746"/>
                  </a:lnTo>
                  <a:cubicBezTo>
                    <a:pt x="6518" y="7746"/>
                    <a:pt x="6615" y="7666"/>
                    <a:pt x="6630" y="7544"/>
                  </a:cubicBezTo>
                  <a:cubicBezTo>
                    <a:pt x="6634" y="7473"/>
                    <a:pt x="6604" y="7402"/>
                    <a:pt x="6548" y="7351"/>
                  </a:cubicBezTo>
                  <a:close/>
                  <a:moveTo>
                    <a:pt x="15315" y="7739"/>
                  </a:moveTo>
                  <a:cubicBezTo>
                    <a:pt x="15617" y="7739"/>
                    <a:pt x="15900" y="7775"/>
                    <a:pt x="16153" y="7857"/>
                  </a:cubicBezTo>
                  <a:cubicBezTo>
                    <a:pt x="16694" y="8039"/>
                    <a:pt x="17098" y="8443"/>
                    <a:pt x="17244" y="8979"/>
                  </a:cubicBezTo>
                  <a:cubicBezTo>
                    <a:pt x="17412" y="9545"/>
                    <a:pt x="17270" y="10166"/>
                    <a:pt x="16871" y="10636"/>
                  </a:cubicBezTo>
                  <a:cubicBezTo>
                    <a:pt x="16346" y="11260"/>
                    <a:pt x="15480" y="11497"/>
                    <a:pt x="14505" y="11497"/>
                  </a:cubicBezTo>
                  <a:cubicBezTo>
                    <a:pt x="13189" y="11497"/>
                    <a:pt x="11674" y="11064"/>
                    <a:pt x="10530" y="10565"/>
                  </a:cubicBezTo>
                  <a:cubicBezTo>
                    <a:pt x="10454" y="10510"/>
                    <a:pt x="10389" y="10450"/>
                    <a:pt x="10313" y="10399"/>
                  </a:cubicBezTo>
                  <a:cubicBezTo>
                    <a:pt x="10344" y="10353"/>
                    <a:pt x="10374" y="10313"/>
                    <a:pt x="10404" y="10268"/>
                  </a:cubicBezTo>
                  <a:cubicBezTo>
                    <a:pt x="10429" y="10226"/>
                    <a:pt x="10454" y="10182"/>
                    <a:pt x="10479" y="10136"/>
                  </a:cubicBezTo>
                  <a:cubicBezTo>
                    <a:pt x="10500" y="10156"/>
                    <a:pt x="10530" y="10166"/>
                    <a:pt x="10566" y="10166"/>
                  </a:cubicBezTo>
                  <a:lnTo>
                    <a:pt x="10570" y="10166"/>
                  </a:lnTo>
                  <a:cubicBezTo>
                    <a:pt x="10648" y="10164"/>
                    <a:pt x="10725" y="10163"/>
                    <a:pt x="10803" y="10163"/>
                  </a:cubicBezTo>
                  <a:cubicBezTo>
                    <a:pt x="11320" y="10163"/>
                    <a:pt x="11845" y="10202"/>
                    <a:pt x="12354" y="10242"/>
                  </a:cubicBezTo>
                  <a:cubicBezTo>
                    <a:pt x="12515" y="10257"/>
                    <a:pt x="12672" y="10268"/>
                    <a:pt x="12829" y="10277"/>
                  </a:cubicBezTo>
                  <a:lnTo>
                    <a:pt x="12839" y="10277"/>
                  </a:lnTo>
                  <a:cubicBezTo>
                    <a:pt x="12920" y="10277"/>
                    <a:pt x="12986" y="10217"/>
                    <a:pt x="12991" y="10140"/>
                  </a:cubicBezTo>
                  <a:cubicBezTo>
                    <a:pt x="12995" y="10055"/>
                    <a:pt x="12935" y="9984"/>
                    <a:pt x="12849" y="9979"/>
                  </a:cubicBezTo>
                  <a:cubicBezTo>
                    <a:pt x="12692" y="9969"/>
                    <a:pt x="12536" y="9954"/>
                    <a:pt x="12380" y="9944"/>
                  </a:cubicBezTo>
                  <a:cubicBezTo>
                    <a:pt x="11887" y="9905"/>
                    <a:pt x="11384" y="9863"/>
                    <a:pt x="10876" y="9863"/>
                  </a:cubicBezTo>
                  <a:cubicBezTo>
                    <a:pt x="10784" y="9863"/>
                    <a:pt x="10692" y="9865"/>
                    <a:pt x="10601" y="9868"/>
                  </a:cubicBezTo>
                  <a:cubicBezTo>
                    <a:pt x="10647" y="9741"/>
                    <a:pt x="10687" y="9615"/>
                    <a:pt x="10707" y="9484"/>
                  </a:cubicBezTo>
                  <a:cubicBezTo>
                    <a:pt x="11445" y="9261"/>
                    <a:pt x="12420" y="9125"/>
                    <a:pt x="13284" y="9116"/>
                  </a:cubicBezTo>
                  <a:cubicBezTo>
                    <a:pt x="13369" y="9116"/>
                    <a:pt x="13436" y="9044"/>
                    <a:pt x="13436" y="8964"/>
                  </a:cubicBezTo>
                  <a:cubicBezTo>
                    <a:pt x="13436" y="8882"/>
                    <a:pt x="13370" y="8812"/>
                    <a:pt x="13294" y="8812"/>
                  </a:cubicBezTo>
                  <a:cubicBezTo>
                    <a:pt x="13290" y="8812"/>
                    <a:pt x="13287" y="8812"/>
                    <a:pt x="13284" y="8813"/>
                  </a:cubicBezTo>
                  <a:cubicBezTo>
                    <a:pt x="12429" y="8822"/>
                    <a:pt x="11496" y="8948"/>
                    <a:pt x="10747" y="9161"/>
                  </a:cubicBezTo>
                  <a:cubicBezTo>
                    <a:pt x="10752" y="9116"/>
                    <a:pt x="10752" y="9075"/>
                    <a:pt x="10752" y="9035"/>
                  </a:cubicBezTo>
                  <a:cubicBezTo>
                    <a:pt x="10878" y="8988"/>
                    <a:pt x="11004" y="8939"/>
                    <a:pt x="11142" y="8888"/>
                  </a:cubicBezTo>
                  <a:cubicBezTo>
                    <a:pt x="11561" y="8736"/>
                    <a:pt x="12021" y="8564"/>
                    <a:pt x="12490" y="8363"/>
                  </a:cubicBezTo>
                  <a:cubicBezTo>
                    <a:pt x="13423" y="8033"/>
                    <a:pt x="14448" y="7739"/>
                    <a:pt x="15315" y="7739"/>
                  </a:cubicBezTo>
                  <a:close/>
                  <a:moveTo>
                    <a:pt x="6837" y="10055"/>
                  </a:moveTo>
                  <a:cubicBezTo>
                    <a:pt x="6867" y="10105"/>
                    <a:pt x="6902" y="10166"/>
                    <a:pt x="6942" y="10217"/>
                  </a:cubicBezTo>
                  <a:cubicBezTo>
                    <a:pt x="6928" y="10226"/>
                    <a:pt x="6912" y="10242"/>
                    <a:pt x="6898" y="10257"/>
                  </a:cubicBezTo>
                  <a:lnTo>
                    <a:pt x="6786" y="10389"/>
                  </a:lnTo>
                  <a:cubicBezTo>
                    <a:pt x="6382" y="10884"/>
                    <a:pt x="5923" y="11450"/>
                    <a:pt x="5811" y="12101"/>
                  </a:cubicBezTo>
                  <a:cubicBezTo>
                    <a:pt x="5797" y="12187"/>
                    <a:pt x="5851" y="12257"/>
                    <a:pt x="5937" y="12273"/>
                  </a:cubicBezTo>
                  <a:cubicBezTo>
                    <a:pt x="5942" y="12278"/>
                    <a:pt x="5953" y="12278"/>
                    <a:pt x="5958" y="12278"/>
                  </a:cubicBezTo>
                  <a:cubicBezTo>
                    <a:pt x="6033" y="12278"/>
                    <a:pt x="6094" y="12227"/>
                    <a:pt x="6109" y="12152"/>
                  </a:cubicBezTo>
                  <a:cubicBezTo>
                    <a:pt x="6205" y="11576"/>
                    <a:pt x="6639" y="11045"/>
                    <a:pt x="7024" y="10581"/>
                  </a:cubicBezTo>
                  <a:lnTo>
                    <a:pt x="7130" y="10450"/>
                  </a:lnTo>
                  <a:cubicBezTo>
                    <a:pt x="7292" y="10641"/>
                    <a:pt x="7478" y="10813"/>
                    <a:pt x="7686" y="10944"/>
                  </a:cubicBezTo>
                  <a:cubicBezTo>
                    <a:pt x="7529" y="11232"/>
                    <a:pt x="7397" y="11546"/>
                    <a:pt x="7271" y="11859"/>
                  </a:cubicBezTo>
                  <a:cubicBezTo>
                    <a:pt x="7150" y="12147"/>
                    <a:pt x="7029" y="12455"/>
                    <a:pt x="6882" y="12723"/>
                  </a:cubicBezTo>
                  <a:cubicBezTo>
                    <a:pt x="6842" y="12793"/>
                    <a:pt x="6867" y="12884"/>
                    <a:pt x="6942" y="12924"/>
                  </a:cubicBezTo>
                  <a:cubicBezTo>
                    <a:pt x="6963" y="12940"/>
                    <a:pt x="6989" y="12945"/>
                    <a:pt x="7014" y="12945"/>
                  </a:cubicBezTo>
                  <a:cubicBezTo>
                    <a:pt x="7070" y="12945"/>
                    <a:pt x="7119" y="12915"/>
                    <a:pt x="7145" y="12864"/>
                  </a:cubicBezTo>
                  <a:cubicBezTo>
                    <a:pt x="7297" y="12581"/>
                    <a:pt x="7423" y="12268"/>
                    <a:pt x="7549" y="11970"/>
                  </a:cubicBezTo>
                  <a:cubicBezTo>
                    <a:pt x="7676" y="11656"/>
                    <a:pt x="7797" y="11364"/>
                    <a:pt x="7949" y="11096"/>
                  </a:cubicBezTo>
                  <a:cubicBezTo>
                    <a:pt x="7989" y="11121"/>
                    <a:pt x="8034" y="11141"/>
                    <a:pt x="8080" y="11156"/>
                  </a:cubicBezTo>
                  <a:lnTo>
                    <a:pt x="8080" y="11161"/>
                  </a:lnTo>
                  <a:cubicBezTo>
                    <a:pt x="8075" y="11177"/>
                    <a:pt x="8070" y="11192"/>
                    <a:pt x="8064" y="11207"/>
                  </a:cubicBezTo>
                  <a:cubicBezTo>
                    <a:pt x="8054" y="11298"/>
                    <a:pt x="8029" y="11490"/>
                    <a:pt x="8003" y="11753"/>
                  </a:cubicBezTo>
                  <a:cubicBezTo>
                    <a:pt x="7959" y="12061"/>
                    <a:pt x="7923" y="12364"/>
                    <a:pt x="7888" y="12667"/>
                  </a:cubicBezTo>
                  <a:cubicBezTo>
                    <a:pt x="7721" y="14213"/>
                    <a:pt x="7579" y="15547"/>
                    <a:pt x="5832" y="16128"/>
                  </a:cubicBezTo>
                  <a:cubicBezTo>
                    <a:pt x="5588" y="16210"/>
                    <a:pt x="5357" y="16250"/>
                    <a:pt x="5144" y="16250"/>
                  </a:cubicBezTo>
                  <a:cubicBezTo>
                    <a:pt x="4831" y="16250"/>
                    <a:pt x="4558" y="16163"/>
                    <a:pt x="4351" y="15991"/>
                  </a:cubicBezTo>
                  <a:cubicBezTo>
                    <a:pt x="3972" y="15678"/>
                    <a:pt x="3815" y="15128"/>
                    <a:pt x="3906" y="14435"/>
                  </a:cubicBezTo>
                  <a:cubicBezTo>
                    <a:pt x="4088" y="13031"/>
                    <a:pt x="5548" y="11096"/>
                    <a:pt x="6837" y="10055"/>
                  </a:cubicBezTo>
                  <a:close/>
                  <a:moveTo>
                    <a:pt x="9969" y="10793"/>
                  </a:moveTo>
                  <a:cubicBezTo>
                    <a:pt x="9985" y="10807"/>
                    <a:pt x="10004" y="10823"/>
                    <a:pt x="10025" y="10833"/>
                  </a:cubicBezTo>
                  <a:cubicBezTo>
                    <a:pt x="10106" y="10874"/>
                    <a:pt x="10197" y="10914"/>
                    <a:pt x="10288" y="10949"/>
                  </a:cubicBezTo>
                  <a:cubicBezTo>
                    <a:pt x="11622" y="12050"/>
                    <a:pt x="12470" y="13435"/>
                    <a:pt x="12561" y="14698"/>
                  </a:cubicBezTo>
                  <a:cubicBezTo>
                    <a:pt x="12617" y="15466"/>
                    <a:pt x="12405" y="16102"/>
                    <a:pt x="11965" y="16501"/>
                  </a:cubicBezTo>
                  <a:cubicBezTo>
                    <a:pt x="11640" y="16796"/>
                    <a:pt x="11201" y="16947"/>
                    <a:pt x="10682" y="16947"/>
                  </a:cubicBezTo>
                  <a:cubicBezTo>
                    <a:pt x="10516" y="16947"/>
                    <a:pt x="10343" y="16931"/>
                    <a:pt x="10162" y="16900"/>
                  </a:cubicBezTo>
                  <a:cubicBezTo>
                    <a:pt x="8464" y="16603"/>
                    <a:pt x="8267" y="13814"/>
                    <a:pt x="8444" y="11849"/>
                  </a:cubicBezTo>
                  <a:cubicBezTo>
                    <a:pt x="8474" y="11662"/>
                    <a:pt x="8509" y="11474"/>
                    <a:pt x="8549" y="11292"/>
                  </a:cubicBezTo>
                  <a:cubicBezTo>
                    <a:pt x="8625" y="11303"/>
                    <a:pt x="8696" y="11308"/>
                    <a:pt x="8772" y="11308"/>
                  </a:cubicBezTo>
                  <a:cubicBezTo>
                    <a:pt x="9040" y="11308"/>
                    <a:pt x="9307" y="11238"/>
                    <a:pt x="9555" y="11101"/>
                  </a:cubicBezTo>
                  <a:cubicBezTo>
                    <a:pt x="9560" y="11110"/>
                    <a:pt x="9565" y="11121"/>
                    <a:pt x="9575" y="11126"/>
                  </a:cubicBezTo>
                  <a:cubicBezTo>
                    <a:pt x="9959" y="11469"/>
                    <a:pt x="10302" y="12000"/>
                    <a:pt x="10479" y="12511"/>
                  </a:cubicBezTo>
                  <a:cubicBezTo>
                    <a:pt x="10500" y="12572"/>
                    <a:pt x="10561" y="12612"/>
                    <a:pt x="10621" y="12612"/>
                  </a:cubicBezTo>
                  <a:cubicBezTo>
                    <a:pt x="10636" y="12612"/>
                    <a:pt x="10652" y="12607"/>
                    <a:pt x="10671" y="12602"/>
                  </a:cubicBezTo>
                  <a:cubicBezTo>
                    <a:pt x="10747" y="12576"/>
                    <a:pt x="10792" y="12490"/>
                    <a:pt x="10762" y="12409"/>
                  </a:cubicBezTo>
                  <a:cubicBezTo>
                    <a:pt x="10575" y="11874"/>
                    <a:pt x="10211" y="11313"/>
                    <a:pt x="9808" y="10935"/>
                  </a:cubicBezTo>
                  <a:cubicBezTo>
                    <a:pt x="9863" y="10893"/>
                    <a:pt x="9913" y="10844"/>
                    <a:pt x="9969" y="10798"/>
                  </a:cubicBezTo>
                  <a:lnTo>
                    <a:pt x="9969" y="10793"/>
                  </a:lnTo>
                  <a:close/>
                  <a:moveTo>
                    <a:pt x="8694" y="1"/>
                  </a:moveTo>
                  <a:cubicBezTo>
                    <a:pt x="8578" y="1"/>
                    <a:pt x="8461" y="14"/>
                    <a:pt x="8343" y="41"/>
                  </a:cubicBezTo>
                  <a:cubicBezTo>
                    <a:pt x="7529" y="228"/>
                    <a:pt x="6837" y="1037"/>
                    <a:pt x="6620" y="2053"/>
                  </a:cubicBezTo>
                  <a:cubicBezTo>
                    <a:pt x="6473" y="2764"/>
                    <a:pt x="6548" y="3846"/>
                    <a:pt x="6767" y="4882"/>
                  </a:cubicBezTo>
                  <a:cubicBezTo>
                    <a:pt x="5811" y="3653"/>
                    <a:pt x="4589" y="2466"/>
                    <a:pt x="3194" y="2466"/>
                  </a:cubicBezTo>
                  <a:lnTo>
                    <a:pt x="3179" y="2466"/>
                  </a:lnTo>
                  <a:cubicBezTo>
                    <a:pt x="2103" y="2477"/>
                    <a:pt x="1684" y="2941"/>
                    <a:pt x="1522" y="3331"/>
                  </a:cubicBezTo>
                  <a:cubicBezTo>
                    <a:pt x="1178" y="4154"/>
                    <a:pt x="1704" y="5296"/>
                    <a:pt x="2401" y="6003"/>
                  </a:cubicBezTo>
                  <a:cubicBezTo>
                    <a:pt x="2896" y="6509"/>
                    <a:pt x="3507" y="6908"/>
                    <a:pt x="4214" y="7200"/>
                  </a:cubicBezTo>
                  <a:cubicBezTo>
                    <a:pt x="4040" y="7194"/>
                    <a:pt x="3863" y="7191"/>
                    <a:pt x="3686" y="7191"/>
                  </a:cubicBezTo>
                  <a:cubicBezTo>
                    <a:pt x="2333" y="7191"/>
                    <a:pt x="966" y="7397"/>
                    <a:pt x="380" y="8393"/>
                  </a:cubicBezTo>
                  <a:cubicBezTo>
                    <a:pt x="26" y="8999"/>
                    <a:pt x="1" y="9692"/>
                    <a:pt x="304" y="10338"/>
                  </a:cubicBezTo>
                  <a:cubicBezTo>
                    <a:pt x="648" y="11045"/>
                    <a:pt x="1350" y="11576"/>
                    <a:pt x="2092" y="11686"/>
                  </a:cubicBezTo>
                  <a:cubicBezTo>
                    <a:pt x="2260" y="11707"/>
                    <a:pt x="2421" y="11723"/>
                    <a:pt x="2588" y="11723"/>
                  </a:cubicBezTo>
                  <a:cubicBezTo>
                    <a:pt x="3542" y="11723"/>
                    <a:pt x="4538" y="11338"/>
                    <a:pt x="5392" y="10828"/>
                  </a:cubicBezTo>
                  <a:lnTo>
                    <a:pt x="5392" y="10828"/>
                  </a:lnTo>
                  <a:cubicBezTo>
                    <a:pt x="4477" y="11859"/>
                    <a:pt x="3614" y="13197"/>
                    <a:pt x="3456" y="14375"/>
                  </a:cubicBezTo>
                  <a:cubicBezTo>
                    <a:pt x="3346" y="15228"/>
                    <a:pt x="3563" y="15921"/>
                    <a:pt x="4063" y="16335"/>
                  </a:cubicBezTo>
                  <a:cubicBezTo>
                    <a:pt x="4356" y="16578"/>
                    <a:pt x="4725" y="16704"/>
                    <a:pt x="5144" y="16704"/>
                  </a:cubicBezTo>
                  <a:cubicBezTo>
                    <a:pt x="5403" y="16704"/>
                    <a:pt x="5685" y="16653"/>
                    <a:pt x="5972" y="16557"/>
                  </a:cubicBezTo>
                  <a:cubicBezTo>
                    <a:pt x="7226" y="16138"/>
                    <a:pt x="7772" y="15365"/>
                    <a:pt x="8045" y="14461"/>
                  </a:cubicBezTo>
                  <a:cubicBezTo>
                    <a:pt x="8236" y="15809"/>
                    <a:pt x="8767" y="17113"/>
                    <a:pt x="10085" y="17345"/>
                  </a:cubicBezTo>
                  <a:cubicBezTo>
                    <a:pt x="10293" y="17381"/>
                    <a:pt x="10495" y="17396"/>
                    <a:pt x="10692" y="17396"/>
                  </a:cubicBezTo>
                  <a:cubicBezTo>
                    <a:pt x="11319" y="17396"/>
                    <a:pt x="11859" y="17210"/>
                    <a:pt x="12268" y="16835"/>
                  </a:cubicBezTo>
                  <a:cubicBezTo>
                    <a:pt x="12814" y="16345"/>
                    <a:pt x="13077" y="15573"/>
                    <a:pt x="13011" y="14668"/>
                  </a:cubicBezTo>
                  <a:cubicBezTo>
                    <a:pt x="12930" y="13572"/>
                    <a:pt x="12349" y="12399"/>
                    <a:pt x="11399" y="11378"/>
                  </a:cubicBezTo>
                  <a:lnTo>
                    <a:pt x="11399" y="11378"/>
                  </a:lnTo>
                  <a:cubicBezTo>
                    <a:pt x="12354" y="11697"/>
                    <a:pt x="13471" y="11949"/>
                    <a:pt x="14511" y="11949"/>
                  </a:cubicBezTo>
                  <a:cubicBezTo>
                    <a:pt x="15593" y="11949"/>
                    <a:pt x="16582" y="11677"/>
                    <a:pt x="17214" y="10929"/>
                  </a:cubicBezTo>
                  <a:cubicBezTo>
                    <a:pt x="17710" y="10343"/>
                    <a:pt x="17886" y="9564"/>
                    <a:pt x="17680" y="8857"/>
                  </a:cubicBezTo>
                  <a:cubicBezTo>
                    <a:pt x="17487" y="8170"/>
                    <a:pt x="16982" y="7655"/>
                    <a:pt x="16290" y="7433"/>
                  </a:cubicBezTo>
                  <a:cubicBezTo>
                    <a:pt x="15993" y="7333"/>
                    <a:pt x="15662" y="7291"/>
                    <a:pt x="15313" y="7291"/>
                  </a:cubicBezTo>
                  <a:cubicBezTo>
                    <a:pt x="15010" y="7291"/>
                    <a:pt x="14692" y="7323"/>
                    <a:pt x="14369" y="7377"/>
                  </a:cubicBezTo>
                  <a:cubicBezTo>
                    <a:pt x="15264" y="6761"/>
                    <a:pt x="15931" y="5963"/>
                    <a:pt x="15952" y="4902"/>
                  </a:cubicBezTo>
                  <a:cubicBezTo>
                    <a:pt x="15966" y="4205"/>
                    <a:pt x="15673" y="3578"/>
                    <a:pt x="15117" y="3144"/>
                  </a:cubicBezTo>
                  <a:cubicBezTo>
                    <a:pt x="14661" y="2785"/>
                    <a:pt x="14072" y="2592"/>
                    <a:pt x="13477" y="2592"/>
                  </a:cubicBezTo>
                  <a:cubicBezTo>
                    <a:pt x="13242" y="2592"/>
                    <a:pt x="13007" y="2622"/>
                    <a:pt x="12778" y="2683"/>
                  </a:cubicBezTo>
                  <a:cubicBezTo>
                    <a:pt x="11895" y="2916"/>
                    <a:pt x="11186" y="3623"/>
                    <a:pt x="10661" y="4437"/>
                  </a:cubicBezTo>
                  <a:cubicBezTo>
                    <a:pt x="10661" y="4441"/>
                    <a:pt x="10656" y="4441"/>
                    <a:pt x="10656" y="4441"/>
                  </a:cubicBezTo>
                  <a:cubicBezTo>
                    <a:pt x="10874" y="3123"/>
                    <a:pt x="10843" y="1719"/>
                    <a:pt x="10151" y="824"/>
                  </a:cubicBezTo>
                  <a:cubicBezTo>
                    <a:pt x="9731" y="284"/>
                    <a:pt x="9227" y="1"/>
                    <a:pt x="8694"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36"/>
            <p:cNvSpPr/>
            <p:nvPr/>
          </p:nvSpPr>
          <p:spPr>
            <a:xfrm>
              <a:off x="5627050" y="1712875"/>
              <a:ext cx="95750" cy="103775"/>
            </a:xfrm>
            <a:custGeom>
              <a:avLst/>
              <a:gdLst/>
              <a:ahLst/>
              <a:cxnLst/>
              <a:rect l="l" t="t" r="r" b="b"/>
              <a:pathLst>
                <a:path w="3830" h="4151" extrusionOk="0">
                  <a:moveTo>
                    <a:pt x="2163" y="961"/>
                  </a:moveTo>
                  <a:cubicBezTo>
                    <a:pt x="2249" y="961"/>
                    <a:pt x="2314" y="1027"/>
                    <a:pt x="2314" y="1108"/>
                  </a:cubicBezTo>
                  <a:cubicBezTo>
                    <a:pt x="2314" y="1193"/>
                    <a:pt x="2249" y="1259"/>
                    <a:pt x="2163" y="1259"/>
                  </a:cubicBezTo>
                  <a:lnTo>
                    <a:pt x="2052" y="1259"/>
                  </a:lnTo>
                  <a:cubicBezTo>
                    <a:pt x="1971" y="1259"/>
                    <a:pt x="1906" y="1193"/>
                    <a:pt x="1906" y="1108"/>
                  </a:cubicBezTo>
                  <a:cubicBezTo>
                    <a:pt x="1906" y="1027"/>
                    <a:pt x="1971" y="961"/>
                    <a:pt x="2052" y="961"/>
                  </a:cubicBezTo>
                  <a:close/>
                  <a:moveTo>
                    <a:pt x="1113" y="1456"/>
                  </a:moveTo>
                  <a:cubicBezTo>
                    <a:pt x="1193" y="1456"/>
                    <a:pt x="1264" y="1526"/>
                    <a:pt x="1264" y="1607"/>
                  </a:cubicBezTo>
                  <a:cubicBezTo>
                    <a:pt x="1264" y="1693"/>
                    <a:pt x="1193" y="1759"/>
                    <a:pt x="1113" y="1759"/>
                  </a:cubicBezTo>
                  <a:lnTo>
                    <a:pt x="1057" y="1759"/>
                  </a:lnTo>
                  <a:cubicBezTo>
                    <a:pt x="971" y="1759"/>
                    <a:pt x="905" y="1693"/>
                    <a:pt x="905" y="1607"/>
                  </a:cubicBezTo>
                  <a:cubicBezTo>
                    <a:pt x="905" y="1526"/>
                    <a:pt x="971" y="1456"/>
                    <a:pt x="1057" y="1456"/>
                  </a:cubicBezTo>
                  <a:close/>
                  <a:moveTo>
                    <a:pt x="2650" y="1898"/>
                  </a:moveTo>
                  <a:cubicBezTo>
                    <a:pt x="2730" y="1898"/>
                    <a:pt x="2782" y="1929"/>
                    <a:pt x="2810" y="1961"/>
                  </a:cubicBezTo>
                  <a:cubicBezTo>
                    <a:pt x="2850" y="2001"/>
                    <a:pt x="2890" y="2072"/>
                    <a:pt x="2865" y="2193"/>
                  </a:cubicBezTo>
                  <a:cubicBezTo>
                    <a:pt x="2850" y="2265"/>
                    <a:pt x="2790" y="2314"/>
                    <a:pt x="2719" y="2314"/>
                  </a:cubicBezTo>
                  <a:cubicBezTo>
                    <a:pt x="2708" y="2314"/>
                    <a:pt x="2699" y="2314"/>
                    <a:pt x="2689" y="2309"/>
                  </a:cubicBezTo>
                  <a:cubicBezTo>
                    <a:pt x="2628" y="2300"/>
                    <a:pt x="2582" y="2249"/>
                    <a:pt x="2573" y="2193"/>
                  </a:cubicBezTo>
                  <a:cubicBezTo>
                    <a:pt x="2522" y="2179"/>
                    <a:pt x="2477" y="2139"/>
                    <a:pt x="2466" y="2083"/>
                  </a:cubicBezTo>
                  <a:cubicBezTo>
                    <a:pt x="2451" y="2001"/>
                    <a:pt x="2496" y="1920"/>
                    <a:pt x="2577" y="1906"/>
                  </a:cubicBezTo>
                  <a:cubicBezTo>
                    <a:pt x="2604" y="1900"/>
                    <a:pt x="2628" y="1898"/>
                    <a:pt x="2650" y="1898"/>
                  </a:cubicBezTo>
                  <a:close/>
                  <a:moveTo>
                    <a:pt x="1557" y="2345"/>
                  </a:moveTo>
                  <a:cubicBezTo>
                    <a:pt x="1596" y="2345"/>
                    <a:pt x="1635" y="2360"/>
                    <a:pt x="1663" y="2391"/>
                  </a:cubicBezTo>
                  <a:cubicBezTo>
                    <a:pt x="1738" y="2472"/>
                    <a:pt x="1815" y="2598"/>
                    <a:pt x="1864" y="2724"/>
                  </a:cubicBezTo>
                  <a:cubicBezTo>
                    <a:pt x="1890" y="2799"/>
                    <a:pt x="1850" y="2885"/>
                    <a:pt x="1774" y="2916"/>
                  </a:cubicBezTo>
                  <a:cubicBezTo>
                    <a:pt x="1754" y="2921"/>
                    <a:pt x="1738" y="2927"/>
                    <a:pt x="1724" y="2927"/>
                  </a:cubicBezTo>
                  <a:cubicBezTo>
                    <a:pt x="1658" y="2927"/>
                    <a:pt x="1603" y="2885"/>
                    <a:pt x="1582" y="2825"/>
                  </a:cubicBezTo>
                  <a:cubicBezTo>
                    <a:pt x="1547" y="2745"/>
                    <a:pt x="1496" y="2654"/>
                    <a:pt x="1446" y="2603"/>
                  </a:cubicBezTo>
                  <a:cubicBezTo>
                    <a:pt x="1390" y="2542"/>
                    <a:pt x="1390" y="2446"/>
                    <a:pt x="1451" y="2391"/>
                  </a:cubicBezTo>
                  <a:cubicBezTo>
                    <a:pt x="1479" y="2360"/>
                    <a:pt x="1518" y="2345"/>
                    <a:pt x="1557" y="2345"/>
                  </a:cubicBezTo>
                  <a:close/>
                  <a:moveTo>
                    <a:pt x="2571" y="2920"/>
                  </a:moveTo>
                  <a:cubicBezTo>
                    <a:pt x="2618" y="2920"/>
                    <a:pt x="2677" y="2943"/>
                    <a:pt x="2729" y="3022"/>
                  </a:cubicBezTo>
                  <a:cubicBezTo>
                    <a:pt x="2780" y="3088"/>
                    <a:pt x="2764" y="3184"/>
                    <a:pt x="2694" y="3230"/>
                  </a:cubicBezTo>
                  <a:cubicBezTo>
                    <a:pt x="2668" y="3249"/>
                    <a:pt x="2638" y="3260"/>
                    <a:pt x="2608" y="3260"/>
                  </a:cubicBezTo>
                  <a:cubicBezTo>
                    <a:pt x="2598" y="3260"/>
                    <a:pt x="2587" y="3254"/>
                    <a:pt x="2573" y="3249"/>
                  </a:cubicBezTo>
                  <a:cubicBezTo>
                    <a:pt x="2562" y="3254"/>
                    <a:pt x="2552" y="3254"/>
                    <a:pt x="2542" y="3254"/>
                  </a:cubicBezTo>
                  <a:cubicBezTo>
                    <a:pt x="2461" y="3249"/>
                    <a:pt x="2396" y="3179"/>
                    <a:pt x="2400" y="3098"/>
                  </a:cubicBezTo>
                  <a:cubicBezTo>
                    <a:pt x="2410" y="2972"/>
                    <a:pt x="2491" y="2936"/>
                    <a:pt x="2527" y="2927"/>
                  </a:cubicBezTo>
                  <a:cubicBezTo>
                    <a:pt x="2539" y="2923"/>
                    <a:pt x="2554" y="2920"/>
                    <a:pt x="2571" y="2920"/>
                  </a:cubicBezTo>
                  <a:close/>
                  <a:moveTo>
                    <a:pt x="2209" y="1"/>
                  </a:moveTo>
                  <a:cubicBezTo>
                    <a:pt x="2183" y="21"/>
                    <a:pt x="2158" y="36"/>
                    <a:pt x="2118" y="41"/>
                  </a:cubicBezTo>
                  <a:cubicBezTo>
                    <a:pt x="2006" y="47"/>
                    <a:pt x="1901" y="57"/>
                    <a:pt x="1799" y="71"/>
                  </a:cubicBezTo>
                  <a:cubicBezTo>
                    <a:pt x="1663" y="122"/>
                    <a:pt x="1521" y="198"/>
                    <a:pt x="1375" y="304"/>
                  </a:cubicBezTo>
                  <a:cubicBezTo>
                    <a:pt x="1375" y="304"/>
                    <a:pt x="1370" y="304"/>
                    <a:pt x="1370" y="309"/>
                  </a:cubicBezTo>
                  <a:cubicBezTo>
                    <a:pt x="1355" y="350"/>
                    <a:pt x="1330" y="385"/>
                    <a:pt x="1284" y="415"/>
                  </a:cubicBezTo>
                  <a:cubicBezTo>
                    <a:pt x="1264" y="430"/>
                    <a:pt x="1234" y="435"/>
                    <a:pt x="1208" y="441"/>
                  </a:cubicBezTo>
                  <a:cubicBezTo>
                    <a:pt x="1193" y="455"/>
                    <a:pt x="1173" y="471"/>
                    <a:pt x="1158" y="486"/>
                  </a:cubicBezTo>
                  <a:lnTo>
                    <a:pt x="1027" y="572"/>
                  </a:lnTo>
                  <a:cubicBezTo>
                    <a:pt x="1000" y="587"/>
                    <a:pt x="972" y="595"/>
                    <a:pt x="945" y="595"/>
                  </a:cubicBezTo>
                  <a:cubicBezTo>
                    <a:pt x="893" y="595"/>
                    <a:pt x="844" y="568"/>
                    <a:pt x="814" y="521"/>
                  </a:cubicBezTo>
                  <a:cubicBezTo>
                    <a:pt x="794" y="486"/>
                    <a:pt x="789" y="441"/>
                    <a:pt x="799" y="400"/>
                  </a:cubicBezTo>
                  <a:lnTo>
                    <a:pt x="799" y="400"/>
                  </a:lnTo>
                  <a:cubicBezTo>
                    <a:pt x="379" y="647"/>
                    <a:pt x="122" y="1011"/>
                    <a:pt x="57" y="1476"/>
                  </a:cubicBezTo>
                  <a:cubicBezTo>
                    <a:pt x="1" y="1890"/>
                    <a:pt x="97" y="2345"/>
                    <a:pt x="304" y="2759"/>
                  </a:cubicBezTo>
                  <a:cubicBezTo>
                    <a:pt x="304" y="2759"/>
                    <a:pt x="304" y="2764"/>
                    <a:pt x="309" y="2769"/>
                  </a:cubicBezTo>
                  <a:cubicBezTo>
                    <a:pt x="318" y="2780"/>
                    <a:pt x="334" y="2790"/>
                    <a:pt x="349" y="2799"/>
                  </a:cubicBezTo>
                  <a:cubicBezTo>
                    <a:pt x="374" y="2841"/>
                    <a:pt x="385" y="2881"/>
                    <a:pt x="390" y="2927"/>
                  </a:cubicBezTo>
                  <a:cubicBezTo>
                    <a:pt x="677" y="3436"/>
                    <a:pt x="1127" y="3866"/>
                    <a:pt x="1633" y="4058"/>
                  </a:cubicBezTo>
                  <a:cubicBezTo>
                    <a:pt x="1805" y="4120"/>
                    <a:pt x="1974" y="4150"/>
                    <a:pt x="2139" y="4150"/>
                  </a:cubicBezTo>
                  <a:cubicBezTo>
                    <a:pt x="2661" y="4150"/>
                    <a:pt x="3139" y="3843"/>
                    <a:pt x="3527" y="3244"/>
                  </a:cubicBezTo>
                  <a:cubicBezTo>
                    <a:pt x="3714" y="2951"/>
                    <a:pt x="3805" y="2617"/>
                    <a:pt x="3825" y="2279"/>
                  </a:cubicBezTo>
                  <a:cubicBezTo>
                    <a:pt x="3830" y="2128"/>
                    <a:pt x="3825" y="1976"/>
                    <a:pt x="3800" y="1820"/>
                  </a:cubicBezTo>
                  <a:cubicBezTo>
                    <a:pt x="3729" y="1259"/>
                    <a:pt x="3461" y="723"/>
                    <a:pt x="3102" y="385"/>
                  </a:cubicBezTo>
                  <a:lnTo>
                    <a:pt x="3098" y="385"/>
                  </a:lnTo>
                  <a:cubicBezTo>
                    <a:pt x="3082" y="387"/>
                    <a:pt x="3065" y="388"/>
                    <a:pt x="3049" y="388"/>
                  </a:cubicBezTo>
                  <a:cubicBezTo>
                    <a:pt x="3020" y="388"/>
                    <a:pt x="2991" y="384"/>
                    <a:pt x="2962" y="374"/>
                  </a:cubicBezTo>
                  <a:cubicBezTo>
                    <a:pt x="2881" y="339"/>
                    <a:pt x="2834" y="259"/>
                    <a:pt x="2830" y="178"/>
                  </a:cubicBezTo>
                  <a:cubicBezTo>
                    <a:pt x="2664" y="82"/>
                    <a:pt x="2456" y="1"/>
                    <a:pt x="2209"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36"/>
            <p:cNvSpPr/>
            <p:nvPr/>
          </p:nvSpPr>
          <p:spPr>
            <a:xfrm>
              <a:off x="5556825" y="1792850"/>
              <a:ext cx="106625" cy="154900"/>
            </a:xfrm>
            <a:custGeom>
              <a:avLst/>
              <a:gdLst/>
              <a:ahLst/>
              <a:cxnLst/>
              <a:rect l="l" t="t" r="r" b="b"/>
              <a:pathLst>
                <a:path w="4265" h="6196" extrusionOk="0">
                  <a:moveTo>
                    <a:pt x="1699" y="2975"/>
                  </a:moveTo>
                  <a:cubicBezTo>
                    <a:pt x="1729" y="2975"/>
                    <a:pt x="1759" y="2984"/>
                    <a:pt x="1784" y="3002"/>
                  </a:cubicBezTo>
                  <a:cubicBezTo>
                    <a:pt x="1854" y="3051"/>
                    <a:pt x="1870" y="3142"/>
                    <a:pt x="1824" y="3214"/>
                  </a:cubicBezTo>
                  <a:cubicBezTo>
                    <a:pt x="1733" y="3345"/>
                    <a:pt x="1668" y="3496"/>
                    <a:pt x="1623" y="3662"/>
                  </a:cubicBezTo>
                  <a:cubicBezTo>
                    <a:pt x="1607" y="3729"/>
                    <a:pt x="1546" y="3779"/>
                    <a:pt x="1481" y="3779"/>
                  </a:cubicBezTo>
                  <a:cubicBezTo>
                    <a:pt x="1466" y="3779"/>
                    <a:pt x="1455" y="3774"/>
                    <a:pt x="1441" y="3769"/>
                  </a:cubicBezTo>
                  <a:cubicBezTo>
                    <a:pt x="1360" y="3753"/>
                    <a:pt x="1315" y="3673"/>
                    <a:pt x="1334" y="3587"/>
                  </a:cubicBezTo>
                  <a:cubicBezTo>
                    <a:pt x="1380" y="3390"/>
                    <a:pt x="1466" y="3203"/>
                    <a:pt x="1577" y="3037"/>
                  </a:cubicBezTo>
                  <a:cubicBezTo>
                    <a:pt x="1605" y="2997"/>
                    <a:pt x="1652" y="2975"/>
                    <a:pt x="1699" y="2975"/>
                  </a:cubicBezTo>
                  <a:close/>
                  <a:moveTo>
                    <a:pt x="2698" y="3697"/>
                  </a:moveTo>
                  <a:cubicBezTo>
                    <a:pt x="2745" y="3697"/>
                    <a:pt x="2792" y="3719"/>
                    <a:pt x="2819" y="3759"/>
                  </a:cubicBezTo>
                  <a:cubicBezTo>
                    <a:pt x="2870" y="3830"/>
                    <a:pt x="2855" y="3921"/>
                    <a:pt x="2784" y="3966"/>
                  </a:cubicBezTo>
                  <a:cubicBezTo>
                    <a:pt x="2714" y="4021"/>
                    <a:pt x="2653" y="4082"/>
                    <a:pt x="2598" y="4153"/>
                  </a:cubicBezTo>
                  <a:cubicBezTo>
                    <a:pt x="2572" y="4198"/>
                    <a:pt x="2521" y="4219"/>
                    <a:pt x="2476" y="4219"/>
                  </a:cubicBezTo>
                  <a:cubicBezTo>
                    <a:pt x="2451" y="4219"/>
                    <a:pt x="2416" y="4208"/>
                    <a:pt x="2390" y="4194"/>
                  </a:cubicBezTo>
                  <a:cubicBezTo>
                    <a:pt x="2320" y="4143"/>
                    <a:pt x="2309" y="4052"/>
                    <a:pt x="2355" y="3981"/>
                  </a:cubicBezTo>
                  <a:cubicBezTo>
                    <a:pt x="2425" y="3881"/>
                    <a:pt x="2511" y="3799"/>
                    <a:pt x="2612" y="3723"/>
                  </a:cubicBezTo>
                  <a:cubicBezTo>
                    <a:pt x="2638" y="3706"/>
                    <a:pt x="2668" y="3697"/>
                    <a:pt x="2698" y="3697"/>
                  </a:cubicBezTo>
                  <a:close/>
                  <a:moveTo>
                    <a:pt x="3022" y="0"/>
                  </a:moveTo>
                  <a:cubicBezTo>
                    <a:pt x="1733" y="1041"/>
                    <a:pt x="273" y="2976"/>
                    <a:pt x="91" y="4380"/>
                  </a:cubicBezTo>
                  <a:cubicBezTo>
                    <a:pt x="0" y="5073"/>
                    <a:pt x="157" y="5623"/>
                    <a:pt x="536" y="5936"/>
                  </a:cubicBezTo>
                  <a:cubicBezTo>
                    <a:pt x="743" y="6108"/>
                    <a:pt x="1016" y="6195"/>
                    <a:pt x="1329" y="6195"/>
                  </a:cubicBezTo>
                  <a:cubicBezTo>
                    <a:pt x="1542" y="6195"/>
                    <a:pt x="1773" y="6155"/>
                    <a:pt x="2017" y="6073"/>
                  </a:cubicBezTo>
                  <a:cubicBezTo>
                    <a:pt x="3764" y="5492"/>
                    <a:pt x="3906" y="4158"/>
                    <a:pt x="4073" y="2612"/>
                  </a:cubicBezTo>
                  <a:cubicBezTo>
                    <a:pt x="4108" y="2309"/>
                    <a:pt x="4144" y="2006"/>
                    <a:pt x="4188" y="1698"/>
                  </a:cubicBezTo>
                  <a:cubicBezTo>
                    <a:pt x="4214" y="1435"/>
                    <a:pt x="4239" y="1243"/>
                    <a:pt x="4249" y="1152"/>
                  </a:cubicBezTo>
                  <a:cubicBezTo>
                    <a:pt x="4255" y="1137"/>
                    <a:pt x="4260" y="1122"/>
                    <a:pt x="4265" y="1106"/>
                  </a:cubicBezTo>
                  <a:lnTo>
                    <a:pt x="4265" y="1101"/>
                  </a:lnTo>
                  <a:cubicBezTo>
                    <a:pt x="4219" y="1086"/>
                    <a:pt x="4174" y="1066"/>
                    <a:pt x="4134" y="1041"/>
                  </a:cubicBezTo>
                  <a:cubicBezTo>
                    <a:pt x="3982" y="1309"/>
                    <a:pt x="3861" y="1601"/>
                    <a:pt x="3734" y="1915"/>
                  </a:cubicBezTo>
                  <a:cubicBezTo>
                    <a:pt x="3608" y="2213"/>
                    <a:pt x="3482" y="2526"/>
                    <a:pt x="3330" y="2809"/>
                  </a:cubicBezTo>
                  <a:cubicBezTo>
                    <a:pt x="3304" y="2860"/>
                    <a:pt x="3255" y="2890"/>
                    <a:pt x="3199" y="2890"/>
                  </a:cubicBezTo>
                  <a:cubicBezTo>
                    <a:pt x="3174" y="2890"/>
                    <a:pt x="3148" y="2885"/>
                    <a:pt x="3127" y="2869"/>
                  </a:cubicBezTo>
                  <a:cubicBezTo>
                    <a:pt x="3052" y="2829"/>
                    <a:pt x="3027" y="2738"/>
                    <a:pt x="3067" y="2668"/>
                  </a:cubicBezTo>
                  <a:cubicBezTo>
                    <a:pt x="3214" y="2400"/>
                    <a:pt x="3335" y="2092"/>
                    <a:pt x="3456" y="1804"/>
                  </a:cubicBezTo>
                  <a:cubicBezTo>
                    <a:pt x="3582" y="1491"/>
                    <a:pt x="3714" y="1177"/>
                    <a:pt x="3871" y="889"/>
                  </a:cubicBezTo>
                  <a:cubicBezTo>
                    <a:pt x="3663" y="758"/>
                    <a:pt x="3477" y="586"/>
                    <a:pt x="3315" y="395"/>
                  </a:cubicBezTo>
                  <a:lnTo>
                    <a:pt x="3209" y="526"/>
                  </a:lnTo>
                  <a:cubicBezTo>
                    <a:pt x="2824" y="990"/>
                    <a:pt x="2390" y="1521"/>
                    <a:pt x="2294" y="2097"/>
                  </a:cubicBezTo>
                  <a:cubicBezTo>
                    <a:pt x="2279" y="2172"/>
                    <a:pt x="2218" y="2223"/>
                    <a:pt x="2143" y="2223"/>
                  </a:cubicBezTo>
                  <a:cubicBezTo>
                    <a:pt x="2138" y="2223"/>
                    <a:pt x="2127" y="2223"/>
                    <a:pt x="2122" y="2218"/>
                  </a:cubicBezTo>
                  <a:cubicBezTo>
                    <a:pt x="2036" y="2202"/>
                    <a:pt x="1982" y="2132"/>
                    <a:pt x="1996" y="2046"/>
                  </a:cubicBezTo>
                  <a:cubicBezTo>
                    <a:pt x="2108" y="1395"/>
                    <a:pt x="2567" y="829"/>
                    <a:pt x="2971" y="334"/>
                  </a:cubicBezTo>
                  <a:lnTo>
                    <a:pt x="3083" y="202"/>
                  </a:lnTo>
                  <a:cubicBezTo>
                    <a:pt x="3097" y="187"/>
                    <a:pt x="3113" y="171"/>
                    <a:pt x="3127" y="162"/>
                  </a:cubicBezTo>
                  <a:cubicBezTo>
                    <a:pt x="3087" y="111"/>
                    <a:pt x="3052" y="50"/>
                    <a:pt x="3022" y="0"/>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36"/>
            <p:cNvSpPr/>
            <p:nvPr/>
          </p:nvSpPr>
          <p:spPr>
            <a:xfrm>
              <a:off x="5473225" y="1725250"/>
              <a:ext cx="156500" cy="97925"/>
            </a:xfrm>
            <a:custGeom>
              <a:avLst/>
              <a:gdLst/>
              <a:ahLst/>
              <a:cxnLst/>
              <a:rect l="l" t="t" r="r" b="b"/>
              <a:pathLst>
                <a:path w="6260" h="3917" extrusionOk="0">
                  <a:moveTo>
                    <a:pt x="3046" y="1183"/>
                  </a:moveTo>
                  <a:cubicBezTo>
                    <a:pt x="3127" y="1183"/>
                    <a:pt x="3198" y="1254"/>
                    <a:pt x="3198" y="1334"/>
                  </a:cubicBezTo>
                  <a:cubicBezTo>
                    <a:pt x="3198" y="1416"/>
                    <a:pt x="3127" y="1486"/>
                    <a:pt x="3046" y="1486"/>
                  </a:cubicBezTo>
                  <a:lnTo>
                    <a:pt x="2602" y="1486"/>
                  </a:lnTo>
                  <a:cubicBezTo>
                    <a:pt x="2521" y="1486"/>
                    <a:pt x="2451" y="1416"/>
                    <a:pt x="2451" y="1334"/>
                  </a:cubicBezTo>
                  <a:cubicBezTo>
                    <a:pt x="2451" y="1254"/>
                    <a:pt x="2521" y="1183"/>
                    <a:pt x="2602" y="1183"/>
                  </a:cubicBezTo>
                  <a:close/>
                  <a:moveTo>
                    <a:pt x="3319" y="2406"/>
                  </a:moveTo>
                  <a:cubicBezTo>
                    <a:pt x="3396" y="2406"/>
                    <a:pt x="3466" y="2459"/>
                    <a:pt x="3476" y="2542"/>
                  </a:cubicBezTo>
                  <a:cubicBezTo>
                    <a:pt x="3481" y="2623"/>
                    <a:pt x="3426" y="2698"/>
                    <a:pt x="3339" y="2704"/>
                  </a:cubicBezTo>
                  <a:cubicBezTo>
                    <a:pt x="3158" y="2724"/>
                    <a:pt x="2991" y="2775"/>
                    <a:pt x="2840" y="2856"/>
                  </a:cubicBezTo>
                  <a:cubicBezTo>
                    <a:pt x="2819" y="2866"/>
                    <a:pt x="2794" y="2875"/>
                    <a:pt x="2768" y="2875"/>
                  </a:cubicBezTo>
                  <a:cubicBezTo>
                    <a:pt x="2719" y="2875"/>
                    <a:pt x="2668" y="2845"/>
                    <a:pt x="2637" y="2795"/>
                  </a:cubicBezTo>
                  <a:cubicBezTo>
                    <a:pt x="2597" y="2719"/>
                    <a:pt x="2628" y="2628"/>
                    <a:pt x="2698" y="2593"/>
                  </a:cubicBezTo>
                  <a:cubicBezTo>
                    <a:pt x="2885" y="2492"/>
                    <a:pt x="3092" y="2432"/>
                    <a:pt x="3309" y="2406"/>
                  </a:cubicBezTo>
                  <a:cubicBezTo>
                    <a:pt x="3312" y="2406"/>
                    <a:pt x="3316" y="2406"/>
                    <a:pt x="3319" y="2406"/>
                  </a:cubicBezTo>
                  <a:close/>
                  <a:moveTo>
                    <a:pt x="6077" y="0"/>
                  </a:moveTo>
                  <a:lnTo>
                    <a:pt x="6077" y="0"/>
                  </a:lnTo>
                  <a:cubicBezTo>
                    <a:pt x="6133" y="51"/>
                    <a:pt x="6163" y="122"/>
                    <a:pt x="6159" y="193"/>
                  </a:cubicBezTo>
                  <a:cubicBezTo>
                    <a:pt x="6144" y="315"/>
                    <a:pt x="6047" y="395"/>
                    <a:pt x="5932" y="395"/>
                  </a:cubicBezTo>
                  <a:lnTo>
                    <a:pt x="5906" y="395"/>
                  </a:lnTo>
                  <a:cubicBezTo>
                    <a:pt x="5881" y="390"/>
                    <a:pt x="5855" y="390"/>
                    <a:pt x="5830" y="380"/>
                  </a:cubicBezTo>
                  <a:cubicBezTo>
                    <a:pt x="5805" y="390"/>
                    <a:pt x="5790" y="395"/>
                    <a:pt x="5765" y="395"/>
                  </a:cubicBezTo>
                  <a:cubicBezTo>
                    <a:pt x="5461" y="395"/>
                    <a:pt x="5098" y="375"/>
                    <a:pt x="4704" y="350"/>
                  </a:cubicBezTo>
                  <a:cubicBezTo>
                    <a:pt x="4240" y="323"/>
                    <a:pt x="3725" y="293"/>
                    <a:pt x="3212" y="293"/>
                  </a:cubicBezTo>
                  <a:cubicBezTo>
                    <a:pt x="1986" y="293"/>
                    <a:pt x="772" y="466"/>
                    <a:pt x="298" y="1274"/>
                  </a:cubicBezTo>
                  <a:cubicBezTo>
                    <a:pt x="21" y="1744"/>
                    <a:pt x="0" y="2280"/>
                    <a:pt x="243" y="2789"/>
                  </a:cubicBezTo>
                  <a:cubicBezTo>
                    <a:pt x="520" y="3365"/>
                    <a:pt x="1087" y="3801"/>
                    <a:pt x="1693" y="3887"/>
                  </a:cubicBezTo>
                  <a:cubicBezTo>
                    <a:pt x="1828" y="3907"/>
                    <a:pt x="1967" y="3917"/>
                    <a:pt x="2108" y="3917"/>
                  </a:cubicBezTo>
                  <a:cubicBezTo>
                    <a:pt x="3444" y="3917"/>
                    <a:pt x="4988" y="3049"/>
                    <a:pt x="6002" y="2113"/>
                  </a:cubicBezTo>
                  <a:cubicBezTo>
                    <a:pt x="6017" y="2098"/>
                    <a:pt x="6037" y="2087"/>
                    <a:pt x="6053" y="2078"/>
                  </a:cubicBezTo>
                  <a:cubicBezTo>
                    <a:pt x="6007" y="1947"/>
                    <a:pt x="5972" y="1819"/>
                    <a:pt x="5946" y="1688"/>
                  </a:cubicBezTo>
                  <a:cubicBezTo>
                    <a:pt x="5937" y="1693"/>
                    <a:pt x="5926" y="1698"/>
                    <a:pt x="5911" y="1704"/>
                  </a:cubicBezTo>
                  <a:cubicBezTo>
                    <a:pt x="5300" y="1861"/>
                    <a:pt x="4683" y="2138"/>
                    <a:pt x="4107" y="2411"/>
                  </a:cubicBezTo>
                  <a:cubicBezTo>
                    <a:pt x="4088" y="2426"/>
                    <a:pt x="4067" y="2432"/>
                    <a:pt x="4046" y="2432"/>
                  </a:cubicBezTo>
                  <a:cubicBezTo>
                    <a:pt x="3992" y="2432"/>
                    <a:pt x="3936" y="2401"/>
                    <a:pt x="3911" y="2346"/>
                  </a:cubicBezTo>
                  <a:cubicBezTo>
                    <a:pt x="3875" y="2269"/>
                    <a:pt x="3906" y="2178"/>
                    <a:pt x="3981" y="2143"/>
                  </a:cubicBezTo>
                  <a:cubicBezTo>
                    <a:pt x="4573" y="1865"/>
                    <a:pt x="5198" y="1572"/>
                    <a:pt x="5841" y="1411"/>
                  </a:cubicBezTo>
                  <a:cubicBezTo>
                    <a:pt x="5851" y="1408"/>
                    <a:pt x="5861" y="1407"/>
                    <a:pt x="5871" y="1407"/>
                  </a:cubicBezTo>
                  <a:cubicBezTo>
                    <a:pt x="5882" y="1407"/>
                    <a:pt x="5894" y="1408"/>
                    <a:pt x="5906" y="1411"/>
                  </a:cubicBezTo>
                  <a:cubicBezTo>
                    <a:pt x="5886" y="1269"/>
                    <a:pt x="5891" y="1122"/>
                    <a:pt x="5906" y="986"/>
                  </a:cubicBezTo>
                  <a:cubicBezTo>
                    <a:pt x="5834" y="980"/>
                    <a:pt x="5762" y="977"/>
                    <a:pt x="5690" y="977"/>
                  </a:cubicBezTo>
                  <a:cubicBezTo>
                    <a:pt x="5369" y="977"/>
                    <a:pt x="5056" y="1035"/>
                    <a:pt x="4734" y="1098"/>
                  </a:cubicBezTo>
                  <a:cubicBezTo>
                    <a:pt x="4496" y="1138"/>
                    <a:pt x="4254" y="1183"/>
                    <a:pt x="4006" y="1208"/>
                  </a:cubicBezTo>
                  <a:lnTo>
                    <a:pt x="3992" y="1208"/>
                  </a:lnTo>
                  <a:cubicBezTo>
                    <a:pt x="3915" y="1208"/>
                    <a:pt x="3850" y="1148"/>
                    <a:pt x="3840" y="1072"/>
                  </a:cubicBezTo>
                  <a:cubicBezTo>
                    <a:pt x="3834" y="991"/>
                    <a:pt x="3895" y="916"/>
                    <a:pt x="3976" y="910"/>
                  </a:cubicBezTo>
                  <a:cubicBezTo>
                    <a:pt x="4214" y="891"/>
                    <a:pt x="4451" y="844"/>
                    <a:pt x="4678" y="800"/>
                  </a:cubicBezTo>
                  <a:cubicBezTo>
                    <a:pt x="5006" y="738"/>
                    <a:pt x="5340" y="675"/>
                    <a:pt x="5698" y="675"/>
                  </a:cubicBezTo>
                  <a:cubicBezTo>
                    <a:pt x="5788" y="675"/>
                    <a:pt x="5879" y="679"/>
                    <a:pt x="5972" y="688"/>
                  </a:cubicBezTo>
                  <a:lnTo>
                    <a:pt x="5972" y="683"/>
                  </a:lnTo>
                  <a:cubicBezTo>
                    <a:pt x="6023" y="501"/>
                    <a:pt x="6114" y="299"/>
                    <a:pt x="6259" y="107"/>
                  </a:cubicBezTo>
                  <a:cubicBezTo>
                    <a:pt x="6199" y="72"/>
                    <a:pt x="6138" y="37"/>
                    <a:pt x="6077" y="0"/>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36"/>
            <p:cNvSpPr/>
            <p:nvPr/>
          </p:nvSpPr>
          <p:spPr>
            <a:xfrm>
              <a:off x="5504050" y="1614475"/>
              <a:ext cx="143375" cy="109800"/>
            </a:xfrm>
            <a:custGeom>
              <a:avLst/>
              <a:gdLst/>
              <a:ahLst/>
              <a:cxnLst/>
              <a:rect l="l" t="t" r="r" b="b"/>
              <a:pathLst>
                <a:path w="5735" h="4392" extrusionOk="0">
                  <a:moveTo>
                    <a:pt x="3145" y="1620"/>
                  </a:moveTo>
                  <a:cubicBezTo>
                    <a:pt x="3182" y="1620"/>
                    <a:pt x="3220" y="1634"/>
                    <a:pt x="3249" y="1663"/>
                  </a:cubicBezTo>
                  <a:cubicBezTo>
                    <a:pt x="3329" y="1740"/>
                    <a:pt x="3415" y="1805"/>
                    <a:pt x="3506" y="1871"/>
                  </a:cubicBezTo>
                  <a:cubicBezTo>
                    <a:pt x="3577" y="1915"/>
                    <a:pt x="3592" y="2006"/>
                    <a:pt x="3547" y="2078"/>
                  </a:cubicBezTo>
                  <a:cubicBezTo>
                    <a:pt x="3521" y="2118"/>
                    <a:pt x="3471" y="2143"/>
                    <a:pt x="3426" y="2143"/>
                  </a:cubicBezTo>
                  <a:cubicBezTo>
                    <a:pt x="3395" y="2143"/>
                    <a:pt x="3365" y="2139"/>
                    <a:pt x="3340" y="2118"/>
                  </a:cubicBezTo>
                  <a:cubicBezTo>
                    <a:pt x="3233" y="2048"/>
                    <a:pt x="3132" y="1966"/>
                    <a:pt x="3041" y="1880"/>
                  </a:cubicBezTo>
                  <a:cubicBezTo>
                    <a:pt x="2981" y="1820"/>
                    <a:pt x="2981" y="1729"/>
                    <a:pt x="3036" y="1668"/>
                  </a:cubicBezTo>
                  <a:cubicBezTo>
                    <a:pt x="3065" y="1637"/>
                    <a:pt x="3105" y="1620"/>
                    <a:pt x="3145" y="1620"/>
                  </a:cubicBezTo>
                  <a:close/>
                  <a:moveTo>
                    <a:pt x="2430" y="2229"/>
                  </a:moveTo>
                  <a:cubicBezTo>
                    <a:pt x="2510" y="2234"/>
                    <a:pt x="2577" y="2305"/>
                    <a:pt x="2577" y="2386"/>
                  </a:cubicBezTo>
                  <a:cubicBezTo>
                    <a:pt x="2571" y="2502"/>
                    <a:pt x="2627" y="2507"/>
                    <a:pt x="2662" y="2512"/>
                  </a:cubicBezTo>
                  <a:cubicBezTo>
                    <a:pt x="2743" y="2517"/>
                    <a:pt x="2804" y="2593"/>
                    <a:pt x="2794" y="2673"/>
                  </a:cubicBezTo>
                  <a:cubicBezTo>
                    <a:pt x="2789" y="2755"/>
                    <a:pt x="2722" y="2810"/>
                    <a:pt x="2647" y="2810"/>
                  </a:cubicBezTo>
                  <a:lnTo>
                    <a:pt x="2631" y="2810"/>
                  </a:lnTo>
                  <a:cubicBezTo>
                    <a:pt x="2410" y="2785"/>
                    <a:pt x="2268" y="2619"/>
                    <a:pt x="2274" y="2376"/>
                  </a:cubicBezTo>
                  <a:cubicBezTo>
                    <a:pt x="2274" y="2295"/>
                    <a:pt x="2344" y="2229"/>
                    <a:pt x="2425" y="2229"/>
                  </a:cubicBezTo>
                  <a:close/>
                  <a:moveTo>
                    <a:pt x="3758" y="2400"/>
                  </a:moveTo>
                  <a:cubicBezTo>
                    <a:pt x="3796" y="2400"/>
                    <a:pt x="3832" y="2414"/>
                    <a:pt x="3860" y="2442"/>
                  </a:cubicBezTo>
                  <a:cubicBezTo>
                    <a:pt x="4299" y="2876"/>
                    <a:pt x="4840" y="3377"/>
                    <a:pt x="5497" y="3750"/>
                  </a:cubicBezTo>
                  <a:cubicBezTo>
                    <a:pt x="5567" y="3790"/>
                    <a:pt x="5593" y="3881"/>
                    <a:pt x="5548" y="3957"/>
                  </a:cubicBezTo>
                  <a:cubicBezTo>
                    <a:pt x="5522" y="4002"/>
                    <a:pt x="5471" y="4033"/>
                    <a:pt x="5420" y="4033"/>
                  </a:cubicBezTo>
                  <a:cubicBezTo>
                    <a:pt x="5396" y="4033"/>
                    <a:pt x="5371" y="4023"/>
                    <a:pt x="5345" y="4007"/>
                  </a:cubicBezTo>
                  <a:cubicBezTo>
                    <a:pt x="4662" y="3619"/>
                    <a:pt x="4102" y="3109"/>
                    <a:pt x="3652" y="2654"/>
                  </a:cubicBezTo>
                  <a:cubicBezTo>
                    <a:pt x="3592" y="2598"/>
                    <a:pt x="3592" y="2502"/>
                    <a:pt x="3652" y="2447"/>
                  </a:cubicBezTo>
                  <a:cubicBezTo>
                    <a:pt x="3681" y="2416"/>
                    <a:pt x="3720" y="2400"/>
                    <a:pt x="3758" y="2400"/>
                  </a:cubicBezTo>
                  <a:close/>
                  <a:moveTo>
                    <a:pt x="1480" y="1"/>
                  </a:moveTo>
                  <a:cubicBezTo>
                    <a:pt x="1020" y="1"/>
                    <a:pt x="429" y="108"/>
                    <a:pt x="232" y="588"/>
                  </a:cubicBezTo>
                  <a:cubicBezTo>
                    <a:pt x="0" y="1143"/>
                    <a:pt x="339" y="2078"/>
                    <a:pt x="1015" y="2764"/>
                  </a:cubicBezTo>
                  <a:cubicBezTo>
                    <a:pt x="1894" y="3649"/>
                    <a:pt x="3137" y="4195"/>
                    <a:pt x="4723" y="4377"/>
                  </a:cubicBezTo>
                  <a:cubicBezTo>
                    <a:pt x="4739" y="4382"/>
                    <a:pt x="4753" y="4387"/>
                    <a:pt x="4769" y="4391"/>
                  </a:cubicBezTo>
                  <a:cubicBezTo>
                    <a:pt x="4163" y="4058"/>
                    <a:pt x="3592" y="3745"/>
                    <a:pt x="3142" y="3200"/>
                  </a:cubicBezTo>
                  <a:cubicBezTo>
                    <a:pt x="3086" y="3139"/>
                    <a:pt x="3097" y="3043"/>
                    <a:pt x="3163" y="2987"/>
                  </a:cubicBezTo>
                  <a:cubicBezTo>
                    <a:pt x="3190" y="2965"/>
                    <a:pt x="3224" y="2953"/>
                    <a:pt x="3258" y="2953"/>
                  </a:cubicBezTo>
                  <a:cubicBezTo>
                    <a:pt x="3301" y="2953"/>
                    <a:pt x="3344" y="2971"/>
                    <a:pt x="3375" y="3007"/>
                  </a:cubicBezTo>
                  <a:cubicBezTo>
                    <a:pt x="3783" y="3508"/>
                    <a:pt x="4335" y="3811"/>
                    <a:pt x="4916" y="4128"/>
                  </a:cubicBezTo>
                  <a:cubicBezTo>
                    <a:pt x="5021" y="4184"/>
                    <a:pt x="5133" y="4245"/>
                    <a:pt x="5238" y="4310"/>
                  </a:cubicBezTo>
                  <a:cubicBezTo>
                    <a:pt x="5371" y="4195"/>
                    <a:pt x="5532" y="4083"/>
                    <a:pt x="5734" y="3988"/>
                  </a:cubicBezTo>
                  <a:cubicBezTo>
                    <a:pt x="5618" y="3755"/>
                    <a:pt x="5506" y="3492"/>
                    <a:pt x="5406" y="3209"/>
                  </a:cubicBezTo>
                  <a:cubicBezTo>
                    <a:pt x="4441" y="1794"/>
                    <a:pt x="3046" y="1"/>
                    <a:pt x="1490" y="1"/>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36"/>
            <p:cNvSpPr/>
            <p:nvPr/>
          </p:nvSpPr>
          <p:spPr>
            <a:xfrm>
              <a:off x="5633250" y="1552775"/>
              <a:ext cx="97775" cy="157225"/>
            </a:xfrm>
            <a:custGeom>
              <a:avLst/>
              <a:gdLst/>
              <a:ahLst/>
              <a:cxnLst/>
              <a:rect l="l" t="t" r="r" b="b"/>
              <a:pathLst>
                <a:path w="3911" h="6289" extrusionOk="0">
                  <a:moveTo>
                    <a:pt x="2360" y="2646"/>
                  </a:moveTo>
                  <a:cubicBezTo>
                    <a:pt x="2446" y="2646"/>
                    <a:pt x="2511" y="2716"/>
                    <a:pt x="2511" y="2797"/>
                  </a:cubicBezTo>
                  <a:lnTo>
                    <a:pt x="2511" y="3131"/>
                  </a:lnTo>
                  <a:cubicBezTo>
                    <a:pt x="2511" y="3217"/>
                    <a:pt x="2446" y="3282"/>
                    <a:pt x="2360" y="3282"/>
                  </a:cubicBezTo>
                  <a:cubicBezTo>
                    <a:pt x="2279" y="3282"/>
                    <a:pt x="2208" y="3217"/>
                    <a:pt x="2208" y="3131"/>
                  </a:cubicBezTo>
                  <a:lnTo>
                    <a:pt x="2208" y="2797"/>
                  </a:lnTo>
                  <a:cubicBezTo>
                    <a:pt x="2208" y="2716"/>
                    <a:pt x="2279" y="2646"/>
                    <a:pt x="2360" y="2646"/>
                  </a:cubicBezTo>
                  <a:close/>
                  <a:moveTo>
                    <a:pt x="1147" y="2533"/>
                  </a:moveTo>
                  <a:cubicBezTo>
                    <a:pt x="1222" y="2533"/>
                    <a:pt x="1289" y="2600"/>
                    <a:pt x="1289" y="2681"/>
                  </a:cubicBezTo>
                  <a:cubicBezTo>
                    <a:pt x="1299" y="2868"/>
                    <a:pt x="1313" y="3035"/>
                    <a:pt x="1344" y="3217"/>
                  </a:cubicBezTo>
                  <a:cubicBezTo>
                    <a:pt x="1359" y="3298"/>
                    <a:pt x="1304" y="3378"/>
                    <a:pt x="1222" y="3389"/>
                  </a:cubicBezTo>
                  <a:cubicBezTo>
                    <a:pt x="1213" y="3394"/>
                    <a:pt x="1203" y="3394"/>
                    <a:pt x="1192" y="3394"/>
                  </a:cubicBezTo>
                  <a:cubicBezTo>
                    <a:pt x="1122" y="3394"/>
                    <a:pt x="1061" y="3343"/>
                    <a:pt x="1047" y="3268"/>
                  </a:cubicBezTo>
                  <a:cubicBezTo>
                    <a:pt x="1016" y="3075"/>
                    <a:pt x="996" y="2893"/>
                    <a:pt x="991" y="2692"/>
                  </a:cubicBezTo>
                  <a:cubicBezTo>
                    <a:pt x="986" y="2611"/>
                    <a:pt x="1051" y="2540"/>
                    <a:pt x="1131" y="2534"/>
                  </a:cubicBezTo>
                  <a:cubicBezTo>
                    <a:pt x="1136" y="2534"/>
                    <a:pt x="1142" y="2533"/>
                    <a:pt x="1147" y="2533"/>
                  </a:cubicBezTo>
                  <a:close/>
                  <a:moveTo>
                    <a:pt x="1819" y="1"/>
                  </a:moveTo>
                  <a:cubicBezTo>
                    <a:pt x="1737" y="1"/>
                    <a:pt x="1655" y="10"/>
                    <a:pt x="1572" y="29"/>
                  </a:cubicBezTo>
                  <a:cubicBezTo>
                    <a:pt x="935" y="176"/>
                    <a:pt x="364" y="862"/>
                    <a:pt x="192" y="1692"/>
                  </a:cubicBezTo>
                  <a:cubicBezTo>
                    <a:pt x="0" y="2611"/>
                    <a:pt x="217" y="4243"/>
                    <a:pt x="642" y="5470"/>
                  </a:cubicBezTo>
                  <a:cubicBezTo>
                    <a:pt x="783" y="5677"/>
                    <a:pt x="910" y="5875"/>
                    <a:pt x="1031" y="6057"/>
                  </a:cubicBezTo>
                  <a:lnTo>
                    <a:pt x="1107" y="6167"/>
                  </a:lnTo>
                  <a:cubicBezTo>
                    <a:pt x="1127" y="6193"/>
                    <a:pt x="1131" y="6223"/>
                    <a:pt x="1142" y="6253"/>
                  </a:cubicBezTo>
                  <a:cubicBezTo>
                    <a:pt x="1187" y="6239"/>
                    <a:pt x="1243" y="6228"/>
                    <a:pt x="1299" y="6213"/>
                  </a:cubicBezTo>
                  <a:cubicBezTo>
                    <a:pt x="1283" y="6193"/>
                    <a:pt x="1268" y="6172"/>
                    <a:pt x="1268" y="6142"/>
                  </a:cubicBezTo>
                  <a:cubicBezTo>
                    <a:pt x="1253" y="5950"/>
                    <a:pt x="1233" y="5763"/>
                    <a:pt x="1218" y="5566"/>
                  </a:cubicBezTo>
                  <a:cubicBezTo>
                    <a:pt x="1173" y="5001"/>
                    <a:pt x="1122" y="4420"/>
                    <a:pt x="1047" y="3868"/>
                  </a:cubicBezTo>
                  <a:cubicBezTo>
                    <a:pt x="1036" y="3788"/>
                    <a:pt x="1091" y="3712"/>
                    <a:pt x="1178" y="3702"/>
                  </a:cubicBezTo>
                  <a:cubicBezTo>
                    <a:pt x="1183" y="3701"/>
                    <a:pt x="1189" y="3701"/>
                    <a:pt x="1195" y="3701"/>
                  </a:cubicBezTo>
                  <a:cubicBezTo>
                    <a:pt x="1269" y="3701"/>
                    <a:pt x="1335" y="3759"/>
                    <a:pt x="1344" y="3833"/>
                  </a:cubicBezTo>
                  <a:cubicBezTo>
                    <a:pt x="1420" y="4383"/>
                    <a:pt x="1471" y="4970"/>
                    <a:pt x="1521" y="5541"/>
                  </a:cubicBezTo>
                  <a:cubicBezTo>
                    <a:pt x="1536" y="5733"/>
                    <a:pt x="1551" y="5925"/>
                    <a:pt x="1567" y="6111"/>
                  </a:cubicBezTo>
                  <a:cubicBezTo>
                    <a:pt x="1567" y="6132"/>
                    <a:pt x="1567" y="6148"/>
                    <a:pt x="1562" y="6162"/>
                  </a:cubicBezTo>
                  <a:cubicBezTo>
                    <a:pt x="1696" y="6126"/>
                    <a:pt x="1830" y="6106"/>
                    <a:pt x="1964" y="6106"/>
                  </a:cubicBezTo>
                  <a:cubicBezTo>
                    <a:pt x="2050" y="6106"/>
                    <a:pt x="2137" y="6114"/>
                    <a:pt x="2223" y="6132"/>
                  </a:cubicBezTo>
                  <a:lnTo>
                    <a:pt x="2229" y="6132"/>
                  </a:lnTo>
                  <a:cubicBezTo>
                    <a:pt x="2213" y="6102"/>
                    <a:pt x="2208" y="6076"/>
                    <a:pt x="2213" y="6041"/>
                  </a:cubicBezTo>
                  <a:cubicBezTo>
                    <a:pt x="2339" y="5430"/>
                    <a:pt x="2390" y="4773"/>
                    <a:pt x="2380" y="3909"/>
                  </a:cubicBezTo>
                  <a:cubicBezTo>
                    <a:pt x="2374" y="3828"/>
                    <a:pt x="2446" y="3758"/>
                    <a:pt x="2526" y="3758"/>
                  </a:cubicBezTo>
                  <a:cubicBezTo>
                    <a:pt x="2607" y="3758"/>
                    <a:pt x="2673" y="3823"/>
                    <a:pt x="2677" y="3904"/>
                  </a:cubicBezTo>
                  <a:cubicBezTo>
                    <a:pt x="2688" y="4793"/>
                    <a:pt x="2637" y="5470"/>
                    <a:pt x="2506" y="6102"/>
                  </a:cubicBezTo>
                  <a:cubicBezTo>
                    <a:pt x="2502" y="6142"/>
                    <a:pt x="2481" y="6172"/>
                    <a:pt x="2451" y="6193"/>
                  </a:cubicBezTo>
                  <a:cubicBezTo>
                    <a:pt x="2526" y="6213"/>
                    <a:pt x="2602" y="6253"/>
                    <a:pt x="2673" y="6288"/>
                  </a:cubicBezTo>
                  <a:cubicBezTo>
                    <a:pt x="3339" y="4647"/>
                    <a:pt x="3911" y="1928"/>
                    <a:pt x="2920" y="645"/>
                  </a:cubicBezTo>
                  <a:cubicBezTo>
                    <a:pt x="2589" y="222"/>
                    <a:pt x="2214" y="1"/>
                    <a:pt x="1819" y="1"/>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36"/>
            <p:cNvSpPr/>
            <p:nvPr/>
          </p:nvSpPr>
          <p:spPr>
            <a:xfrm>
              <a:off x="5711550" y="1617575"/>
              <a:ext cx="137700" cy="137900"/>
            </a:xfrm>
            <a:custGeom>
              <a:avLst/>
              <a:gdLst/>
              <a:ahLst/>
              <a:cxnLst/>
              <a:rect l="l" t="t" r="r" b="b"/>
              <a:pathLst>
                <a:path w="5508" h="5516" extrusionOk="0">
                  <a:moveTo>
                    <a:pt x="2891" y="1499"/>
                  </a:moveTo>
                  <a:cubicBezTo>
                    <a:pt x="2947" y="1499"/>
                    <a:pt x="3001" y="1530"/>
                    <a:pt x="3027" y="1585"/>
                  </a:cubicBezTo>
                  <a:cubicBezTo>
                    <a:pt x="3062" y="1656"/>
                    <a:pt x="3032" y="1747"/>
                    <a:pt x="2956" y="1787"/>
                  </a:cubicBezTo>
                  <a:cubicBezTo>
                    <a:pt x="2819" y="1852"/>
                    <a:pt x="2648" y="1959"/>
                    <a:pt x="2542" y="2045"/>
                  </a:cubicBezTo>
                  <a:cubicBezTo>
                    <a:pt x="2516" y="2064"/>
                    <a:pt x="2481" y="2075"/>
                    <a:pt x="2446" y="2075"/>
                  </a:cubicBezTo>
                  <a:cubicBezTo>
                    <a:pt x="2401" y="2075"/>
                    <a:pt x="2360" y="2055"/>
                    <a:pt x="2329" y="2019"/>
                  </a:cubicBezTo>
                  <a:cubicBezTo>
                    <a:pt x="2274" y="1954"/>
                    <a:pt x="2289" y="1858"/>
                    <a:pt x="2355" y="1807"/>
                  </a:cubicBezTo>
                  <a:cubicBezTo>
                    <a:pt x="2476" y="1711"/>
                    <a:pt x="2663" y="1590"/>
                    <a:pt x="2825" y="1514"/>
                  </a:cubicBezTo>
                  <a:cubicBezTo>
                    <a:pt x="2846" y="1504"/>
                    <a:pt x="2869" y="1499"/>
                    <a:pt x="2891" y="1499"/>
                  </a:cubicBezTo>
                  <a:close/>
                  <a:moveTo>
                    <a:pt x="3619" y="2933"/>
                  </a:moveTo>
                  <a:cubicBezTo>
                    <a:pt x="3661" y="2933"/>
                    <a:pt x="3703" y="2936"/>
                    <a:pt x="3744" y="2943"/>
                  </a:cubicBezTo>
                  <a:cubicBezTo>
                    <a:pt x="3826" y="2954"/>
                    <a:pt x="3880" y="3029"/>
                    <a:pt x="3871" y="3111"/>
                  </a:cubicBezTo>
                  <a:cubicBezTo>
                    <a:pt x="3862" y="3187"/>
                    <a:pt x="3797" y="3239"/>
                    <a:pt x="3726" y="3239"/>
                  </a:cubicBezTo>
                  <a:cubicBezTo>
                    <a:pt x="3717" y="3239"/>
                    <a:pt x="3708" y="3239"/>
                    <a:pt x="3698" y="3237"/>
                  </a:cubicBezTo>
                  <a:cubicBezTo>
                    <a:pt x="3678" y="3234"/>
                    <a:pt x="3658" y="3233"/>
                    <a:pt x="3638" y="3233"/>
                  </a:cubicBezTo>
                  <a:cubicBezTo>
                    <a:pt x="3537" y="3233"/>
                    <a:pt x="3439" y="3263"/>
                    <a:pt x="3381" y="3313"/>
                  </a:cubicBezTo>
                  <a:cubicBezTo>
                    <a:pt x="3350" y="3344"/>
                    <a:pt x="3315" y="3353"/>
                    <a:pt x="3280" y="3353"/>
                  </a:cubicBezTo>
                  <a:cubicBezTo>
                    <a:pt x="3239" y="3353"/>
                    <a:pt x="3199" y="3333"/>
                    <a:pt x="3169" y="3302"/>
                  </a:cubicBezTo>
                  <a:cubicBezTo>
                    <a:pt x="3113" y="3242"/>
                    <a:pt x="3118" y="3146"/>
                    <a:pt x="3178" y="3090"/>
                  </a:cubicBezTo>
                  <a:cubicBezTo>
                    <a:pt x="3292" y="2989"/>
                    <a:pt x="3451" y="2933"/>
                    <a:pt x="3619" y="2933"/>
                  </a:cubicBezTo>
                  <a:close/>
                  <a:moveTo>
                    <a:pt x="3470" y="1"/>
                  </a:moveTo>
                  <a:cubicBezTo>
                    <a:pt x="3277" y="1"/>
                    <a:pt x="3083" y="25"/>
                    <a:pt x="2896" y="74"/>
                  </a:cubicBezTo>
                  <a:cubicBezTo>
                    <a:pt x="1492" y="448"/>
                    <a:pt x="415" y="2388"/>
                    <a:pt x="6" y="4035"/>
                  </a:cubicBezTo>
                  <a:cubicBezTo>
                    <a:pt x="6" y="4041"/>
                    <a:pt x="0" y="4046"/>
                    <a:pt x="0" y="4046"/>
                  </a:cubicBezTo>
                  <a:cubicBezTo>
                    <a:pt x="91" y="4146"/>
                    <a:pt x="177" y="4247"/>
                    <a:pt x="258" y="4368"/>
                  </a:cubicBezTo>
                  <a:lnTo>
                    <a:pt x="258" y="4354"/>
                  </a:lnTo>
                  <a:cubicBezTo>
                    <a:pt x="617" y="3621"/>
                    <a:pt x="991" y="2924"/>
                    <a:pt x="1637" y="2469"/>
                  </a:cubicBezTo>
                  <a:cubicBezTo>
                    <a:pt x="1665" y="2450"/>
                    <a:pt x="1695" y="2441"/>
                    <a:pt x="1724" y="2441"/>
                  </a:cubicBezTo>
                  <a:cubicBezTo>
                    <a:pt x="1772" y="2441"/>
                    <a:pt x="1819" y="2464"/>
                    <a:pt x="1849" y="2504"/>
                  </a:cubicBezTo>
                  <a:cubicBezTo>
                    <a:pt x="1895" y="2575"/>
                    <a:pt x="1880" y="2666"/>
                    <a:pt x="1814" y="2717"/>
                  </a:cubicBezTo>
                  <a:cubicBezTo>
                    <a:pt x="1224" y="3131"/>
                    <a:pt x="870" y="3787"/>
                    <a:pt x="531" y="4485"/>
                  </a:cubicBezTo>
                  <a:cubicBezTo>
                    <a:pt x="506" y="4540"/>
                    <a:pt x="450" y="4571"/>
                    <a:pt x="394" y="4571"/>
                  </a:cubicBezTo>
                  <a:lnTo>
                    <a:pt x="380" y="4571"/>
                  </a:lnTo>
                  <a:cubicBezTo>
                    <a:pt x="394" y="4591"/>
                    <a:pt x="405" y="4617"/>
                    <a:pt x="415" y="4636"/>
                  </a:cubicBezTo>
                  <a:cubicBezTo>
                    <a:pt x="1011" y="4090"/>
                    <a:pt x="1961" y="3596"/>
                    <a:pt x="2492" y="3344"/>
                  </a:cubicBezTo>
                  <a:cubicBezTo>
                    <a:pt x="2512" y="3334"/>
                    <a:pt x="2534" y="3329"/>
                    <a:pt x="2555" y="3329"/>
                  </a:cubicBezTo>
                  <a:cubicBezTo>
                    <a:pt x="2612" y="3329"/>
                    <a:pt x="2668" y="3362"/>
                    <a:pt x="2693" y="3414"/>
                  </a:cubicBezTo>
                  <a:cubicBezTo>
                    <a:pt x="2728" y="3489"/>
                    <a:pt x="2698" y="3580"/>
                    <a:pt x="2623" y="3616"/>
                  </a:cubicBezTo>
                  <a:cubicBezTo>
                    <a:pt x="2194" y="3818"/>
                    <a:pt x="1128" y="4354"/>
                    <a:pt x="557" y="4920"/>
                  </a:cubicBezTo>
                  <a:cubicBezTo>
                    <a:pt x="557" y="4920"/>
                    <a:pt x="552" y="4920"/>
                    <a:pt x="552" y="4925"/>
                  </a:cubicBezTo>
                  <a:cubicBezTo>
                    <a:pt x="622" y="5111"/>
                    <a:pt x="678" y="5314"/>
                    <a:pt x="713" y="5515"/>
                  </a:cubicBezTo>
                  <a:lnTo>
                    <a:pt x="1042" y="5389"/>
                  </a:lnTo>
                  <a:cubicBezTo>
                    <a:pt x="1436" y="5233"/>
                    <a:pt x="1880" y="5056"/>
                    <a:pt x="2350" y="4890"/>
                  </a:cubicBezTo>
                  <a:cubicBezTo>
                    <a:pt x="3891" y="4237"/>
                    <a:pt x="5468" y="3307"/>
                    <a:pt x="5498" y="1847"/>
                  </a:cubicBezTo>
                  <a:cubicBezTo>
                    <a:pt x="5508" y="1292"/>
                    <a:pt x="5275" y="802"/>
                    <a:pt x="4836" y="453"/>
                  </a:cubicBezTo>
                  <a:cubicBezTo>
                    <a:pt x="4458" y="159"/>
                    <a:pt x="3965" y="1"/>
                    <a:pt x="3470" y="1"/>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36"/>
            <p:cNvSpPr/>
            <p:nvPr/>
          </p:nvSpPr>
          <p:spPr>
            <a:xfrm>
              <a:off x="5719275" y="1734950"/>
              <a:ext cx="177475" cy="93950"/>
            </a:xfrm>
            <a:custGeom>
              <a:avLst/>
              <a:gdLst/>
              <a:ahLst/>
              <a:cxnLst/>
              <a:rect l="l" t="t" r="r" b="b"/>
              <a:pathLst>
                <a:path w="7099" h="3758" extrusionOk="0">
                  <a:moveTo>
                    <a:pt x="4583" y="1023"/>
                  </a:moveTo>
                  <a:cubicBezTo>
                    <a:pt x="4663" y="1023"/>
                    <a:pt x="4729" y="1088"/>
                    <a:pt x="4729" y="1169"/>
                  </a:cubicBezTo>
                  <a:cubicBezTo>
                    <a:pt x="4729" y="1249"/>
                    <a:pt x="4663" y="1321"/>
                    <a:pt x="4583" y="1321"/>
                  </a:cubicBezTo>
                  <a:lnTo>
                    <a:pt x="4082" y="1321"/>
                  </a:lnTo>
                  <a:cubicBezTo>
                    <a:pt x="3996" y="1321"/>
                    <a:pt x="3930" y="1249"/>
                    <a:pt x="3930" y="1169"/>
                  </a:cubicBezTo>
                  <a:cubicBezTo>
                    <a:pt x="3930" y="1088"/>
                    <a:pt x="3996" y="1023"/>
                    <a:pt x="4082" y="1023"/>
                  </a:cubicBezTo>
                  <a:close/>
                  <a:moveTo>
                    <a:pt x="3533" y="2238"/>
                  </a:moveTo>
                  <a:cubicBezTo>
                    <a:pt x="3543" y="2238"/>
                    <a:pt x="3552" y="2238"/>
                    <a:pt x="3562" y="2240"/>
                  </a:cubicBezTo>
                  <a:cubicBezTo>
                    <a:pt x="3693" y="2275"/>
                    <a:pt x="3834" y="2316"/>
                    <a:pt x="3961" y="2361"/>
                  </a:cubicBezTo>
                  <a:cubicBezTo>
                    <a:pt x="4042" y="2387"/>
                    <a:pt x="4082" y="2473"/>
                    <a:pt x="4056" y="2548"/>
                  </a:cubicBezTo>
                  <a:cubicBezTo>
                    <a:pt x="4037" y="2614"/>
                    <a:pt x="3976" y="2650"/>
                    <a:pt x="3916" y="2650"/>
                  </a:cubicBezTo>
                  <a:cubicBezTo>
                    <a:pt x="3895" y="2650"/>
                    <a:pt x="3880" y="2650"/>
                    <a:pt x="3865" y="2644"/>
                  </a:cubicBezTo>
                  <a:cubicBezTo>
                    <a:pt x="3743" y="2604"/>
                    <a:pt x="3617" y="2569"/>
                    <a:pt x="3491" y="2538"/>
                  </a:cubicBezTo>
                  <a:cubicBezTo>
                    <a:pt x="3410" y="2518"/>
                    <a:pt x="3359" y="2438"/>
                    <a:pt x="3380" y="2357"/>
                  </a:cubicBezTo>
                  <a:cubicBezTo>
                    <a:pt x="3394" y="2285"/>
                    <a:pt x="3461" y="2238"/>
                    <a:pt x="3533" y="2238"/>
                  </a:cubicBezTo>
                  <a:close/>
                  <a:moveTo>
                    <a:pt x="5002" y="0"/>
                  </a:moveTo>
                  <a:cubicBezTo>
                    <a:pt x="4135" y="0"/>
                    <a:pt x="3110" y="294"/>
                    <a:pt x="2177" y="624"/>
                  </a:cubicBezTo>
                  <a:cubicBezTo>
                    <a:pt x="1708" y="825"/>
                    <a:pt x="1248" y="997"/>
                    <a:pt x="829" y="1149"/>
                  </a:cubicBezTo>
                  <a:cubicBezTo>
                    <a:pt x="691" y="1200"/>
                    <a:pt x="565" y="1249"/>
                    <a:pt x="439" y="1296"/>
                  </a:cubicBezTo>
                  <a:cubicBezTo>
                    <a:pt x="439" y="1336"/>
                    <a:pt x="439" y="1377"/>
                    <a:pt x="434" y="1422"/>
                  </a:cubicBezTo>
                  <a:cubicBezTo>
                    <a:pt x="1183" y="1209"/>
                    <a:pt x="2116" y="1083"/>
                    <a:pt x="2971" y="1074"/>
                  </a:cubicBezTo>
                  <a:cubicBezTo>
                    <a:pt x="2974" y="1073"/>
                    <a:pt x="2977" y="1073"/>
                    <a:pt x="2981" y="1073"/>
                  </a:cubicBezTo>
                  <a:cubicBezTo>
                    <a:pt x="3057" y="1073"/>
                    <a:pt x="3123" y="1143"/>
                    <a:pt x="3123" y="1225"/>
                  </a:cubicBezTo>
                  <a:cubicBezTo>
                    <a:pt x="3123" y="1305"/>
                    <a:pt x="3056" y="1377"/>
                    <a:pt x="2971" y="1377"/>
                  </a:cubicBezTo>
                  <a:cubicBezTo>
                    <a:pt x="2107" y="1386"/>
                    <a:pt x="1132" y="1522"/>
                    <a:pt x="394" y="1745"/>
                  </a:cubicBezTo>
                  <a:cubicBezTo>
                    <a:pt x="374" y="1876"/>
                    <a:pt x="334" y="2002"/>
                    <a:pt x="288" y="2129"/>
                  </a:cubicBezTo>
                  <a:cubicBezTo>
                    <a:pt x="379" y="2126"/>
                    <a:pt x="471" y="2124"/>
                    <a:pt x="563" y="2124"/>
                  </a:cubicBezTo>
                  <a:cubicBezTo>
                    <a:pt x="1071" y="2124"/>
                    <a:pt x="1574" y="2166"/>
                    <a:pt x="2067" y="2205"/>
                  </a:cubicBezTo>
                  <a:cubicBezTo>
                    <a:pt x="2223" y="2215"/>
                    <a:pt x="2379" y="2230"/>
                    <a:pt x="2536" y="2240"/>
                  </a:cubicBezTo>
                  <a:cubicBezTo>
                    <a:pt x="2622" y="2245"/>
                    <a:pt x="2682" y="2316"/>
                    <a:pt x="2678" y="2401"/>
                  </a:cubicBezTo>
                  <a:cubicBezTo>
                    <a:pt x="2673" y="2478"/>
                    <a:pt x="2607" y="2538"/>
                    <a:pt x="2526" y="2538"/>
                  </a:cubicBezTo>
                  <a:lnTo>
                    <a:pt x="2516" y="2538"/>
                  </a:lnTo>
                  <a:cubicBezTo>
                    <a:pt x="2359" y="2529"/>
                    <a:pt x="2202" y="2518"/>
                    <a:pt x="2041" y="2503"/>
                  </a:cubicBezTo>
                  <a:cubicBezTo>
                    <a:pt x="1532" y="2463"/>
                    <a:pt x="1007" y="2424"/>
                    <a:pt x="490" y="2424"/>
                  </a:cubicBezTo>
                  <a:cubicBezTo>
                    <a:pt x="412" y="2424"/>
                    <a:pt x="335" y="2425"/>
                    <a:pt x="257" y="2427"/>
                  </a:cubicBezTo>
                  <a:lnTo>
                    <a:pt x="253" y="2427"/>
                  </a:lnTo>
                  <a:cubicBezTo>
                    <a:pt x="217" y="2427"/>
                    <a:pt x="187" y="2417"/>
                    <a:pt x="166" y="2397"/>
                  </a:cubicBezTo>
                  <a:cubicBezTo>
                    <a:pt x="141" y="2443"/>
                    <a:pt x="116" y="2487"/>
                    <a:pt x="91" y="2529"/>
                  </a:cubicBezTo>
                  <a:cubicBezTo>
                    <a:pt x="61" y="2574"/>
                    <a:pt x="31" y="2614"/>
                    <a:pt x="0" y="2660"/>
                  </a:cubicBezTo>
                  <a:cubicBezTo>
                    <a:pt x="76" y="2711"/>
                    <a:pt x="141" y="2771"/>
                    <a:pt x="217" y="2826"/>
                  </a:cubicBezTo>
                  <a:cubicBezTo>
                    <a:pt x="1361" y="3325"/>
                    <a:pt x="2876" y="3758"/>
                    <a:pt x="4192" y="3758"/>
                  </a:cubicBezTo>
                  <a:cubicBezTo>
                    <a:pt x="5167" y="3758"/>
                    <a:pt x="6033" y="3521"/>
                    <a:pt x="6558" y="2897"/>
                  </a:cubicBezTo>
                  <a:cubicBezTo>
                    <a:pt x="6957" y="2427"/>
                    <a:pt x="7099" y="1806"/>
                    <a:pt x="6931" y="1240"/>
                  </a:cubicBezTo>
                  <a:cubicBezTo>
                    <a:pt x="6785" y="704"/>
                    <a:pt x="6381" y="300"/>
                    <a:pt x="5840" y="118"/>
                  </a:cubicBezTo>
                  <a:cubicBezTo>
                    <a:pt x="5587" y="36"/>
                    <a:pt x="5304" y="0"/>
                    <a:pt x="5002" y="0"/>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36"/>
            <p:cNvSpPr/>
            <p:nvPr/>
          </p:nvSpPr>
          <p:spPr>
            <a:xfrm>
              <a:off x="5668100" y="1811275"/>
              <a:ext cx="108800" cy="153875"/>
            </a:xfrm>
            <a:custGeom>
              <a:avLst/>
              <a:gdLst/>
              <a:ahLst/>
              <a:cxnLst/>
              <a:rect l="l" t="t" r="r" b="b"/>
              <a:pathLst>
                <a:path w="4352" h="6155" extrusionOk="0">
                  <a:moveTo>
                    <a:pt x="2796" y="2294"/>
                  </a:moveTo>
                  <a:cubicBezTo>
                    <a:pt x="2855" y="2294"/>
                    <a:pt x="2913" y="2328"/>
                    <a:pt x="2936" y="2386"/>
                  </a:cubicBezTo>
                  <a:cubicBezTo>
                    <a:pt x="3006" y="2547"/>
                    <a:pt x="3067" y="2734"/>
                    <a:pt x="3113" y="2906"/>
                  </a:cubicBezTo>
                  <a:cubicBezTo>
                    <a:pt x="3128" y="2986"/>
                    <a:pt x="3083" y="3067"/>
                    <a:pt x="3002" y="3093"/>
                  </a:cubicBezTo>
                  <a:lnTo>
                    <a:pt x="2966" y="3093"/>
                  </a:lnTo>
                  <a:cubicBezTo>
                    <a:pt x="2896" y="3093"/>
                    <a:pt x="2835" y="3047"/>
                    <a:pt x="2820" y="2976"/>
                  </a:cubicBezTo>
                  <a:cubicBezTo>
                    <a:pt x="2780" y="2820"/>
                    <a:pt x="2724" y="2653"/>
                    <a:pt x="2658" y="2501"/>
                  </a:cubicBezTo>
                  <a:cubicBezTo>
                    <a:pt x="2628" y="2426"/>
                    <a:pt x="2663" y="2340"/>
                    <a:pt x="2738" y="2305"/>
                  </a:cubicBezTo>
                  <a:cubicBezTo>
                    <a:pt x="2757" y="2297"/>
                    <a:pt x="2776" y="2294"/>
                    <a:pt x="2796" y="2294"/>
                  </a:cubicBezTo>
                  <a:close/>
                  <a:moveTo>
                    <a:pt x="1083" y="464"/>
                  </a:moveTo>
                  <a:cubicBezTo>
                    <a:pt x="1148" y="464"/>
                    <a:pt x="1207" y="509"/>
                    <a:pt x="1223" y="572"/>
                  </a:cubicBezTo>
                  <a:cubicBezTo>
                    <a:pt x="1420" y="1344"/>
                    <a:pt x="1597" y="2193"/>
                    <a:pt x="1728" y="3032"/>
                  </a:cubicBezTo>
                  <a:cubicBezTo>
                    <a:pt x="1738" y="3113"/>
                    <a:pt x="1684" y="3189"/>
                    <a:pt x="1602" y="3204"/>
                  </a:cubicBezTo>
                  <a:lnTo>
                    <a:pt x="1577" y="3204"/>
                  </a:lnTo>
                  <a:cubicBezTo>
                    <a:pt x="1507" y="3204"/>
                    <a:pt x="1441" y="3153"/>
                    <a:pt x="1430" y="3077"/>
                  </a:cubicBezTo>
                  <a:cubicBezTo>
                    <a:pt x="1304" y="2249"/>
                    <a:pt x="1132" y="1410"/>
                    <a:pt x="931" y="652"/>
                  </a:cubicBezTo>
                  <a:cubicBezTo>
                    <a:pt x="910" y="572"/>
                    <a:pt x="961" y="491"/>
                    <a:pt x="1041" y="470"/>
                  </a:cubicBezTo>
                  <a:cubicBezTo>
                    <a:pt x="1055" y="466"/>
                    <a:pt x="1069" y="464"/>
                    <a:pt x="1083" y="464"/>
                  </a:cubicBezTo>
                  <a:close/>
                  <a:moveTo>
                    <a:pt x="1687" y="3792"/>
                  </a:moveTo>
                  <a:cubicBezTo>
                    <a:pt x="1740" y="3792"/>
                    <a:pt x="1792" y="3822"/>
                    <a:pt x="1819" y="3871"/>
                  </a:cubicBezTo>
                  <a:cubicBezTo>
                    <a:pt x="1865" y="3946"/>
                    <a:pt x="1901" y="4023"/>
                    <a:pt x="1936" y="4103"/>
                  </a:cubicBezTo>
                  <a:cubicBezTo>
                    <a:pt x="1971" y="4179"/>
                    <a:pt x="1936" y="4270"/>
                    <a:pt x="1859" y="4305"/>
                  </a:cubicBezTo>
                  <a:cubicBezTo>
                    <a:pt x="1840" y="4310"/>
                    <a:pt x="1819" y="4315"/>
                    <a:pt x="1799" y="4315"/>
                  </a:cubicBezTo>
                  <a:cubicBezTo>
                    <a:pt x="1744" y="4315"/>
                    <a:pt x="1684" y="4285"/>
                    <a:pt x="1663" y="4224"/>
                  </a:cubicBezTo>
                  <a:cubicBezTo>
                    <a:pt x="1633" y="4154"/>
                    <a:pt x="1597" y="4088"/>
                    <a:pt x="1556" y="4017"/>
                  </a:cubicBezTo>
                  <a:cubicBezTo>
                    <a:pt x="1516" y="3942"/>
                    <a:pt x="1542" y="3851"/>
                    <a:pt x="1617" y="3811"/>
                  </a:cubicBezTo>
                  <a:cubicBezTo>
                    <a:pt x="1639" y="3798"/>
                    <a:pt x="1663" y="3792"/>
                    <a:pt x="1687" y="3792"/>
                  </a:cubicBezTo>
                  <a:close/>
                  <a:moveTo>
                    <a:pt x="1703" y="1"/>
                  </a:moveTo>
                  <a:lnTo>
                    <a:pt x="1703" y="6"/>
                  </a:lnTo>
                  <a:cubicBezTo>
                    <a:pt x="1647" y="52"/>
                    <a:pt x="1597" y="101"/>
                    <a:pt x="1542" y="143"/>
                  </a:cubicBezTo>
                  <a:cubicBezTo>
                    <a:pt x="1945" y="521"/>
                    <a:pt x="2309" y="1082"/>
                    <a:pt x="2496" y="1617"/>
                  </a:cubicBezTo>
                  <a:cubicBezTo>
                    <a:pt x="2526" y="1698"/>
                    <a:pt x="2481" y="1784"/>
                    <a:pt x="2405" y="1810"/>
                  </a:cubicBezTo>
                  <a:cubicBezTo>
                    <a:pt x="2386" y="1815"/>
                    <a:pt x="2370" y="1820"/>
                    <a:pt x="2355" y="1820"/>
                  </a:cubicBezTo>
                  <a:cubicBezTo>
                    <a:pt x="2295" y="1820"/>
                    <a:pt x="2234" y="1780"/>
                    <a:pt x="2213" y="1719"/>
                  </a:cubicBezTo>
                  <a:cubicBezTo>
                    <a:pt x="2036" y="1208"/>
                    <a:pt x="1693" y="677"/>
                    <a:pt x="1309" y="334"/>
                  </a:cubicBezTo>
                  <a:cubicBezTo>
                    <a:pt x="1299" y="329"/>
                    <a:pt x="1294" y="318"/>
                    <a:pt x="1289" y="309"/>
                  </a:cubicBezTo>
                  <a:cubicBezTo>
                    <a:pt x="1041" y="446"/>
                    <a:pt x="774" y="516"/>
                    <a:pt x="506" y="516"/>
                  </a:cubicBezTo>
                  <a:cubicBezTo>
                    <a:pt x="430" y="516"/>
                    <a:pt x="359" y="511"/>
                    <a:pt x="283" y="500"/>
                  </a:cubicBezTo>
                  <a:cubicBezTo>
                    <a:pt x="243" y="682"/>
                    <a:pt x="208" y="870"/>
                    <a:pt x="178" y="1057"/>
                  </a:cubicBezTo>
                  <a:cubicBezTo>
                    <a:pt x="1" y="3022"/>
                    <a:pt x="198" y="5811"/>
                    <a:pt x="1896" y="6108"/>
                  </a:cubicBezTo>
                  <a:cubicBezTo>
                    <a:pt x="2077" y="6139"/>
                    <a:pt x="2250" y="6155"/>
                    <a:pt x="2416" y="6155"/>
                  </a:cubicBezTo>
                  <a:cubicBezTo>
                    <a:pt x="2935" y="6155"/>
                    <a:pt x="3374" y="6004"/>
                    <a:pt x="3699" y="5709"/>
                  </a:cubicBezTo>
                  <a:cubicBezTo>
                    <a:pt x="4139" y="5310"/>
                    <a:pt x="4351" y="4674"/>
                    <a:pt x="4295" y="3906"/>
                  </a:cubicBezTo>
                  <a:cubicBezTo>
                    <a:pt x="4204" y="2643"/>
                    <a:pt x="3356" y="1258"/>
                    <a:pt x="2022" y="157"/>
                  </a:cubicBezTo>
                  <a:cubicBezTo>
                    <a:pt x="1931" y="122"/>
                    <a:pt x="1840" y="82"/>
                    <a:pt x="1759" y="41"/>
                  </a:cubicBezTo>
                  <a:cubicBezTo>
                    <a:pt x="1738" y="31"/>
                    <a:pt x="1719" y="15"/>
                    <a:pt x="1703" y="1"/>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36"/>
            <p:cNvSpPr/>
            <p:nvPr/>
          </p:nvSpPr>
          <p:spPr>
            <a:xfrm>
              <a:off x="5649675" y="1749250"/>
              <a:ext cx="9000" cy="7600"/>
            </a:xfrm>
            <a:custGeom>
              <a:avLst/>
              <a:gdLst/>
              <a:ahLst/>
              <a:cxnLst/>
              <a:rect l="l" t="t" r="r" b="b"/>
              <a:pathLst>
                <a:path w="360" h="304" extrusionOk="0">
                  <a:moveTo>
                    <a:pt x="152" y="1"/>
                  </a:moveTo>
                  <a:cubicBezTo>
                    <a:pt x="66" y="1"/>
                    <a:pt x="0" y="71"/>
                    <a:pt x="0" y="152"/>
                  </a:cubicBezTo>
                  <a:cubicBezTo>
                    <a:pt x="0" y="238"/>
                    <a:pt x="66" y="304"/>
                    <a:pt x="152" y="304"/>
                  </a:cubicBezTo>
                  <a:lnTo>
                    <a:pt x="208" y="304"/>
                  </a:lnTo>
                  <a:cubicBezTo>
                    <a:pt x="288" y="304"/>
                    <a:pt x="359" y="238"/>
                    <a:pt x="359" y="152"/>
                  </a:cubicBezTo>
                  <a:cubicBezTo>
                    <a:pt x="359" y="71"/>
                    <a:pt x="288" y="1"/>
                    <a:pt x="208"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36"/>
            <p:cNvSpPr/>
            <p:nvPr/>
          </p:nvSpPr>
          <p:spPr>
            <a:xfrm>
              <a:off x="5674675" y="1736900"/>
              <a:ext cx="10250" cy="7475"/>
            </a:xfrm>
            <a:custGeom>
              <a:avLst/>
              <a:gdLst/>
              <a:ahLst/>
              <a:cxnLst/>
              <a:rect l="l" t="t" r="r" b="b"/>
              <a:pathLst>
                <a:path w="410" h="299" extrusionOk="0">
                  <a:moveTo>
                    <a:pt x="147" y="0"/>
                  </a:moveTo>
                  <a:cubicBezTo>
                    <a:pt x="66" y="0"/>
                    <a:pt x="1" y="66"/>
                    <a:pt x="1" y="147"/>
                  </a:cubicBezTo>
                  <a:cubicBezTo>
                    <a:pt x="1" y="232"/>
                    <a:pt x="66" y="298"/>
                    <a:pt x="147" y="298"/>
                  </a:cubicBezTo>
                  <a:lnTo>
                    <a:pt x="258" y="298"/>
                  </a:lnTo>
                  <a:cubicBezTo>
                    <a:pt x="344" y="298"/>
                    <a:pt x="409" y="232"/>
                    <a:pt x="409" y="147"/>
                  </a:cubicBezTo>
                  <a:cubicBezTo>
                    <a:pt x="409" y="66"/>
                    <a:pt x="344" y="0"/>
                    <a:pt x="258"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36"/>
            <p:cNvSpPr/>
            <p:nvPr/>
          </p:nvSpPr>
          <p:spPr>
            <a:xfrm>
              <a:off x="5661800" y="1771500"/>
              <a:ext cx="12500" cy="14550"/>
            </a:xfrm>
            <a:custGeom>
              <a:avLst/>
              <a:gdLst/>
              <a:ahLst/>
              <a:cxnLst/>
              <a:rect l="l" t="t" r="r" b="b"/>
              <a:pathLst>
                <a:path w="500" h="582" extrusionOk="0">
                  <a:moveTo>
                    <a:pt x="167" y="0"/>
                  </a:moveTo>
                  <a:cubicBezTo>
                    <a:pt x="128" y="0"/>
                    <a:pt x="89" y="15"/>
                    <a:pt x="61" y="46"/>
                  </a:cubicBezTo>
                  <a:cubicBezTo>
                    <a:pt x="0" y="101"/>
                    <a:pt x="0" y="197"/>
                    <a:pt x="56" y="258"/>
                  </a:cubicBezTo>
                  <a:cubicBezTo>
                    <a:pt x="106" y="309"/>
                    <a:pt x="157" y="400"/>
                    <a:pt x="192" y="480"/>
                  </a:cubicBezTo>
                  <a:cubicBezTo>
                    <a:pt x="213" y="540"/>
                    <a:pt x="268" y="582"/>
                    <a:pt x="334" y="582"/>
                  </a:cubicBezTo>
                  <a:cubicBezTo>
                    <a:pt x="348" y="582"/>
                    <a:pt x="364" y="576"/>
                    <a:pt x="384" y="571"/>
                  </a:cubicBezTo>
                  <a:cubicBezTo>
                    <a:pt x="460" y="540"/>
                    <a:pt x="500" y="454"/>
                    <a:pt x="474" y="379"/>
                  </a:cubicBezTo>
                  <a:cubicBezTo>
                    <a:pt x="425" y="253"/>
                    <a:pt x="348" y="127"/>
                    <a:pt x="273" y="46"/>
                  </a:cubicBezTo>
                  <a:cubicBezTo>
                    <a:pt x="245" y="15"/>
                    <a:pt x="206" y="0"/>
                    <a:pt x="167"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36"/>
            <p:cNvSpPr/>
            <p:nvPr/>
          </p:nvSpPr>
          <p:spPr>
            <a:xfrm>
              <a:off x="5688325" y="1760300"/>
              <a:ext cx="11000" cy="10450"/>
            </a:xfrm>
            <a:custGeom>
              <a:avLst/>
              <a:gdLst/>
              <a:ahLst/>
              <a:cxnLst/>
              <a:rect l="l" t="t" r="r" b="b"/>
              <a:pathLst>
                <a:path w="440" h="418" extrusionOk="0">
                  <a:moveTo>
                    <a:pt x="199" y="1"/>
                  </a:moveTo>
                  <a:cubicBezTo>
                    <a:pt x="177" y="1"/>
                    <a:pt x="153" y="3"/>
                    <a:pt x="126" y="9"/>
                  </a:cubicBezTo>
                  <a:cubicBezTo>
                    <a:pt x="45" y="23"/>
                    <a:pt x="0" y="104"/>
                    <a:pt x="15" y="186"/>
                  </a:cubicBezTo>
                  <a:cubicBezTo>
                    <a:pt x="26" y="242"/>
                    <a:pt x="71" y="282"/>
                    <a:pt x="122" y="296"/>
                  </a:cubicBezTo>
                  <a:cubicBezTo>
                    <a:pt x="131" y="352"/>
                    <a:pt x="177" y="403"/>
                    <a:pt x="238" y="412"/>
                  </a:cubicBezTo>
                  <a:cubicBezTo>
                    <a:pt x="248" y="417"/>
                    <a:pt x="257" y="417"/>
                    <a:pt x="268" y="417"/>
                  </a:cubicBezTo>
                  <a:cubicBezTo>
                    <a:pt x="339" y="417"/>
                    <a:pt x="399" y="368"/>
                    <a:pt x="414" y="296"/>
                  </a:cubicBezTo>
                  <a:cubicBezTo>
                    <a:pt x="439" y="175"/>
                    <a:pt x="399" y="104"/>
                    <a:pt x="359" y="64"/>
                  </a:cubicBezTo>
                  <a:cubicBezTo>
                    <a:pt x="331" y="32"/>
                    <a:pt x="279" y="1"/>
                    <a:pt x="199"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36"/>
            <p:cNvSpPr/>
            <p:nvPr/>
          </p:nvSpPr>
          <p:spPr>
            <a:xfrm>
              <a:off x="5686925" y="1785850"/>
              <a:ext cx="9625" cy="8550"/>
            </a:xfrm>
            <a:custGeom>
              <a:avLst/>
              <a:gdLst/>
              <a:ahLst/>
              <a:cxnLst/>
              <a:rect l="l" t="t" r="r" b="b"/>
              <a:pathLst>
                <a:path w="385" h="342" extrusionOk="0">
                  <a:moveTo>
                    <a:pt x="176" y="1"/>
                  </a:moveTo>
                  <a:cubicBezTo>
                    <a:pt x="159" y="1"/>
                    <a:pt x="144" y="4"/>
                    <a:pt x="132" y="8"/>
                  </a:cubicBezTo>
                  <a:cubicBezTo>
                    <a:pt x="96" y="17"/>
                    <a:pt x="15" y="53"/>
                    <a:pt x="5" y="179"/>
                  </a:cubicBezTo>
                  <a:cubicBezTo>
                    <a:pt x="1" y="260"/>
                    <a:pt x="66" y="330"/>
                    <a:pt x="147" y="335"/>
                  </a:cubicBezTo>
                  <a:cubicBezTo>
                    <a:pt x="157" y="335"/>
                    <a:pt x="167" y="335"/>
                    <a:pt x="178" y="330"/>
                  </a:cubicBezTo>
                  <a:cubicBezTo>
                    <a:pt x="192" y="335"/>
                    <a:pt x="203" y="341"/>
                    <a:pt x="213" y="341"/>
                  </a:cubicBezTo>
                  <a:cubicBezTo>
                    <a:pt x="243" y="341"/>
                    <a:pt x="273" y="330"/>
                    <a:pt x="299" y="311"/>
                  </a:cubicBezTo>
                  <a:cubicBezTo>
                    <a:pt x="369" y="265"/>
                    <a:pt x="385" y="169"/>
                    <a:pt x="334" y="103"/>
                  </a:cubicBezTo>
                  <a:cubicBezTo>
                    <a:pt x="282" y="24"/>
                    <a:pt x="223" y="1"/>
                    <a:pt x="176"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36"/>
            <p:cNvSpPr/>
            <p:nvPr/>
          </p:nvSpPr>
          <p:spPr>
            <a:xfrm>
              <a:off x="5768375" y="1655050"/>
              <a:ext cx="19725" cy="14425"/>
            </a:xfrm>
            <a:custGeom>
              <a:avLst/>
              <a:gdLst/>
              <a:ahLst/>
              <a:cxnLst/>
              <a:rect l="l" t="t" r="r" b="b"/>
              <a:pathLst>
                <a:path w="789" h="577" extrusionOk="0">
                  <a:moveTo>
                    <a:pt x="618" y="0"/>
                  </a:moveTo>
                  <a:cubicBezTo>
                    <a:pt x="596" y="0"/>
                    <a:pt x="573" y="5"/>
                    <a:pt x="552" y="15"/>
                  </a:cubicBezTo>
                  <a:cubicBezTo>
                    <a:pt x="390" y="91"/>
                    <a:pt x="203" y="212"/>
                    <a:pt x="82" y="308"/>
                  </a:cubicBezTo>
                  <a:cubicBezTo>
                    <a:pt x="16" y="359"/>
                    <a:pt x="1" y="455"/>
                    <a:pt x="56" y="520"/>
                  </a:cubicBezTo>
                  <a:cubicBezTo>
                    <a:pt x="87" y="556"/>
                    <a:pt x="128" y="576"/>
                    <a:pt x="173" y="576"/>
                  </a:cubicBezTo>
                  <a:cubicBezTo>
                    <a:pt x="208" y="576"/>
                    <a:pt x="243" y="565"/>
                    <a:pt x="269" y="546"/>
                  </a:cubicBezTo>
                  <a:cubicBezTo>
                    <a:pt x="375" y="460"/>
                    <a:pt x="546" y="353"/>
                    <a:pt x="683" y="288"/>
                  </a:cubicBezTo>
                  <a:cubicBezTo>
                    <a:pt x="759" y="248"/>
                    <a:pt x="789" y="157"/>
                    <a:pt x="754" y="86"/>
                  </a:cubicBezTo>
                  <a:cubicBezTo>
                    <a:pt x="728" y="31"/>
                    <a:pt x="674" y="0"/>
                    <a:pt x="618"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36"/>
            <p:cNvSpPr/>
            <p:nvPr/>
          </p:nvSpPr>
          <p:spPr>
            <a:xfrm>
              <a:off x="5789350" y="1690900"/>
              <a:ext cx="19225" cy="10525"/>
            </a:xfrm>
            <a:custGeom>
              <a:avLst/>
              <a:gdLst/>
              <a:ahLst/>
              <a:cxnLst/>
              <a:rect l="l" t="t" r="r" b="b"/>
              <a:pathLst>
                <a:path w="769" h="421" extrusionOk="0">
                  <a:moveTo>
                    <a:pt x="507" y="0"/>
                  </a:moveTo>
                  <a:cubicBezTo>
                    <a:pt x="339" y="0"/>
                    <a:pt x="180" y="56"/>
                    <a:pt x="66" y="157"/>
                  </a:cubicBezTo>
                  <a:cubicBezTo>
                    <a:pt x="6" y="213"/>
                    <a:pt x="1" y="309"/>
                    <a:pt x="57" y="369"/>
                  </a:cubicBezTo>
                  <a:cubicBezTo>
                    <a:pt x="87" y="400"/>
                    <a:pt x="127" y="420"/>
                    <a:pt x="168" y="420"/>
                  </a:cubicBezTo>
                  <a:cubicBezTo>
                    <a:pt x="203" y="420"/>
                    <a:pt x="238" y="411"/>
                    <a:pt x="269" y="380"/>
                  </a:cubicBezTo>
                  <a:cubicBezTo>
                    <a:pt x="327" y="330"/>
                    <a:pt x="425" y="300"/>
                    <a:pt x="526" y="300"/>
                  </a:cubicBezTo>
                  <a:cubicBezTo>
                    <a:pt x="546" y="300"/>
                    <a:pt x="566" y="301"/>
                    <a:pt x="586" y="304"/>
                  </a:cubicBezTo>
                  <a:cubicBezTo>
                    <a:pt x="596" y="306"/>
                    <a:pt x="605" y="306"/>
                    <a:pt x="614" y="306"/>
                  </a:cubicBezTo>
                  <a:cubicBezTo>
                    <a:pt x="685" y="306"/>
                    <a:pt x="750" y="254"/>
                    <a:pt x="759" y="178"/>
                  </a:cubicBezTo>
                  <a:cubicBezTo>
                    <a:pt x="768" y="96"/>
                    <a:pt x="714" y="21"/>
                    <a:pt x="632" y="10"/>
                  </a:cubicBezTo>
                  <a:cubicBezTo>
                    <a:pt x="591" y="3"/>
                    <a:pt x="549" y="0"/>
                    <a:pt x="507"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36"/>
            <p:cNvSpPr/>
            <p:nvPr/>
          </p:nvSpPr>
          <p:spPr>
            <a:xfrm>
              <a:off x="5817525" y="1760500"/>
              <a:ext cx="20000" cy="7475"/>
            </a:xfrm>
            <a:custGeom>
              <a:avLst/>
              <a:gdLst/>
              <a:ahLst/>
              <a:cxnLst/>
              <a:rect l="l" t="t" r="r" b="b"/>
              <a:pathLst>
                <a:path w="800" h="299" extrusionOk="0">
                  <a:moveTo>
                    <a:pt x="152" y="1"/>
                  </a:moveTo>
                  <a:cubicBezTo>
                    <a:pt x="66" y="1"/>
                    <a:pt x="0" y="66"/>
                    <a:pt x="0" y="147"/>
                  </a:cubicBezTo>
                  <a:cubicBezTo>
                    <a:pt x="0" y="227"/>
                    <a:pt x="66" y="299"/>
                    <a:pt x="152" y="299"/>
                  </a:cubicBezTo>
                  <a:lnTo>
                    <a:pt x="653" y="299"/>
                  </a:lnTo>
                  <a:cubicBezTo>
                    <a:pt x="733" y="299"/>
                    <a:pt x="799" y="227"/>
                    <a:pt x="799" y="147"/>
                  </a:cubicBezTo>
                  <a:cubicBezTo>
                    <a:pt x="799" y="66"/>
                    <a:pt x="733" y="1"/>
                    <a:pt x="653"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36"/>
            <p:cNvSpPr/>
            <p:nvPr/>
          </p:nvSpPr>
          <p:spPr>
            <a:xfrm>
              <a:off x="5803250" y="1790875"/>
              <a:ext cx="18075" cy="10325"/>
            </a:xfrm>
            <a:custGeom>
              <a:avLst/>
              <a:gdLst/>
              <a:ahLst/>
              <a:cxnLst/>
              <a:rect l="l" t="t" r="r" b="b"/>
              <a:pathLst>
                <a:path w="723" h="413" extrusionOk="0">
                  <a:moveTo>
                    <a:pt x="174" y="1"/>
                  </a:moveTo>
                  <a:cubicBezTo>
                    <a:pt x="102" y="1"/>
                    <a:pt x="35" y="48"/>
                    <a:pt x="21" y="120"/>
                  </a:cubicBezTo>
                  <a:cubicBezTo>
                    <a:pt x="0" y="201"/>
                    <a:pt x="51" y="281"/>
                    <a:pt x="132" y="301"/>
                  </a:cubicBezTo>
                  <a:cubicBezTo>
                    <a:pt x="258" y="332"/>
                    <a:pt x="384" y="367"/>
                    <a:pt x="506" y="407"/>
                  </a:cubicBezTo>
                  <a:cubicBezTo>
                    <a:pt x="521" y="413"/>
                    <a:pt x="536" y="413"/>
                    <a:pt x="557" y="413"/>
                  </a:cubicBezTo>
                  <a:cubicBezTo>
                    <a:pt x="617" y="413"/>
                    <a:pt x="678" y="377"/>
                    <a:pt x="697" y="311"/>
                  </a:cubicBezTo>
                  <a:cubicBezTo>
                    <a:pt x="723" y="236"/>
                    <a:pt x="683" y="150"/>
                    <a:pt x="602" y="124"/>
                  </a:cubicBezTo>
                  <a:cubicBezTo>
                    <a:pt x="475" y="79"/>
                    <a:pt x="334" y="38"/>
                    <a:pt x="203" y="3"/>
                  </a:cubicBezTo>
                  <a:cubicBezTo>
                    <a:pt x="193" y="1"/>
                    <a:pt x="184" y="1"/>
                    <a:pt x="174"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36"/>
            <p:cNvSpPr/>
            <p:nvPr/>
          </p:nvSpPr>
          <p:spPr>
            <a:xfrm>
              <a:off x="5733800" y="1868600"/>
              <a:ext cx="12500" cy="20000"/>
            </a:xfrm>
            <a:custGeom>
              <a:avLst/>
              <a:gdLst/>
              <a:ahLst/>
              <a:cxnLst/>
              <a:rect l="l" t="t" r="r" b="b"/>
              <a:pathLst>
                <a:path w="500" h="800" extrusionOk="0">
                  <a:moveTo>
                    <a:pt x="168" y="1"/>
                  </a:moveTo>
                  <a:cubicBezTo>
                    <a:pt x="148" y="1"/>
                    <a:pt x="129" y="4"/>
                    <a:pt x="110" y="12"/>
                  </a:cubicBezTo>
                  <a:cubicBezTo>
                    <a:pt x="35" y="47"/>
                    <a:pt x="0" y="133"/>
                    <a:pt x="30" y="208"/>
                  </a:cubicBezTo>
                  <a:cubicBezTo>
                    <a:pt x="96" y="360"/>
                    <a:pt x="152" y="527"/>
                    <a:pt x="192" y="683"/>
                  </a:cubicBezTo>
                  <a:cubicBezTo>
                    <a:pt x="207" y="754"/>
                    <a:pt x="268" y="800"/>
                    <a:pt x="338" y="800"/>
                  </a:cubicBezTo>
                  <a:lnTo>
                    <a:pt x="374" y="800"/>
                  </a:lnTo>
                  <a:cubicBezTo>
                    <a:pt x="455" y="774"/>
                    <a:pt x="500" y="693"/>
                    <a:pt x="485" y="613"/>
                  </a:cubicBezTo>
                  <a:cubicBezTo>
                    <a:pt x="439" y="441"/>
                    <a:pt x="378" y="254"/>
                    <a:pt x="308" y="93"/>
                  </a:cubicBezTo>
                  <a:cubicBezTo>
                    <a:pt x="285" y="35"/>
                    <a:pt x="227" y="1"/>
                    <a:pt x="168"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36"/>
            <p:cNvSpPr/>
            <p:nvPr/>
          </p:nvSpPr>
          <p:spPr>
            <a:xfrm>
              <a:off x="5690825" y="1822850"/>
              <a:ext cx="20750" cy="68550"/>
            </a:xfrm>
            <a:custGeom>
              <a:avLst/>
              <a:gdLst/>
              <a:ahLst/>
              <a:cxnLst/>
              <a:rect l="l" t="t" r="r" b="b"/>
              <a:pathLst>
                <a:path w="830" h="2742" extrusionOk="0">
                  <a:moveTo>
                    <a:pt x="174" y="1"/>
                  </a:moveTo>
                  <a:cubicBezTo>
                    <a:pt x="160" y="1"/>
                    <a:pt x="146" y="3"/>
                    <a:pt x="132" y="7"/>
                  </a:cubicBezTo>
                  <a:cubicBezTo>
                    <a:pt x="52" y="28"/>
                    <a:pt x="1" y="109"/>
                    <a:pt x="22" y="189"/>
                  </a:cubicBezTo>
                  <a:cubicBezTo>
                    <a:pt x="223" y="947"/>
                    <a:pt x="395" y="1786"/>
                    <a:pt x="521" y="2614"/>
                  </a:cubicBezTo>
                  <a:cubicBezTo>
                    <a:pt x="532" y="2690"/>
                    <a:pt x="598" y="2741"/>
                    <a:pt x="668" y="2741"/>
                  </a:cubicBezTo>
                  <a:lnTo>
                    <a:pt x="693" y="2741"/>
                  </a:lnTo>
                  <a:cubicBezTo>
                    <a:pt x="775" y="2726"/>
                    <a:pt x="829" y="2650"/>
                    <a:pt x="819" y="2569"/>
                  </a:cubicBezTo>
                  <a:cubicBezTo>
                    <a:pt x="688" y="1730"/>
                    <a:pt x="511" y="881"/>
                    <a:pt x="314" y="109"/>
                  </a:cubicBezTo>
                  <a:cubicBezTo>
                    <a:pt x="298" y="46"/>
                    <a:pt x="239" y="1"/>
                    <a:pt x="174"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36"/>
            <p:cNvSpPr/>
            <p:nvPr/>
          </p:nvSpPr>
          <p:spPr>
            <a:xfrm>
              <a:off x="5706000" y="1906050"/>
              <a:ext cx="11375" cy="13100"/>
            </a:xfrm>
            <a:custGeom>
              <a:avLst/>
              <a:gdLst/>
              <a:ahLst/>
              <a:cxnLst/>
              <a:rect l="l" t="t" r="r" b="b"/>
              <a:pathLst>
                <a:path w="455" h="524" extrusionOk="0">
                  <a:moveTo>
                    <a:pt x="171" y="1"/>
                  </a:moveTo>
                  <a:cubicBezTo>
                    <a:pt x="147" y="1"/>
                    <a:pt x="123" y="7"/>
                    <a:pt x="101" y="20"/>
                  </a:cubicBezTo>
                  <a:cubicBezTo>
                    <a:pt x="26" y="60"/>
                    <a:pt x="0" y="151"/>
                    <a:pt x="40" y="226"/>
                  </a:cubicBezTo>
                  <a:cubicBezTo>
                    <a:pt x="81" y="297"/>
                    <a:pt x="117" y="363"/>
                    <a:pt x="147" y="433"/>
                  </a:cubicBezTo>
                  <a:cubicBezTo>
                    <a:pt x="168" y="494"/>
                    <a:pt x="228" y="524"/>
                    <a:pt x="283" y="524"/>
                  </a:cubicBezTo>
                  <a:cubicBezTo>
                    <a:pt x="303" y="524"/>
                    <a:pt x="324" y="519"/>
                    <a:pt x="343" y="514"/>
                  </a:cubicBezTo>
                  <a:cubicBezTo>
                    <a:pt x="420" y="479"/>
                    <a:pt x="455" y="388"/>
                    <a:pt x="420" y="312"/>
                  </a:cubicBezTo>
                  <a:cubicBezTo>
                    <a:pt x="385" y="232"/>
                    <a:pt x="349" y="155"/>
                    <a:pt x="303" y="80"/>
                  </a:cubicBezTo>
                  <a:cubicBezTo>
                    <a:pt x="276" y="31"/>
                    <a:pt x="224" y="1"/>
                    <a:pt x="171"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36"/>
            <p:cNvSpPr/>
            <p:nvPr/>
          </p:nvSpPr>
          <p:spPr>
            <a:xfrm>
              <a:off x="5614525" y="1885275"/>
              <a:ext cx="14075" cy="13050"/>
            </a:xfrm>
            <a:custGeom>
              <a:avLst/>
              <a:gdLst/>
              <a:ahLst/>
              <a:cxnLst/>
              <a:rect l="l" t="t" r="r" b="b"/>
              <a:pathLst>
                <a:path w="563" h="522" extrusionOk="0">
                  <a:moveTo>
                    <a:pt x="390" y="0"/>
                  </a:moveTo>
                  <a:cubicBezTo>
                    <a:pt x="360" y="0"/>
                    <a:pt x="330" y="9"/>
                    <a:pt x="304" y="26"/>
                  </a:cubicBezTo>
                  <a:cubicBezTo>
                    <a:pt x="203" y="102"/>
                    <a:pt x="117" y="184"/>
                    <a:pt x="47" y="284"/>
                  </a:cubicBezTo>
                  <a:cubicBezTo>
                    <a:pt x="1" y="355"/>
                    <a:pt x="12" y="446"/>
                    <a:pt x="82" y="497"/>
                  </a:cubicBezTo>
                  <a:cubicBezTo>
                    <a:pt x="108" y="511"/>
                    <a:pt x="143" y="522"/>
                    <a:pt x="168" y="522"/>
                  </a:cubicBezTo>
                  <a:cubicBezTo>
                    <a:pt x="213" y="522"/>
                    <a:pt x="264" y="501"/>
                    <a:pt x="290" y="456"/>
                  </a:cubicBezTo>
                  <a:cubicBezTo>
                    <a:pt x="345" y="385"/>
                    <a:pt x="406" y="324"/>
                    <a:pt x="476" y="269"/>
                  </a:cubicBezTo>
                  <a:cubicBezTo>
                    <a:pt x="547" y="224"/>
                    <a:pt x="562" y="133"/>
                    <a:pt x="511" y="62"/>
                  </a:cubicBezTo>
                  <a:cubicBezTo>
                    <a:pt x="484" y="22"/>
                    <a:pt x="437" y="0"/>
                    <a:pt x="390"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36"/>
            <p:cNvSpPr/>
            <p:nvPr/>
          </p:nvSpPr>
          <p:spPr>
            <a:xfrm>
              <a:off x="5589675" y="1867225"/>
              <a:ext cx="13925" cy="20100"/>
            </a:xfrm>
            <a:custGeom>
              <a:avLst/>
              <a:gdLst/>
              <a:ahLst/>
              <a:cxnLst/>
              <a:rect l="l" t="t" r="r" b="b"/>
              <a:pathLst>
                <a:path w="557" h="804" extrusionOk="0">
                  <a:moveTo>
                    <a:pt x="385" y="0"/>
                  </a:moveTo>
                  <a:cubicBezTo>
                    <a:pt x="338" y="0"/>
                    <a:pt x="291" y="22"/>
                    <a:pt x="263" y="62"/>
                  </a:cubicBezTo>
                  <a:cubicBezTo>
                    <a:pt x="152" y="228"/>
                    <a:pt x="66" y="415"/>
                    <a:pt x="20" y="612"/>
                  </a:cubicBezTo>
                  <a:cubicBezTo>
                    <a:pt x="1" y="698"/>
                    <a:pt x="46" y="778"/>
                    <a:pt x="127" y="794"/>
                  </a:cubicBezTo>
                  <a:cubicBezTo>
                    <a:pt x="141" y="799"/>
                    <a:pt x="152" y="804"/>
                    <a:pt x="167" y="804"/>
                  </a:cubicBezTo>
                  <a:cubicBezTo>
                    <a:pt x="232" y="804"/>
                    <a:pt x="293" y="754"/>
                    <a:pt x="309" y="687"/>
                  </a:cubicBezTo>
                  <a:cubicBezTo>
                    <a:pt x="354" y="521"/>
                    <a:pt x="419" y="370"/>
                    <a:pt x="510" y="239"/>
                  </a:cubicBezTo>
                  <a:cubicBezTo>
                    <a:pt x="556" y="167"/>
                    <a:pt x="540" y="76"/>
                    <a:pt x="470" y="27"/>
                  </a:cubicBezTo>
                  <a:cubicBezTo>
                    <a:pt x="445" y="9"/>
                    <a:pt x="415" y="0"/>
                    <a:pt x="385"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36"/>
            <p:cNvSpPr/>
            <p:nvPr/>
          </p:nvSpPr>
          <p:spPr>
            <a:xfrm>
              <a:off x="5538150" y="1785375"/>
              <a:ext cx="22125" cy="11775"/>
            </a:xfrm>
            <a:custGeom>
              <a:avLst/>
              <a:gdLst/>
              <a:ahLst/>
              <a:cxnLst/>
              <a:rect l="l" t="t" r="r" b="b"/>
              <a:pathLst>
                <a:path w="885" h="471" extrusionOk="0">
                  <a:moveTo>
                    <a:pt x="722" y="1"/>
                  </a:moveTo>
                  <a:cubicBezTo>
                    <a:pt x="719" y="1"/>
                    <a:pt x="715" y="1"/>
                    <a:pt x="712" y="1"/>
                  </a:cubicBezTo>
                  <a:cubicBezTo>
                    <a:pt x="495" y="27"/>
                    <a:pt x="288" y="87"/>
                    <a:pt x="101" y="188"/>
                  </a:cubicBezTo>
                  <a:cubicBezTo>
                    <a:pt x="31" y="223"/>
                    <a:pt x="0" y="314"/>
                    <a:pt x="40" y="390"/>
                  </a:cubicBezTo>
                  <a:cubicBezTo>
                    <a:pt x="71" y="440"/>
                    <a:pt x="122" y="470"/>
                    <a:pt x="171" y="470"/>
                  </a:cubicBezTo>
                  <a:cubicBezTo>
                    <a:pt x="197" y="470"/>
                    <a:pt x="222" y="461"/>
                    <a:pt x="243" y="451"/>
                  </a:cubicBezTo>
                  <a:cubicBezTo>
                    <a:pt x="394" y="370"/>
                    <a:pt x="561" y="319"/>
                    <a:pt x="742" y="299"/>
                  </a:cubicBezTo>
                  <a:cubicBezTo>
                    <a:pt x="829" y="293"/>
                    <a:pt x="884" y="218"/>
                    <a:pt x="879" y="137"/>
                  </a:cubicBezTo>
                  <a:cubicBezTo>
                    <a:pt x="869" y="54"/>
                    <a:pt x="799" y="1"/>
                    <a:pt x="722"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36"/>
            <p:cNvSpPr/>
            <p:nvPr/>
          </p:nvSpPr>
          <p:spPr>
            <a:xfrm>
              <a:off x="5534475" y="1754800"/>
              <a:ext cx="18700" cy="7600"/>
            </a:xfrm>
            <a:custGeom>
              <a:avLst/>
              <a:gdLst/>
              <a:ahLst/>
              <a:cxnLst/>
              <a:rect l="l" t="t" r="r" b="b"/>
              <a:pathLst>
                <a:path w="748" h="304" extrusionOk="0">
                  <a:moveTo>
                    <a:pt x="152" y="1"/>
                  </a:moveTo>
                  <a:cubicBezTo>
                    <a:pt x="71" y="1"/>
                    <a:pt x="1" y="72"/>
                    <a:pt x="1" y="152"/>
                  </a:cubicBezTo>
                  <a:cubicBezTo>
                    <a:pt x="1" y="234"/>
                    <a:pt x="71" y="304"/>
                    <a:pt x="152" y="304"/>
                  </a:cubicBezTo>
                  <a:lnTo>
                    <a:pt x="596" y="304"/>
                  </a:lnTo>
                  <a:cubicBezTo>
                    <a:pt x="677" y="304"/>
                    <a:pt x="748" y="234"/>
                    <a:pt x="748" y="152"/>
                  </a:cubicBezTo>
                  <a:cubicBezTo>
                    <a:pt x="748" y="72"/>
                    <a:pt x="677" y="1"/>
                    <a:pt x="596"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36"/>
            <p:cNvSpPr/>
            <p:nvPr/>
          </p:nvSpPr>
          <p:spPr>
            <a:xfrm>
              <a:off x="5560725" y="1670200"/>
              <a:ext cx="13425" cy="14550"/>
            </a:xfrm>
            <a:custGeom>
              <a:avLst/>
              <a:gdLst/>
              <a:ahLst/>
              <a:cxnLst/>
              <a:rect l="l" t="t" r="r" b="b"/>
              <a:pathLst>
                <a:path w="537" h="582" extrusionOk="0">
                  <a:moveTo>
                    <a:pt x="158" y="0"/>
                  </a:moveTo>
                  <a:cubicBezTo>
                    <a:pt x="77" y="0"/>
                    <a:pt x="7" y="66"/>
                    <a:pt x="7" y="147"/>
                  </a:cubicBezTo>
                  <a:cubicBezTo>
                    <a:pt x="1" y="390"/>
                    <a:pt x="143" y="556"/>
                    <a:pt x="364" y="581"/>
                  </a:cubicBezTo>
                  <a:lnTo>
                    <a:pt x="380" y="581"/>
                  </a:lnTo>
                  <a:cubicBezTo>
                    <a:pt x="455" y="581"/>
                    <a:pt x="522" y="526"/>
                    <a:pt x="527" y="444"/>
                  </a:cubicBezTo>
                  <a:cubicBezTo>
                    <a:pt x="537" y="364"/>
                    <a:pt x="476" y="288"/>
                    <a:pt x="395" y="283"/>
                  </a:cubicBezTo>
                  <a:cubicBezTo>
                    <a:pt x="360" y="278"/>
                    <a:pt x="304" y="273"/>
                    <a:pt x="310" y="157"/>
                  </a:cubicBezTo>
                  <a:cubicBezTo>
                    <a:pt x="310" y="76"/>
                    <a:pt x="243" y="5"/>
                    <a:pt x="163"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36"/>
            <p:cNvSpPr/>
            <p:nvPr/>
          </p:nvSpPr>
          <p:spPr>
            <a:xfrm>
              <a:off x="5593825" y="1674475"/>
              <a:ext cx="50050" cy="40825"/>
            </a:xfrm>
            <a:custGeom>
              <a:avLst/>
              <a:gdLst/>
              <a:ahLst/>
              <a:cxnLst/>
              <a:rect l="l" t="t" r="r" b="b"/>
              <a:pathLst>
                <a:path w="2002" h="1633" extrusionOk="0">
                  <a:moveTo>
                    <a:pt x="167" y="0"/>
                  </a:moveTo>
                  <a:cubicBezTo>
                    <a:pt x="129" y="0"/>
                    <a:pt x="90" y="16"/>
                    <a:pt x="61" y="47"/>
                  </a:cubicBezTo>
                  <a:cubicBezTo>
                    <a:pt x="1" y="102"/>
                    <a:pt x="1" y="198"/>
                    <a:pt x="61" y="254"/>
                  </a:cubicBezTo>
                  <a:cubicBezTo>
                    <a:pt x="511" y="709"/>
                    <a:pt x="1071" y="1219"/>
                    <a:pt x="1754" y="1607"/>
                  </a:cubicBezTo>
                  <a:cubicBezTo>
                    <a:pt x="1780" y="1623"/>
                    <a:pt x="1805" y="1633"/>
                    <a:pt x="1829" y="1633"/>
                  </a:cubicBezTo>
                  <a:cubicBezTo>
                    <a:pt x="1880" y="1633"/>
                    <a:pt x="1931" y="1602"/>
                    <a:pt x="1957" y="1557"/>
                  </a:cubicBezTo>
                  <a:cubicBezTo>
                    <a:pt x="2002" y="1481"/>
                    <a:pt x="1976" y="1390"/>
                    <a:pt x="1906" y="1350"/>
                  </a:cubicBezTo>
                  <a:cubicBezTo>
                    <a:pt x="1249" y="977"/>
                    <a:pt x="708" y="476"/>
                    <a:pt x="269" y="42"/>
                  </a:cubicBezTo>
                  <a:cubicBezTo>
                    <a:pt x="241" y="14"/>
                    <a:pt x="205" y="0"/>
                    <a:pt x="167"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36"/>
            <p:cNvSpPr/>
            <p:nvPr/>
          </p:nvSpPr>
          <p:spPr>
            <a:xfrm>
              <a:off x="5578550" y="1654975"/>
              <a:ext cx="15300" cy="13100"/>
            </a:xfrm>
            <a:custGeom>
              <a:avLst/>
              <a:gdLst/>
              <a:ahLst/>
              <a:cxnLst/>
              <a:rect l="l" t="t" r="r" b="b"/>
              <a:pathLst>
                <a:path w="612" h="524" extrusionOk="0">
                  <a:moveTo>
                    <a:pt x="165" y="0"/>
                  </a:moveTo>
                  <a:cubicBezTo>
                    <a:pt x="125" y="0"/>
                    <a:pt x="85" y="17"/>
                    <a:pt x="56" y="48"/>
                  </a:cubicBezTo>
                  <a:cubicBezTo>
                    <a:pt x="1" y="109"/>
                    <a:pt x="1" y="200"/>
                    <a:pt x="61" y="260"/>
                  </a:cubicBezTo>
                  <a:cubicBezTo>
                    <a:pt x="152" y="346"/>
                    <a:pt x="253" y="428"/>
                    <a:pt x="360" y="498"/>
                  </a:cubicBezTo>
                  <a:cubicBezTo>
                    <a:pt x="385" y="519"/>
                    <a:pt x="415" y="523"/>
                    <a:pt x="446" y="523"/>
                  </a:cubicBezTo>
                  <a:cubicBezTo>
                    <a:pt x="491" y="523"/>
                    <a:pt x="541" y="498"/>
                    <a:pt x="567" y="458"/>
                  </a:cubicBezTo>
                  <a:cubicBezTo>
                    <a:pt x="612" y="386"/>
                    <a:pt x="597" y="295"/>
                    <a:pt x="526" y="251"/>
                  </a:cubicBezTo>
                  <a:cubicBezTo>
                    <a:pt x="435" y="185"/>
                    <a:pt x="349" y="120"/>
                    <a:pt x="269" y="43"/>
                  </a:cubicBezTo>
                  <a:cubicBezTo>
                    <a:pt x="240" y="14"/>
                    <a:pt x="202" y="0"/>
                    <a:pt x="165"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36"/>
            <p:cNvSpPr/>
            <p:nvPr/>
          </p:nvSpPr>
          <p:spPr>
            <a:xfrm>
              <a:off x="5657875" y="1616100"/>
              <a:ext cx="9375" cy="21525"/>
            </a:xfrm>
            <a:custGeom>
              <a:avLst/>
              <a:gdLst/>
              <a:ahLst/>
              <a:cxnLst/>
              <a:rect l="l" t="t" r="r" b="b"/>
              <a:pathLst>
                <a:path w="375" h="861" extrusionOk="0">
                  <a:moveTo>
                    <a:pt x="162" y="0"/>
                  </a:moveTo>
                  <a:cubicBezTo>
                    <a:pt x="157" y="0"/>
                    <a:pt x="151" y="1"/>
                    <a:pt x="146" y="1"/>
                  </a:cubicBezTo>
                  <a:cubicBezTo>
                    <a:pt x="66" y="7"/>
                    <a:pt x="1" y="78"/>
                    <a:pt x="6" y="159"/>
                  </a:cubicBezTo>
                  <a:cubicBezTo>
                    <a:pt x="11" y="360"/>
                    <a:pt x="31" y="542"/>
                    <a:pt x="62" y="735"/>
                  </a:cubicBezTo>
                  <a:cubicBezTo>
                    <a:pt x="76" y="810"/>
                    <a:pt x="137" y="861"/>
                    <a:pt x="207" y="861"/>
                  </a:cubicBezTo>
                  <a:cubicBezTo>
                    <a:pt x="218" y="861"/>
                    <a:pt x="228" y="861"/>
                    <a:pt x="237" y="856"/>
                  </a:cubicBezTo>
                  <a:cubicBezTo>
                    <a:pt x="319" y="845"/>
                    <a:pt x="374" y="765"/>
                    <a:pt x="359" y="684"/>
                  </a:cubicBezTo>
                  <a:cubicBezTo>
                    <a:pt x="328" y="502"/>
                    <a:pt x="314" y="335"/>
                    <a:pt x="304" y="148"/>
                  </a:cubicBezTo>
                  <a:cubicBezTo>
                    <a:pt x="304" y="67"/>
                    <a:pt x="237" y="0"/>
                    <a:pt x="162"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36"/>
            <p:cNvSpPr/>
            <p:nvPr/>
          </p:nvSpPr>
          <p:spPr>
            <a:xfrm>
              <a:off x="5688450" y="1618900"/>
              <a:ext cx="7600" cy="15950"/>
            </a:xfrm>
            <a:custGeom>
              <a:avLst/>
              <a:gdLst/>
              <a:ahLst/>
              <a:cxnLst/>
              <a:rect l="l" t="t" r="r" b="b"/>
              <a:pathLst>
                <a:path w="304" h="638" extrusionOk="0">
                  <a:moveTo>
                    <a:pt x="152" y="1"/>
                  </a:moveTo>
                  <a:cubicBezTo>
                    <a:pt x="71" y="1"/>
                    <a:pt x="0" y="71"/>
                    <a:pt x="0" y="152"/>
                  </a:cubicBezTo>
                  <a:lnTo>
                    <a:pt x="0" y="486"/>
                  </a:lnTo>
                  <a:cubicBezTo>
                    <a:pt x="0" y="572"/>
                    <a:pt x="71" y="637"/>
                    <a:pt x="152" y="637"/>
                  </a:cubicBezTo>
                  <a:cubicBezTo>
                    <a:pt x="238" y="637"/>
                    <a:pt x="303" y="572"/>
                    <a:pt x="303" y="486"/>
                  </a:cubicBezTo>
                  <a:lnTo>
                    <a:pt x="303" y="152"/>
                  </a:lnTo>
                  <a:cubicBezTo>
                    <a:pt x="303" y="71"/>
                    <a:pt x="238" y="1"/>
                    <a:pt x="152"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99" name="Google Shape;1999;p36"/>
          <p:cNvGrpSpPr/>
          <p:nvPr/>
        </p:nvGrpSpPr>
        <p:grpSpPr>
          <a:xfrm rot="-4306730">
            <a:off x="7838261" y="133135"/>
            <a:ext cx="330690" cy="195684"/>
            <a:chOff x="2715550" y="2908550"/>
            <a:chExt cx="330675" cy="195675"/>
          </a:xfrm>
        </p:grpSpPr>
        <p:sp>
          <p:nvSpPr>
            <p:cNvPr id="2000" name="Google Shape;2000;p36"/>
            <p:cNvSpPr/>
            <p:nvPr/>
          </p:nvSpPr>
          <p:spPr>
            <a:xfrm>
              <a:off x="2715550" y="2908550"/>
              <a:ext cx="330675" cy="195675"/>
            </a:xfrm>
            <a:custGeom>
              <a:avLst/>
              <a:gdLst/>
              <a:ahLst/>
              <a:cxnLst/>
              <a:rect l="l" t="t" r="r" b="b"/>
              <a:pathLst>
                <a:path w="13227" h="7827" extrusionOk="0">
                  <a:moveTo>
                    <a:pt x="2405" y="417"/>
                  </a:moveTo>
                  <a:cubicBezTo>
                    <a:pt x="2808" y="417"/>
                    <a:pt x="3208" y="443"/>
                    <a:pt x="3603" y="494"/>
                  </a:cubicBezTo>
                  <a:lnTo>
                    <a:pt x="3617" y="564"/>
                  </a:lnTo>
                  <a:cubicBezTo>
                    <a:pt x="3698" y="965"/>
                    <a:pt x="3780" y="1348"/>
                    <a:pt x="3805" y="1753"/>
                  </a:cubicBezTo>
                  <a:cubicBezTo>
                    <a:pt x="3127" y="1419"/>
                    <a:pt x="2456" y="1105"/>
                    <a:pt x="1774" y="818"/>
                  </a:cubicBezTo>
                  <a:cubicBezTo>
                    <a:pt x="1617" y="752"/>
                    <a:pt x="1460" y="676"/>
                    <a:pt x="1309" y="601"/>
                  </a:cubicBezTo>
                  <a:cubicBezTo>
                    <a:pt x="1238" y="570"/>
                    <a:pt x="1173" y="540"/>
                    <a:pt x="1101" y="510"/>
                  </a:cubicBezTo>
                  <a:cubicBezTo>
                    <a:pt x="1538" y="447"/>
                    <a:pt x="1973" y="417"/>
                    <a:pt x="2405" y="417"/>
                  </a:cubicBezTo>
                  <a:close/>
                  <a:moveTo>
                    <a:pt x="3896" y="534"/>
                  </a:moveTo>
                  <a:lnTo>
                    <a:pt x="3896" y="534"/>
                  </a:lnTo>
                  <a:cubicBezTo>
                    <a:pt x="4391" y="610"/>
                    <a:pt x="4881" y="732"/>
                    <a:pt x="5356" y="883"/>
                  </a:cubicBezTo>
                  <a:cubicBezTo>
                    <a:pt x="5366" y="1095"/>
                    <a:pt x="5382" y="1308"/>
                    <a:pt x="5396" y="1520"/>
                  </a:cubicBezTo>
                  <a:cubicBezTo>
                    <a:pt x="5426" y="1893"/>
                    <a:pt x="5447" y="2247"/>
                    <a:pt x="5452" y="2611"/>
                  </a:cubicBezTo>
                  <a:cubicBezTo>
                    <a:pt x="4992" y="2359"/>
                    <a:pt x="4538" y="2121"/>
                    <a:pt x="4088" y="1893"/>
                  </a:cubicBezTo>
                  <a:cubicBezTo>
                    <a:pt x="4072" y="1419"/>
                    <a:pt x="3992" y="984"/>
                    <a:pt x="3896" y="534"/>
                  </a:cubicBezTo>
                  <a:close/>
                  <a:moveTo>
                    <a:pt x="541" y="722"/>
                  </a:moveTo>
                  <a:cubicBezTo>
                    <a:pt x="737" y="802"/>
                    <a:pt x="935" y="888"/>
                    <a:pt x="1127" y="984"/>
                  </a:cubicBezTo>
                  <a:cubicBezTo>
                    <a:pt x="1289" y="1060"/>
                    <a:pt x="1450" y="1136"/>
                    <a:pt x="1612" y="1201"/>
                  </a:cubicBezTo>
                  <a:cubicBezTo>
                    <a:pt x="2057" y="1394"/>
                    <a:pt x="2502" y="1595"/>
                    <a:pt x="2950" y="1807"/>
                  </a:cubicBezTo>
                  <a:cubicBezTo>
                    <a:pt x="2416" y="2030"/>
                    <a:pt x="1870" y="2303"/>
                    <a:pt x="1355" y="2686"/>
                  </a:cubicBezTo>
                  <a:cubicBezTo>
                    <a:pt x="1052" y="2101"/>
                    <a:pt x="784" y="1450"/>
                    <a:pt x="541" y="722"/>
                  </a:cubicBezTo>
                  <a:close/>
                  <a:moveTo>
                    <a:pt x="3290" y="1970"/>
                  </a:moveTo>
                  <a:cubicBezTo>
                    <a:pt x="3521" y="2080"/>
                    <a:pt x="3754" y="2192"/>
                    <a:pt x="3987" y="2313"/>
                  </a:cubicBezTo>
                  <a:cubicBezTo>
                    <a:pt x="3451" y="2626"/>
                    <a:pt x="2602" y="3101"/>
                    <a:pt x="1794" y="3460"/>
                  </a:cubicBezTo>
                  <a:cubicBezTo>
                    <a:pt x="1683" y="3288"/>
                    <a:pt x="1581" y="3117"/>
                    <a:pt x="1481" y="2935"/>
                  </a:cubicBezTo>
                  <a:cubicBezTo>
                    <a:pt x="1490" y="2929"/>
                    <a:pt x="1506" y="2924"/>
                    <a:pt x="1511" y="2919"/>
                  </a:cubicBezTo>
                  <a:cubicBezTo>
                    <a:pt x="2082" y="2490"/>
                    <a:pt x="2698" y="2207"/>
                    <a:pt x="3290" y="1970"/>
                  </a:cubicBezTo>
                  <a:close/>
                  <a:moveTo>
                    <a:pt x="5643" y="979"/>
                  </a:moveTo>
                  <a:cubicBezTo>
                    <a:pt x="6240" y="1196"/>
                    <a:pt x="6816" y="1469"/>
                    <a:pt x="7357" y="1793"/>
                  </a:cubicBezTo>
                  <a:cubicBezTo>
                    <a:pt x="7331" y="2086"/>
                    <a:pt x="7346" y="2383"/>
                    <a:pt x="7362" y="2667"/>
                  </a:cubicBezTo>
                  <a:cubicBezTo>
                    <a:pt x="7382" y="3005"/>
                    <a:pt x="7397" y="3348"/>
                    <a:pt x="7346" y="3693"/>
                  </a:cubicBezTo>
                  <a:cubicBezTo>
                    <a:pt x="6790" y="3364"/>
                    <a:pt x="6255" y="3050"/>
                    <a:pt x="5734" y="2763"/>
                  </a:cubicBezTo>
                  <a:cubicBezTo>
                    <a:pt x="5734" y="2338"/>
                    <a:pt x="5709" y="1914"/>
                    <a:pt x="5674" y="1499"/>
                  </a:cubicBezTo>
                  <a:cubicBezTo>
                    <a:pt x="5664" y="1328"/>
                    <a:pt x="5654" y="1151"/>
                    <a:pt x="5643" y="979"/>
                  </a:cubicBezTo>
                  <a:close/>
                  <a:moveTo>
                    <a:pt x="7630" y="1965"/>
                  </a:moveTo>
                  <a:lnTo>
                    <a:pt x="7630" y="1965"/>
                  </a:lnTo>
                  <a:cubicBezTo>
                    <a:pt x="7807" y="2080"/>
                    <a:pt x="7982" y="2201"/>
                    <a:pt x="8150" y="2329"/>
                  </a:cubicBezTo>
                  <a:cubicBezTo>
                    <a:pt x="8195" y="2894"/>
                    <a:pt x="8124" y="3530"/>
                    <a:pt x="7952" y="4057"/>
                  </a:cubicBezTo>
                  <a:cubicBezTo>
                    <a:pt x="7831" y="3985"/>
                    <a:pt x="7716" y="3910"/>
                    <a:pt x="7599" y="3838"/>
                  </a:cubicBezTo>
                  <a:cubicBezTo>
                    <a:pt x="7674" y="3439"/>
                    <a:pt x="7660" y="3040"/>
                    <a:pt x="7639" y="2656"/>
                  </a:cubicBezTo>
                  <a:cubicBezTo>
                    <a:pt x="7625" y="2420"/>
                    <a:pt x="7619" y="2192"/>
                    <a:pt x="7630" y="1965"/>
                  </a:cubicBezTo>
                  <a:close/>
                  <a:moveTo>
                    <a:pt x="4279" y="2464"/>
                  </a:moveTo>
                  <a:cubicBezTo>
                    <a:pt x="4901" y="2777"/>
                    <a:pt x="5533" y="3127"/>
                    <a:pt x="6184" y="3495"/>
                  </a:cubicBezTo>
                  <a:cubicBezTo>
                    <a:pt x="5594" y="3920"/>
                    <a:pt x="4890" y="4238"/>
                    <a:pt x="4214" y="4546"/>
                  </a:cubicBezTo>
                  <a:cubicBezTo>
                    <a:pt x="3845" y="4717"/>
                    <a:pt x="3466" y="4890"/>
                    <a:pt x="3113" y="5076"/>
                  </a:cubicBezTo>
                  <a:cubicBezTo>
                    <a:pt x="2684" y="4677"/>
                    <a:pt x="2294" y="4218"/>
                    <a:pt x="1945" y="3698"/>
                  </a:cubicBezTo>
                  <a:cubicBezTo>
                    <a:pt x="2835" y="3299"/>
                    <a:pt x="3764" y="2772"/>
                    <a:pt x="4279" y="2464"/>
                  </a:cubicBezTo>
                  <a:close/>
                  <a:moveTo>
                    <a:pt x="8443" y="2555"/>
                  </a:moveTo>
                  <a:lnTo>
                    <a:pt x="8443" y="2555"/>
                  </a:lnTo>
                  <a:cubicBezTo>
                    <a:pt x="8943" y="2970"/>
                    <a:pt x="9397" y="3435"/>
                    <a:pt x="9796" y="3945"/>
                  </a:cubicBezTo>
                  <a:cubicBezTo>
                    <a:pt x="9777" y="4097"/>
                    <a:pt x="9761" y="4258"/>
                    <a:pt x="9747" y="4414"/>
                  </a:cubicBezTo>
                  <a:cubicBezTo>
                    <a:pt x="9726" y="4663"/>
                    <a:pt x="9696" y="4910"/>
                    <a:pt x="9656" y="5158"/>
                  </a:cubicBezTo>
                  <a:cubicBezTo>
                    <a:pt x="9286" y="4899"/>
                    <a:pt x="8908" y="4647"/>
                    <a:pt x="8528" y="4405"/>
                  </a:cubicBezTo>
                  <a:cubicBezTo>
                    <a:pt x="8413" y="4339"/>
                    <a:pt x="8306" y="4274"/>
                    <a:pt x="8195" y="4208"/>
                  </a:cubicBezTo>
                  <a:cubicBezTo>
                    <a:pt x="8367" y="3712"/>
                    <a:pt x="8453" y="3111"/>
                    <a:pt x="8443" y="2555"/>
                  </a:cubicBezTo>
                  <a:close/>
                  <a:moveTo>
                    <a:pt x="10044" y="4274"/>
                  </a:moveTo>
                  <a:cubicBezTo>
                    <a:pt x="10438" y="4839"/>
                    <a:pt x="10771" y="5451"/>
                    <a:pt x="11014" y="6107"/>
                  </a:cubicBezTo>
                  <a:cubicBezTo>
                    <a:pt x="10827" y="5976"/>
                    <a:pt x="10645" y="5850"/>
                    <a:pt x="10468" y="5724"/>
                  </a:cubicBezTo>
                  <a:cubicBezTo>
                    <a:pt x="10281" y="5592"/>
                    <a:pt x="10100" y="5461"/>
                    <a:pt x="9908" y="5330"/>
                  </a:cubicBezTo>
                  <a:cubicBezTo>
                    <a:pt x="9973" y="5031"/>
                    <a:pt x="9999" y="4733"/>
                    <a:pt x="10029" y="4440"/>
                  </a:cubicBezTo>
                  <a:cubicBezTo>
                    <a:pt x="10029" y="4384"/>
                    <a:pt x="10039" y="4329"/>
                    <a:pt x="10044" y="4274"/>
                  </a:cubicBezTo>
                  <a:close/>
                  <a:moveTo>
                    <a:pt x="6447" y="3647"/>
                  </a:moveTo>
                  <a:cubicBezTo>
                    <a:pt x="7038" y="3990"/>
                    <a:pt x="7644" y="4354"/>
                    <a:pt x="8286" y="4754"/>
                  </a:cubicBezTo>
                  <a:cubicBezTo>
                    <a:pt x="7362" y="5435"/>
                    <a:pt x="6310" y="6142"/>
                    <a:pt x="5230" y="6445"/>
                  </a:cubicBezTo>
                  <a:cubicBezTo>
                    <a:pt x="5144" y="6405"/>
                    <a:pt x="5063" y="6370"/>
                    <a:pt x="4981" y="6335"/>
                  </a:cubicBezTo>
                  <a:cubicBezTo>
                    <a:pt x="4375" y="6041"/>
                    <a:pt x="3829" y="5693"/>
                    <a:pt x="3340" y="5274"/>
                  </a:cubicBezTo>
                  <a:cubicBezTo>
                    <a:pt x="3654" y="5111"/>
                    <a:pt x="3981" y="4960"/>
                    <a:pt x="4330" y="4803"/>
                  </a:cubicBezTo>
                  <a:cubicBezTo>
                    <a:pt x="5063" y="4470"/>
                    <a:pt x="5816" y="4127"/>
                    <a:pt x="6447" y="3647"/>
                  </a:cubicBezTo>
                  <a:close/>
                  <a:moveTo>
                    <a:pt x="8539" y="4915"/>
                  </a:moveTo>
                  <a:cubicBezTo>
                    <a:pt x="8746" y="5046"/>
                    <a:pt x="8948" y="5178"/>
                    <a:pt x="9150" y="5319"/>
                  </a:cubicBezTo>
                  <a:cubicBezTo>
                    <a:pt x="8604" y="5466"/>
                    <a:pt x="8115" y="5820"/>
                    <a:pt x="7634" y="6163"/>
                  </a:cubicBezTo>
                  <a:cubicBezTo>
                    <a:pt x="7271" y="6426"/>
                    <a:pt x="6928" y="6673"/>
                    <a:pt x="6569" y="6830"/>
                  </a:cubicBezTo>
                  <a:cubicBezTo>
                    <a:pt x="6553" y="6839"/>
                    <a:pt x="6533" y="6850"/>
                    <a:pt x="6518" y="6865"/>
                  </a:cubicBezTo>
                  <a:cubicBezTo>
                    <a:pt x="6513" y="6870"/>
                    <a:pt x="6513" y="6881"/>
                    <a:pt x="6508" y="6885"/>
                  </a:cubicBezTo>
                  <a:cubicBezTo>
                    <a:pt x="6215" y="6815"/>
                    <a:pt x="5921" y="6718"/>
                    <a:pt x="5629" y="6608"/>
                  </a:cubicBezTo>
                  <a:cubicBezTo>
                    <a:pt x="6669" y="6244"/>
                    <a:pt x="7665" y="5561"/>
                    <a:pt x="8539" y="4915"/>
                  </a:cubicBezTo>
                  <a:close/>
                  <a:moveTo>
                    <a:pt x="9468" y="5536"/>
                  </a:moveTo>
                  <a:cubicBezTo>
                    <a:pt x="9726" y="5713"/>
                    <a:pt x="9978" y="5890"/>
                    <a:pt x="10221" y="6067"/>
                  </a:cubicBezTo>
                  <a:cubicBezTo>
                    <a:pt x="10449" y="6223"/>
                    <a:pt x="10671" y="6380"/>
                    <a:pt x="10899" y="6542"/>
                  </a:cubicBezTo>
                  <a:cubicBezTo>
                    <a:pt x="10605" y="6608"/>
                    <a:pt x="10323" y="6688"/>
                    <a:pt x="10044" y="6769"/>
                  </a:cubicBezTo>
                  <a:cubicBezTo>
                    <a:pt x="9439" y="6944"/>
                    <a:pt x="8866" y="7110"/>
                    <a:pt x="8203" y="7110"/>
                  </a:cubicBezTo>
                  <a:cubicBezTo>
                    <a:pt x="8157" y="7110"/>
                    <a:pt x="8111" y="7109"/>
                    <a:pt x="8064" y="7107"/>
                  </a:cubicBezTo>
                  <a:cubicBezTo>
                    <a:pt x="7674" y="7093"/>
                    <a:pt x="7291" y="7052"/>
                    <a:pt x="6902" y="6976"/>
                  </a:cubicBezTo>
                  <a:cubicBezTo>
                    <a:pt x="7210" y="6815"/>
                    <a:pt x="7508" y="6597"/>
                    <a:pt x="7796" y="6391"/>
                  </a:cubicBezTo>
                  <a:cubicBezTo>
                    <a:pt x="8332" y="6006"/>
                    <a:pt x="8877" y="5612"/>
                    <a:pt x="9468" y="5536"/>
                  </a:cubicBezTo>
                  <a:close/>
                  <a:moveTo>
                    <a:pt x="2404" y="0"/>
                  </a:moveTo>
                  <a:cubicBezTo>
                    <a:pt x="1725" y="0"/>
                    <a:pt x="1038" y="70"/>
                    <a:pt x="354" y="216"/>
                  </a:cubicBezTo>
                  <a:cubicBezTo>
                    <a:pt x="324" y="216"/>
                    <a:pt x="299" y="221"/>
                    <a:pt x="273" y="231"/>
                  </a:cubicBezTo>
                  <a:cubicBezTo>
                    <a:pt x="268" y="231"/>
                    <a:pt x="263" y="231"/>
                    <a:pt x="263" y="237"/>
                  </a:cubicBezTo>
                  <a:cubicBezTo>
                    <a:pt x="247" y="232"/>
                    <a:pt x="232" y="229"/>
                    <a:pt x="217" y="229"/>
                  </a:cubicBezTo>
                  <a:cubicBezTo>
                    <a:pt x="199" y="229"/>
                    <a:pt x="181" y="233"/>
                    <a:pt x="161" y="242"/>
                  </a:cubicBezTo>
                  <a:cubicBezTo>
                    <a:pt x="121" y="252"/>
                    <a:pt x="96" y="272"/>
                    <a:pt x="71" y="298"/>
                  </a:cubicBezTo>
                  <a:cubicBezTo>
                    <a:pt x="21" y="352"/>
                    <a:pt x="0" y="429"/>
                    <a:pt x="26" y="504"/>
                  </a:cubicBezTo>
                  <a:cubicBezTo>
                    <a:pt x="1031" y="3702"/>
                    <a:pt x="2502" y="5617"/>
                    <a:pt x="4799" y="6708"/>
                  </a:cubicBezTo>
                  <a:cubicBezTo>
                    <a:pt x="5867" y="7219"/>
                    <a:pt x="6963" y="7492"/>
                    <a:pt x="8049" y="7527"/>
                  </a:cubicBezTo>
                  <a:cubicBezTo>
                    <a:pt x="8097" y="7528"/>
                    <a:pt x="8145" y="7529"/>
                    <a:pt x="8192" y="7529"/>
                  </a:cubicBezTo>
                  <a:cubicBezTo>
                    <a:pt x="8923" y="7529"/>
                    <a:pt x="9553" y="7349"/>
                    <a:pt x="10165" y="7168"/>
                  </a:cubicBezTo>
                  <a:cubicBezTo>
                    <a:pt x="10529" y="7062"/>
                    <a:pt x="10908" y="6956"/>
                    <a:pt x="11307" y="6881"/>
                  </a:cubicBezTo>
                  <a:cubicBezTo>
                    <a:pt x="11328" y="6881"/>
                    <a:pt x="11347" y="6870"/>
                    <a:pt x="11368" y="6860"/>
                  </a:cubicBezTo>
                  <a:cubicBezTo>
                    <a:pt x="11858" y="7193"/>
                    <a:pt x="12363" y="7517"/>
                    <a:pt x="12884" y="7800"/>
                  </a:cubicBezTo>
                  <a:cubicBezTo>
                    <a:pt x="12916" y="7818"/>
                    <a:pt x="12951" y="7826"/>
                    <a:pt x="12986" y="7826"/>
                  </a:cubicBezTo>
                  <a:cubicBezTo>
                    <a:pt x="13061" y="7826"/>
                    <a:pt x="13134" y="7788"/>
                    <a:pt x="13172" y="7718"/>
                  </a:cubicBezTo>
                  <a:cubicBezTo>
                    <a:pt x="13227" y="7618"/>
                    <a:pt x="13187" y="7492"/>
                    <a:pt x="13086" y="7436"/>
                  </a:cubicBezTo>
                  <a:cubicBezTo>
                    <a:pt x="12576" y="7153"/>
                    <a:pt x="12075" y="6830"/>
                    <a:pt x="11585" y="6501"/>
                  </a:cubicBezTo>
                  <a:lnTo>
                    <a:pt x="11585" y="6476"/>
                  </a:lnTo>
                  <a:cubicBezTo>
                    <a:pt x="10948" y="4365"/>
                    <a:pt x="9504" y="2626"/>
                    <a:pt x="7649" y="1485"/>
                  </a:cubicBezTo>
                  <a:cubicBezTo>
                    <a:pt x="7630" y="1450"/>
                    <a:pt x="7599" y="1424"/>
                    <a:pt x="7553" y="1419"/>
                  </a:cubicBezTo>
                  <a:lnTo>
                    <a:pt x="7543" y="1419"/>
                  </a:lnTo>
                  <a:cubicBezTo>
                    <a:pt x="6024" y="512"/>
                    <a:pt x="4241" y="0"/>
                    <a:pt x="2404"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36"/>
            <p:cNvSpPr/>
            <p:nvPr/>
          </p:nvSpPr>
          <p:spPr>
            <a:xfrm>
              <a:off x="2743075" y="2918950"/>
              <a:ext cx="67625" cy="33425"/>
            </a:xfrm>
            <a:custGeom>
              <a:avLst/>
              <a:gdLst/>
              <a:ahLst/>
              <a:cxnLst/>
              <a:rect l="l" t="t" r="r" b="b"/>
              <a:pathLst>
                <a:path w="2705" h="1337" extrusionOk="0">
                  <a:moveTo>
                    <a:pt x="1304" y="1"/>
                  </a:moveTo>
                  <a:cubicBezTo>
                    <a:pt x="872" y="1"/>
                    <a:pt x="437" y="31"/>
                    <a:pt x="0" y="94"/>
                  </a:cubicBezTo>
                  <a:cubicBezTo>
                    <a:pt x="72" y="124"/>
                    <a:pt x="137" y="154"/>
                    <a:pt x="208" y="185"/>
                  </a:cubicBezTo>
                  <a:cubicBezTo>
                    <a:pt x="359" y="260"/>
                    <a:pt x="516" y="336"/>
                    <a:pt x="673" y="402"/>
                  </a:cubicBezTo>
                  <a:cubicBezTo>
                    <a:pt x="1355" y="689"/>
                    <a:pt x="2026" y="1003"/>
                    <a:pt x="2704" y="1337"/>
                  </a:cubicBezTo>
                  <a:cubicBezTo>
                    <a:pt x="2679" y="932"/>
                    <a:pt x="2597" y="549"/>
                    <a:pt x="2516" y="148"/>
                  </a:cubicBezTo>
                  <a:lnTo>
                    <a:pt x="2502" y="78"/>
                  </a:lnTo>
                  <a:cubicBezTo>
                    <a:pt x="2107" y="27"/>
                    <a:pt x="1707" y="1"/>
                    <a:pt x="1304"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36"/>
            <p:cNvSpPr/>
            <p:nvPr/>
          </p:nvSpPr>
          <p:spPr>
            <a:xfrm>
              <a:off x="2812950" y="2921900"/>
              <a:ext cx="38900" cy="51950"/>
            </a:xfrm>
            <a:custGeom>
              <a:avLst/>
              <a:gdLst/>
              <a:ahLst/>
              <a:cxnLst/>
              <a:rect l="l" t="t" r="r" b="b"/>
              <a:pathLst>
                <a:path w="1556" h="2078" extrusionOk="0">
                  <a:moveTo>
                    <a:pt x="0" y="0"/>
                  </a:moveTo>
                  <a:lnTo>
                    <a:pt x="0" y="0"/>
                  </a:lnTo>
                  <a:cubicBezTo>
                    <a:pt x="96" y="450"/>
                    <a:pt x="176" y="885"/>
                    <a:pt x="192" y="1359"/>
                  </a:cubicBezTo>
                  <a:cubicBezTo>
                    <a:pt x="642" y="1587"/>
                    <a:pt x="1096" y="1825"/>
                    <a:pt x="1556" y="2077"/>
                  </a:cubicBezTo>
                  <a:cubicBezTo>
                    <a:pt x="1551" y="1713"/>
                    <a:pt x="1530" y="1359"/>
                    <a:pt x="1500" y="986"/>
                  </a:cubicBezTo>
                  <a:cubicBezTo>
                    <a:pt x="1486" y="774"/>
                    <a:pt x="1470" y="561"/>
                    <a:pt x="1460" y="349"/>
                  </a:cubicBezTo>
                  <a:cubicBezTo>
                    <a:pt x="985" y="198"/>
                    <a:pt x="495" y="76"/>
                    <a:pt x="0"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36"/>
            <p:cNvSpPr/>
            <p:nvPr/>
          </p:nvSpPr>
          <p:spPr>
            <a:xfrm>
              <a:off x="2856625" y="2933025"/>
              <a:ext cx="43850" cy="67850"/>
            </a:xfrm>
            <a:custGeom>
              <a:avLst/>
              <a:gdLst/>
              <a:ahLst/>
              <a:cxnLst/>
              <a:rect l="l" t="t" r="r" b="b"/>
              <a:pathLst>
                <a:path w="1754" h="2714" extrusionOk="0">
                  <a:moveTo>
                    <a:pt x="0" y="0"/>
                  </a:moveTo>
                  <a:cubicBezTo>
                    <a:pt x="11" y="172"/>
                    <a:pt x="21" y="349"/>
                    <a:pt x="31" y="520"/>
                  </a:cubicBezTo>
                  <a:cubicBezTo>
                    <a:pt x="66" y="935"/>
                    <a:pt x="91" y="1359"/>
                    <a:pt x="91" y="1784"/>
                  </a:cubicBezTo>
                  <a:cubicBezTo>
                    <a:pt x="612" y="2071"/>
                    <a:pt x="1147" y="2385"/>
                    <a:pt x="1703" y="2714"/>
                  </a:cubicBezTo>
                  <a:cubicBezTo>
                    <a:pt x="1754" y="2369"/>
                    <a:pt x="1739" y="2026"/>
                    <a:pt x="1719" y="1688"/>
                  </a:cubicBezTo>
                  <a:cubicBezTo>
                    <a:pt x="1703" y="1404"/>
                    <a:pt x="1688" y="1107"/>
                    <a:pt x="1714" y="814"/>
                  </a:cubicBezTo>
                  <a:cubicBezTo>
                    <a:pt x="1173" y="490"/>
                    <a:pt x="597" y="217"/>
                    <a:pt x="0"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36"/>
            <p:cNvSpPr/>
            <p:nvPr/>
          </p:nvSpPr>
          <p:spPr>
            <a:xfrm>
              <a:off x="2905525" y="2957650"/>
              <a:ext cx="14900" cy="52325"/>
            </a:xfrm>
            <a:custGeom>
              <a:avLst/>
              <a:gdLst/>
              <a:ahLst/>
              <a:cxnLst/>
              <a:rect l="l" t="t" r="r" b="b"/>
              <a:pathLst>
                <a:path w="596" h="2093" extrusionOk="0">
                  <a:moveTo>
                    <a:pt x="31" y="1"/>
                  </a:moveTo>
                  <a:cubicBezTo>
                    <a:pt x="20" y="228"/>
                    <a:pt x="26" y="456"/>
                    <a:pt x="40" y="692"/>
                  </a:cubicBezTo>
                  <a:cubicBezTo>
                    <a:pt x="61" y="1076"/>
                    <a:pt x="75" y="1475"/>
                    <a:pt x="0" y="1874"/>
                  </a:cubicBezTo>
                  <a:cubicBezTo>
                    <a:pt x="117" y="1946"/>
                    <a:pt x="232" y="2021"/>
                    <a:pt x="353" y="2093"/>
                  </a:cubicBezTo>
                  <a:cubicBezTo>
                    <a:pt x="525" y="1566"/>
                    <a:pt x="596" y="930"/>
                    <a:pt x="551" y="365"/>
                  </a:cubicBezTo>
                  <a:cubicBezTo>
                    <a:pt x="383" y="237"/>
                    <a:pt x="208" y="116"/>
                    <a:pt x="31"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36"/>
            <p:cNvSpPr/>
            <p:nvPr/>
          </p:nvSpPr>
          <p:spPr>
            <a:xfrm>
              <a:off x="2920400" y="2972425"/>
              <a:ext cx="40075" cy="65075"/>
            </a:xfrm>
            <a:custGeom>
              <a:avLst/>
              <a:gdLst/>
              <a:ahLst/>
              <a:cxnLst/>
              <a:rect l="l" t="t" r="r" b="b"/>
              <a:pathLst>
                <a:path w="1603" h="2603" extrusionOk="0">
                  <a:moveTo>
                    <a:pt x="249" y="0"/>
                  </a:moveTo>
                  <a:lnTo>
                    <a:pt x="249" y="0"/>
                  </a:lnTo>
                  <a:cubicBezTo>
                    <a:pt x="259" y="556"/>
                    <a:pt x="173" y="1157"/>
                    <a:pt x="1" y="1653"/>
                  </a:cubicBezTo>
                  <a:cubicBezTo>
                    <a:pt x="112" y="1719"/>
                    <a:pt x="219" y="1784"/>
                    <a:pt x="334" y="1850"/>
                  </a:cubicBezTo>
                  <a:cubicBezTo>
                    <a:pt x="714" y="2092"/>
                    <a:pt x="1092" y="2344"/>
                    <a:pt x="1462" y="2603"/>
                  </a:cubicBezTo>
                  <a:cubicBezTo>
                    <a:pt x="1502" y="2355"/>
                    <a:pt x="1532" y="2108"/>
                    <a:pt x="1553" y="1859"/>
                  </a:cubicBezTo>
                  <a:cubicBezTo>
                    <a:pt x="1567" y="1703"/>
                    <a:pt x="1583" y="1542"/>
                    <a:pt x="1602" y="1390"/>
                  </a:cubicBezTo>
                  <a:cubicBezTo>
                    <a:pt x="1203" y="880"/>
                    <a:pt x="749" y="415"/>
                    <a:pt x="249"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36"/>
            <p:cNvSpPr/>
            <p:nvPr/>
          </p:nvSpPr>
          <p:spPr>
            <a:xfrm>
              <a:off x="2963225" y="3015375"/>
              <a:ext cx="27675" cy="45850"/>
            </a:xfrm>
            <a:custGeom>
              <a:avLst/>
              <a:gdLst/>
              <a:ahLst/>
              <a:cxnLst/>
              <a:rect l="l" t="t" r="r" b="b"/>
              <a:pathLst>
                <a:path w="1107" h="1834" extrusionOk="0">
                  <a:moveTo>
                    <a:pt x="137" y="1"/>
                  </a:moveTo>
                  <a:cubicBezTo>
                    <a:pt x="132" y="56"/>
                    <a:pt x="122" y="111"/>
                    <a:pt x="122" y="167"/>
                  </a:cubicBezTo>
                  <a:cubicBezTo>
                    <a:pt x="92" y="460"/>
                    <a:pt x="66" y="758"/>
                    <a:pt x="1" y="1057"/>
                  </a:cubicBezTo>
                  <a:cubicBezTo>
                    <a:pt x="193" y="1188"/>
                    <a:pt x="374" y="1319"/>
                    <a:pt x="561" y="1451"/>
                  </a:cubicBezTo>
                  <a:cubicBezTo>
                    <a:pt x="738" y="1577"/>
                    <a:pt x="920" y="1703"/>
                    <a:pt x="1107" y="1834"/>
                  </a:cubicBezTo>
                  <a:cubicBezTo>
                    <a:pt x="864" y="1178"/>
                    <a:pt x="531" y="566"/>
                    <a:pt x="137"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36"/>
            <p:cNvSpPr/>
            <p:nvPr/>
          </p:nvSpPr>
          <p:spPr>
            <a:xfrm>
              <a:off x="2888100" y="3046925"/>
              <a:ext cx="99925" cy="39375"/>
            </a:xfrm>
            <a:custGeom>
              <a:avLst/>
              <a:gdLst/>
              <a:ahLst/>
              <a:cxnLst/>
              <a:rect l="l" t="t" r="r" b="b"/>
              <a:pathLst>
                <a:path w="3997" h="1575" extrusionOk="0">
                  <a:moveTo>
                    <a:pt x="2566" y="1"/>
                  </a:moveTo>
                  <a:cubicBezTo>
                    <a:pt x="1975" y="77"/>
                    <a:pt x="1430" y="471"/>
                    <a:pt x="894" y="856"/>
                  </a:cubicBezTo>
                  <a:cubicBezTo>
                    <a:pt x="606" y="1062"/>
                    <a:pt x="308" y="1280"/>
                    <a:pt x="0" y="1441"/>
                  </a:cubicBezTo>
                  <a:cubicBezTo>
                    <a:pt x="389" y="1517"/>
                    <a:pt x="772" y="1558"/>
                    <a:pt x="1162" y="1572"/>
                  </a:cubicBezTo>
                  <a:cubicBezTo>
                    <a:pt x="1209" y="1574"/>
                    <a:pt x="1255" y="1575"/>
                    <a:pt x="1301" y="1575"/>
                  </a:cubicBezTo>
                  <a:cubicBezTo>
                    <a:pt x="1964" y="1575"/>
                    <a:pt x="2537" y="1409"/>
                    <a:pt x="3142" y="1234"/>
                  </a:cubicBezTo>
                  <a:cubicBezTo>
                    <a:pt x="3421" y="1153"/>
                    <a:pt x="3703" y="1073"/>
                    <a:pt x="3997" y="1007"/>
                  </a:cubicBezTo>
                  <a:cubicBezTo>
                    <a:pt x="3769" y="845"/>
                    <a:pt x="3547" y="688"/>
                    <a:pt x="3319" y="532"/>
                  </a:cubicBezTo>
                  <a:cubicBezTo>
                    <a:pt x="3076" y="355"/>
                    <a:pt x="2824" y="178"/>
                    <a:pt x="2566"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36"/>
            <p:cNvSpPr/>
            <p:nvPr/>
          </p:nvSpPr>
          <p:spPr>
            <a:xfrm>
              <a:off x="2856250" y="3031425"/>
              <a:ext cx="88075" cy="49275"/>
            </a:xfrm>
            <a:custGeom>
              <a:avLst/>
              <a:gdLst/>
              <a:ahLst/>
              <a:cxnLst/>
              <a:rect l="l" t="t" r="r" b="b"/>
              <a:pathLst>
                <a:path w="3523" h="1971" extrusionOk="0">
                  <a:moveTo>
                    <a:pt x="2911" y="0"/>
                  </a:moveTo>
                  <a:cubicBezTo>
                    <a:pt x="2037" y="646"/>
                    <a:pt x="1041" y="1329"/>
                    <a:pt x="1" y="1693"/>
                  </a:cubicBezTo>
                  <a:cubicBezTo>
                    <a:pt x="293" y="1803"/>
                    <a:pt x="587" y="1900"/>
                    <a:pt x="880" y="1970"/>
                  </a:cubicBezTo>
                  <a:cubicBezTo>
                    <a:pt x="885" y="1966"/>
                    <a:pt x="885" y="1955"/>
                    <a:pt x="890" y="1950"/>
                  </a:cubicBezTo>
                  <a:cubicBezTo>
                    <a:pt x="905" y="1935"/>
                    <a:pt x="925" y="1924"/>
                    <a:pt x="941" y="1915"/>
                  </a:cubicBezTo>
                  <a:cubicBezTo>
                    <a:pt x="1300" y="1758"/>
                    <a:pt x="1643" y="1511"/>
                    <a:pt x="2006" y="1248"/>
                  </a:cubicBezTo>
                  <a:cubicBezTo>
                    <a:pt x="2487" y="905"/>
                    <a:pt x="2976" y="551"/>
                    <a:pt x="3522" y="404"/>
                  </a:cubicBezTo>
                  <a:cubicBezTo>
                    <a:pt x="3320" y="263"/>
                    <a:pt x="3118" y="131"/>
                    <a:pt x="2911"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36"/>
            <p:cNvSpPr/>
            <p:nvPr/>
          </p:nvSpPr>
          <p:spPr>
            <a:xfrm>
              <a:off x="2799025" y="2999700"/>
              <a:ext cx="123675" cy="70000"/>
            </a:xfrm>
            <a:custGeom>
              <a:avLst/>
              <a:gdLst/>
              <a:ahLst/>
              <a:cxnLst/>
              <a:rect l="l" t="t" r="r" b="b"/>
              <a:pathLst>
                <a:path w="4947" h="2800" extrusionOk="0">
                  <a:moveTo>
                    <a:pt x="3108" y="1"/>
                  </a:moveTo>
                  <a:cubicBezTo>
                    <a:pt x="2477" y="481"/>
                    <a:pt x="1724" y="824"/>
                    <a:pt x="991" y="1157"/>
                  </a:cubicBezTo>
                  <a:cubicBezTo>
                    <a:pt x="642" y="1314"/>
                    <a:pt x="315" y="1465"/>
                    <a:pt x="1" y="1628"/>
                  </a:cubicBezTo>
                  <a:cubicBezTo>
                    <a:pt x="490" y="2047"/>
                    <a:pt x="1036" y="2395"/>
                    <a:pt x="1642" y="2689"/>
                  </a:cubicBezTo>
                  <a:cubicBezTo>
                    <a:pt x="1724" y="2724"/>
                    <a:pt x="1805" y="2759"/>
                    <a:pt x="1891" y="2799"/>
                  </a:cubicBezTo>
                  <a:cubicBezTo>
                    <a:pt x="2971" y="2496"/>
                    <a:pt x="4023" y="1789"/>
                    <a:pt x="4947" y="1108"/>
                  </a:cubicBezTo>
                  <a:cubicBezTo>
                    <a:pt x="4305" y="708"/>
                    <a:pt x="3699" y="344"/>
                    <a:pt x="3108"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36"/>
            <p:cNvSpPr/>
            <p:nvPr/>
          </p:nvSpPr>
          <p:spPr>
            <a:xfrm>
              <a:off x="2764175" y="2970150"/>
              <a:ext cx="106000" cy="65325"/>
            </a:xfrm>
            <a:custGeom>
              <a:avLst/>
              <a:gdLst/>
              <a:ahLst/>
              <a:cxnLst/>
              <a:rect l="l" t="t" r="r" b="b"/>
              <a:pathLst>
                <a:path w="4240" h="2613" extrusionOk="0">
                  <a:moveTo>
                    <a:pt x="2334" y="0"/>
                  </a:moveTo>
                  <a:cubicBezTo>
                    <a:pt x="1819" y="308"/>
                    <a:pt x="890" y="835"/>
                    <a:pt x="0" y="1234"/>
                  </a:cubicBezTo>
                  <a:cubicBezTo>
                    <a:pt x="349" y="1754"/>
                    <a:pt x="739" y="2213"/>
                    <a:pt x="1168" y="2612"/>
                  </a:cubicBezTo>
                  <a:cubicBezTo>
                    <a:pt x="1521" y="2426"/>
                    <a:pt x="1900" y="2253"/>
                    <a:pt x="2269" y="2082"/>
                  </a:cubicBezTo>
                  <a:cubicBezTo>
                    <a:pt x="2945" y="1774"/>
                    <a:pt x="3649" y="1456"/>
                    <a:pt x="4239" y="1031"/>
                  </a:cubicBezTo>
                  <a:cubicBezTo>
                    <a:pt x="3588" y="663"/>
                    <a:pt x="2956" y="313"/>
                    <a:pt x="2334"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36"/>
            <p:cNvSpPr/>
            <p:nvPr/>
          </p:nvSpPr>
          <p:spPr>
            <a:xfrm>
              <a:off x="2752550" y="2957775"/>
              <a:ext cx="62700" cy="37275"/>
            </a:xfrm>
            <a:custGeom>
              <a:avLst/>
              <a:gdLst/>
              <a:ahLst/>
              <a:cxnLst/>
              <a:rect l="l" t="t" r="r" b="b"/>
              <a:pathLst>
                <a:path w="2508" h="1491" extrusionOk="0">
                  <a:moveTo>
                    <a:pt x="1810" y="1"/>
                  </a:moveTo>
                  <a:cubicBezTo>
                    <a:pt x="1218" y="238"/>
                    <a:pt x="602" y="521"/>
                    <a:pt x="31" y="950"/>
                  </a:cubicBezTo>
                  <a:cubicBezTo>
                    <a:pt x="26" y="955"/>
                    <a:pt x="10" y="960"/>
                    <a:pt x="1" y="966"/>
                  </a:cubicBezTo>
                  <a:cubicBezTo>
                    <a:pt x="101" y="1148"/>
                    <a:pt x="203" y="1319"/>
                    <a:pt x="314" y="1491"/>
                  </a:cubicBezTo>
                  <a:cubicBezTo>
                    <a:pt x="1122" y="1132"/>
                    <a:pt x="1971" y="657"/>
                    <a:pt x="2507" y="344"/>
                  </a:cubicBezTo>
                  <a:cubicBezTo>
                    <a:pt x="2274" y="223"/>
                    <a:pt x="2041" y="111"/>
                    <a:pt x="1810"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36"/>
            <p:cNvSpPr/>
            <p:nvPr/>
          </p:nvSpPr>
          <p:spPr>
            <a:xfrm>
              <a:off x="2729075" y="2926600"/>
              <a:ext cx="60250" cy="49125"/>
            </a:xfrm>
            <a:custGeom>
              <a:avLst/>
              <a:gdLst/>
              <a:ahLst/>
              <a:cxnLst/>
              <a:rect l="l" t="t" r="r" b="b"/>
              <a:pathLst>
                <a:path w="2410" h="1965" extrusionOk="0">
                  <a:moveTo>
                    <a:pt x="0" y="0"/>
                  </a:moveTo>
                  <a:lnTo>
                    <a:pt x="0" y="0"/>
                  </a:lnTo>
                  <a:cubicBezTo>
                    <a:pt x="243" y="728"/>
                    <a:pt x="511" y="1379"/>
                    <a:pt x="814" y="1964"/>
                  </a:cubicBezTo>
                  <a:cubicBezTo>
                    <a:pt x="1329" y="1581"/>
                    <a:pt x="1875" y="1308"/>
                    <a:pt x="2409" y="1085"/>
                  </a:cubicBezTo>
                  <a:cubicBezTo>
                    <a:pt x="1961" y="873"/>
                    <a:pt x="1516" y="672"/>
                    <a:pt x="1071" y="479"/>
                  </a:cubicBezTo>
                  <a:cubicBezTo>
                    <a:pt x="909" y="414"/>
                    <a:pt x="748" y="338"/>
                    <a:pt x="586" y="262"/>
                  </a:cubicBezTo>
                  <a:cubicBezTo>
                    <a:pt x="394" y="166"/>
                    <a:pt x="196" y="80"/>
                    <a:pt x="0"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B69126B8-691F-0727-6F1C-1B479EA7CF15}"/>
              </a:ext>
            </a:extLst>
          </p:cNvPr>
          <p:cNvPicPr>
            <a:picLocks noChangeAspect="1"/>
          </p:cNvPicPr>
          <p:nvPr/>
        </p:nvPicPr>
        <p:blipFill rotWithShape="1">
          <a:blip r:embed="rId3"/>
          <a:srcRect t="9580" b="16595"/>
          <a:stretch/>
        </p:blipFill>
        <p:spPr>
          <a:xfrm>
            <a:off x="5241405" y="1857829"/>
            <a:ext cx="3432721" cy="1872341"/>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rgbClr val="E5ECF6"/>
            </a:gs>
            <a:gs pos="74000">
              <a:schemeClr val="accent6">
                <a:lumMod val="45000"/>
                <a:lumOff val="55000"/>
              </a:schemeClr>
            </a:gs>
            <a:gs pos="83000">
              <a:schemeClr val="accent6">
                <a:lumMod val="45000"/>
                <a:lumOff val="55000"/>
              </a:schemeClr>
            </a:gs>
            <a:gs pos="100000">
              <a:schemeClr val="accent6">
                <a:lumMod val="30000"/>
                <a:lumOff val="70000"/>
              </a:schemeClr>
            </a:gs>
          </a:gsLst>
          <a:lin ang="16200000" scaled="1"/>
          <a:tileRect/>
        </a:gradFill>
        <a:effectLst/>
      </p:bgPr>
    </p:bg>
    <p:spTree>
      <p:nvGrpSpPr>
        <p:cNvPr id="1" name="Shape 2093"/>
        <p:cNvGrpSpPr/>
        <p:nvPr/>
      </p:nvGrpSpPr>
      <p:grpSpPr>
        <a:xfrm>
          <a:off x="0" y="0"/>
          <a:ext cx="0" cy="0"/>
          <a:chOff x="0" y="0"/>
          <a:chExt cx="0" cy="0"/>
        </a:xfrm>
      </p:grpSpPr>
      <p:sp>
        <p:nvSpPr>
          <p:cNvPr id="4" name="Google Shape;1902;p36">
            <a:extLst>
              <a:ext uri="{FF2B5EF4-FFF2-40B4-BE49-F238E27FC236}">
                <a16:creationId xmlns:a16="http://schemas.microsoft.com/office/drawing/2014/main" id="{95041256-B319-154C-3407-364F2EAA06E9}"/>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2800" dirty="0">
                <a:solidFill>
                  <a:schemeClr val="dk1"/>
                </a:solidFill>
              </a:rPr>
              <a:t>Year wise crime visualization :</a:t>
            </a:r>
            <a:endParaRPr sz="2800" dirty="0">
              <a:solidFill>
                <a:schemeClr val="dk1"/>
              </a:solidFill>
            </a:endParaRPr>
          </a:p>
        </p:txBody>
      </p:sp>
      <p:cxnSp>
        <p:nvCxnSpPr>
          <p:cNvPr id="5" name="Google Shape;1903;p36">
            <a:extLst>
              <a:ext uri="{FF2B5EF4-FFF2-40B4-BE49-F238E27FC236}">
                <a16:creationId xmlns:a16="http://schemas.microsoft.com/office/drawing/2014/main" id="{00C16F5B-56A4-B5FD-F9CE-DA1AE00D291E}"/>
              </a:ext>
            </a:extLst>
          </p:cNvPr>
          <p:cNvCxnSpPr/>
          <p:nvPr/>
        </p:nvCxnSpPr>
        <p:spPr>
          <a:xfrm>
            <a:off x="794075" y="1024700"/>
            <a:ext cx="6086400" cy="0"/>
          </a:xfrm>
          <a:prstGeom prst="straightConnector1">
            <a:avLst/>
          </a:prstGeom>
          <a:noFill/>
          <a:ln w="9525" cap="flat" cmpd="sng">
            <a:solidFill>
              <a:schemeClr val="dk2"/>
            </a:solidFill>
            <a:prstDash val="solid"/>
            <a:round/>
            <a:headEnd type="none" w="med" len="med"/>
            <a:tailEnd type="none" w="med" len="med"/>
          </a:ln>
        </p:spPr>
      </p:cxnSp>
      <p:pic>
        <p:nvPicPr>
          <p:cNvPr id="9" name="Picture 8">
            <a:extLst>
              <a:ext uri="{FF2B5EF4-FFF2-40B4-BE49-F238E27FC236}">
                <a16:creationId xmlns:a16="http://schemas.microsoft.com/office/drawing/2014/main" id="{02B71764-A870-ECD3-0B2F-0DA5D376C664}"/>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2448" b="98077" l="378" r="99149">
                        <a14:foregroundMark x1="20624" y1="18357" x2="20624" y2="18357"/>
                        <a14:foregroundMark x1="5393" y1="6469" x2="60643" y2="23951"/>
                        <a14:foregroundMark x1="1703" y1="2098" x2="2271" y2="90559"/>
                        <a14:foregroundMark x1="2271" y1="90559" x2="12204" y2="98776"/>
                        <a14:foregroundMark x1="12204" y1="98776" x2="46452" y2="99825"/>
                        <a14:foregroundMark x1="46452" y1="99825" x2="57143" y2="82692"/>
                        <a14:foregroundMark x1="57143" y1="82692" x2="81930" y2="10490"/>
                        <a14:foregroundMark x1="81930" y1="10490" x2="4730" y2="4196"/>
                        <a14:foregroundMark x1="59413" y1="50000" x2="76632" y2="86364"/>
                        <a14:foregroundMark x1="76632" y1="86364" x2="77483" y2="87238"/>
                        <a14:foregroundMark x1="83728" y1="39161" x2="88458" y2="80769"/>
                        <a14:foregroundMark x1="96689" y1="6993" x2="90161" y2="37762"/>
                        <a14:foregroundMark x1="90161" y1="37762" x2="87606" y2="98077"/>
                        <a14:foregroundMark x1="97256" y1="35839" x2="93756" y2="82168"/>
                        <a14:foregroundMark x1="93756" y1="82168" x2="93945" y2="87063"/>
                        <a14:foregroundMark x1="47777" y1="2448" x2="12867" y2="2797"/>
                        <a14:foregroundMark x1="9934" y1="16958" x2="56859" y2="50524"/>
                        <a14:foregroundMark x1="10974" y1="30594" x2="48912" y2="80769"/>
                        <a14:foregroundMark x1="48912" y1="80769" x2="48912" y2="80769"/>
                        <a14:foregroundMark x1="9272" y1="42308" x2="30653" y2="91608"/>
                        <a14:foregroundMark x1="30653" y1="91608" x2="30653" y2="91608"/>
                        <a14:foregroundMark x1="1987" y1="31643" x2="473" y2="31818"/>
                        <a14:foregroundMark x1="71618" y1="88986" x2="71807" y2="93007"/>
                        <a14:foregroundMark x1="78051" y1="90035" x2="78240" y2="96503"/>
                        <a14:foregroundMark x1="90918" y1="95629" x2="99149" y2="94755"/>
                        <a14:foregroundMark x1="92715" y1="12587" x2="92715" y2="12587"/>
                        <a14:foregroundMark x1="93945" y1="12937" x2="93945" y2="12937"/>
                        <a14:foregroundMark x1="93661" y1="11364" x2="93661" y2="11364"/>
                        <a14:foregroundMark x1="91391" y1="11364" x2="91391" y2="11364"/>
                        <a14:foregroundMark x1="88742" y1="10140" x2="88742" y2="10140"/>
                        <a14:foregroundMark x1="79470" y1="8392" x2="78430" y2="8392"/>
                        <a14:foregroundMark x1="81835" y1="10315" x2="81835" y2="10315"/>
                        <a14:foregroundMark x1="80795" y1="10140" x2="81552" y2="10140"/>
                        <a14:foregroundMark x1="84674" y1="10140" x2="84674" y2="10140"/>
                        <a14:foregroundMark x1="86755" y1="10140" x2="86755" y2="10140"/>
                        <a14:foregroundMark x1="89877" y1="10140" x2="89877" y2="10140"/>
                        <a14:foregroundMark x1="92242" y1="10140" x2="92242" y2="10140"/>
                        <a14:foregroundMark x1="92810" y1="10140" x2="93756" y2="10315"/>
                        <a14:foregroundMark x1="96026" y1="9790" x2="96026" y2="9790"/>
                        <a14:foregroundMark x1="95364" y1="8916" x2="95364" y2="8916"/>
                        <a14:foregroundMark x1="93094" y1="8916" x2="93094" y2="8916"/>
                        <a14:foregroundMark x1="93567" y1="8916" x2="93945" y2="8916"/>
                        <a14:foregroundMark x1="94324" y1="8916" x2="94324" y2="8916"/>
                        <a14:foregroundMark x1="92337" y1="9266" x2="92337" y2="9266"/>
                        <a14:foregroundMark x1="91485" y1="9266" x2="91485" y2="9266"/>
                        <a14:foregroundMark x1="90066" y1="8916" x2="90066" y2="8916"/>
                        <a14:foregroundMark x1="90066" y1="8916" x2="90066" y2="8916"/>
                        <a14:foregroundMark x1="88836" y1="8392" x2="88836" y2="8392"/>
                        <a14:foregroundMark x1="87228" y1="9965" x2="87228" y2="9965"/>
                        <a14:foregroundMark x1="84674" y1="9965" x2="84674" y2="9965"/>
                        <a14:foregroundMark x1="83349" y1="8916" x2="83349" y2="8916"/>
                        <a14:foregroundMark x1="81741" y1="8916" x2="81741" y2="8916"/>
                        <a14:foregroundMark x1="85052" y1="8916" x2="85052" y2="8916"/>
                        <a14:foregroundMark x1="83538" y1="9266" x2="84295" y2="9266"/>
                        <a14:foregroundMark x1="85525" y1="9965" x2="85904" y2="9965"/>
                        <a14:foregroundMark x1="87039" y1="9965" x2="87039" y2="9965"/>
                        <a14:foregroundMark x1="87228" y1="9965" x2="87701" y2="9965"/>
                        <a14:backgroundMark x1="76443" y1="175" x2="94607" y2="1573"/>
                        <a14:backgroundMark x1="94607" y1="1573" x2="86660" y2="0"/>
                        <a14:backgroundMark x1="86660" y1="0" x2="99432" y2="874"/>
                      </a14:backgroundRemoval>
                    </a14:imgEffect>
                  </a14:imgLayer>
                </a14:imgProps>
              </a:ext>
            </a:extLst>
          </a:blip>
          <a:stretch>
            <a:fillRect/>
          </a:stretch>
        </p:blipFill>
        <p:spPr>
          <a:xfrm>
            <a:off x="1399493" y="1386118"/>
            <a:ext cx="6348890" cy="343572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gradFill>
          <a:gsLst>
            <a:gs pos="99000">
              <a:srgbClr val="FCEFE3"/>
            </a:gs>
            <a:gs pos="100000">
              <a:srgbClr val="FBDFC7"/>
            </a:gs>
          </a:gsLst>
          <a:lin ang="5400700" scaled="0"/>
        </a:gradFill>
        <a:effectLst/>
      </p:bgPr>
    </p:bg>
    <p:spTree>
      <p:nvGrpSpPr>
        <p:cNvPr id="1" name="Shape 2882"/>
        <p:cNvGrpSpPr/>
        <p:nvPr/>
      </p:nvGrpSpPr>
      <p:grpSpPr>
        <a:xfrm>
          <a:off x="0" y="0"/>
          <a:ext cx="0" cy="0"/>
          <a:chOff x="0" y="0"/>
          <a:chExt cx="0" cy="0"/>
        </a:xfrm>
      </p:grpSpPr>
      <p:sp>
        <p:nvSpPr>
          <p:cNvPr id="2883" name="Google Shape;2883;p46"/>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dirty="0"/>
              <a:t>C</a:t>
            </a:r>
            <a:r>
              <a:rPr lang="en" dirty="0"/>
              <a:t>rime rates in Percentage(%):</a:t>
            </a:r>
            <a:endParaRPr dirty="0"/>
          </a:p>
        </p:txBody>
      </p:sp>
      <p:cxnSp>
        <p:nvCxnSpPr>
          <p:cNvPr id="2884" name="Google Shape;2884;p46"/>
          <p:cNvCxnSpPr>
            <a:cxnSpLocks/>
          </p:cNvCxnSpPr>
          <p:nvPr/>
        </p:nvCxnSpPr>
        <p:spPr>
          <a:xfrm>
            <a:off x="794075" y="1024700"/>
            <a:ext cx="5044594" cy="0"/>
          </a:xfrm>
          <a:prstGeom prst="straightConnector1">
            <a:avLst/>
          </a:prstGeom>
          <a:noFill/>
          <a:ln w="9525" cap="flat" cmpd="sng">
            <a:solidFill>
              <a:schemeClr val="dk2"/>
            </a:solidFill>
            <a:prstDash val="solid"/>
            <a:round/>
            <a:headEnd type="none" w="med" len="med"/>
            <a:tailEnd type="none" w="med" len="med"/>
          </a:ln>
        </p:spPr>
      </p:cxnSp>
      <p:grpSp>
        <p:nvGrpSpPr>
          <p:cNvPr id="2918" name="Google Shape;2918;p46"/>
          <p:cNvGrpSpPr/>
          <p:nvPr/>
        </p:nvGrpSpPr>
        <p:grpSpPr>
          <a:xfrm rot="6493270">
            <a:off x="7753125" y="404885"/>
            <a:ext cx="330690" cy="195684"/>
            <a:chOff x="2715550" y="2908550"/>
            <a:chExt cx="330675" cy="195675"/>
          </a:xfrm>
        </p:grpSpPr>
        <p:sp>
          <p:nvSpPr>
            <p:cNvPr id="2919" name="Google Shape;2919;p46"/>
            <p:cNvSpPr/>
            <p:nvPr/>
          </p:nvSpPr>
          <p:spPr>
            <a:xfrm>
              <a:off x="2715550" y="2908550"/>
              <a:ext cx="330675" cy="195675"/>
            </a:xfrm>
            <a:custGeom>
              <a:avLst/>
              <a:gdLst/>
              <a:ahLst/>
              <a:cxnLst/>
              <a:rect l="l" t="t" r="r" b="b"/>
              <a:pathLst>
                <a:path w="13227" h="7827" extrusionOk="0">
                  <a:moveTo>
                    <a:pt x="2405" y="417"/>
                  </a:moveTo>
                  <a:cubicBezTo>
                    <a:pt x="2808" y="417"/>
                    <a:pt x="3208" y="443"/>
                    <a:pt x="3603" y="494"/>
                  </a:cubicBezTo>
                  <a:lnTo>
                    <a:pt x="3617" y="564"/>
                  </a:lnTo>
                  <a:cubicBezTo>
                    <a:pt x="3698" y="965"/>
                    <a:pt x="3780" y="1348"/>
                    <a:pt x="3805" y="1753"/>
                  </a:cubicBezTo>
                  <a:cubicBezTo>
                    <a:pt x="3127" y="1419"/>
                    <a:pt x="2456" y="1105"/>
                    <a:pt x="1774" y="818"/>
                  </a:cubicBezTo>
                  <a:cubicBezTo>
                    <a:pt x="1617" y="752"/>
                    <a:pt x="1460" y="676"/>
                    <a:pt x="1309" y="601"/>
                  </a:cubicBezTo>
                  <a:cubicBezTo>
                    <a:pt x="1238" y="570"/>
                    <a:pt x="1173" y="540"/>
                    <a:pt x="1101" y="510"/>
                  </a:cubicBezTo>
                  <a:cubicBezTo>
                    <a:pt x="1538" y="447"/>
                    <a:pt x="1973" y="417"/>
                    <a:pt x="2405" y="417"/>
                  </a:cubicBezTo>
                  <a:close/>
                  <a:moveTo>
                    <a:pt x="3896" y="534"/>
                  </a:moveTo>
                  <a:lnTo>
                    <a:pt x="3896" y="534"/>
                  </a:lnTo>
                  <a:cubicBezTo>
                    <a:pt x="4391" y="610"/>
                    <a:pt x="4881" y="732"/>
                    <a:pt x="5356" y="883"/>
                  </a:cubicBezTo>
                  <a:cubicBezTo>
                    <a:pt x="5366" y="1095"/>
                    <a:pt x="5382" y="1308"/>
                    <a:pt x="5396" y="1520"/>
                  </a:cubicBezTo>
                  <a:cubicBezTo>
                    <a:pt x="5426" y="1893"/>
                    <a:pt x="5447" y="2247"/>
                    <a:pt x="5452" y="2611"/>
                  </a:cubicBezTo>
                  <a:cubicBezTo>
                    <a:pt x="4992" y="2359"/>
                    <a:pt x="4538" y="2121"/>
                    <a:pt x="4088" y="1893"/>
                  </a:cubicBezTo>
                  <a:cubicBezTo>
                    <a:pt x="4072" y="1419"/>
                    <a:pt x="3992" y="984"/>
                    <a:pt x="3896" y="534"/>
                  </a:cubicBezTo>
                  <a:close/>
                  <a:moveTo>
                    <a:pt x="541" y="722"/>
                  </a:moveTo>
                  <a:cubicBezTo>
                    <a:pt x="737" y="802"/>
                    <a:pt x="935" y="888"/>
                    <a:pt x="1127" y="984"/>
                  </a:cubicBezTo>
                  <a:cubicBezTo>
                    <a:pt x="1289" y="1060"/>
                    <a:pt x="1450" y="1136"/>
                    <a:pt x="1612" y="1201"/>
                  </a:cubicBezTo>
                  <a:cubicBezTo>
                    <a:pt x="2057" y="1394"/>
                    <a:pt x="2502" y="1595"/>
                    <a:pt x="2950" y="1807"/>
                  </a:cubicBezTo>
                  <a:cubicBezTo>
                    <a:pt x="2416" y="2030"/>
                    <a:pt x="1870" y="2303"/>
                    <a:pt x="1355" y="2686"/>
                  </a:cubicBezTo>
                  <a:cubicBezTo>
                    <a:pt x="1052" y="2101"/>
                    <a:pt x="784" y="1450"/>
                    <a:pt x="541" y="722"/>
                  </a:cubicBezTo>
                  <a:close/>
                  <a:moveTo>
                    <a:pt x="3290" y="1970"/>
                  </a:moveTo>
                  <a:cubicBezTo>
                    <a:pt x="3521" y="2080"/>
                    <a:pt x="3754" y="2192"/>
                    <a:pt x="3987" y="2313"/>
                  </a:cubicBezTo>
                  <a:cubicBezTo>
                    <a:pt x="3451" y="2626"/>
                    <a:pt x="2602" y="3101"/>
                    <a:pt x="1794" y="3460"/>
                  </a:cubicBezTo>
                  <a:cubicBezTo>
                    <a:pt x="1683" y="3288"/>
                    <a:pt x="1581" y="3117"/>
                    <a:pt x="1481" y="2935"/>
                  </a:cubicBezTo>
                  <a:cubicBezTo>
                    <a:pt x="1490" y="2929"/>
                    <a:pt x="1506" y="2924"/>
                    <a:pt x="1511" y="2919"/>
                  </a:cubicBezTo>
                  <a:cubicBezTo>
                    <a:pt x="2082" y="2490"/>
                    <a:pt x="2698" y="2207"/>
                    <a:pt x="3290" y="1970"/>
                  </a:cubicBezTo>
                  <a:close/>
                  <a:moveTo>
                    <a:pt x="5643" y="979"/>
                  </a:moveTo>
                  <a:cubicBezTo>
                    <a:pt x="6240" y="1196"/>
                    <a:pt x="6816" y="1469"/>
                    <a:pt x="7357" y="1793"/>
                  </a:cubicBezTo>
                  <a:cubicBezTo>
                    <a:pt x="7331" y="2086"/>
                    <a:pt x="7346" y="2383"/>
                    <a:pt x="7362" y="2667"/>
                  </a:cubicBezTo>
                  <a:cubicBezTo>
                    <a:pt x="7382" y="3005"/>
                    <a:pt x="7397" y="3348"/>
                    <a:pt x="7346" y="3693"/>
                  </a:cubicBezTo>
                  <a:cubicBezTo>
                    <a:pt x="6790" y="3364"/>
                    <a:pt x="6255" y="3050"/>
                    <a:pt x="5734" y="2763"/>
                  </a:cubicBezTo>
                  <a:cubicBezTo>
                    <a:pt x="5734" y="2338"/>
                    <a:pt x="5709" y="1914"/>
                    <a:pt x="5674" y="1499"/>
                  </a:cubicBezTo>
                  <a:cubicBezTo>
                    <a:pt x="5664" y="1328"/>
                    <a:pt x="5654" y="1151"/>
                    <a:pt x="5643" y="979"/>
                  </a:cubicBezTo>
                  <a:close/>
                  <a:moveTo>
                    <a:pt x="7630" y="1965"/>
                  </a:moveTo>
                  <a:lnTo>
                    <a:pt x="7630" y="1965"/>
                  </a:lnTo>
                  <a:cubicBezTo>
                    <a:pt x="7807" y="2080"/>
                    <a:pt x="7982" y="2201"/>
                    <a:pt x="8150" y="2329"/>
                  </a:cubicBezTo>
                  <a:cubicBezTo>
                    <a:pt x="8195" y="2894"/>
                    <a:pt x="8124" y="3530"/>
                    <a:pt x="7952" y="4057"/>
                  </a:cubicBezTo>
                  <a:cubicBezTo>
                    <a:pt x="7831" y="3985"/>
                    <a:pt x="7716" y="3910"/>
                    <a:pt x="7599" y="3838"/>
                  </a:cubicBezTo>
                  <a:cubicBezTo>
                    <a:pt x="7674" y="3439"/>
                    <a:pt x="7660" y="3040"/>
                    <a:pt x="7639" y="2656"/>
                  </a:cubicBezTo>
                  <a:cubicBezTo>
                    <a:pt x="7625" y="2420"/>
                    <a:pt x="7619" y="2192"/>
                    <a:pt x="7630" y="1965"/>
                  </a:cubicBezTo>
                  <a:close/>
                  <a:moveTo>
                    <a:pt x="4279" y="2464"/>
                  </a:moveTo>
                  <a:cubicBezTo>
                    <a:pt x="4901" y="2777"/>
                    <a:pt x="5533" y="3127"/>
                    <a:pt x="6184" y="3495"/>
                  </a:cubicBezTo>
                  <a:cubicBezTo>
                    <a:pt x="5594" y="3920"/>
                    <a:pt x="4890" y="4238"/>
                    <a:pt x="4214" y="4546"/>
                  </a:cubicBezTo>
                  <a:cubicBezTo>
                    <a:pt x="3845" y="4717"/>
                    <a:pt x="3466" y="4890"/>
                    <a:pt x="3113" y="5076"/>
                  </a:cubicBezTo>
                  <a:cubicBezTo>
                    <a:pt x="2684" y="4677"/>
                    <a:pt x="2294" y="4218"/>
                    <a:pt x="1945" y="3698"/>
                  </a:cubicBezTo>
                  <a:cubicBezTo>
                    <a:pt x="2835" y="3299"/>
                    <a:pt x="3764" y="2772"/>
                    <a:pt x="4279" y="2464"/>
                  </a:cubicBezTo>
                  <a:close/>
                  <a:moveTo>
                    <a:pt x="8443" y="2555"/>
                  </a:moveTo>
                  <a:lnTo>
                    <a:pt x="8443" y="2555"/>
                  </a:lnTo>
                  <a:cubicBezTo>
                    <a:pt x="8943" y="2970"/>
                    <a:pt x="9397" y="3435"/>
                    <a:pt x="9796" y="3945"/>
                  </a:cubicBezTo>
                  <a:cubicBezTo>
                    <a:pt x="9777" y="4097"/>
                    <a:pt x="9761" y="4258"/>
                    <a:pt x="9747" y="4414"/>
                  </a:cubicBezTo>
                  <a:cubicBezTo>
                    <a:pt x="9726" y="4663"/>
                    <a:pt x="9696" y="4910"/>
                    <a:pt x="9656" y="5158"/>
                  </a:cubicBezTo>
                  <a:cubicBezTo>
                    <a:pt x="9286" y="4899"/>
                    <a:pt x="8908" y="4647"/>
                    <a:pt x="8528" y="4405"/>
                  </a:cubicBezTo>
                  <a:cubicBezTo>
                    <a:pt x="8413" y="4339"/>
                    <a:pt x="8306" y="4274"/>
                    <a:pt x="8195" y="4208"/>
                  </a:cubicBezTo>
                  <a:cubicBezTo>
                    <a:pt x="8367" y="3712"/>
                    <a:pt x="8453" y="3111"/>
                    <a:pt x="8443" y="2555"/>
                  </a:cubicBezTo>
                  <a:close/>
                  <a:moveTo>
                    <a:pt x="10044" y="4274"/>
                  </a:moveTo>
                  <a:cubicBezTo>
                    <a:pt x="10438" y="4839"/>
                    <a:pt x="10771" y="5451"/>
                    <a:pt x="11014" y="6107"/>
                  </a:cubicBezTo>
                  <a:cubicBezTo>
                    <a:pt x="10827" y="5976"/>
                    <a:pt x="10645" y="5850"/>
                    <a:pt x="10468" y="5724"/>
                  </a:cubicBezTo>
                  <a:cubicBezTo>
                    <a:pt x="10281" y="5592"/>
                    <a:pt x="10100" y="5461"/>
                    <a:pt x="9908" y="5330"/>
                  </a:cubicBezTo>
                  <a:cubicBezTo>
                    <a:pt x="9973" y="5031"/>
                    <a:pt x="9999" y="4733"/>
                    <a:pt x="10029" y="4440"/>
                  </a:cubicBezTo>
                  <a:cubicBezTo>
                    <a:pt x="10029" y="4384"/>
                    <a:pt x="10039" y="4329"/>
                    <a:pt x="10044" y="4274"/>
                  </a:cubicBezTo>
                  <a:close/>
                  <a:moveTo>
                    <a:pt x="6447" y="3647"/>
                  </a:moveTo>
                  <a:cubicBezTo>
                    <a:pt x="7038" y="3990"/>
                    <a:pt x="7644" y="4354"/>
                    <a:pt x="8286" y="4754"/>
                  </a:cubicBezTo>
                  <a:cubicBezTo>
                    <a:pt x="7362" y="5435"/>
                    <a:pt x="6310" y="6142"/>
                    <a:pt x="5230" y="6445"/>
                  </a:cubicBezTo>
                  <a:cubicBezTo>
                    <a:pt x="5144" y="6405"/>
                    <a:pt x="5063" y="6370"/>
                    <a:pt x="4981" y="6335"/>
                  </a:cubicBezTo>
                  <a:cubicBezTo>
                    <a:pt x="4375" y="6041"/>
                    <a:pt x="3829" y="5693"/>
                    <a:pt x="3340" y="5274"/>
                  </a:cubicBezTo>
                  <a:cubicBezTo>
                    <a:pt x="3654" y="5111"/>
                    <a:pt x="3981" y="4960"/>
                    <a:pt x="4330" y="4803"/>
                  </a:cubicBezTo>
                  <a:cubicBezTo>
                    <a:pt x="5063" y="4470"/>
                    <a:pt x="5816" y="4127"/>
                    <a:pt x="6447" y="3647"/>
                  </a:cubicBezTo>
                  <a:close/>
                  <a:moveTo>
                    <a:pt x="8539" y="4915"/>
                  </a:moveTo>
                  <a:cubicBezTo>
                    <a:pt x="8746" y="5046"/>
                    <a:pt x="8948" y="5178"/>
                    <a:pt x="9150" y="5319"/>
                  </a:cubicBezTo>
                  <a:cubicBezTo>
                    <a:pt x="8604" y="5466"/>
                    <a:pt x="8115" y="5820"/>
                    <a:pt x="7634" y="6163"/>
                  </a:cubicBezTo>
                  <a:cubicBezTo>
                    <a:pt x="7271" y="6426"/>
                    <a:pt x="6928" y="6673"/>
                    <a:pt x="6569" y="6830"/>
                  </a:cubicBezTo>
                  <a:cubicBezTo>
                    <a:pt x="6553" y="6839"/>
                    <a:pt x="6533" y="6850"/>
                    <a:pt x="6518" y="6865"/>
                  </a:cubicBezTo>
                  <a:cubicBezTo>
                    <a:pt x="6513" y="6870"/>
                    <a:pt x="6513" y="6881"/>
                    <a:pt x="6508" y="6885"/>
                  </a:cubicBezTo>
                  <a:cubicBezTo>
                    <a:pt x="6215" y="6815"/>
                    <a:pt x="5921" y="6718"/>
                    <a:pt x="5629" y="6608"/>
                  </a:cubicBezTo>
                  <a:cubicBezTo>
                    <a:pt x="6669" y="6244"/>
                    <a:pt x="7665" y="5561"/>
                    <a:pt x="8539" y="4915"/>
                  </a:cubicBezTo>
                  <a:close/>
                  <a:moveTo>
                    <a:pt x="9468" y="5536"/>
                  </a:moveTo>
                  <a:cubicBezTo>
                    <a:pt x="9726" y="5713"/>
                    <a:pt x="9978" y="5890"/>
                    <a:pt x="10221" y="6067"/>
                  </a:cubicBezTo>
                  <a:cubicBezTo>
                    <a:pt x="10449" y="6223"/>
                    <a:pt x="10671" y="6380"/>
                    <a:pt x="10899" y="6542"/>
                  </a:cubicBezTo>
                  <a:cubicBezTo>
                    <a:pt x="10605" y="6608"/>
                    <a:pt x="10323" y="6688"/>
                    <a:pt x="10044" y="6769"/>
                  </a:cubicBezTo>
                  <a:cubicBezTo>
                    <a:pt x="9439" y="6944"/>
                    <a:pt x="8866" y="7110"/>
                    <a:pt x="8203" y="7110"/>
                  </a:cubicBezTo>
                  <a:cubicBezTo>
                    <a:pt x="8157" y="7110"/>
                    <a:pt x="8111" y="7109"/>
                    <a:pt x="8064" y="7107"/>
                  </a:cubicBezTo>
                  <a:cubicBezTo>
                    <a:pt x="7674" y="7093"/>
                    <a:pt x="7291" y="7052"/>
                    <a:pt x="6902" y="6976"/>
                  </a:cubicBezTo>
                  <a:cubicBezTo>
                    <a:pt x="7210" y="6815"/>
                    <a:pt x="7508" y="6597"/>
                    <a:pt x="7796" y="6391"/>
                  </a:cubicBezTo>
                  <a:cubicBezTo>
                    <a:pt x="8332" y="6006"/>
                    <a:pt x="8877" y="5612"/>
                    <a:pt x="9468" y="5536"/>
                  </a:cubicBezTo>
                  <a:close/>
                  <a:moveTo>
                    <a:pt x="2404" y="0"/>
                  </a:moveTo>
                  <a:cubicBezTo>
                    <a:pt x="1725" y="0"/>
                    <a:pt x="1038" y="70"/>
                    <a:pt x="354" y="216"/>
                  </a:cubicBezTo>
                  <a:cubicBezTo>
                    <a:pt x="324" y="216"/>
                    <a:pt x="299" y="221"/>
                    <a:pt x="273" y="231"/>
                  </a:cubicBezTo>
                  <a:cubicBezTo>
                    <a:pt x="268" y="231"/>
                    <a:pt x="263" y="231"/>
                    <a:pt x="263" y="237"/>
                  </a:cubicBezTo>
                  <a:cubicBezTo>
                    <a:pt x="247" y="232"/>
                    <a:pt x="232" y="229"/>
                    <a:pt x="217" y="229"/>
                  </a:cubicBezTo>
                  <a:cubicBezTo>
                    <a:pt x="199" y="229"/>
                    <a:pt x="181" y="233"/>
                    <a:pt x="161" y="242"/>
                  </a:cubicBezTo>
                  <a:cubicBezTo>
                    <a:pt x="121" y="252"/>
                    <a:pt x="96" y="272"/>
                    <a:pt x="71" y="298"/>
                  </a:cubicBezTo>
                  <a:cubicBezTo>
                    <a:pt x="21" y="352"/>
                    <a:pt x="0" y="429"/>
                    <a:pt x="26" y="504"/>
                  </a:cubicBezTo>
                  <a:cubicBezTo>
                    <a:pt x="1031" y="3702"/>
                    <a:pt x="2502" y="5617"/>
                    <a:pt x="4799" y="6708"/>
                  </a:cubicBezTo>
                  <a:cubicBezTo>
                    <a:pt x="5867" y="7219"/>
                    <a:pt x="6963" y="7492"/>
                    <a:pt x="8049" y="7527"/>
                  </a:cubicBezTo>
                  <a:cubicBezTo>
                    <a:pt x="8097" y="7528"/>
                    <a:pt x="8145" y="7529"/>
                    <a:pt x="8192" y="7529"/>
                  </a:cubicBezTo>
                  <a:cubicBezTo>
                    <a:pt x="8923" y="7529"/>
                    <a:pt x="9553" y="7349"/>
                    <a:pt x="10165" y="7168"/>
                  </a:cubicBezTo>
                  <a:cubicBezTo>
                    <a:pt x="10529" y="7062"/>
                    <a:pt x="10908" y="6956"/>
                    <a:pt x="11307" y="6881"/>
                  </a:cubicBezTo>
                  <a:cubicBezTo>
                    <a:pt x="11328" y="6881"/>
                    <a:pt x="11347" y="6870"/>
                    <a:pt x="11368" y="6860"/>
                  </a:cubicBezTo>
                  <a:cubicBezTo>
                    <a:pt x="11858" y="7193"/>
                    <a:pt x="12363" y="7517"/>
                    <a:pt x="12884" y="7800"/>
                  </a:cubicBezTo>
                  <a:cubicBezTo>
                    <a:pt x="12916" y="7818"/>
                    <a:pt x="12951" y="7826"/>
                    <a:pt x="12986" y="7826"/>
                  </a:cubicBezTo>
                  <a:cubicBezTo>
                    <a:pt x="13061" y="7826"/>
                    <a:pt x="13134" y="7788"/>
                    <a:pt x="13172" y="7718"/>
                  </a:cubicBezTo>
                  <a:cubicBezTo>
                    <a:pt x="13227" y="7618"/>
                    <a:pt x="13187" y="7492"/>
                    <a:pt x="13086" y="7436"/>
                  </a:cubicBezTo>
                  <a:cubicBezTo>
                    <a:pt x="12576" y="7153"/>
                    <a:pt x="12075" y="6830"/>
                    <a:pt x="11585" y="6501"/>
                  </a:cubicBezTo>
                  <a:lnTo>
                    <a:pt x="11585" y="6476"/>
                  </a:lnTo>
                  <a:cubicBezTo>
                    <a:pt x="10948" y="4365"/>
                    <a:pt x="9504" y="2626"/>
                    <a:pt x="7649" y="1485"/>
                  </a:cubicBezTo>
                  <a:cubicBezTo>
                    <a:pt x="7630" y="1450"/>
                    <a:pt x="7599" y="1424"/>
                    <a:pt x="7553" y="1419"/>
                  </a:cubicBezTo>
                  <a:lnTo>
                    <a:pt x="7543" y="1419"/>
                  </a:lnTo>
                  <a:cubicBezTo>
                    <a:pt x="6024" y="512"/>
                    <a:pt x="4241" y="0"/>
                    <a:pt x="2404"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46"/>
            <p:cNvSpPr/>
            <p:nvPr/>
          </p:nvSpPr>
          <p:spPr>
            <a:xfrm>
              <a:off x="2743075" y="2918950"/>
              <a:ext cx="67625" cy="33425"/>
            </a:xfrm>
            <a:custGeom>
              <a:avLst/>
              <a:gdLst/>
              <a:ahLst/>
              <a:cxnLst/>
              <a:rect l="l" t="t" r="r" b="b"/>
              <a:pathLst>
                <a:path w="2705" h="1337" extrusionOk="0">
                  <a:moveTo>
                    <a:pt x="1304" y="1"/>
                  </a:moveTo>
                  <a:cubicBezTo>
                    <a:pt x="872" y="1"/>
                    <a:pt x="437" y="31"/>
                    <a:pt x="0" y="94"/>
                  </a:cubicBezTo>
                  <a:cubicBezTo>
                    <a:pt x="72" y="124"/>
                    <a:pt x="137" y="154"/>
                    <a:pt x="208" y="185"/>
                  </a:cubicBezTo>
                  <a:cubicBezTo>
                    <a:pt x="359" y="260"/>
                    <a:pt x="516" y="336"/>
                    <a:pt x="673" y="402"/>
                  </a:cubicBezTo>
                  <a:cubicBezTo>
                    <a:pt x="1355" y="689"/>
                    <a:pt x="2026" y="1003"/>
                    <a:pt x="2704" y="1337"/>
                  </a:cubicBezTo>
                  <a:cubicBezTo>
                    <a:pt x="2679" y="932"/>
                    <a:pt x="2597" y="549"/>
                    <a:pt x="2516" y="148"/>
                  </a:cubicBezTo>
                  <a:lnTo>
                    <a:pt x="2502" y="78"/>
                  </a:lnTo>
                  <a:cubicBezTo>
                    <a:pt x="2107" y="27"/>
                    <a:pt x="1707" y="1"/>
                    <a:pt x="1304"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46"/>
            <p:cNvSpPr/>
            <p:nvPr/>
          </p:nvSpPr>
          <p:spPr>
            <a:xfrm>
              <a:off x="2812950" y="2921900"/>
              <a:ext cx="38900" cy="51950"/>
            </a:xfrm>
            <a:custGeom>
              <a:avLst/>
              <a:gdLst/>
              <a:ahLst/>
              <a:cxnLst/>
              <a:rect l="l" t="t" r="r" b="b"/>
              <a:pathLst>
                <a:path w="1556" h="2078" extrusionOk="0">
                  <a:moveTo>
                    <a:pt x="0" y="0"/>
                  </a:moveTo>
                  <a:lnTo>
                    <a:pt x="0" y="0"/>
                  </a:lnTo>
                  <a:cubicBezTo>
                    <a:pt x="96" y="450"/>
                    <a:pt x="176" y="885"/>
                    <a:pt x="192" y="1359"/>
                  </a:cubicBezTo>
                  <a:cubicBezTo>
                    <a:pt x="642" y="1587"/>
                    <a:pt x="1096" y="1825"/>
                    <a:pt x="1556" y="2077"/>
                  </a:cubicBezTo>
                  <a:cubicBezTo>
                    <a:pt x="1551" y="1713"/>
                    <a:pt x="1530" y="1359"/>
                    <a:pt x="1500" y="986"/>
                  </a:cubicBezTo>
                  <a:cubicBezTo>
                    <a:pt x="1486" y="774"/>
                    <a:pt x="1470" y="561"/>
                    <a:pt x="1460" y="349"/>
                  </a:cubicBezTo>
                  <a:cubicBezTo>
                    <a:pt x="985" y="198"/>
                    <a:pt x="495" y="76"/>
                    <a:pt x="0"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46"/>
            <p:cNvSpPr/>
            <p:nvPr/>
          </p:nvSpPr>
          <p:spPr>
            <a:xfrm>
              <a:off x="2856625" y="2933025"/>
              <a:ext cx="43850" cy="67850"/>
            </a:xfrm>
            <a:custGeom>
              <a:avLst/>
              <a:gdLst/>
              <a:ahLst/>
              <a:cxnLst/>
              <a:rect l="l" t="t" r="r" b="b"/>
              <a:pathLst>
                <a:path w="1754" h="2714" extrusionOk="0">
                  <a:moveTo>
                    <a:pt x="0" y="0"/>
                  </a:moveTo>
                  <a:cubicBezTo>
                    <a:pt x="11" y="172"/>
                    <a:pt x="21" y="349"/>
                    <a:pt x="31" y="520"/>
                  </a:cubicBezTo>
                  <a:cubicBezTo>
                    <a:pt x="66" y="935"/>
                    <a:pt x="91" y="1359"/>
                    <a:pt x="91" y="1784"/>
                  </a:cubicBezTo>
                  <a:cubicBezTo>
                    <a:pt x="612" y="2071"/>
                    <a:pt x="1147" y="2385"/>
                    <a:pt x="1703" y="2714"/>
                  </a:cubicBezTo>
                  <a:cubicBezTo>
                    <a:pt x="1754" y="2369"/>
                    <a:pt x="1739" y="2026"/>
                    <a:pt x="1719" y="1688"/>
                  </a:cubicBezTo>
                  <a:cubicBezTo>
                    <a:pt x="1703" y="1404"/>
                    <a:pt x="1688" y="1107"/>
                    <a:pt x="1714" y="814"/>
                  </a:cubicBezTo>
                  <a:cubicBezTo>
                    <a:pt x="1173" y="490"/>
                    <a:pt x="597" y="217"/>
                    <a:pt x="0"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46"/>
            <p:cNvSpPr/>
            <p:nvPr/>
          </p:nvSpPr>
          <p:spPr>
            <a:xfrm>
              <a:off x="2905525" y="2957650"/>
              <a:ext cx="14900" cy="52325"/>
            </a:xfrm>
            <a:custGeom>
              <a:avLst/>
              <a:gdLst/>
              <a:ahLst/>
              <a:cxnLst/>
              <a:rect l="l" t="t" r="r" b="b"/>
              <a:pathLst>
                <a:path w="596" h="2093" extrusionOk="0">
                  <a:moveTo>
                    <a:pt x="31" y="1"/>
                  </a:moveTo>
                  <a:cubicBezTo>
                    <a:pt x="20" y="228"/>
                    <a:pt x="26" y="456"/>
                    <a:pt x="40" y="692"/>
                  </a:cubicBezTo>
                  <a:cubicBezTo>
                    <a:pt x="61" y="1076"/>
                    <a:pt x="75" y="1475"/>
                    <a:pt x="0" y="1874"/>
                  </a:cubicBezTo>
                  <a:cubicBezTo>
                    <a:pt x="117" y="1946"/>
                    <a:pt x="232" y="2021"/>
                    <a:pt x="353" y="2093"/>
                  </a:cubicBezTo>
                  <a:cubicBezTo>
                    <a:pt x="525" y="1566"/>
                    <a:pt x="596" y="930"/>
                    <a:pt x="551" y="365"/>
                  </a:cubicBezTo>
                  <a:cubicBezTo>
                    <a:pt x="383" y="237"/>
                    <a:pt x="208" y="116"/>
                    <a:pt x="31"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46"/>
            <p:cNvSpPr/>
            <p:nvPr/>
          </p:nvSpPr>
          <p:spPr>
            <a:xfrm>
              <a:off x="2920400" y="2972425"/>
              <a:ext cx="40075" cy="65075"/>
            </a:xfrm>
            <a:custGeom>
              <a:avLst/>
              <a:gdLst/>
              <a:ahLst/>
              <a:cxnLst/>
              <a:rect l="l" t="t" r="r" b="b"/>
              <a:pathLst>
                <a:path w="1603" h="2603" extrusionOk="0">
                  <a:moveTo>
                    <a:pt x="249" y="0"/>
                  </a:moveTo>
                  <a:lnTo>
                    <a:pt x="249" y="0"/>
                  </a:lnTo>
                  <a:cubicBezTo>
                    <a:pt x="259" y="556"/>
                    <a:pt x="173" y="1157"/>
                    <a:pt x="1" y="1653"/>
                  </a:cubicBezTo>
                  <a:cubicBezTo>
                    <a:pt x="112" y="1719"/>
                    <a:pt x="219" y="1784"/>
                    <a:pt x="334" y="1850"/>
                  </a:cubicBezTo>
                  <a:cubicBezTo>
                    <a:pt x="714" y="2092"/>
                    <a:pt x="1092" y="2344"/>
                    <a:pt x="1462" y="2603"/>
                  </a:cubicBezTo>
                  <a:cubicBezTo>
                    <a:pt x="1502" y="2355"/>
                    <a:pt x="1532" y="2108"/>
                    <a:pt x="1553" y="1859"/>
                  </a:cubicBezTo>
                  <a:cubicBezTo>
                    <a:pt x="1567" y="1703"/>
                    <a:pt x="1583" y="1542"/>
                    <a:pt x="1602" y="1390"/>
                  </a:cubicBezTo>
                  <a:cubicBezTo>
                    <a:pt x="1203" y="880"/>
                    <a:pt x="749" y="415"/>
                    <a:pt x="249"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46"/>
            <p:cNvSpPr/>
            <p:nvPr/>
          </p:nvSpPr>
          <p:spPr>
            <a:xfrm>
              <a:off x="2963225" y="3015375"/>
              <a:ext cx="27675" cy="45850"/>
            </a:xfrm>
            <a:custGeom>
              <a:avLst/>
              <a:gdLst/>
              <a:ahLst/>
              <a:cxnLst/>
              <a:rect l="l" t="t" r="r" b="b"/>
              <a:pathLst>
                <a:path w="1107" h="1834" extrusionOk="0">
                  <a:moveTo>
                    <a:pt x="137" y="1"/>
                  </a:moveTo>
                  <a:cubicBezTo>
                    <a:pt x="132" y="56"/>
                    <a:pt x="122" y="111"/>
                    <a:pt x="122" y="167"/>
                  </a:cubicBezTo>
                  <a:cubicBezTo>
                    <a:pt x="92" y="460"/>
                    <a:pt x="66" y="758"/>
                    <a:pt x="1" y="1057"/>
                  </a:cubicBezTo>
                  <a:cubicBezTo>
                    <a:pt x="193" y="1188"/>
                    <a:pt x="374" y="1319"/>
                    <a:pt x="561" y="1451"/>
                  </a:cubicBezTo>
                  <a:cubicBezTo>
                    <a:pt x="738" y="1577"/>
                    <a:pt x="920" y="1703"/>
                    <a:pt x="1107" y="1834"/>
                  </a:cubicBezTo>
                  <a:cubicBezTo>
                    <a:pt x="864" y="1178"/>
                    <a:pt x="531" y="566"/>
                    <a:pt x="137"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46"/>
            <p:cNvSpPr/>
            <p:nvPr/>
          </p:nvSpPr>
          <p:spPr>
            <a:xfrm>
              <a:off x="2888100" y="3046925"/>
              <a:ext cx="99925" cy="39375"/>
            </a:xfrm>
            <a:custGeom>
              <a:avLst/>
              <a:gdLst/>
              <a:ahLst/>
              <a:cxnLst/>
              <a:rect l="l" t="t" r="r" b="b"/>
              <a:pathLst>
                <a:path w="3997" h="1575" extrusionOk="0">
                  <a:moveTo>
                    <a:pt x="2566" y="1"/>
                  </a:moveTo>
                  <a:cubicBezTo>
                    <a:pt x="1975" y="77"/>
                    <a:pt x="1430" y="471"/>
                    <a:pt x="894" y="856"/>
                  </a:cubicBezTo>
                  <a:cubicBezTo>
                    <a:pt x="606" y="1062"/>
                    <a:pt x="308" y="1280"/>
                    <a:pt x="0" y="1441"/>
                  </a:cubicBezTo>
                  <a:cubicBezTo>
                    <a:pt x="389" y="1517"/>
                    <a:pt x="772" y="1558"/>
                    <a:pt x="1162" y="1572"/>
                  </a:cubicBezTo>
                  <a:cubicBezTo>
                    <a:pt x="1209" y="1574"/>
                    <a:pt x="1255" y="1575"/>
                    <a:pt x="1301" y="1575"/>
                  </a:cubicBezTo>
                  <a:cubicBezTo>
                    <a:pt x="1964" y="1575"/>
                    <a:pt x="2537" y="1409"/>
                    <a:pt x="3142" y="1234"/>
                  </a:cubicBezTo>
                  <a:cubicBezTo>
                    <a:pt x="3421" y="1153"/>
                    <a:pt x="3703" y="1073"/>
                    <a:pt x="3997" y="1007"/>
                  </a:cubicBezTo>
                  <a:cubicBezTo>
                    <a:pt x="3769" y="845"/>
                    <a:pt x="3547" y="688"/>
                    <a:pt x="3319" y="532"/>
                  </a:cubicBezTo>
                  <a:cubicBezTo>
                    <a:pt x="3076" y="355"/>
                    <a:pt x="2824" y="178"/>
                    <a:pt x="2566"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46"/>
            <p:cNvSpPr/>
            <p:nvPr/>
          </p:nvSpPr>
          <p:spPr>
            <a:xfrm>
              <a:off x="2856250" y="3031425"/>
              <a:ext cx="88075" cy="49275"/>
            </a:xfrm>
            <a:custGeom>
              <a:avLst/>
              <a:gdLst/>
              <a:ahLst/>
              <a:cxnLst/>
              <a:rect l="l" t="t" r="r" b="b"/>
              <a:pathLst>
                <a:path w="3523" h="1971" extrusionOk="0">
                  <a:moveTo>
                    <a:pt x="2911" y="0"/>
                  </a:moveTo>
                  <a:cubicBezTo>
                    <a:pt x="2037" y="646"/>
                    <a:pt x="1041" y="1329"/>
                    <a:pt x="1" y="1693"/>
                  </a:cubicBezTo>
                  <a:cubicBezTo>
                    <a:pt x="293" y="1803"/>
                    <a:pt x="587" y="1900"/>
                    <a:pt x="880" y="1970"/>
                  </a:cubicBezTo>
                  <a:cubicBezTo>
                    <a:pt x="885" y="1966"/>
                    <a:pt x="885" y="1955"/>
                    <a:pt x="890" y="1950"/>
                  </a:cubicBezTo>
                  <a:cubicBezTo>
                    <a:pt x="905" y="1935"/>
                    <a:pt x="925" y="1924"/>
                    <a:pt x="941" y="1915"/>
                  </a:cubicBezTo>
                  <a:cubicBezTo>
                    <a:pt x="1300" y="1758"/>
                    <a:pt x="1643" y="1511"/>
                    <a:pt x="2006" y="1248"/>
                  </a:cubicBezTo>
                  <a:cubicBezTo>
                    <a:pt x="2487" y="905"/>
                    <a:pt x="2976" y="551"/>
                    <a:pt x="3522" y="404"/>
                  </a:cubicBezTo>
                  <a:cubicBezTo>
                    <a:pt x="3320" y="263"/>
                    <a:pt x="3118" y="131"/>
                    <a:pt x="2911"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46"/>
            <p:cNvSpPr/>
            <p:nvPr/>
          </p:nvSpPr>
          <p:spPr>
            <a:xfrm>
              <a:off x="2799025" y="2999700"/>
              <a:ext cx="123675" cy="70000"/>
            </a:xfrm>
            <a:custGeom>
              <a:avLst/>
              <a:gdLst/>
              <a:ahLst/>
              <a:cxnLst/>
              <a:rect l="l" t="t" r="r" b="b"/>
              <a:pathLst>
                <a:path w="4947" h="2800" extrusionOk="0">
                  <a:moveTo>
                    <a:pt x="3108" y="1"/>
                  </a:moveTo>
                  <a:cubicBezTo>
                    <a:pt x="2477" y="481"/>
                    <a:pt x="1724" y="824"/>
                    <a:pt x="991" y="1157"/>
                  </a:cubicBezTo>
                  <a:cubicBezTo>
                    <a:pt x="642" y="1314"/>
                    <a:pt x="315" y="1465"/>
                    <a:pt x="1" y="1628"/>
                  </a:cubicBezTo>
                  <a:cubicBezTo>
                    <a:pt x="490" y="2047"/>
                    <a:pt x="1036" y="2395"/>
                    <a:pt x="1642" y="2689"/>
                  </a:cubicBezTo>
                  <a:cubicBezTo>
                    <a:pt x="1724" y="2724"/>
                    <a:pt x="1805" y="2759"/>
                    <a:pt x="1891" y="2799"/>
                  </a:cubicBezTo>
                  <a:cubicBezTo>
                    <a:pt x="2971" y="2496"/>
                    <a:pt x="4023" y="1789"/>
                    <a:pt x="4947" y="1108"/>
                  </a:cubicBezTo>
                  <a:cubicBezTo>
                    <a:pt x="4305" y="708"/>
                    <a:pt x="3699" y="344"/>
                    <a:pt x="3108"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46"/>
            <p:cNvSpPr/>
            <p:nvPr/>
          </p:nvSpPr>
          <p:spPr>
            <a:xfrm>
              <a:off x="2764175" y="2970150"/>
              <a:ext cx="106000" cy="65325"/>
            </a:xfrm>
            <a:custGeom>
              <a:avLst/>
              <a:gdLst/>
              <a:ahLst/>
              <a:cxnLst/>
              <a:rect l="l" t="t" r="r" b="b"/>
              <a:pathLst>
                <a:path w="4240" h="2613" extrusionOk="0">
                  <a:moveTo>
                    <a:pt x="2334" y="0"/>
                  </a:moveTo>
                  <a:cubicBezTo>
                    <a:pt x="1819" y="308"/>
                    <a:pt x="890" y="835"/>
                    <a:pt x="0" y="1234"/>
                  </a:cubicBezTo>
                  <a:cubicBezTo>
                    <a:pt x="349" y="1754"/>
                    <a:pt x="739" y="2213"/>
                    <a:pt x="1168" y="2612"/>
                  </a:cubicBezTo>
                  <a:cubicBezTo>
                    <a:pt x="1521" y="2426"/>
                    <a:pt x="1900" y="2253"/>
                    <a:pt x="2269" y="2082"/>
                  </a:cubicBezTo>
                  <a:cubicBezTo>
                    <a:pt x="2945" y="1774"/>
                    <a:pt x="3649" y="1456"/>
                    <a:pt x="4239" y="1031"/>
                  </a:cubicBezTo>
                  <a:cubicBezTo>
                    <a:pt x="3588" y="663"/>
                    <a:pt x="2956" y="313"/>
                    <a:pt x="2334"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46"/>
            <p:cNvSpPr/>
            <p:nvPr/>
          </p:nvSpPr>
          <p:spPr>
            <a:xfrm>
              <a:off x="2752550" y="2957775"/>
              <a:ext cx="62700" cy="37275"/>
            </a:xfrm>
            <a:custGeom>
              <a:avLst/>
              <a:gdLst/>
              <a:ahLst/>
              <a:cxnLst/>
              <a:rect l="l" t="t" r="r" b="b"/>
              <a:pathLst>
                <a:path w="2508" h="1491" extrusionOk="0">
                  <a:moveTo>
                    <a:pt x="1810" y="1"/>
                  </a:moveTo>
                  <a:cubicBezTo>
                    <a:pt x="1218" y="238"/>
                    <a:pt x="602" y="521"/>
                    <a:pt x="31" y="950"/>
                  </a:cubicBezTo>
                  <a:cubicBezTo>
                    <a:pt x="26" y="955"/>
                    <a:pt x="10" y="960"/>
                    <a:pt x="1" y="966"/>
                  </a:cubicBezTo>
                  <a:cubicBezTo>
                    <a:pt x="101" y="1148"/>
                    <a:pt x="203" y="1319"/>
                    <a:pt x="314" y="1491"/>
                  </a:cubicBezTo>
                  <a:cubicBezTo>
                    <a:pt x="1122" y="1132"/>
                    <a:pt x="1971" y="657"/>
                    <a:pt x="2507" y="344"/>
                  </a:cubicBezTo>
                  <a:cubicBezTo>
                    <a:pt x="2274" y="223"/>
                    <a:pt x="2041" y="111"/>
                    <a:pt x="1810"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46"/>
            <p:cNvSpPr/>
            <p:nvPr/>
          </p:nvSpPr>
          <p:spPr>
            <a:xfrm>
              <a:off x="2729075" y="2926600"/>
              <a:ext cx="60250" cy="49125"/>
            </a:xfrm>
            <a:custGeom>
              <a:avLst/>
              <a:gdLst/>
              <a:ahLst/>
              <a:cxnLst/>
              <a:rect l="l" t="t" r="r" b="b"/>
              <a:pathLst>
                <a:path w="2410" h="1965" extrusionOk="0">
                  <a:moveTo>
                    <a:pt x="0" y="0"/>
                  </a:moveTo>
                  <a:lnTo>
                    <a:pt x="0" y="0"/>
                  </a:lnTo>
                  <a:cubicBezTo>
                    <a:pt x="243" y="728"/>
                    <a:pt x="511" y="1379"/>
                    <a:pt x="814" y="1964"/>
                  </a:cubicBezTo>
                  <a:cubicBezTo>
                    <a:pt x="1329" y="1581"/>
                    <a:pt x="1875" y="1308"/>
                    <a:pt x="2409" y="1085"/>
                  </a:cubicBezTo>
                  <a:cubicBezTo>
                    <a:pt x="1961" y="873"/>
                    <a:pt x="1516" y="672"/>
                    <a:pt x="1071" y="479"/>
                  </a:cubicBezTo>
                  <a:cubicBezTo>
                    <a:pt x="909" y="414"/>
                    <a:pt x="748" y="338"/>
                    <a:pt x="586" y="262"/>
                  </a:cubicBezTo>
                  <a:cubicBezTo>
                    <a:pt x="394" y="166"/>
                    <a:pt x="196" y="80"/>
                    <a:pt x="0"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32" name="Google Shape;2932;p46"/>
          <p:cNvGrpSpPr/>
          <p:nvPr/>
        </p:nvGrpSpPr>
        <p:grpSpPr>
          <a:xfrm rot="10800000" flipH="1">
            <a:off x="8521678" y="171229"/>
            <a:ext cx="323678" cy="483293"/>
            <a:chOff x="7134654" y="738350"/>
            <a:chExt cx="203840" cy="304340"/>
          </a:xfrm>
        </p:grpSpPr>
        <p:sp>
          <p:nvSpPr>
            <p:cNvPr id="2933" name="Google Shape;2933;p46"/>
            <p:cNvSpPr/>
            <p:nvPr/>
          </p:nvSpPr>
          <p:spPr>
            <a:xfrm>
              <a:off x="7134654" y="738350"/>
              <a:ext cx="203840" cy="304340"/>
            </a:xfrm>
            <a:custGeom>
              <a:avLst/>
              <a:gdLst/>
              <a:ahLst/>
              <a:cxnLst/>
              <a:rect l="l" t="t" r="r" b="b"/>
              <a:pathLst>
                <a:path w="5600" h="8361" extrusionOk="0">
                  <a:moveTo>
                    <a:pt x="4411" y="1375"/>
                  </a:moveTo>
                  <a:lnTo>
                    <a:pt x="4411" y="1375"/>
                  </a:lnTo>
                  <a:cubicBezTo>
                    <a:pt x="4320" y="1491"/>
                    <a:pt x="4235" y="1602"/>
                    <a:pt x="4144" y="1718"/>
                  </a:cubicBezTo>
                  <a:cubicBezTo>
                    <a:pt x="4053" y="1834"/>
                    <a:pt x="3962" y="1951"/>
                    <a:pt x="3876" y="2072"/>
                  </a:cubicBezTo>
                  <a:cubicBezTo>
                    <a:pt x="3683" y="2021"/>
                    <a:pt x="3487" y="1991"/>
                    <a:pt x="3300" y="1971"/>
                  </a:cubicBezTo>
                  <a:cubicBezTo>
                    <a:pt x="3265" y="1965"/>
                    <a:pt x="3229" y="1961"/>
                    <a:pt x="3193" y="1956"/>
                  </a:cubicBezTo>
                  <a:cubicBezTo>
                    <a:pt x="3568" y="1713"/>
                    <a:pt x="3977" y="1517"/>
                    <a:pt x="4411" y="1375"/>
                  </a:cubicBezTo>
                  <a:close/>
                  <a:moveTo>
                    <a:pt x="2972" y="2102"/>
                  </a:moveTo>
                  <a:cubicBezTo>
                    <a:pt x="3072" y="2123"/>
                    <a:pt x="3174" y="2133"/>
                    <a:pt x="3275" y="2147"/>
                  </a:cubicBezTo>
                  <a:cubicBezTo>
                    <a:pt x="3431" y="2168"/>
                    <a:pt x="3592" y="2193"/>
                    <a:pt x="3755" y="2229"/>
                  </a:cubicBezTo>
                  <a:cubicBezTo>
                    <a:pt x="3578" y="2461"/>
                    <a:pt x="3401" y="2699"/>
                    <a:pt x="3235" y="2942"/>
                  </a:cubicBezTo>
                  <a:cubicBezTo>
                    <a:pt x="3189" y="3012"/>
                    <a:pt x="3144" y="3082"/>
                    <a:pt x="3098" y="3148"/>
                  </a:cubicBezTo>
                  <a:cubicBezTo>
                    <a:pt x="2780" y="3026"/>
                    <a:pt x="2391" y="2956"/>
                    <a:pt x="2032" y="2946"/>
                  </a:cubicBezTo>
                  <a:cubicBezTo>
                    <a:pt x="2314" y="2632"/>
                    <a:pt x="2628" y="2350"/>
                    <a:pt x="2972" y="2102"/>
                  </a:cubicBezTo>
                  <a:close/>
                  <a:moveTo>
                    <a:pt x="1984" y="3126"/>
                  </a:moveTo>
                  <a:cubicBezTo>
                    <a:pt x="2320" y="3126"/>
                    <a:pt x="2686" y="3190"/>
                    <a:pt x="2992" y="3305"/>
                  </a:cubicBezTo>
                  <a:cubicBezTo>
                    <a:pt x="2941" y="3380"/>
                    <a:pt x="2890" y="3457"/>
                    <a:pt x="2841" y="3527"/>
                  </a:cubicBezTo>
                  <a:cubicBezTo>
                    <a:pt x="2582" y="3467"/>
                    <a:pt x="2325" y="3467"/>
                    <a:pt x="2072" y="3467"/>
                  </a:cubicBezTo>
                  <a:cubicBezTo>
                    <a:pt x="2015" y="3468"/>
                    <a:pt x="1959" y="3469"/>
                    <a:pt x="1903" y="3469"/>
                  </a:cubicBezTo>
                  <a:cubicBezTo>
                    <a:pt x="1808" y="3469"/>
                    <a:pt x="1715" y="3466"/>
                    <a:pt x="1622" y="3457"/>
                  </a:cubicBezTo>
                  <a:cubicBezTo>
                    <a:pt x="1703" y="3345"/>
                    <a:pt x="1789" y="3234"/>
                    <a:pt x="1875" y="3128"/>
                  </a:cubicBezTo>
                  <a:cubicBezTo>
                    <a:pt x="1911" y="3127"/>
                    <a:pt x="1947" y="3126"/>
                    <a:pt x="1984" y="3126"/>
                  </a:cubicBezTo>
                  <a:close/>
                  <a:moveTo>
                    <a:pt x="4690" y="1461"/>
                  </a:moveTo>
                  <a:cubicBezTo>
                    <a:pt x="4720" y="1653"/>
                    <a:pt x="4765" y="1839"/>
                    <a:pt x="4811" y="2021"/>
                  </a:cubicBezTo>
                  <a:cubicBezTo>
                    <a:pt x="4916" y="2446"/>
                    <a:pt x="5012" y="2851"/>
                    <a:pt x="4977" y="3320"/>
                  </a:cubicBezTo>
                  <a:cubicBezTo>
                    <a:pt x="4956" y="3567"/>
                    <a:pt x="4916" y="3821"/>
                    <a:pt x="4856" y="4073"/>
                  </a:cubicBezTo>
                  <a:cubicBezTo>
                    <a:pt x="4760" y="3865"/>
                    <a:pt x="4629" y="3663"/>
                    <a:pt x="4502" y="3471"/>
                  </a:cubicBezTo>
                  <a:cubicBezTo>
                    <a:pt x="4270" y="3112"/>
                    <a:pt x="4028" y="2749"/>
                    <a:pt x="3997" y="2359"/>
                  </a:cubicBezTo>
                  <a:cubicBezTo>
                    <a:pt x="4119" y="2198"/>
                    <a:pt x="4240" y="2042"/>
                    <a:pt x="4361" y="1885"/>
                  </a:cubicBezTo>
                  <a:cubicBezTo>
                    <a:pt x="4467" y="1744"/>
                    <a:pt x="4578" y="1602"/>
                    <a:pt x="4690" y="1461"/>
                  </a:cubicBezTo>
                  <a:close/>
                  <a:moveTo>
                    <a:pt x="1507" y="3628"/>
                  </a:moveTo>
                  <a:cubicBezTo>
                    <a:pt x="1637" y="3646"/>
                    <a:pt x="1769" y="3651"/>
                    <a:pt x="1901" y="3651"/>
                  </a:cubicBezTo>
                  <a:cubicBezTo>
                    <a:pt x="1958" y="3651"/>
                    <a:pt x="2015" y="3650"/>
                    <a:pt x="2072" y="3648"/>
                  </a:cubicBezTo>
                  <a:cubicBezTo>
                    <a:pt x="2295" y="3648"/>
                    <a:pt x="2517" y="3648"/>
                    <a:pt x="2734" y="3688"/>
                  </a:cubicBezTo>
                  <a:cubicBezTo>
                    <a:pt x="2507" y="4043"/>
                    <a:pt x="2289" y="4381"/>
                    <a:pt x="2088" y="4709"/>
                  </a:cubicBezTo>
                  <a:cubicBezTo>
                    <a:pt x="1983" y="4706"/>
                    <a:pt x="1878" y="4704"/>
                    <a:pt x="1773" y="4704"/>
                  </a:cubicBezTo>
                  <a:cubicBezTo>
                    <a:pt x="1603" y="4704"/>
                    <a:pt x="1433" y="4708"/>
                    <a:pt x="1264" y="4714"/>
                  </a:cubicBezTo>
                  <a:cubicBezTo>
                    <a:pt x="1153" y="4714"/>
                    <a:pt x="1041" y="4719"/>
                    <a:pt x="931" y="4719"/>
                  </a:cubicBezTo>
                  <a:cubicBezTo>
                    <a:pt x="1087" y="4336"/>
                    <a:pt x="1279" y="3972"/>
                    <a:pt x="1507" y="3628"/>
                  </a:cubicBezTo>
                  <a:close/>
                  <a:moveTo>
                    <a:pt x="3846" y="2562"/>
                  </a:moveTo>
                  <a:cubicBezTo>
                    <a:pt x="3926" y="2921"/>
                    <a:pt x="4138" y="3249"/>
                    <a:pt x="4350" y="3572"/>
                  </a:cubicBezTo>
                  <a:cubicBezTo>
                    <a:pt x="4513" y="3815"/>
                    <a:pt x="4664" y="4043"/>
                    <a:pt x="4755" y="4280"/>
                  </a:cubicBezTo>
                  <a:cubicBezTo>
                    <a:pt x="4760" y="4295"/>
                    <a:pt x="4765" y="4306"/>
                    <a:pt x="4775" y="4315"/>
                  </a:cubicBezTo>
                  <a:cubicBezTo>
                    <a:pt x="4781" y="4320"/>
                    <a:pt x="4785" y="4320"/>
                    <a:pt x="4790" y="4320"/>
                  </a:cubicBezTo>
                  <a:cubicBezTo>
                    <a:pt x="4735" y="4512"/>
                    <a:pt x="4664" y="4700"/>
                    <a:pt x="4583" y="4886"/>
                  </a:cubicBezTo>
                  <a:cubicBezTo>
                    <a:pt x="4376" y="4199"/>
                    <a:pt x="3962" y="3537"/>
                    <a:pt x="3562" y="2951"/>
                  </a:cubicBezTo>
                  <a:cubicBezTo>
                    <a:pt x="3653" y="2820"/>
                    <a:pt x="3750" y="2688"/>
                    <a:pt x="3846" y="2562"/>
                  </a:cubicBezTo>
                  <a:close/>
                  <a:moveTo>
                    <a:pt x="1714" y="4886"/>
                  </a:moveTo>
                  <a:cubicBezTo>
                    <a:pt x="1804" y="4886"/>
                    <a:pt x="1892" y="4888"/>
                    <a:pt x="1981" y="4891"/>
                  </a:cubicBezTo>
                  <a:cubicBezTo>
                    <a:pt x="1804" y="5179"/>
                    <a:pt x="1638" y="5472"/>
                    <a:pt x="1481" y="5755"/>
                  </a:cubicBezTo>
                  <a:cubicBezTo>
                    <a:pt x="1466" y="5754"/>
                    <a:pt x="1451" y="5754"/>
                    <a:pt x="1436" y="5754"/>
                  </a:cubicBezTo>
                  <a:cubicBezTo>
                    <a:pt x="1145" y="5754"/>
                    <a:pt x="870" y="5798"/>
                    <a:pt x="591" y="5841"/>
                  </a:cubicBezTo>
                  <a:cubicBezTo>
                    <a:pt x="658" y="5523"/>
                    <a:pt x="743" y="5209"/>
                    <a:pt x="859" y="4901"/>
                  </a:cubicBezTo>
                  <a:cubicBezTo>
                    <a:pt x="996" y="4901"/>
                    <a:pt x="1132" y="4901"/>
                    <a:pt x="1274" y="4896"/>
                  </a:cubicBezTo>
                  <a:cubicBezTo>
                    <a:pt x="1424" y="4890"/>
                    <a:pt x="1570" y="4886"/>
                    <a:pt x="1714" y="4886"/>
                  </a:cubicBezTo>
                  <a:close/>
                  <a:moveTo>
                    <a:pt x="3452" y="3108"/>
                  </a:moveTo>
                  <a:cubicBezTo>
                    <a:pt x="3871" y="3730"/>
                    <a:pt x="4300" y="4432"/>
                    <a:pt x="4467" y="5139"/>
                  </a:cubicBezTo>
                  <a:cubicBezTo>
                    <a:pt x="4441" y="5194"/>
                    <a:pt x="4417" y="5245"/>
                    <a:pt x="4387" y="5300"/>
                  </a:cubicBezTo>
                  <a:cubicBezTo>
                    <a:pt x="4184" y="5684"/>
                    <a:pt x="3942" y="6027"/>
                    <a:pt x="3653" y="6337"/>
                  </a:cubicBezTo>
                  <a:cubicBezTo>
                    <a:pt x="3557" y="6129"/>
                    <a:pt x="3466" y="5912"/>
                    <a:pt x="3375" y="5679"/>
                  </a:cubicBezTo>
                  <a:cubicBezTo>
                    <a:pt x="3179" y="5194"/>
                    <a:pt x="2976" y="4700"/>
                    <a:pt x="2683" y="4269"/>
                  </a:cubicBezTo>
                  <a:cubicBezTo>
                    <a:pt x="2921" y="3896"/>
                    <a:pt x="3179" y="3511"/>
                    <a:pt x="3452" y="3108"/>
                  </a:cubicBezTo>
                  <a:close/>
                  <a:moveTo>
                    <a:pt x="2577" y="4441"/>
                  </a:moveTo>
                  <a:cubicBezTo>
                    <a:pt x="2841" y="4831"/>
                    <a:pt x="3022" y="5295"/>
                    <a:pt x="3204" y="5745"/>
                  </a:cubicBezTo>
                  <a:cubicBezTo>
                    <a:pt x="3305" y="5992"/>
                    <a:pt x="3406" y="6240"/>
                    <a:pt x="3517" y="6477"/>
                  </a:cubicBezTo>
                  <a:cubicBezTo>
                    <a:pt x="3249" y="6745"/>
                    <a:pt x="2941" y="6983"/>
                    <a:pt x="2587" y="7200"/>
                  </a:cubicBezTo>
                  <a:cubicBezTo>
                    <a:pt x="2360" y="6609"/>
                    <a:pt x="2041" y="5992"/>
                    <a:pt x="1855" y="5649"/>
                  </a:cubicBezTo>
                  <a:cubicBezTo>
                    <a:pt x="2077" y="5255"/>
                    <a:pt x="2319" y="4851"/>
                    <a:pt x="2577" y="4441"/>
                  </a:cubicBezTo>
                  <a:close/>
                  <a:moveTo>
                    <a:pt x="1749" y="5831"/>
                  </a:moveTo>
                  <a:cubicBezTo>
                    <a:pt x="1936" y="6190"/>
                    <a:pt x="2223" y="6755"/>
                    <a:pt x="2431" y="7291"/>
                  </a:cubicBezTo>
                  <a:cubicBezTo>
                    <a:pt x="2319" y="7356"/>
                    <a:pt x="2204" y="7417"/>
                    <a:pt x="2083" y="7478"/>
                  </a:cubicBezTo>
                  <a:cubicBezTo>
                    <a:pt x="2077" y="7473"/>
                    <a:pt x="2077" y="7463"/>
                    <a:pt x="2072" y="7458"/>
                  </a:cubicBezTo>
                  <a:cubicBezTo>
                    <a:pt x="1810" y="7074"/>
                    <a:pt x="1643" y="6664"/>
                    <a:pt x="1507" y="6276"/>
                  </a:cubicBezTo>
                  <a:cubicBezTo>
                    <a:pt x="1582" y="6129"/>
                    <a:pt x="1663" y="5983"/>
                    <a:pt x="1749" y="5831"/>
                  </a:cubicBezTo>
                  <a:close/>
                  <a:moveTo>
                    <a:pt x="1379" y="5932"/>
                  </a:moveTo>
                  <a:lnTo>
                    <a:pt x="1379" y="5932"/>
                  </a:lnTo>
                  <a:cubicBezTo>
                    <a:pt x="1143" y="6367"/>
                    <a:pt x="920" y="6796"/>
                    <a:pt x="719" y="7230"/>
                  </a:cubicBezTo>
                  <a:cubicBezTo>
                    <a:pt x="668" y="7326"/>
                    <a:pt x="617" y="7428"/>
                    <a:pt x="561" y="7524"/>
                  </a:cubicBezTo>
                  <a:cubicBezTo>
                    <a:pt x="542" y="7569"/>
                    <a:pt x="521" y="7615"/>
                    <a:pt x="495" y="7655"/>
                  </a:cubicBezTo>
                  <a:cubicBezTo>
                    <a:pt x="440" y="7104"/>
                    <a:pt x="465" y="6559"/>
                    <a:pt x="556" y="6034"/>
                  </a:cubicBezTo>
                  <a:lnTo>
                    <a:pt x="602" y="6023"/>
                  </a:lnTo>
                  <a:cubicBezTo>
                    <a:pt x="864" y="5983"/>
                    <a:pt x="1118" y="5943"/>
                    <a:pt x="1379" y="5932"/>
                  </a:cubicBezTo>
                  <a:close/>
                  <a:moveTo>
                    <a:pt x="1390" y="6493"/>
                  </a:moveTo>
                  <a:cubicBezTo>
                    <a:pt x="1521" y="6846"/>
                    <a:pt x="1683" y="7210"/>
                    <a:pt x="1920" y="7554"/>
                  </a:cubicBezTo>
                  <a:cubicBezTo>
                    <a:pt x="1526" y="7731"/>
                    <a:pt x="1097" y="7888"/>
                    <a:pt x="622" y="8028"/>
                  </a:cubicBezTo>
                  <a:cubicBezTo>
                    <a:pt x="677" y="7902"/>
                    <a:pt x="738" y="7776"/>
                    <a:pt x="803" y="7650"/>
                  </a:cubicBezTo>
                  <a:cubicBezTo>
                    <a:pt x="859" y="7549"/>
                    <a:pt x="910" y="7447"/>
                    <a:pt x="961" y="7347"/>
                  </a:cubicBezTo>
                  <a:cubicBezTo>
                    <a:pt x="1097" y="7058"/>
                    <a:pt x="1244" y="6776"/>
                    <a:pt x="1390" y="6493"/>
                  </a:cubicBezTo>
                  <a:close/>
                  <a:moveTo>
                    <a:pt x="5445" y="0"/>
                  </a:moveTo>
                  <a:cubicBezTo>
                    <a:pt x="5398" y="0"/>
                    <a:pt x="5352" y="24"/>
                    <a:pt x="5326" y="67"/>
                  </a:cubicBezTo>
                  <a:cubicBezTo>
                    <a:pt x="5133" y="389"/>
                    <a:pt x="4907" y="703"/>
                    <a:pt x="4679" y="1016"/>
                  </a:cubicBezTo>
                  <a:lnTo>
                    <a:pt x="4664" y="1016"/>
                  </a:lnTo>
                  <a:cubicBezTo>
                    <a:pt x="3275" y="1370"/>
                    <a:pt x="2102" y="2259"/>
                    <a:pt x="1309" y="3431"/>
                  </a:cubicBezTo>
                  <a:cubicBezTo>
                    <a:pt x="1289" y="3441"/>
                    <a:pt x="1274" y="3462"/>
                    <a:pt x="1269" y="3492"/>
                  </a:cubicBezTo>
                  <a:cubicBezTo>
                    <a:pt x="1264" y="3492"/>
                    <a:pt x="1269" y="3497"/>
                    <a:pt x="1264" y="3497"/>
                  </a:cubicBezTo>
                  <a:cubicBezTo>
                    <a:pt x="400" y="4815"/>
                    <a:pt x="1" y="6477"/>
                    <a:pt x="283" y="8135"/>
                  </a:cubicBezTo>
                  <a:cubicBezTo>
                    <a:pt x="283" y="8149"/>
                    <a:pt x="288" y="8170"/>
                    <a:pt x="294" y="8186"/>
                  </a:cubicBezTo>
                  <a:lnTo>
                    <a:pt x="294" y="8196"/>
                  </a:lnTo>
                  <a:cubicBezTo>
                    <a:pt x="288" y="8216"/>
                    <a:pt x="288" y="8236"/>
                    <a:pt x="294" y="8256"/>
                  </a:cubicBezTo>
                  <a:cubicBezTo>
                    <a:pt x="299" y="8286"/>
                    <a:pt x="314" y="8307"/>
                    <a:pt x="329" y="8322"/>
                  </a:cubicBezTo>
                  <a:cubicBezTo>
                    <a:pt x="357" y="8345"/>
                    <a:pt x="394" y="8360"/>
                    <a:pt x="431" y="8360"/>
                  </a:cubicBezTo>
                  <a:cubicBezTo>
                    <a:pt x="441" y="8360"/>
                    <a:pt x="451" y="8359"/>
                    <a:pt x="460" y="8357"/>
                  </a:cubicBezTo>
                  <a:cubicBezTo>
                    <a:pt x="2568" y="7792"/>
                    <a:pt x="3855" y="6892"/>
                    <a:pt x="4629" y="5427"/>
                  </a:cubicBezTo>
                  <a:cubicBezTo>
                    <a:pt x="4987" y="4749"/>
                    <a:pt x="5194" y="4043"/>
                    <a:pt x="5250" y="3340"/>
                  </a:cubicBezTo>
                  <a:cubicBezTo>
                    <a:pt x="5285" y="2825"/>
                    <a:pt x="5180" y="2385"/>
                    <a:pt x="5073" y="1956"/>
                  </a:cubicBezTo>
                  <a:cubicBezTo>
                    <a:pt x="5017" y="1718"/>
                    <a:pt x="4956" y="1466"/>
                    <a:pt x="4921" y="1203"/>
                  </a:cubicBezTo>
                  <a:cubicBezTo>
                    <a:pt x="4916" y="1193"/>
                    <a:pt x="4912" y="1177"/>
                    <a:pt x="4907" y="1163"/>
                  </a:cubicBezTo>
                  <a:cubicBezTo>
                    <a:pt x="5138" y="855"/>
                    <a:pt x="5361" y="536"/>
                    <a:pt x="5558" y="207"/>
                  </a:cubicBezTo>
                  <a:cubicBezTo>
                    <a:pt x="5599" y="142"/>
                    <a:pt x="5579" y="56"/>
                    <a:pt x="5518" y="20"/>
                  </a:cubicBezTo>
                  <a:cubicBezTo>
                    <a:pt x="5495" y="7"/>
                    <a:pt x="5470" y="0"/>
                    <a:pt x="5445"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46"/>
            <p:cNvSpPr/>
            <p:nvPr/>
          </p:nvSpPr>
          <p:spPr>
            <a:xfrm>
              <a:off x="7150633" y="954234"/>
              <a:ext cx="34252" cy="62754"/>
            </a:xfrm>
            <a:custGeom>
              <a:avLst/>
              <a:gdLst/>
              <a:ahLst/>
              <a:cxnLst/>
              <a:rect l="l" t="t" r="r" b="b"/>
              <a:pathLst>
                <a:path w="941" h="1724" extrusionOk="0">
                  <a:moveTo>
                    <a:pt x="940" y="1"/>
                  </a:moveTo>
                  <a:cubicBezTo>
                    <a:pt x="679" y="12"/>
                    <a:pt x="425" y="52"/>
                    <a:pt x="163" y="92"/>
                  </a:cubicBezTo>
                  <a:lnTo>
                    <a:pt x="117" y="103"/>
                  </a:lnTo>
                  <a:cubicBezTo>
                    <a:pt x="26" y="628"/>
                    <a:pt x="1" y="1173"/>
                    <a:pt x="56" y="1724"/>
                  </a:cubicBezTo>
                  <a:cubicBezTo>
                    <a:pt x="82" y="1684"/>
                    <a:pt x="103" y="1638"/>
                    <a:pt x="122" y="1593"/>
                  </a:cubicBezTo>
                  <a:cubicBezTo>
                    <a:pt x="178" y="1497"/>
                    <a:pt x="229" y="1395"/>
                    <a:pt x="280" y="1299"/>
                  </a:cubicBezTo>
                  <a:cubicBezTo>
                    <a:pt x="481" y="865"/>
                    <a:pt x="704" y="436"/>
                    <a:pt x="940"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46"/>
            <p:cNvSpPr/>
            <p:nvPr/>
          </p:nvSpPr>
          <p:spPr>
            <a:xfrm>
              <a:off x="7156166" y="916197"/>
              <a:ext cx="50596" cy="34762"/>
            </a:xfrm>
            <a:custGeom>
              <a:avLst/>
              <a:gdLst/>
              <a:ahLst/>
              <a:cxnLst/>
              <a:rect l="l" t="t" r="r" b="b"/>
              <a:pathLst>
                <a:path w="1390" h="955" extrusionOk="0">
                  <a:moveTo>
                    <a:pt x="1123" y="0"/>
                  </a:moveTo>
                  <a:cubicBezTo>
                    <a:pt x="979" y="0"/>
                    <a:pt x="833" y="4"/>
                    <a:pt x="683" y="10"/>
                  </a:cubicBezTo>
                  <a:cubicBezTo>
                    <a:pt x="541" y="15"/>
                    <a:pt x="405" y="15"/>
                    <a:pt x="268" y="15"/>
                  </a:cubicBezTo>
                  <a:cubicBezTo>
                    <a:pt x="152" y="323"/>
                    <a:pt x="67" y="637"/>
                    <a:pt x="0" y="955"/>
                  </a:cubicBezTo>
                  <a:cubicBezTo>
                    <a:pt x="279" y="912"/>
                    <a:pt x="554" y="868"/>
                    <a:pt x="845" y="868"/>
                  </a:cubicBezTo>
                  <a:cubicBezTo>
                    <a:pt x="860" y="868"/>
                    <a:pt x="875" y="868"/>
                    <a:pt x="890" y="869"/>
                  </a:cubicBezTo>
                  <a:cubicBezTo>
                    <a:pt x="1047" y="586"/>
                    <a:pt x="1213" y="293"/>
                    <a:pt x="1390" y="5"/>
                  </a:cubicBezTo>
                  <a:cubicBezTo>
                    <a:pt x="1301" y="2"/>
                    <a:pt x="1213" y="0"/>
                    <a:pt x="1123"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46"/>
            <p:cNvSpPr/>
            <p:nvPr/>
          </p:nvSpPr>
          <p:spPr>
            <a:xfrm>
              <a:off x="7168505" y="870370"/>
              <a:ext cx="65666" cy="39785"/>
            </a:xfrm>
            <a:custGeom>
              <a:avLst/>
              <a:gdLst/>
              <a:ahLst/>
              <a:cxnLst/>
              <a:rect l="l" t="t" r="r" b="b"/>
              <a:pathLst>
                <a:path w="1804" h="1093" extrusionOk="0">
                  <a:moveTo>
                    <a:pt x="577" y="1"/>
                  </a:moveTo>
                  <a:cubicBezTo>
                    <a:pt x="349" y="345"/>
                    <a:pt x="157" y="709"/>
                    <a:pt x="1" y="1092"/>
                  </a:cubicBezTo>
                  <a:cubicBezTo>
                    <a:pt x="111" y="1092"/>
                    <a:pt x="223" y="1087"/>
                    <a:pt x="334" y="1087"/>
                  </a:cubicBezTo>
                  <a:cubicBezTo>
                    <a:pt x="503" y="1081"/>
                    <a:pt x="673" y="1077"/>
                    <a:pt x="843" y="1077"/>
                  </a:cubicBezTo>
                  <a:cubicBezTo>
                    <a:pt x="948" y="1077"/>
                    <a:pt x="1053" y="1079"/>
                    <a:pt x="1158" y="1082"/>
                  </a:cubicBezTo>
                  <a:cubicBezTo>
                    <a:pt x="1359" y="754"/>
                    <a:pt x="1577" y="416"/>
                    <a:pt x="1804" y="61"/>
                  </a:cubicBezTo>
                  <a:cubicBezTo>
                    <a:pt x="1587" y="21"/>
                    <a:pt x="1365" y="21"/>
                    <a:pt x="1142" y="21"/>
                  </a:cubicBezTo>
                  <a:cubicBezTo>
                    <a:pt x="1085" y="23"/>
                    <a:pt x="1028" y="24"/>
                    <a:pt x="971" y="24"/>
                  </a:cubicBezTo>
                  <a:cubicBezTo>
                    <a:pt x="839" y="24"/>
                    <a:pt x="707" y="19"/>
                    <a:pt x="577"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46"/>
            <p:cNvSpPr/>
            <p:nvPr/>
          </p:nvSpPr>
          <p:spPr>
            <a:xfrm>
              <a:off x="7193657" y="852098"/>
              <a:ext cx="49941" cy="14669"/>
            </a:xfrm>
            <a:custGeom>
              <a:avLst/>
              <a:gdLst/>
              <a:ahLst/>
              <a:cxnLst/>
              <a:rect l="l" t="t" r="r" b="b"/>
              <a:pathLst>
                <a:path w="1372" h="403" extrusionOk="0">
                  <a:moveTo>
                    <a:pt x="363" y="1"/>
                  </a:moveTo>
                  <a:cubicBezTo>
                    <a:pt x="326" y="1"/>
                    <a:pt x="290" y="2"/>
                    <a:pt x="254" y="3"/>
                  </a:cubicBezTo>
                  <a:cubicBezTo>
                    <a:pt x="168" y="109"/>
                    <a:pt x="82" y="220"/>
                    <a:pt x="1" y="332"/>
                  </a:cubicBezTo>
                  <a:cubicBezTo>
                    <a:pt x="94" y="341"/>
                    <a:pt x="187" y="344"/>
                    <a:pt x="282" y="344"/>
                  </a:cubicBezTo>
                  <a:cubicBezTo>
                    <a:pt x="338" y="344"/>
                    <a:pt x="394" y="343"/>
                    <a:pt x="451" y="342"/>
                  </a:cubicBezTo>
                  <a:cubicBezTo>
                    <a:pt x="704" y="342"/>
                    <a:pt x="961" y="342"/>
                    <a:pt x="1220" y="402"/>
                  </a:cubicBezTo>
                  <a:cubicBezTo>
                    <a:pt x="1269" y="332"/>
                    <a:pt x="1320" y="255"/>
                    <a:pt x="1371" y="180"/>
                  </a:cubicBezTo>
                  <a:cubicBezTo>
                    <a:pt x="1065" y="65"/>
                    <a:pt x="699" y="1"/>
                    <a:pt x="363"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46"/>
            <p:cNvSpPr/>
            <p:nvPr/>
          </p:nvSpPr>
          <p:spPr>
            <a:xfrm>
              <a:off x="7208581" y="814861"/>
              <a:ext cx="62754" cy="38074"/>
            </a:xfrm>
            <a:custGeom>
              <a:avLst/>
              <a:gdLst/>
              <a:ahLst/>
              <a:cxnLst/>
              <a:rect l="l" t="t" r="r" b="b"/>
              <a:pathLst>
                <a:path w="1724" h="1046" extrusionOk="0">
                  <a:moveTo>
                    <a:pt x="941" y="0"/>
                  </a:moveTo>
                  <a:cubicBezTo>
                    <a:pt x="597" y="248"/>
                    <a:pt x="283" y="530"/>
                    <a:pt x="1" y="844"/>
                  </a:cubicBezTo>
                  <a:cubicBezTo>
                    <a:pt x="360" y="854"/>
                    <a:pt x="749" y="924"/>
                    <a:pt x="1067" y="1046"/>
                  </a:cubicBezTo>
                  <a:cubicBezTo>
                    <a:pt x="1113" y="980"/>
                    <a:pt x="1158" y="910"/>
                    <a:pt x="1204" y="840"/>
                  </a:cubicBezTo>
                  <a:cubicBezTo>
                    <a:pt x="1370" y="597"/>
                    <a:pt x="1547" y="359"/>
                    <a:pt x="1724" y="127"/>
                  </a:cubicBezTo>
                  <a:cubicBezTo>
                    <a:pt x="1561" y="91"/>
                    <a:pt x="1400" y="66"/>
                    <a:pt x="1244" y="45"/>
                  </a:cubicBezTo>
                  <a:cubicBezTo>
                    <a:pt x="1143" y="31"/>
                    <a:pt x="1041" y="21"/>
                    <a:pt x="941"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46"/>
            <p:cNvSpPr/>
            <p:nvPr/>
          </p:nvSpPr>
          <p:spPr>
            <a:xfrm>
              <a:off x="7250877" y="788363"/>
              <a:ext cx="44335" cy="25444"/>
            </a:xfrm>
            <a:custGeom>
              <a:avLst/>
              <a:gdLst/>
              <a:ahLst/>
              <a:cxnLst/>
              <a:rect l="l" t="t" r="r" b="b"/>
              <a:pathLst>
                <a:path w="1218" h="699" extrusionOk="0">
                  <a:moveTo>
                    <a:pt x="1218" y="1"/>
                  </a:moveTo>
                  <a:lnTo>
                    <a:pt x="1218" y="1"/>
                  </a:lnTo>
                  <a:cubicBezTo>
                    <a:pt x="784" y="143"/>
                    <a:pt x="375" y="339"/>
                    <a:pt x="0" y="582"/>
                  </a:cubicBezTo>
                  <a:cubicBezTo>
                    <a:pt x="36" y="587"/>
                    <a:pt x="72" y="591"/>
                    <a:pt x="107" y="597"/>
                  </a:cubicBezTo>
                  <a:cubicBezTo>
                    <a:pt x="294" y="617"/>
                    <a:pt x="490" y="647"/>
                    <a:pt x="683" y="698"/>
                  </a:cubicBezTo>
                  <a:cubicBezTo>
                    <a:pt x="769" y="577"/>
                    <a:pt x="860" y="460"/>
                    <a:pt x="951" y="344"/>
                  </a:cubicBezTo>
                  <a:cubicBezTo>
                    <a:pt x="1042" y="228"/>
                    <a:pt x="1127" y="117"/>
                    <a:pt x="1218"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46"/>
            <p:cNvSpPr/>
            <p:nvPr/>
          </p:nvSpPr>
          <p:spPr>
            <a:xfrm>
              <a:off x="7280142" y="791493"/>
              <a:ext cx="36982" cy="95113"/>
            </a:xfrm>
            <a:custGeom>
              <a:avLst/>
              <a:gdLst/>
              <a:ahLst/>
              <a:cxnLst/>
              <a:rect l="l" t="t" r="r" b="b"/>
              <a:pathLst>
                <a:path w="1016" h="2613" extrusionOk="0">
                  <a:moveTo>
                    <a:pt x="693" y="1"/>
                  </a:moveTo>
                  <a:cubicBezTo>
                    <a:pt x="581" y="142"/>
                    <a:pt x="470" y="284"/>
                    <a:pt x="364" y="425"/>
                  </a:cubicBezTo>
                  <a:cubicBezTo>
                    <a:pt x="243" y="582"/>
                    <a:pt x="122" y="738"/>
                    <a:pt x="0" y="899"/>
                  </a:cubicBezTo>
                  <a:cubicBezTo>
                    <a:pt x="31" y="1289"/>
                    <a:pt x="273" y="1652"/>
                    <a:pt x="505" y="2011"/>
                  </a:cubicBezTo>
                  <a:cubicBezTo>
                    <a:pt x="632" y="2203"/>
                    <a:pt x="763" y="2405"/>
                    <a:pt x="859" y="2613"/>
                  </a:cubicBezTo>
                  <a:cubicBezTo>
                    <a:pt x="919" y="2361"/>
                    <a:pt x="959" y="2107"/>
                    <a:pt x="980" y="1860"/>
                  </a:cubicBezTo>
                  <a:cubicBezTo>
                    <a:pt x="1015" y="1391"/>
                    <a:pt x="919" y="986"/>
                    <a:pt x="814" y="561"/>
                  </a:cubicBezTo>
                  <a:cubicBezTo>
                    <a:pt x="768" y="379"/>
                    <a:pt x="723" y="193"/>
                    <a:pt x="693"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1" name="Google Shape;2941;p46"/>
            <p:cNvSpPr/>
            <p:nvPr/>
          </p:nvSpPr>
          <p:spPr>
            <a:xfrm>
              <a:off x="7264308" y="831568"/>
              <a:ext cx="44736" cy="84666"/>
            </a:xfrm>
            <a:custGeom>
              <a:avLst/>
              <a:gdLst/>
              <a:ahLst/>
              <a:cxnLst/>
              <a:rect l="l" t="t" r="r" b="b"/>
              <a:pathLst>
                <a:path w="1229" h="2326" extrusionOk="0">
                  <a:moveTo>
                    <a:pt x="284" y="1"/>
                  </a:moveTo>
                  <a:cubicBezTo>
                    <a:pt x="188" y="127"/>
                    <a:pt x="91" y="259"/>
                    <a:pt x="0" y="390"/>
                  </a:cubicBezTo>
                  <a:cubicBezTo>
                    <a:pt x="400" y="976"/>
                    <a:pt x="814" y="1638"/>
                    <a:pt x="1021" y="2325"/>
                  </a:cubicBezTo>
                  <a:cubicBezTo>
                    <a:pt x="1102" y="2139"/>
                    <a:pt x="1173" y="1951"/>
                    <a:pt x="1228" y="1759"/>
                  </a:cubicBezTo>
                  <a:cubicBezTo>
                    <a:pt x="1223" y="1759"/>
                    <a:pt x="1219" y="1759"/>
                    <a:pt x="1213" y="1754"/>
                  </a:cubicBezTo>
                  <a:cubicBezTo>
                    <a:pt x="1203" y="1745"/>
                    <a:pt x="1198" y="1734"/>
                    <a:pt x="1193" y="1719"/>
                  </a:cubicBezTo>
                  <a:cubicBezTo>
                    <a:pt x="1102" y="1482"/>
                    <a:pt x="951" y="1254"/>
                    <a:pt x="788" y="1011"/>
                  </a:cubicBezTo>
                  <a:cubicBezTo>
                    <a:pt x="576" y="688"/>
                    <a:pt x="364" y="360"/>
                    <a:pt x="284"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2" name="Google Shape;2942;p46"/>
            <p:cNvSpPr/>
            <p:nvPr/>
          </p:nvSpPr>
          <p:spPr>
            <a:xfrm>
              <a:off x="7232277" y="851442"/>
              <a:ext cx="64974" cy="117572"/>
            </a:xfrm>
            <a:custGeom>
              <a:avLst/>
              <a:gdLst/>
              <a:ahLst/>
              <a:cxnLst/>
              <a:rect l="l" t="t" r="r" b="b"/>
              <a:pathLst>
                <a:path w="1785" h="3230" extrusionOk="0">
                  <a:moveTo>
                    <a:pt x="770" y="1"/>
                  </a:moveTo>
                  <a:cubicBezTo>
                    <a:pt x="497" y="404"/>
                    <a:pt x="239" y="789"/>
                    <a:pt x="1" y="1162"/>
                  </a:cubicBezTo>
                  <a:cubicBezTo>
                    <a:pt x="294" y="1593"/>
                    <a:pt x="497" y="2087"/>
                    <a:pt x="693" y="2572"/>
                  </a:cubicBezTo>
                  <a:cubicBezTo>
                    <a:pt x="784" y="2805"/>
                    <a:pt x="875" y="3022"/>
                    <a:pt x="971" y="3230"/>
                  </a:cubicBezTo>
                  <a:cubicBezTo>
                    <a:pt x="1260" y="2920"/>
                    <a:pt x="1502" y="2577"/>
                    <a:pt x="1705" y="2193"/>
                  </a:cubicBezTo>
                  <a:cubicBezTo>
                    <a:pt x="1735" y="2138"/>
                    <a:pt x="1759" y="2087"/>
                    <a:pt x="1785" y="2032"/>
                  </a:cubicBezTo>
                  <a:cubicBezTo>
                    <a:pt x="1618" y="1325"/>
                    <a:pt x="1189" y="623"/>
                    <a:pt x="770"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3" name="Google Shape;2943;p46"/>
            <p:cNvSpPr/>
            <p:nvPr/>
          </p:nvSpPr>
          <p:spPr>
            <a:xfrm>
              <a:off x="7202138" y="899999"/>
              <a:ext cx="60570" cy="100428"/>
            </a:xfrm>
            <a:custGeom>
              <a:avLst/>
              <a:gdLst/>
              <a:ahLst/>
              <a:cxnLst/>
              <a:rect l="l" t="t" r="r" b="b"/>
              <a:pathLst>
                <a:path w="1664" h="2759" extrusionOk="0">
                  <a:moveTo>
                    <a:pt x="723" y="0"/>
                  </a:moveTo>
                  <a:cubicBezTo>
                    <a:pt x="465" y="410"/>
                    <a:pt x="223" y="814"/>
                    <a:pt x="1" y="1208"/>
                  </a:cubicBezTo>
                  <a:cubicBezTo>
                    <a:pt x="187" y="1551"/>
                    <a:pt x="506" y="2168"/>
                    <a:pt x="733" y="2759"/>
                  </a:cubicBezTo>
                  <a:cubicBezTo>
                    <a:pt x="1087" y="2542"/>
                    <a:pt x="1395" y="2304"/>
                    <a:pt x="1663" y="2036"/>
                  </a:cubicBezTo>
                  <a:cubicBezTo>
                    <a:pt x="1552" y="1799"/>
                    <a:pt x="1451" y="1551"/>
                    <a:pt x="1350" y="1304"/>
                  </a:cubicBezTo>
                  <a:cubicBezTo>
                    <a:pt x="1168" y="854"/>
                    <a:pt x="987" y="390"/>
                    <a:pt x="723"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46"/>
            <p:cNvSpPr/>
            <p:nvPr/>
          </p:nvSpPr>
          <p:spPr>
            <a:xfrm>
              <a:off x="7189471" y="950594"/>
              <a:ext cx="33670" cy="59951"/>
            </a:xfrm>
            <a:custGeom>
              <a:avLst/>
              <a:gdLst/>
              <a:ahLst/>
              <a:cxnLst/>
              <a:rect l="l" t="t" r="r" b="b"/>
              <a:pathLst>
                <a:path w="925" h="1647" extrusionOk="0">
                  <a:moveTo>
                    <a:pt x="243" y="0"/>
                  </a:moveTo>
                  <a:cubicBezTo>
                    <a:pt x="157" y="152"/>
                    <a:pt x="76" y="298"/>
                    <a:pt x="1" y="445"/>
                  </a:cubicBezTo>
                  <a:cubicBezTo>
                    <a:pt x="137" y="833"/>
                    <a:pt x="304" y="1243"/>
                    <a:pt x="566" y="1627"/>
                  </a:cubicBezTo>
                  <a:cubicBezTo>
                    <a:pt x="571" y="1632"/>
                    <a:pt x="571" y="1642"/>
                    <a:pt x="577" y="1647"/>
                  </a:cubicBezTo>
                  <a:cubicBezTo>
                    <a:pt x="698" y="1586"/>
                    <a:pt x="813" y="1525"/>
                    <a:pt x="925" y="1460"/>
                  </a:cubicBezTo>
                  <a:cubicBezTo>
                    <a:pt x="717" y="924"/>
                    <a:pt x="430" y="359"/>
                    <a:pt x="243"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5" name="Google Shape;2945;p46"/>
            <p:cNvSpPr/>
            <p:nvPr/>
          </p:nvSpPr>
          <p:spPr>
            <a:xfrm>
              <a:off x="7157258" y="974690"/>
              <a:ext cx="47320" cy="55910"/>
            </a:xfrm>
            <a:custGeom>
              <a:avLst/>
              <a:gdLst/>
              <a:ahLst/>
              <a:cxnLst/>
              <a:rect l="l" t="t" r="r" b="b"/>
              <a:pathLst>
                <a:path w="1300" h="1536" extrusionOk="0">
                  <a:moveTo>
                    <a:pt x="769" y="0"/>
                  </a:moveTo>
                  <a:cubicBezTo>
                    <a:pt x="623" y="283"/>
                    <a:pt x="476" y="565"/>
                    <a:pt x="340" y="854"/>
                  </a:cubicBezTo>
                  <a:cubicBezTo>
                    <a:pt x="289" y="954"/>
                    <a:pt x="238" y="1056"/>
                    <a:pt x="182" y="1157"/>
                  </a:cubicBezTo>
                  <a:cubicBezTo>
                    <a:pt x="117" y="1283"/>
                    <a:pt x="56" y="1409"/>
                    <a:pt x="1" y="1535"/>
                  </a:cubicBezTo>
                  <a:cubicBezTo>
                    <a:pt x="476" y="1395"/>
                    <a:pt x="905" y="1238"/>
                    <a:pt x="1299" y="1061"/>
                  </a:cubicBezTo>
                  <a:cubicBezTo>
                    <a:pt x="1062" y="717"/>
                    <a:pt x="900" y="353"/>
                    <a:pt x="769"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46" name="Google Shape;2946;p46"/>
          <p:cNvGrpSpPr/>
          <p:nvPr/>
        </p:nvGrpSpPr>
        <p:grpSpPr>
          <a:xfrm>
            <a:off x="8063106" y="372732"/>
            <a:ext cx="479404" cy="466370"/>
            <a:chOff x="6868725" y="988525"/>
            <a:chExt cx="187575" cy="182475"/>
          </a:xfrm>
        </p:grpSpPr>
        <p:sp>
          <p:nvSpPr>
            <p:cNvPr id="2947" name="Google Shape;2947;p46"/>
            <p:cNvSpPr/>
            <p:nvPr/>
          </p:nvSpPr>
          <p:spPr>
            <a:xfrm>
              <a:off x="6868725" y="988525"/>
              <a:ext cx="187575" cy="182475"/>
            </a:xfrm>
            <a:custGeom>
              <a:avLst/>
              <a:gdLst/>
              <a:ahLst/>
              <a:cxnLst/>
              <a:rect l="l" t="t" r="r" b="b"/>
              <a:pathLst>
                <a:path w="7503" h="7299" extrusionOk="0">
                  <a:moveTo>
                    <a:pt x="3644" y="189"/>
                  </a:moveTo>
                  <a:cubicBezTo>
                    <a:pt x="3812" y="189"/>
                    <a:pt x="3969" y="282"/>
                    <a:pt x="4108" y="459"/>
                  </a:cubicBezTo>
                  <a:cubicBezTo>
                    <a:pt x="4527" y="999"/>
                    <a:pt x="4285" y="2136"/>
                    <a:pt x="4007" y="2828"/>
                  </a:cubicBezTo>
                  <a:cubicBezTo>
                    <a:pt x="3977" y="2812"/>
                    <a:pt x="3946" y="2798"/>
                    <a:pt x="3911" y="2788"/>
                  </a:cubicBezTo>
                  <a:cubicBezTo>
                    <a:pt x="3926" y="2777"/>
                    <a:pt x="3936" y="2762"/>
                    <a:pt x="3936" y="2747"/>
                  </a:cubicBezTo>
                  <a:cubicBezTo>
                    <a:pt x="3991" y="2485"/>
                    <a:pt x="4012" y="2196"/>
                    <a:pt x="4007" y="1828"/>
                  </a:cubicBezTo>
                  <a:cubicBezTo>
                    <a:pt x="4007" y="1792"/>
                    <a:pt x="3982" y="1762"/>
                    <a:pt x="3946" y="1762"/>
                  </a:cubicBezTo>
                  <a:cubicBezTo>
                    <a:pt x="3911" y="1762"/>
                    <a:pt x="3881" y="1792"/>
                    <a:pt x="3881" y="1828"/>
                  </a:cubicBezTo>
                  <a:cubicBezTo>
                    <a:pt x="3886" y="2191"/>
                    <a:pt x="3865" y="2464"/>
                    <a:pt x="3814" y="2721"/>
                  </a:cubicBezTo>
                  <a:cubicBezTo>
                    <a:pt x="3809" y="2737"/>
                    <a:pt x="3814" y="2747"/>
                    <a:pt x="3820" y="2762"/>
                  </a:cubicBezTo>
                  <a:cubicBezTo>
                    <a:pt x="3782" y="2754"/>
                    <a:pt x="3743" y="2750"/>
                    <a:pt x="3703" y="2750"/>
                  </a:cubicBezTo>
                  <a:cubicBezTo>
                    <a:pt x="3649" y="2750"/>
                    <a:pt x="3594" y="2757"/>
                    <a:pt x="3541" y="2772"/>
                  </a:cubicBezTo>
                  <a:lnTo>
                    <a:pt x="3541" y="2752"/>
                  </a:lnTo>
                  <a:cubicBezTo>
                    <a:pt x="3537" y="2676"/>
                    <a:pt x="3527" y="2595"/>
                    <a:pt x="3522" y="2515"/>
                  </a:cubicBezTo>
                  <a:cubicBezTo>
                    <a:pt x="3501" y="2273"/>
                    <a:pt x="3481" y="2030"/>
                    <a:pt x="3451" y="1797"/>
                  </a:cubicBezTo>
                  <a:cubicBezTo>
                    <a:pt x="3446" y="1765"/>
                    <a:pt x="3420" y="1741"/>
                    <a:pt x="3389" y="1741"/>
                  </a:cubicBezTo>
                  <a:cubicBezTo>
                    <a:pt x="3386" y="1741"/>
                    <a:pt x="3383" y="1741"/>
                    <a:pt x="3380" y="1742"/>
                  </a:cubicBezTo>
                  <a:cubicBezTo>
                    <a:pt x="3345" y="1746"/>
                    <a:pt x="3320" y="1777"/>
                    <a:pt x="3324" y="1812"/>
                  </a:cubicBezTo>
                  <a:cubicBezTo>
                    <a:pt x="3355" y="2040"/>
                    <a:pt x="3375" y="2287"/>
                    <a:pt x="3396" y="2525"/>
                  </a:cubicBezTo>
                  <a:cubicBezTo>
                    <a:pt x="3401" y="2606"/>
                    <a:pt x="3411" y="2686"/>
                    <a:pt x="3415" y="2762"/>
                  </a:cubicBezTo>
                  <a:cubicBezTo>
                    <a:pt x="3415" y="2777"/>
                    <a:pt x="3426" y="2788"/>
                    <a:pt x="3431" y="2798"/>
                  </a:cubicBezTo>
                  <a:cubicBezTo>
                    <a:pt x="3406" y="2802"/>
                    <a:pt x="3385" y="2807"/>
                    <a:pt x="3366" y="2812"/>
                  </a:cubicBezTo>
                  <a:cubicBezTo>
                    <a:pt x="3360" y="2798"/>
                    <a:pt x="3355" y="2788"/>
                    <a:pt x="3350" y="2777"/>
                  </a:cubicBezTo>
                  <a:lnTo>
                    <a:pt x="3320" y="2727"/>
                  </a:lnTo>
                  <a:cubicBezTo>
                    <a:pt x="3269" y="2651"/>
                    <a:pt x="3214" y="2570"/>
                    <a:pt x="3153" y="2485"/>
                  </a:cubicBezTo>
                  <a:cubicBezTo>
                    <a:pt x="2976" y="1969"/>
                    <a:pt x="2885" y="1282"/>
                    <a:pt x="2965" y="898"/>
                  </a:cubicBezTo>
                  <a:cubicBezTo>
                    <a:pt x="3037" y="550"/>
                    <a:pt x="3280" y="261"/>
                    <a:pt x="3541" y="200"/>
                  </a:cubicBezTo>
                  <a:cubicBezTo>
                    <a:pt x="3576" y="193"/>
                    <a:pt x="3610" y="189"/>
                    <a:pt x="3644" y="189"/>
                  </a:cubicBezTo>
                  <a:close/>
                  <a:moveTo>
                    <a:pt x="1339" y="1226"/>
                  </a:moveTo>
                  <a:cubicBezTo>
                    <a:pt x="1995" y="1226"/>
                    <a:pt x="2582" y="1979"/>
                    <a:pt x="2986" y="2570"/>
                  </a:cubicBezTo>
                  <a:cubicBezTo>
                    <a:pt x="3026" y="2691"/>
                    <a:pt x="3072" y="2798"/>
                    <a:pt x="3123" y="2893"/>
                  </a:cubicBezTo>
                  <a:cubicBezTo>
                    <a:pt x="3037" y="2933"/>
                    <a:pt x="2972" y="2984"/>
                    <a:pt x="2916" y="3030"/>
                  </a:cubicBezTo>
                  <a:cubicBezTo>
                    <a:pt x="2870" y="3005"/>
                    <a:pt x="2825" y="2980"/>
                    <a:pt x="2779" y="2954"/>
                  </a:cubicBezTo>
                  <a:cubicBezTo>
                    <a:pt x="2536" y="2823"/>
                    <a:pt x="2305" y="2697"/>
                    <a:pt x="2132" y="2485"/>
                  </a:cubicBezTo>
                  <a:cubicBezTo>
                    <a:pt x="2118" y="2471"/>
                    <a:pt x="2100" y="2463"/>
                    <a:pt x="2082" y="2463"/>
                  </a:cubicBezTo>
                  <a:cubicBezTo>
                    <a:pt x="2067" y="2463"/>
                    <a:pt x="2053" y="2468"/>
                    <a:pt x="2042" y="2479"/>
                  </a:cubicBezTo>
                  <a:cubicBezTo>
                    <a:pt x="2016" y="2499"/>
                    <a:pt x="2011" y="2539"/>
                    <a:pt x="2037" y="2565"/>
                  </a:cubicBezTo>
                  <a:cubicBezTo>
                    <a:pt x="2223" y="2793"/>
                    <a:pt x="2461" y="2924"/>
                    <a:pt x="2718" y="3066"/>
                  </a:cubicBezTo>
                  <a:cubicBezTo>
                    <a:pt x="2708" y="3066"/>
                    <a:pt x="2704" y="3061"/>
                    <a:pt x="2699" y="3061"/>
                  </a:cubicBezTo>
                  <a:cubicBezTo>
                    <a:pt x="2032" y="2984"/>
                    <a:pt x="1510" y="2758"/>
                    <a:pt x="1142" y="2383"/>
                  </a:cubicBezTo>
                  <a:cubicBezTo>
                    <a:pt x="859" y="2096"/>
                    <a:pt x="717" y="1701"/>
                    <a:pt x="813" y="1469"/>
                  </a:cubicBezTo>
                  <a:cubicBezTo>
                    <a:pt x="894" y="1266"/>
                    <a:pt x="1142" y="1226"/>
                    <a:pt x="1339" y="1226"/>
                  </a:cubicBezTo>
                  <a:close/>
                  <a:moveTo>
                    <a:pt x="5659" y="1275"/>
                  </a:moveTo>
                  <a:cubicBezTo>
                    <a:pt x="5866" y="1275"/>
                    <a:pt x="6070" y="1341"/>
                    <a:pt x="6225" y="1464"/>
                  </a:cubicBezTo>
                  <a:cubicBezTo>
                    <a:pt x="6412" y="1611"/>
                    <a:pt x="6507" y="1818"/>
                    <a:pt x="6503" y="2049"/>
                  </a:cubicBezTo>
                  <a:cubicBezTo>
                    <a:pt x="6493" y="2661"/>
                    <a:pt x="5831" y="3055"/>
                    <a:pt x="5184" y="3328"/>
                  </a:cubicBezTo>
                  <a:cubicBezTo>
                    <a:pt x="4987" y="3399"/>
                    <a:pt x="4800" y="3469"/>
                    <a:pt x="4639" y="3535"/>
                  </a:cubicBezTo>
                  <a:lnTo>
                    <a:pt x="4497" y="3591"/>
                  </a:lnTo>
                  <a:cubicBezTo>
                    <a:pt x="4481" y="3505"/>
                    <a:pt x="4462" y="3418"/>
                    <a:pt x="4431" y="3343"/>
                  </a:cubicBezTo>
                  <a:lnTo>
                    <a:pt x="4431" y="3338"/>
                  </a:lnTo>
                  <a:cubicBezTo>
                    <a:pt x="4674" y="3101"/>
                    <a:pt x="5118" y="2879"/>
                    <a:pt x="5300" y="2793"/>
                  </a:cubicBezTo>
                  <a:cubicBezTo>
                    <a:pt x="5330" y="2777"/>
                    <a:pt x="5346" y="2737"/>
                    <a:pt x="5330" y="2707"/>
                  </a:cubicBezTo>
                  <a:cubicBezTo>
                    <a:pt x="5319" y="2685"/>
                    <a:pt x="5295" y="2670"/>
                    <a:pt x="5271" y="2670"/>
                  </a:cubicBezTo>
                  <a:cubicBezTo>
                    <a:pt x="5262" y="2670"/>
                    <a:pt x="5253" y="2672"/>
                    <a:pt x="5245" y="2676"/>
                  </a:cubicBezTo>
                  <a:cubicBezTo>
                    <a:pt x="5022" y="2782"/>
                    <a:pt x="4623" y="2989"/>
                    <a:pt x="4371" y="3222"/>
                  </a:cubicBezTo>
                  <a:cubicBezTo>
                    <a:pt x="4371" y="3212"/>
                    <a:pt x="4366" y="3201"/>
                    <a:pt x="4360" y="3192"/>
                  </a:cubicBezTo>
                  <a:lnTo>
                    <a:pt x="4366" y="3192"/>
                  </a:lnTo>
                  <a:cubicBezTo>
                    <a:pt x="4385" y="3192"/>
                    <a:pt x="4411" y="3182"/>
                    <a:pt x="4421" y="3157"/>
                  </a:cubicBezTo>
                  <a:cubicBezTo>
                    <a:pt x="4562" y="2863"/>
                    <a:pt x="4714" y="2590"/>
                    <a:pt x="4957" y="2413"/>
                  </a:cubicBezTo>
                  <a:cubicBezTo>
                    <a:pt x="4987" y="2394"/>
                    <a:pt x="4992" y="2353"/>
                    <a:pt x="4972" y="2327"/>
                  </a:cubicBezTo>
                  <a:cubicBezTo>
                    <a:pt x="4960" y="2309"/>
                    <a:pt x="4943" y="2300"/>
                    <a:pt x="4924" y="2300"/>
                  </a:cubicBezTo>
                  <a:cubicBezTo>
                    <a:pt x="4912" y="2300"/>
                    <a:pt x="4898" y="2304"/>
                    <a:pt x="4886" y="2313"/>
                  </a:cubicBezTo>
                  <a:cubicBezTo>
                    <a:pt x="4613" y="2504"/>
                    <a:pt x="4457" y="2793"/>
                    <a:pt x="4310" y="3101"/>
                  </a:cubicBezTo>
                  <a:lnTo>
                    <a:pt x="4305" y="3106"/>
                  </a:lnTo>
                  <a:cubicBezTo>
                    <a:pt x="4275" y="3061"/>
                    <a:pt x="4239" y="3015"/>
                    <a:pt x="4199" y="2975"/>
                  </a:cubicBezTo>
                  <a:lnTo>
                    <a:pt x="4199" y="2970"/>
                  </a:lnTo>
                  <a:cubicBezTo>
                    <a:pt x="4371" y="2277"/>
                    <a:pt x="4826" y="1464"/>
                    <a:pt x="5411" y="1307"/>
                  </a:cubicBezTo>
                  <a:cubicBezTo>
                    <a:pt x="5492" y="1286"/>
                    <a:pt x="5576" y="1275"/>
                    <a:pt x="5659" y="1275"/>
                  </a:cubicBezTo>
                  <a:close/>
                  <a:moveTo>
                    <a:pt x="3709" y="2873"/>
                  </a:moveTo>
                  <a:cubicBezTo>
                    <a:pt x="3809" y="2873"/>
                    <a:pt x="3900" y="2909"/>
                    <a:pt x="3966" y="2949"/>
                  </a:cubicBezTo>
                  <a:cubicBezTo>
                    <a:pt x="3972" y="2984"/>
                    <a:pt x="3991" y="3015"/>
                    <a:pt x="4022" y="3030"/>
                  </a:cubicBezTo>
                  <a:cubicBezTo>
                    <a:pt x="4034" y="3036"/>
                    <a:pt x="4046" y="3038"/>
                    <a:pt x="4058" y="3038"/>
                  </a:cubicBezTo>
                  <a:cubicBezTo>
                    <a:pt x="4066" y="3038"/>
                    <a:pt x="4074" y="3037"/>
                    <a:pt x="4082" y="3035"/>
                  </a:cubicBezTo>
                  <a:cubicBezTo>
                    <a:pt x="4234" y="3176"/>
                    <a:pt x="4345" y="3404"/>
                    <a:pt x="4376" y="3642"/>
                  </a:cubicBezTo>
                  <a:cubicBezTo>
                    <a:pt x="4385" y="3702"/>
                    <a:pt x="4385" y="3768"/>
                    <a:pt x="4385" y="3833"/>
                  </a:cubicBezTo>
                  <a:cubicBezTo>
                    <a:pt x="4376" y="3975"/>
                    <a:pt x="4341" y="4116"/>
                    <a:pt x="4259" y="4237"/>
                  </a:cubicBezTo>
                  <a:cubicBezTo>
                    <a:pt x="4098" y="4486"/>
                    <a:pt x="3897" y="4616"/>
                    <a:pt x="3679" y="4616"/>
                  </a:cubicBezTo>
                  <a:cubicBezTo>
                    <a:pt x="3609" y="4616"/>
                    <a:pt x="3538" y="4603"/>
                    <a:pt x="3466" y="4576"/>
                  </a:cubicBezTo>
                  <a:cubicBezTo>
                    <a:pt x="3254" y="4495"/>
                    <a:pt x="3067" y="4318"/>
                    <a:pt x="2946" y="4101"/>
                  </a:cubicBezTo>
                  <a:cubicBezTo>
                    <a:pt x="2941" y="4085"/>
                    <a:pt x="2935" y="4066"/>
                    <a:pt x="2925" y="4050"/>
                  </a:cubicBezTo>
                  <a:cubicBezTo>
                    <a:pt x="2921" y="4045"/>
                    <a:pt x="2916" y="4041"/>
                    <a:pt x="2911" y="4036"/>
                  </a:cubicBezTo>
                  <a:cubicBezTo>
                    <a:pt x="2911" y="4036"/>
                    <a:pt x="2905" y="4036"/>
                    <a:pt x="2905" y="4031"/>
                  </a:cubicBezTo>
                  <a:cubicBezTo>
                    <a:pt x="2820" y="3859"/>
                    <a:pt x="2779" y="3667"/>
                    <a:pt x="2804" y="3495"/>
                  </a:cubicBezTo>
                  <a:cubicBezTo>
                    <a:pt x="2835" y="3297"/>
                    <a:pt x="2941" y="3146"/>
                    <a:pt x="3117" y="3045"/>
                  </a:cubicBezTo>
                  <a:lnTo>
                    <a:pt x="3117" y="3045"/>
                  </a:lnTo>
                  <a:cubicBezTo>
                    <a:pt x="3112" y="3061"/>
                    <a:pt x="3112" y="3080"/>
                    <a:pt x="3123" y="3096"/>
                  </a:cubicBezTo>
                  <a:cubicBezTo>
                    <a:pt x="3135" y="3115"/>
                    <a:pt x="3154" y="3124"/>
                    <a:pt x="3174" y="3124"/>
                  </a:cubicBezTo>
                  <a:cubicBezTo>
                    <a:pt x="3185" y="3124"/>
                    <a:pt x="3197" y="3121"/>
                    <a:pt x="3208" y="3115"/>
                  </a:cubicBezTo>
                  <a:lnTo>
                    <a:pt x="3264" y="3080"/>
                  </a:lnTo>
                  <a:cubicBezTo>
                    <a:pt x="3275" y="3070"/>
                    <a:pt x="3280" y="3066"/>
                    <a:pt x="3289" y="3061"/>
                  </a:cubicBezTo>
                  <a:cubicBezTo>
                    <a:pt x="3299" y="3061"/>
                    <a:pt x="3310" y="3055"/>
                    <a:pt x="3320" y="3050"/>
                  </a:cubicBezTo>
                  <a:cubicBezTo>
                    <a:pt x="3340" y="3035"/>
                    <a:pt x="3350" y="3020"/>
                    <a:pt x="3355" y="3005"/>
                  </a:cubicBezTo>
                  <a:cubicBezTo>
                    <a:pt x="3420" y="2959"/>
                    <a:pt x="3476" y="2924"/>
                    <a:pt x="3537" y="2903"/>
                  </a:cubicBezTo>
                  <a:cubicBezTo>
                    <a:pt x="3578" y="2898"/>
                    <a:pt x="3623" y="2893"/>
                    <a:pt x="3669" y="2893"/>
                  </a:cubicBezTo>
                  <a:cubicBezTo>
                    <a:pt x="3683" y="2889"/>
                    <a:pt x="3699" y="2884"/>
                    <a:pt x="3709" y="2873"/>
                  </a:cubicBezTo>
                  <a:close/>
                  <a:moveTo>
                    <a:pt x="2748" y="3085"/>
                  </a:moveTo>
                  <a:lnTo>
                    <a:pt x="2748" y="3085"/>
                  </a:lnTo>
                  <a:cubicBezTo>
                    <a:pt x="2774" y="3096"/>
                    <a:pt x="2799" y="3110"/>
                    <a:pt x="2825" y="3126"/>
                  </a:cubicBezTo>
                  <a:cubicBezTo>
                    <a:pt x="2764" y="3206"/>
                    <a:pt x="2723" y="3292"/>
                    <a:pt x="2704" y="3369"/>
                  </a:cubicBezTo>
                  <a:cubicBezTo>
                    <a:pt x="2668" y="3366"/>
                    <a:pt x="2632" y="3364"/>
                    <a:pt x="2597" y="3364"/>
                  </a:cubicBezTo>
                  <a:cubicBezTo>
                    <a:pt x="2445" y="3364"/>
                    <a:pt x="2303" y="3390"/>
                    <a:pt x="2163" y="3418"/>
                  </a:cubicBezTo>
                  <a:cubicBezTo>
                    <a:pt x="2067" y="3434"/>
                    <a:pt x="1965" y="3455"/>
                    <a:pt x="1869" y="3465"/>
                  </a:cubicBezTo>
                  <a:cubicBezTo>
                    <a:pt x="1834" y="3465"/>
                    <a:pt x="1809" y="3500"/>
                    <a:pt x="1809" y="3530"/>
                  </a:cubicBezTo>
                  <a:cubicBezTo>
                    <a:pt x="1814" y="3565"/>
                    <a:pt x="1839" y="3591"/>
                    <a:pt x="1874" y="3591"/>
                  </a:cubicBezTo>
                  <a:lnTo>
                    <a:pt x="1880" y="3591"/>
                  </a:lnTo>
                  <a:cubicBezTo>
                    <a:pt x="1986" y="3581"/>
                    <a:pt x="2086" y="3560"/>
                    <a:pt x="2183" y="3540"/>
                  </a:cubicBezTo>
                  <a:cubicBezTo>
                    <a:pt x="2318" y="3515"/>
                    <a:pt x="2450" y="3491"/>
                    <a:pt x="2584" y="3491"/>
                  </a:cubicBezTo>
                  <a:cubicBezTo>
                    <a:pt x="2615" y="3491"/>
                    <a:pt x="2647" y="3492"/>
                    <a:pt x="2678" y="3495"/>
                  </a:cubicBezTo>
                  <a:cubicBezTo>
                    <a:pt x="2673" y="3555"/>
                    <a:pt x="2668" y="3616"/>
                    <a:pt x="2678" y="3677"/>
                  </a:cubicBezTo>
                  <a:cubicBezTo>
                    <a:pt x="2673" y="3674"/>
                    <a:pt x="2668" y="3673"/>
                    <a:pt x="2663" y="3673"/>
                  </a:cubicBezTo>
                  <a:cubicBezTo>
                    <a:pt x="2658" y="3673"/>
                    <a:pt x="2653" y="3674"/>
                    <a:pt x="2648" y="3677"/>
                  </a:cubicBezTo>
                  <a:cubicBezTo>
                    <a:pt x="2380" y="3742"/>
                    <a:pt x="2117" y="3863"/>
                    <a:pt x="1869" y="3980"/>
                  </a:cubicBezTo>
                  <a:cubicBezTo>
                    <a:pt x="1839" y="3994"/>
                    <a:pt x="1824" y="4036"/>
                    <a:pt x="1839" y="4066"/>
                  </a:cubicBezTo>
                  <a:cubicBezTo>
                    <a:pt x="1850" y="4091"/>
                    <a:pt x="1874" y="4101"/>
                    <a:pt x="1895" y="4101"/>
                  </a:cubicBezTo>
                  <a:cubicBezTo>
                    <a:pt x="1905" y="4101"/>
                    <a:pt x="1915" y="4101"/>
                    <a:pt x="1925" y="4096"/>
                  </a:cubicBezTo>
                  <a:cubicBezTo>
                    <a:pt x="2163" y="3980"/>
                    <a:pt x="2420" y="3863"/>
                    <a:pt x="2678" y="3798"/>
                  </a:cubicBezTo>
                  <a:cubicBezTo>
                    <a:pt x="2683" y="3798"/>
                    <a:pt x="2688" y="3793"/>
                    <a:pt x="2693" y="3793"/>
                  </a:cubicBezTo>
                  <a:cubicBezTo>
                    <a:pt x="2704" y="3843"/>
                    <a:pt x="2718" y="3899"/>
                    <a:pt x="2739" y="3954"/>
                  </a:cubicBezTo>
                  <a:cubicBezTo>
                    <a:pt x="2734" y="3959"/>
                    <a:pt x="2723" y="3964"/>
                    <a:pt x="2718" y="3970"/>
                  </a:cubicBezTo>
                  <a:cubicBezTo>
                    <a:pt x="2294" y="4362"/>
                    <a:pt x="1648" y="4725"/>
                    <a:pt x="1088" y="4725"/>
                  </a:cubicBezTo>
                  <a:cubicBezTo>
                    <a:pt x="1027" y="4725"/>
                    <a:pt x="968" y="4721"/>
                    <a:pt x="910" y="4712"/>
                  </a:cubicBezTo>
                  <a:cubicBezTo>
                    <a:pt x="657" y="4677"/>
                    <a:pt x="419" y="4495"/>
                    <a:pt x="304" y="4253"/>
                  </a:cubicBezTo>
                  <a:cubicBezTo>
                    <a:pt x="202" y="4041"/>
                    <a:pt x="207" y="3813"/>
                    <a:pt x="323" y="3616"/>
                  </a:cubicBezTo>
                  <a:cubicBezTo>
                    <a:pt x="522" y="3280"/>
                    <a:pt x="1025" y="3206"/>
                    <a:pt x="1536" y="3206"/>
                  </a:cubicBezTo>
                  <a:cubicBezTo>
                    <a:pt x="1754" y="3206"/>
                    <a:pt x="1974" y="3220"/>
                    <a:pt x="2172" y="3232"/>
                  </a:cubicBezTo>
                  <a:cubicBezTo>
                    <a:pt x="2340" y="3243"/>
                    <a:pt x="2491" y="3247"/>
                    <a:pt x="2617" y="3247"/>
                  </a:cubicBezTo>
                  <a:cubicBezTo>
                    <a:pt x="2627" y="3247"/>
                    <a:pt x="2638" y="3247"/>
                    <a:pt x="2643" y="3243"/>
                  </a:cubicBezTo>
                  <a:cubicBezTo>
                    <a:pt x="2658" y="3247"/>
                    <a:pt x="2668" y="3247"/>
                    <a:pt x="2678" y="3247"/>
                  </a:cubicBezTo>
                  <a:lnTo>
                    <a:pt x="2688" y="3247"/>
                  </a:lnTo>
                  <a:cubicBezTo>
                    <a:pt x="2734" y="3247"/>
                    <a:pt x="2774" y="3212"/>
                    <a:pt x="2784" y="3166"/>
                  </a:cubicBezTo>
                  <a:cubicBezTo>
                    <a:pt x="2784" y="3131"/>
                    <a:pt x="2774" y="3106"/>
                    <a:pt x="2748" y="3085"/>
                  </a:cubicBezTo>
                  <a:close/>
                  <a:moveTo>
                    <a:pt x="6420" y="3246"/>
                  </a:moveTo>
                  <a:cubicBezTo>
                    <a:pt x="6550" y="3246"/>
                    <a:pt x="6671" y="3261"/>
                    <a:pt x="6780" y="3297"/>
                  </a:cubicBezTo>
                  <a:cubicBezTo>
                    <a:pt x="7008" y="3369"/>
                    <a:pt x="7174" y="3540"/>
                    <a:pt x="7235" y="3768"/>
                  </a:cubicBezTo>
                  <a:cubicBezTo>
                    <a:pt x="7306" y="4005"/>
                    <a:pt x="7246" y="4262"/>
                    <a:pt x="7078" y="4460"/>
                  </a:cubicBezTo>
                  <a:cubicBezTo>
                    <a:pt x="6860" y="4722"/>
                    <a:pt x="6497" y="4821"/>
                    <a:pt x="6089" y="4821"/>
                  </a:cubicBezTo>
                  <a:cubicBezTo>
                    <a:pt x="5537" y="4821"/>
                    <a:pt x="4900" y="4639"/>
                    <a:pt x="4421" y="4430"/>
                  </a:cubicBezTo>
                  <a:cubicBezTo>
                    <a:pt x="4390" y="4409"/>
                    <a:pt x="4360" y="4384"/>
                    <a:pt x="4330" y="4358"/>
                  </a:cubicBezTo>
                  <a:cubicBezTo>
                    <a:pt x="4341" y="4344"/>
                    <a:pt x="4355" y="4323"/>
                    <a:pt x="4366" y="4308"/>
                  </a:cubicBezTo>
                  <a:cubicBezTo>
                    <a:pt x="4376" y="4288"/>
                    <a:pt x="4390" y="4267"/>
                    <a:pt x="4396" y="4253"/>
                  </a:cubicBezTo>
                  <a:cubicBezTo>
                    <a:pt x="4406" y="4258"/>
                    <a:pt x="4421" y="4262"/>
                    <a:pt x="4436" y="4262"/>
                  </a:cubicBezTo>
                  <a:cubicBezTo>
                    <a:pt x="4461" y="4262"/>
                    <a:pt x="4486" y="4262"/>
                    <a:pt x="4511" y="4262"/>
                  </a:cubicBezTo>
                  <a:cubicBezTo>
                    <a:pt x="4735" y="4262"/>
                    <a:pt x="4966" y="4280"/>
                    <a:pt x="5184" y="4298"/>
                  </a:cubicBezTo>
                  <a:cubicBezTo>
                    <a:pt x="5250" y="4304"/>
                    <a:pt x="5320" y="4308"/>
                    <a:pt x="5381" y="4313"/>
                  </a:cubicBezTo>
                  <a:lnTo>
                    <a:pt x="5391" y="4313"/>
                  </a:lnTo>
                  <a:cubicBezTo>
                    <a:pt x="5421" y="4313"/>
                    <a:pt x="5451" y="4288"/>
                    <a:pt x="5451" y="4253"/>
                  </a:cubicBezTo>
                  <a:cubicBezTo>
                    <a:pt x="5451" y="4218"/>
                    <a:pt x="5427" y="4187"/>
                    <a:pt x="5391" y="4187"/>
                  </a:cubicBezTo>
                  <a:cubicBezTo>
                    <a:pt x="5325" y="4182"/>
                    <a:pt x="5260" y="4176"/>
                    <a:pt x="5194" y="4171"/>
                  </a:cubicBezTo>
                  <a:cubicBezTo>
                    <a:pt x="4976" y="4154"/>
                    <a:pt x="4750" y="4136"/>
                    <a:pt x="4526" y="4136"/>
                  </a:cubicBezTo>
                  <a:cubicBezTo>
                    <a:pt x="4501" y="4136"/>
                    <a:pt x="4476" y="4136"/>
                    <a:pt x="4451" y="4136"/>
                  </a:cubicBezTo>
                  <a:cubicBezTo>
                    <a:pt x="4471" y="4085"/>
                    <a:pt x="4487" y="4031"/>
                    <a:pt x="4497" y="3980"/>
                  </a:cubicBezTo>
                  <a:cubicBezTo>
                    <a:pt x="4805" y="3884"/>
                    <a:pt x="5215" y="3828"/>
                    <a:pt x="5572" y="3823"/>
                  </a:cubicBezTo>
                  <a:cubicBezTo>
                    <a:pt x="5609" y="3823"/>
                    <a:pt x="5639" y="3793"/>
                    <a:pt x="5639" y="3758"/>
                  </a:cubicBezTo>
                  <a:cubicBezTo>
                    <a:pt x="5639" y="3725"/>
                    <a:pt x="5614" y="3697"/>
                    <a:pt x="5582" y="3697"/>
                  </a:cubicBezTo>
                  <a:cubicBezTo>
                    <a:pt x="5579" y="3697"/>
                    <a:pt x="5576" y="3697"/>
                    <a:pt x="5572" y="3697"/>
                  </a:cubicBezTo>
                  <a:cubicBezTo>
                    <a:pt x="5215" y="3697"/>
                    <a:pt x="4826" y="3752"/>
                    <a:pt x="4511" y="3843"/>
                  </a:cubicBezTo>
                  <a:lnTo>
                    <a:pt x="4511" y="3788"/>
                  </a:lnTo>
                  <a:cubicBezTo>
                    <a:pt x="4567" y="3768"/>
                    <a:pt x="4618" y="3747"/>
                    <a:pt x="4679" y="3728"/>
                  </a:cubicBezTo>
                  <a:cubicBezTo>
                    <a:pt x="4851" y="3661"/>
                    <a:pt x="5043" y="3591"/>
                    <a:pt x="5245" y="3505"/>
                  </a:cubicBezTo>
                  <a:cubicBezTo>
                    <a:pt x="5632" y="3367"/>
                    <a:pt x="6057" y="3246"/>
                    <a:pt x="6420" y="3246"/>
                  </a:cubicBezTo>
                  <a:close/>
                  <a:moveTo>
                    <a:pt x="2870" y="4218"/>
                  </a:moveTo>
                  <a:cubicBezTo>
                    <a:pt x="2881" y="4237"/>
                    <a:pt x="2900" y="4262"/>
                    <a:pt x="2916" y="4283"/>
                  </a:cubicBezTo>
                  <a:cubicBezTo>
                    <a:pt x="2905" y="4288"/>
                    <a:pt x="2900" y="4293"/>
                    <a:pt x="2895" y="4304"/>
                  </a:cubicBezTo>
                  <a:lnTo>
                    <a:pt x="2850" y="4358"/>
                  </a:lnTo>
                  <a:cubicBezTo>
                    <a:pt x="2678" y="4566"/>
                    <a:pt x="2487" y="4803"/>
                    <a:pt x="2440" y="5076"/>
                  </a:cubicBezTo>
                  <a:cubicBezTo>
                    <a:pt x="2436" y="5111"/>
                    <a:pt x="2456" y="5142"/>
                    <a:pt x="2491" y="5146"/>
                  </a:cubicBezTo>
                  <a:cubicBezTo>
                    <a:pt x="2496" y="5152"/>
                    <a:pt x="2496" y="5152"/>
                    <a:pt x="2501" y="5152"/>
                  </a:cubicBezTo>
                  <a:cubicBezTo>
                    <a:pt x="2531" y="5152"/>
                    <a:pt x="2557" y="5127"/>
                    <a:pt x="2562" y="5097"/>
                  </a:cubicBezTo>
                  <a:cubicBezTo>
                    <a:pt x="2608" y="4854"/>
                    <a:pt x="2790" y="4631"/>
                    <a:pt x="2946" y="4439"/>
                  </a:cubicBezTo>
                  <a:lnTo>
                    <a:pt x="2991" y="4384"/>
                  </a:lnTo>
                  <a:cubicBezTo>
                    <a:pt x="3063" y="4465"/>
                    <a:pt x="3138" y="4535"/>
                    <a:pt x="3224" y="4591"/>
                  </a:cubicBezTo>
                  <a:lnTo>
                    <a:pt x="3229" y="4591"/>
                  </a:lnTo>
                  <a:cubicBezTo>
                    <a:pt x="3158" y="4712"/>
                    <a:pt x="3103" y="4843"/>
                    <a:pt x="3052" y="4971"/>
                  </a:cubicBezTo>
                  <a:cubicBezTo>
                    <a:pt x="3002" y="5097"/>
                    <a:pt x="2951" y="5223"/>
                    <a:pt x="2890" y="5334"/>
                  </a:cubicBezTo>
                  <a:cubicBezTo>
                    <a:pt x="2870" y="5365"/>
                    <a:pt x="2885" y="5405"/>
                    <a:pt x="2916" y="5419"/>
                  </a:cubicBezTo>
                  <a:cubicBezTo>
                    <a:pt x="2925" y="5425"/>
                    <a:pt x="2935" y="5430"/>
                    <a:pt x="2946" y="5430"/>
                  </a:cubicBezTo>
                  <a:cubicBezTo>
                    <a:pt x="2965" y="5430"/>
                    <a:pt x="2986" y="5414"/>
                    <a:pt x="3002" y="5395"/>
                  </a:cubicBezTo>
                  <a:cubicBezTo>
                    <a:pt x="3063" y="5279"/>
                    <a:pt x="3117" y="5146"/>
                    <a:pt x="3168" y="5020"/>
                  </a:cubicBezTo>
                  <a:cubicBezTo>
                    <a:pt x="3224" y="4889"/>
                    <a:pt x="3275" y="4768"/>
                    <a:pt x="3335" y="4656"/>
                  </a:cubicBezTo>
                  <a:cubicBezTo>
                    <a:pt x="3355" y="4667"/>
                    <a:pt x="3370" y="4672"/>
                    <a:pt x="3390" y="4682"/>
                  </a:cubicBezTo>
                  <a:cubicBezTo>
                    <a:pt x="3390" y="4687"/>
                    <a:pt x="3385" y="4692"/>
                    <a:pt x="3385" y="4703"/>
                  </a:cubicBezTo>
                  <a:cubicBezTo>
                    <a:pt x="3380" y="4738"/>
                    <a:pt x="3370" y="4819"/>
                    <a:pt x="3360" y="4929"/>
                  </a:cubicBezTo>
                  <a:cubicBezTo>
                    <a:pt x="3340" y="5055"/>
                    <a:pt x="3324" y="5188"/>
                    <a:pt x="3310" y="5314"/>
                  </a:cubicBezTo>
                  <a:cubicBezTo>
                    <a:pt x="3244" y="5960"/>
                    <a:pt x="3184" y="6521"/>
                    <a:pt x="2445" y="6764"/>
                  </a:cubicBezTo>
                  <a:cubicBezTo>
                    <a:pt x="2342" y="6799"/>
                    <a:pt x="2245" y="6816"/>
                    <a:pt x="2156" y="6816"/>
                  </a:cubicBezTo>
                  <a:cubicBezTo>
                    <a:pt x="2027" y="6816"/>
                    <a:pt x="1914" y="6780"/>
                    <a:pt x="1824" y="6708"/>
                  </a:cubicBezTo>
                  <a:cubicBezTo>
                    <a:pt x="1668" y="6577"/>
                    <a:pt x="1601" y="6344"/>
                    <a:pt x="1643" y="6056"/>
                  </a:cubicBezTo>
                  <a:cubicBezTo>
                    <a:pt x="1718" y="5465"/>
                    <a:pt x="2329" y="4656"/>
                    <a:pt x="2870" y="4218"/>
                  </a:cubicBezTo>
                  <a:close/>
                  <a:moveTo>
                    <a:pt x="4184" y="4526"/>
                  </a:moveTo>
                  <a:cubicBezTo>
                    <a:pt x="4194" y="4535"/>
                    <a:pt x="4199" y="4540"/>
                    <a:pt x="4208" y="4546"/>
                  </a:cubicBezTo>
                  <a:cubicBezTo>
                    <a:pt x="4239" y="4561"/>
                    <a:pt x="4280" y="4576"/>
                    <a:pt x="4320" y="4591"/>
                  </a:cubicBezTo>
                  <a:cubicBezTo>
                    <a:pt x="4875" y="5055"/>
                    <a:pt x="5234" y="5637"/>
                    <a:pt x="5269" y="6167"/>
                  </a:cubicBezTo>
                  <a:cubicBezTo>
                    <a:pt x="5295" y="6486"/>
                    <a:pt x="5204" y="6753"/>
                    <a:pt x="5022" y="6920"/>
                  </a:cubicBezTo>
                  <a:cubicBezTo>
                    <a:pt x="4884" y="7042"/>
                    <a:pt x="4701" y="7107"/>
                    <a:pt x="4484" y="7107"/>
                  </a:cubicBezTo>
                  <a:cubicBezTo>
                    <a:pt x="4414" y="7107"/>
                    <a:pt x="4341" y="7100"/>
                    <a:pt x="4264" y="7086"/>
                  </a:cubicBezTo>
                  <a:cubicBezTo>
                    <a:pt x="3552" y="6965"/>
                    <a:pt x="3471" y="5794"/>
                    <a:pt x="3548" y="4971"/>
                  </a:cubicBezTo>
                  <a:cubicBezTo>
                    <a:pt x="3557" y="4889"/>
                    <a:pt x="3572" y="4813"/>
                    <a:pt x="3588" y="4738"/>
                  </a:cubicBezTo>
                  <a:cubicBezTo>
                    <a:pt x="3623" y="4743"/>
                    <a:pt x="3653" y="4743"/>
                    <a:pt x="3683" y="4743"/>
                  </a:cubicBezTo>
                  <a:cubicBezTo>
                    <a:pt x="3795" y="4743"/>
                    <a:pt x="3905" y="4712"/>
                    <a:pt x="4012" y="4656"/>
                  </a:cubicBezTo>
                  <a:cubicBezTo>
                    <a:pt x="4012" y="4661"/>
                    <a:pt x="4017" y="4661"/>
                    <a:pt x="4017" y="4667"/>
                  </a:cubicBezTo>
                  <a:cubicBezTo>
                    <a:pt x="4178" y="4813"/>
                    <a:pt x="4325" y="5036"/>
                    <a:pt x="4396" y="5248"/>
                  </a:cubicBezTo>
                  <a:cubicBezTo>
                    <a:pt x="4406" y="5274"/>
                    <a:pt x="4431" y="5288"/>
                    <a:pt x="4457" y="5288"/>
                  </a:cubicBezTo>
                  <a:lnTo>
                    <a:pt x="4476" y="5288"/>
                  </a:lnTo>
                  <a:cubicBezTo>
                    <a:pt x="4511" y="5274"/>
                    <a:pt x="4527" y="5237"/>
                    <a:pt x="4518" y="5202"/>
                  </a:cubicBezTo>
                  <a:cubicBezTo>
                    <a:pt x="4441" y="4980"/>
                    <a:pt x="4285" y="4743"/>
                    <a:pt x="4117" y="4586"/>
                  </a:cubicBezTo>
                  <a:cubicBezTo>
                    <a:pt x="4138" y="4570"/>
                    <a:pt x="4163" y="4551"/>
                    <a:pt x="4184" y="4530"/>
                  </a:cubicBezTo>
                  <a:lnTo>
                    <a:pt x="4184" y="4526"/>
                  </a:lnTo>
                  <a:close/>
                  <a:moveTo>
                    <a:pt x="3652" y="1"/>
                  </a:moveTo>
                  <a:cubicBezTo>
                    <a:pt x="3602" y="1"/>
                    <a:pt x="3552" y="7"/>
                    <a:pt x="3501" y="18"/>
                  </a:cubicBezTo>
                  <a:cubicBezTo>
                    <a:pt x="3158" y="95"/>
                    <a:pt x="2870" y="433"/>
                    <a:pt x="2779" y="858"/>
                  </a:cubicBezTo>
                  <a:cubicBezTo>
                    <a:pt x="2718" y="1161"/>
                    <a:pt x="2748" y="1611"/>
                    <a:pt x="2839" y="2045"/>
                  </a:cubicBezTo>
                  <a:cubicBezTo>
                    <a:pt x="2440" y="1529"/>
                    <a:pt x="1925" y="1035"/>
                    <a:pt x="1339" y="1035"/>
                  </a:cubicBezTo>
                  <a:lnTo>
                    <a:pt x="1335" y="1035"/>
                  </a:lnTo>
                  <a:cubicBezTo>
                    <a:pt x="885" y="1039"/>
                    <a:pt x="708" y="1231"/>
                    <a:pt x="642" y="1398"/>
                  </a:cubicBezTo>
                  <a:cubicBezTo>
                    <a:pt x="496" y="1742"/>
                    <a:pt x="717" y="2222"/>
                    <a:pt x="1011" y="2515"/>
                  </a:cubicBezTo>
                  <a:cubicBezTo>
                    <a:pt x="1218" y="2727"/>
                    <a:pt x="1470" y="2893"/>
                    <a:pt x="1769" y="3020"/>
                  </a:cubicBezTo>
                  <a:cubicBezTo>
                    <a:pt x="1697" y="3017"/>
                    <a:pt x="1624" y="3016"/>
                    <a:pt x="1551" y="3016"/>
                  </a:cubicBezTo>
                  <a:cubicBezTo>
                    <a:pt x="984" y="3016"/>
                    <a:pt x="408" y="3099"/>
                    <a:pt x="162" y="3520"/>
                  </a:cubicBezTo>
                  <a:cubicBezTo>
                    <a:pt x="11" y="3773"/>
                    <a:pt x="1" y="4066"/>
                    <a:pt x="132" y="4334"/>
                  </a:cubicBezTo>
                  <a:cubicBezTo>
                    <a:pt x="274" y="4631"/>
                    <a:pt x="566" y="4854"/>
                    <a:pt x="880" y="4899"/>
                  </a:cubicBezTo>
                  <a:cubicBezTo>
                    <a:pt x="950" y="4910"/>
                    <a:pt x="1021" y="4915"/>
                    <a:pt x="1086" y="4915"/>
                  </a:cubicBezTo>
                  <a:cubicBezTo>
                    <a:pt x="1491" y="4915"/>
                    <a:pt x="1905" y="4758"/>
                    <a:pt x="2263" y="4540"/>
                  </a:cubicBezTo>
                  <a:lnTo>
                    <a:pt x="2263" y="4540"/>
                  </a:lnTo>
                  <a:cubicBezTo>
                    <a:pt x="1880" y="4975"/>
                    <a:pt x="1516" y="5536"/>
                    <a:pt x="1450" y="6032"/>
                  </a:cubicBezTo>
                  <a:cubicBezTo>
                    <a:pt x="1405" y="6384"/>
                    <a:pt x="1496" y="6678"/>
                    <a:pt x="1708" y="6850"/>
                  </a:cubicBezTo>
                  <a:cubicBezTo>
                    <a:pt x="1829" y="6955"/>
                    <a:pt x="1986" y="7006"/>
                    <a:pt x="2158" y="7006"/>
                  </a:cubicBezTo>
                  <a:cubicBezTo>
                    <a:pt x="2268" y="7006"/>
                    <a:pt x="2385" y="6986"/>
                    <a:pt x="2506" y="6946"/>
                  </a:cubicBezTo>
                  <a:cubicBezTo>
                    <a:pt x="3032" y="6769"/>
                    <a:pt x="3264" y="6445"/>
                    <a:pt x="3375" y="6067"/>
                  </a:cubicBezTo>
                  <a:cubicBezTo>
                    <a:pt x="3457" y="6632"/>
                    <a:pt x="3678" y="7177"/>
                    <a:pt x="4234" y="7274"/>
                  </a:cubicBezTo>
                  <a:cubicBezTo>
                    <a:pt x="4320" y="7289"/>
                    <a:pt x="4406" y="7299"/>
                    <a:pt x="4487" y="7299"/>
                  </a:cubicBezTo>
                  <a:cubicBezTo>
                    <a:pt x="4749" y="7299"/>
                    <a:pt x="4977" y="7219"/>
                    <a:pt x="5148" y="7062"/>
                  </a:cubicBezTo>
                  <a:cubicBezTo>
                    <a:pt x="5376" y="6855"/>
                    <a:pt x="5488" y="6531"/>
                    <a:pt x="5462" y="6153"/>
                  </a:cubicBezTo>
                  <a:cubicBezTo>
                    <a:pt x="5427" y="5692"/>
                    <a:pt x="5184" y="5202"/>
                    <a:pt x="4784" y="4773"/>
                  </a:cubicBezTo>
                  <a:lnTo>
                    <a:pt x="4784" y="4773"/>
                  </a:lnTo>
                  <a:cubicBezTo>
                    <a:pt x="5184" y="4904"/>
                    <a:pt x="5654" y="5011"/>
                    <a:pt x="6088" y="5011"/>
                  </a:cubicBezTo>
                  <a:cubicBezTo>
                    <a:pt x="6543" y="5011"/>
                    <a:pt x="6957" y="4899"/>
                    <a:pt x="7225" y="4586"/>
                  </a:cubicBezTo>
                  <a:cubicBezTo>
                    <a:pt x="7433" y="4339"/>
                    <a:pt x="7503" y="4010"/>
                    <a:pt x="7417" y="3712"/>
                  </a:cubicBezTo>
                  <a:cubicBezTo>
                    <a:pt x="7337" y="3429"/>
                    <a:pt x="7125" y="3212"/>
                    <a:pt x="6836" y="3115"/>
                  </a:cubicBezTo>
                  <a:cubicBezTo>
                    <a:pt x="6713" y="3076"/>
                    <a:pt x="6576" y="3058"/>
                    <a:pt x="6430" y="3058"/>
                  </a:cubicBezTo>
                  <a:cubicBezTo>
                    <a:pt x="6301" y="3058"/>
                    <a:pt x="6165" y="3072"/>
                    <a:pt x="6027" y="3096"/>
                  </a:cubicBezTo>
                  <a:cubicBezTo>
                    <a:pt x="6407" y="2833"/>
                    <a:pt x="6684" y="2499"/>
                    <a:pt x="6694" y="2054"/>
                  </a:cubicBezTo>
                  <a:cubicBezTo>
                    <a:pt x="6700" y="1762"/>
                    <a:pt x="6579" y="1499"/>
                    <a:pt x="6346" y="1317"/>
                  </a:cubicBezTo>
                  <a:cubicBezTo>
                    <a:pt x="6154" y="1168"/>
                    <a:pt x="5904" y="1087"/>
                    <a:pt x="5656" y="1087"/>
                  </a:cubicBezTo>
                  <a:cubicBezTo>
                    <a:pt x="5558" y="1087"/>
                    <a:pt x="5460" y="1100"/>
                    <a:pt x="5366" y="1126"/>
                  </a:cubicBezTo>
                  <a:cubicBezTo>
                    <a:pt x="4992" y="1221"/>
                    <a:pt x="4693" y="1520"/>
                    <a:pt x="4476" y="1863"/>
                  </a:cubicBezTo>
                  <a:lnTo>
                    <a:pt x="4471" y="1863"/>
                  </a:lnTo>
                  <a:cubicBezTo>
                    <a:pt x="4562" y="1307"/>
                    <a:pt x="4553" y="721"/>
                    <a:pt x="4259" y="342"/>
                  </a:cubicBezTo>
                  <a:cubicBezTo>
                    <a:pt x="4086" y="119"/>
                    <a:pt x="3875" y="1"/>
                    <a:pt x="3652"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46"/>
            <p:cNvSpPr/>
            <p:nvPr/>
          </p:nvSpPr>
          <p:spPr>
            <a:xfrm>
              <a:off x="6938175" y="1060325"/>
              <a:ext cx="40200" cy="43625"/>
            </a:xfrm>
            <a:custGeom>
              <a:avLst/>
              <a:gdLst/>
              <a:ahLst/>
              <a:cxnLst/>
              <a:rect l="l" t="t" r="r" b="b"/>
              <a:pathLst>
                <a:path w="1608" h="1745" extrusionOk="0">
                  <a:moveTo>
                    <a:pt x="910" y="406"/>
                  </a:moveTo>
                  <a:cubicBezTo>
                    <a:pt x="945" y="406"/>
                    <a:pt x="976" y="436"/>
                    <a:pt x="976" y="466"/>
                  </a:cubicBezTo>
                  <a:cubicBezTo>
                    <a:pt x="976" y="502"/>
                    <a:pt x="945" y="532"/>
                    <a:pt x="910" y="532"/>
                  </a:cubicBezTo>
                  <a:lnTo>
                    <a:pt x="865" y="532"/>
                  </a:lnTo>
                  <a:cubicBezTo>
                    <a:pt x="830" y="532"/>
                    <a:pt x="800" y="502"/>
                    <a:pt x="800" y="466"/>
                  </a:cubicBezTo>
                  <a:cubicBezTo>
                    <a:pt x="800" y="436"/>
                    <a:pt x="830" y="406"/>
                    <a:pt x="865" y="406"/>
                  </a:cubicBezTo>
                  <a:close/>
                  <a:moveTo>
                    <a:pt x="471" y="613"/>
                  </a:moveTo>
                  <a:cubicBezTo>
                    <a:pt x="502" y="613"/>
                    <a:pt x="532" y="643"/>
                    <a:pt x="532" y="679"/>
                  </a:cubicBezTo>
                  <a:cubicBezTo>
                    <a:pt x="532" y="714"/>
                    <a:pt x="502" y="739"/>
                    <a:pt x="471" y="739"/>
                  </a:cubicBezTo>
                  <a:lnTo>
                    <a:pt x="446" y="739"/>
                  </a:lnTo>
                  <a:cubicBezTo>
                    <a:pt x="411" y="739"/>
                    <a:pt x="380" y="714"/>
                    <a:pt x="380" y="679"/>
                  </a:cubicBezTo>
                  <a:cubicBezTo>
                    <a:pt x="380" y="643"/>
                    <a:pt x="411" y="613"/>
                    <a:pt x="446" y="613"/>
                  </a:cubicBezTo>
                  <a:close/>
                  <a:moveTo>
                    <a:pt x="1120" y="799"/>
                  </a:moveTo>
                  <a:cubicBezTo>
                    <a:pt x="1152" y="799"/>
                    <a:pt x="1172" y="814"/>
                    <a:pt x="1183" y="825"/>
                  </a:cubicBezTo>
                  <a:cubicBezTo>
                    <a:pt x="1199" y="840"/>
                    <a:pt x="1218" y="870"/>
                    <a:pt x="1204" y="926"/>
                  </a:cubicBezTo>
                  <a:cubicBezTo>
                    <a:pt x="1199" y="951"/>
                    <a:pt x="1173" y="971"/>
                    <a:pt x="1143" y="971"/>
                  </a:cubicBezTo>
                  <a:lnTo>
                    <a:pt x="1133" y="971"/>
                  </a:lnTo>
                  <a:cubicBezTo>
                    <a:pt x="1108" y="966"/>
                    <a:pt x="1087" y="947"/>
                    <a:pt x="1082" y="926"/>
                  </a:cubicBezTo>
                  <a:cubicBezTo>
                    <a:pt x="1062" y="916"/>
                    <a:pt x="1042" y="901"/>
                    <a:pt x="1036" y="875"/>
                  </a:cubicBezTo>
                  <a:cubicBezTo>
                    <a:pt x="1031" y="845"/>
                    <a:pt x="1052" y="810"/>
                    <a:pt x="1082" y="805"/>
                  </a:cubicBezTo>
                  <a:cubicBezTo>
                    <a:pt x="1096" y="801"/>
                    <a:pt x="1109" y="799"/>
                    <a:pt x="1120" y="799"/>
                  </a:cubicBezTo>
                  <a:close/>
                  <a:moveTo>
                    <a:pt x="657" y="988"/>
                  </a:moveTo>
                  <a:cubicBezTo>
                    <a:pt x="673" y="988"/>
                    <a:pt x="688" y="995"/>
                    <a:pt x="698" y="1007"/>
                  </a:cubicBezTo>
                  <a:cubicBezTo>
                    <a:pt x="733" y="1042"/>
                    <a:pt x="763" y="1092"/>
                    <a:pt x="784" y="1143"/>
                  </a:cubicBezTo>
                  <a:cubicBezTo>
                    <a:pt x="794" y="1178"/>
                    <a:pt x="779" y="1213"/>
                    <a:pt x="749" y="1224"/>
                  </a:cubicBezTo>
                  <a:cubicBezTo>
                    <a:pt x="739" y="1229"/>
                    <a:pt x="733" y="1229"/>
                    <a:pt x="723" y="1229"/>
                  </a:cubicBezTo>
                  <a:cubicBezTo>
                    <a:pt x="698" y="1229"/>
                    <a:pt x="673" y="1213"/>
                    <a:pt x="668" y="1189"/>
                  </a:cubicBezTo>
                  <a:cubicBezTo>
                    <a:pt x="653" y="1153"/>
                    <a:pt x="633" y="1118"/>
                    <a:pt x="607" y="1092"/>
                  </a:cubicBezTo>
                  <a:cubicBezTo>
                    <a:pt x="588" y="1068"/>
                    <a:pt x="588" y="1027"/>
                    <a:pt x="612" y="1007"/>
                  </a:cubicBezTo>
                  <a:cubicBezTo>
                    <a:pt x="625" y="995"/>
                    <a:pt x="641" y="988"/>
                    <a:pt x="657" y="988"/>
                  </a:cubicBezTo>
                  <a:close/>
                  <a:moveTo>
                    <a:pt x="1079" y="1227"/>
                  </a:moveTo>
                  <a:cubicBezTo>
                    <a:pt x="1099" y="1227"/>
                    <a:pt x="1125" y="1235"/>
                    <a:pt x="1148" y="1269"/>
                  </a:cubicBezTo>
                  <a:cubicBezTo>
                    <a:pt x="1168" y="1299"/>
                    <a:pt x="1164" y="1341"/>
                    <a:pt x="1133" y="1360"/>
                  </a:cubicBezTo>
                  <a:cubicBezTo>
                    <a:pt x="1122" y="1365"/>
                    <a:pt x="1108" y="1371"/>
                    <a:pt x="1097" y="1371"/>
                  </a:cubicBezTo>
                  <a:cubicBezTo>
                    <a:pt x="1092" y="1371"/>
                    <a:pt x="1087" y="1371"/>
                    <a:pt x="1082" y="1365"/>
                  </a:cubicBezTo>
                  <a:cubicBezTo>
                    <a:pt x="1078" y="1371"/>
                    <a:pt x="1073" y="1371"/>
                    <a:pt x="1067" y="1371"/>
                  </a:cubicBezTo>
                  <a:cubicBezTo>
                    <a:pt x="1036" y="1365"/>
                    <a:pt x="1006" y="1335"/>
                    <a:pt x="1012" y="1304"/>
                  </a:cubicBezTo>
                  <a:cubicBezTo>
                    <a:pt x="1017" y="1250"/>
                    <a:pt x="1047" y="1234"/>
                    <a:pt x="1062" y="1229"/>
                  </a:cubicBezTo>
                  <a:cubicBezTo>
                    <a:pt x="1067" y="1228"/>
                    <a:pt x="1073" y="1227"/>
                    <a:pt x="1079" y="1227"/>
                  </a:cubicBezTo>
                  <a:close/>
                  <a:moveTo>
                    <a:pt x="931" y="1"/>
                  </a:moveTo>
                  <a:cubicBezTo>
                    <a:pt x="921" y="12"/>
                    <a:pt x="905" y="17"/>
                    <a:pt x="891" y="21"/>
                  </a:cubicBezTo>
                  <a:cubicBezTo>
                    <a:pt x="845" y="21"/>
                    <a:pt x="800" y="26"/>
                    <a:pt x="759" y="31"/>
                  </a:cubicBezTo>
                  <a:cubicBezTo>
                    <a:pt x="698" y="52"/>
                    <a:pt x="642" y="87"/>
                    <a:pt x="577" y="133"/>
                  </a:cubicBezTo>
                  <a:cubicBezTo>
                    <a:pt x="572" y="148"/>
                    <a:pt x="562" y="163"/>
                    <a:pt x="542" y="178"/>
                  </a:cubicBezTo>
                  <a:cubicBezTo>
                    <a:pt x="532" y="183"/>
                    <a:pt x="521" y="189"/>
                    <a:pt x="511" y="189"/>
                  </a:cubicBezTo>
                  <a:cubicBezTo>
                    <a:pt x="502" y="194"/>
                    <a:pt x="497" y="198"/>
                    <a:pt x="486" y="208"/>
                  </a:cubicBezTo>
                  <a:lnTo>
                    <a:pt x="430" y="243"/>
                  </a:lnTo>
                  <a:cubicBezTo>
                    <a:pt x="419" y="249"/>
                    <a:pt x="407" y="252"/>
                    <a:pt x="396" y="252"/>
                  </a:cubicBezTo>
                  <a:cubicBezTo>
                    <a:pt x="376" y="252"/>
                    <a:pt x="357" y="243"/>
                    <a:pt x="345" y="224"/>
                  </a:cubicBezTo>
                  <a:cubicBezTo>
                    <a:pt x="334" y="208"/>
                    <a:pt x="334" y="189"/>
                    <a:pt x="339" y="173"/>
                  </a:cubicBezTo>
                  <a:lnTo>
                    <a:pt x="339" y="173"/>
                  </a:lnTo>
                  <a:cubicBezTo>
                    <a:pt x="163" y="274"/>
                    <a:pt x="57" y="425"/>
                    <a:pt x="26" y="623"/>
                  </a:cubicBezTo>
                  <a:cubicBezTo>
                    <a:pt x="1" y="795"/>
                    <a:pt x="42" y="987"/>
                    <a:pt x="127" y="1159"/>
                  </a:cubicBezTo>
                  <a:cubicBezTo>
                    <a:pt x="127" y="1164"/>
                    <a:pt x="133" y="1164"/>
                    <a:pt x="133" y="1164"/>
                  </a:cubicBezTo>
                  <a:cubicBezTo>
                    <a:pt x="138" y="1169"/>
                    <a:pt x="143" y="1173"/>
                    <a:pt x="147" y="1178"/>
                  </a:cubicBezTo>
                  <a:cubicBezTo>
                    <a:pt x="157" y="1194"/>
                    <a:pt x="163" y="1213"/>
                    <a:pt x="168" y="1229"/>
                  </a:cubicBezTo>
                  <a:cubicBezTo>
                    <a:pt x="289" y="1446"/>
                    <a:pt x="476" y="1623"/>
                    <a:pt x="688" y="1704"/>
                  </a:cubicBezTo>
                  <a:cubicBezTo>
                    <a:pt x="760" y="1731"/>
                    <a:pt x="831" y="1744"/>
                    <a:pt x="901" y="1744"/>
                  </a:cubicBezTo>
                  <a:cubicBezTo>
                    <a:pt x="1119" y="1744"/>
                    <a:pt x="1320" y="1614"/>
                    <a:pt x="1481" y="1365"/>
                  </a:cubicBezTo>
                  <a:cubicBezTo>
                    <a:pt x="1563" y="1244"/>
                    <a:pt x="1598" y="1103"/>
                    <a:pt x="1607" y="961"/>
                  </a:cubicBezTo>
                  <a:cubicBezTo>
                    <a:pt x="1607" y="896"/>
                    <a:pt x="1607" y="830"/>
                    <a:pt x="1598" y="770"/>
                  </a:cubicBezTo>
                  <a:cubicBezTo>
                    <a:pt x="1567" y="532"/>
                    <a:pt x="1456" y="304"/>
                    <a:pt x="1304" y="163"/>
                  </a:cubicBezTo>
                  <a:cubicBezTo>
                    <a:pt x="1296" y="165"/>
                    <a:pt x="1288" y="166"/>
                    <a:pt x="1280" y="166"/>
                  </a:cubicBezTo>
                  <a:cubicBezTo>
                    <a:pt x="1268" y="166"/>
                    <a:pt x="1256" y="164"/>
                    <a:pt x="1244" y="158"/>
                  </a:cubicBezTo>
                  <a:cubicBezTo>
                    <a:pt x="1213" y="143"/>
                    <a:pt x="1194" y="112"/>
                    <a:pt x="1188" y="77"/>
                  </a:cubicBezTo>
                  <a:cubicBezTo>
                    <a:pt x="1122" y="37"/>
                    <a:pt x="1031" y="1"/>
                    <a:pt x="931"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9" name="Google Shape;2949;p46"/>
            <p:cNvSpPr/>
            <p:nvPr/>
          </p:nvSpPr>
          <p:spPr>
            <a:xfrm>
              <a:off x="6908750" y="1093950"/>
              <a:ext cx="44725" cy="65000"/>
            </a:xfrm>
            <a:custGeom>
              <a:avLst/>
              <a:gdLst/>
              <a:ahLst/>
              <a:cxnLst/>
              <a:rect l="l" t="t" r="r" b="b"/>
              <a:pathLst>
                <a:path w="1789" h="2600" extrusionOk="0">
                  <a:moveTo>
                    <a:pt x="717" y="1248"/>
                  </a:moveTo>
                  <a:cubicBezTo>
                    <a:pt x="728" y="1248"/>
                    <a:pt x="739" y="1251"/>
                    <a:pt x="749" y="1258"/>
                  </a:cubicBezTo>
                  <a:cubicBezTo>
                    <a:pt x="779" y="1279"/>
                    <a:pt x="784" y="1319"/>
                    <a:pt x="764" y="1349"/>
                  </a:cubicBezTo>
                  <a:cubicBezTo>
                    <a:pt x="728" y="1405"/>
                    <a:pt x="698" y="1465"/>
                    <a:pt x="683" y="1536"/>
                  </a:cubicBezTo>
                  <a:cubicBezTo>
                    <a:pt x="678" y="1566"/>
                    <a:pt x="648" y="1582"/>
                    <a:pt x="622" y="1582"/>
                  </a:cubicBezTo>
                  <a:lnTo>
                    <a:pt x="607" y="1582"/>
                  </a:lnTo>
                  <a:cubicBezTo>
                    <a:pt x="571" y="1572"/>
                    <a:pt x="552" y="1542"/>
                    <a:pt x="562" y="1505"/>
                  </a:cubicBezTo>
                  <a:cubicBezTo>
                    <a:pt x="582" y="1420"/>
                    <a:pt x="618" y="1344"/>
                    <a:pt x="662" y="1274"/>
                  </a:cubicBezTo>
                  <a:cubicBezTo>
                    <a:pt x="676" y="1258"/>
                    <a:pt x="697" y="1248"/>
                    <a:pt x="717" y="1248"/>
                  </a:cubicBezTo>
                  <a:close/>
                  <a:moveTo>
                    <a:pt x="1132" y="1550"/>
                  </a:moveTo>
                  <a:cubicBezTo>
                    <a:pt x="1151" y="1550"/>
                    <a:pt x="1171" y="1559"/>
                    <a:pt x="1183" y="1577"/>
                  </a:cubicBezTo>
                  <a:cubicBezTo>
                    <a:pt x="1203" y="1607"/>
                    <a:pt x="1198" y="1647"/>
                    <a:pt x="1168" y="1668"/>
                  </a:cubicBezTo>
                  <a:cubicBezTo>
                    <a:pt x="1138" y="1687"/>
                    <a:pt x="1112" y="1713"/>
                    <a:pt x="1092" y="1743"/>
                  </a:cubicBezTo>
                  <a:cubicBezTo>
                    <a:pt x="1082" y="1759"/>
                    <a:pt x="1061" y="1768"/>
                    <a:pt x="1042" y="1768"/>
                  </a:cubicBezTo>
                  <a:cubicBezTo>
                    <a:pt x="1026" y="1768"/>
                    <a:pt x="1016" y="1764"/>
                    <a:pt x="1007" y="1759"/>
                  </a:cubicBezTo>
                  <a:cubicBezTo>
                    <a:pt x="976" y="1738"/>
                    <a:pt x="970" y="1698"/>
                    <a:pt x="991" y="1668"/>
                  </a:cubicBezTo>
                  <a:cubicBezTo>
                    <a:pt x="1021" y="1627"/>
                    <a:pt x="1057" y="1591"/>
                    <a:pt x="1098" y="1561"/>
                  </a:cubicBezTo>
                  <a:cubicBezTo>
                    <a:pt x="1107" y="1553"/>
                    <a:pt x="1120" y="1550"/>
                    <a:pt x="1132" y="1550"/>
                  </a:cubicBezTo>
                  <a:close/>
                  <a:moveTo>
                    <a:pt x="1269" y="1"/>
                  </a:moveTo>
                  <a:cubicBezTo>
                    <a:pt x="728" y="439"/>
                    <a:pt x="117" y="1248"/>
                    <a:pt x="42" y="1839"/>
                  </a:cubicBezTo>
                  <a:cubicBezTo>
                    <a:pt x="0" y="2127"/>
                    <a:pt x="67" y="2360"/>
                    <a:pt x="223" y="2491"/>
                  </a:cubicBezTo>
                  <a:cubicBezTo>
                    <a:pt x="313" y="2563"/>
                    <a:pt x="426" y="2599"/>
                    <a:pt x="555" y="2599"/>
                  </a:cubicBezTo>
                  <a:cubicBezTo>
                    <a:pt x="644" y="2599"/>
                    <a:pt x="741" y="2582"/>
                    <a:pt x="844" y="2547"/>
                  </a:cubicBezTo>
                  <a:cubicBezTo>
                    <a:pt x="1583" y="2304"/>
                    <a:pt x="1643" y="1743"/>
                    <a:pt x="1709" y="1097"/>
                  </a:cubicBezTo>
                  <a:cubicBezTo>
                    <a:pt x="1723" y="971"/>
                    <a:pt x="1739" y="838"/>
                    <a:pt x="1759" y="712"/>
                  </a:cubicBezTo>
                  <a:cubicBezTo>
                    <a:pt x="1769" y="602"/>
                    <a:pt x="1779" y="521"/>
                    <a:pt x="1784" y="486"/>
                  </a:cubicBezTo>
                  <a:cubicBezTo>
                    <a:pt x="1784" y="475"/>
                    <a:pt x="1789" y="470"/>
                    <a:pt x="1789" y="465"/>
                  </a:cubicBezTo>
                  <a:cubicBezTo>
                    <a:pt x="1769" y="455"/>
                    <a:pt x="1754" y="450"/>
                    <a:pt x="1734" y="439"/>
                  </a:cubicBezTo>
                  <a:cubicBezTo>
                    <a:pt x="1674" y="551"/>
                    <a:pt x="1623" y="672"/>
                    <a:pt x="1567" y="803"/>
                  </a:cubicBezTo>
                  <a:cubicBezTo>
                    <a:pt x="1516" y="929"/>
                    <a:pt x="1462" y="1062"/>
                    <a:pt x="1401" y="1178"/>
                  </a:cubicBezTo>
                  <a:cubicBezTo>
                    <a:pt x="1385" y="1197"/>
                    <a:pt x="1364" y="1213"/>
                    <a:pt x="1345" y="1213"/>
                  </a:cubicBezTo>
                  <a:cubicBezTo>
                    <a:pt x="1334" y="1213"/>
                    <a:pt x="1324" y="1208"/>
                    <a:pt x="1315" y="1202"/>
                  </a:cubicBezTo>
                  <a:cubicBezTo>
                    <a:pt x="1284" y="1188"/>
                    <a:pt x="1269" y="1148"/>
                    <a:pt x="1289" y="1117"/>
                  </a:cubicBezTo>
                  <a:cubicBezTo>
                    <a:pt x="1350" y="1006"/>
                    <a:pt x="1401" y="880"/>
                    <a:pt x="1451" y="754"/>
                  </a:cubicBezTo>
                  <a:cubicBezTo>
                    <a:pt x="1502" y="626"/>
                    <a:pt x="1557" y="495"/>
                    <a:pt x="1628" y="374"/>
                  </a:cubicBezTo>
                  <a:lnTo>
                    <a:pt x="1623" y="374"/>
                  </a:lnTo>
                  <a:cubicBezTo>
                    <a:pt x="1537" y="318"/>
                    <a:pt x="1462" y="248"/>
                    <a:pt x="1390" y="167"/>
                  </a:cubicBezTo>
                  <a:lnTo>
                    <a:pt x="1345" y="222"/>
                  </a:lnTo>
                  <a:cubicBezTo>
                    <a:pt x="1189" y="414"/>
                    <a:pt x="1007" y="637"/>
                    <a:pt x="961" y="880"/>
                  </a:cubicBezTo>
                  <a:cubicBezTo>
                    <a:pt x="956" y="910"/>
                    <a:pt x="930" y="935"/>
                    <a:pt x="900" y="935"/>
                  </a:cubicBezTo>
                  <a:cubicBezTo>
                    <a:pt x="895" y="935"/>
                    <a:pt x="895" y="935"/>
                    <a:pt x="890" y="929"/>
                  </a:cubicBezTo>
                  <a:cubicBezTo>
                    <a:pt x="855" y="925"/>
                    <a:pt x="835" y="894"/>
                    <a:pt x="839" y="859"/>
                  </a:cubicBezTo>
                  <a:cubicBezTo>
                    <a:pt x="886" y="586"/>
                    <a:pt x="1077" y="349"/>
                    <a:pt x="1249" y="141"/>
                  </a:cubicBezTo>
                  <a:lnTo>
                    <a:pt x="1294" y="87"/>
                  </a:lnTo>
                  <a:cubicBezTo>
                    <a:pt x="1299" y="76"/>
                    <a:pt x="1304" y="71"/>
                    <a:pt x="1315" y="66"/>
                  </a:cubicBezTo>
                  <a:cubicBezTo>
                    <a:pt x="1299" y="45"/>
                    <a:pt x="1280" y="20"/>
                    <a:pt x="1269"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46"/>
            <p:cNvSpPr/>
            <p:nvPr/>
          </p:nvSpPr>
          <p:spPr>
            <a:xfrm>
              <a:off x="6873775" y="1065650"/>
              <a:ext cx="65575" cy="41025"/>
            </a:xfrm>
            <a:custGeom>
              <a:avLst/>
              <a:gdLst/>
              <a:ahLst/>
              <a:cxnLst/>
              <a:rect l="l" t="t" r="r" b="b"/>
              <a:pathLst>
                <a:path w="2623" h="1641" extrusionOk="0">
                  <a:moveTo>
                    <a:pt x="1273" y="496"/>
                  </a:moveTo>
                  <a:cubicBezTo>
                    <a:pt x="1308" y="496"/>
                    <a:pt x="1339" y="521"/>
                    <a:pt x="1339" y="557"/>
                  </a:cubicBezTo>
                  <a:cubicBezTo>
                    <a:pt x="1339" y="592"/>
                    <a:pt x="1308" y="622"/>
                    <a:pt x="1273" y="622"/>
                  </a:cubicBezTo>
                  <a:lnTo>
                    <a:pt x="1087" y="622"/>
                  </a:lnTo>
                  <a:cubicBezTo>
                    <a:pt x="1056" y="622"/>
                    <a:pt x="1026" y="592"/>
                    <a:pt x="1026" y="557"/>
                  </a:cubicBezTo>
                  <a:cubicBezTo>
                    <a:pt x="1026" y="521"/>
                    <a:pt x="1056" y="496"/>
                    <a:pt x="1087" y="496"/>
                  </a:cubicBezTo>
                  <a:close/>
                  <a:moveTo>
                    <a:pt x="1385" y="1006"/>
                  </a:moveTo>
                  <a:cubicBezTo>
                    <a:pt x="1420" y="1006"/>
                    <a:pt x="1450" y="1031"/>
                    <a:pt x="1455" y="1061"/>
                  </a:cubicBezTo>
                  <a:cubicBezTo>
                    <a:pt x="1460" y="1097"/>
                    <a:pt x="1436" y="1128"/>
                    <a:pt x="1399" y="1133"/>
                  </a:cubicBezTo>
                  <a:cubicBezTo>
                    <a:pt x="1324" y="1142"/>
                    <a:pt x="1254" y="1163"/>
                    <a:pt x="1187" y="1198"/>
                  </a:cubicBezTo>
                  <a:cubicBezTo>
                    <a:pt x="1177" y="1203"/>
                    <a:pt x="1173" y="1203"/>
                    <a:pt x="1157" y="1203"/>
                  </a:cubicBezTo>
                  <a:cubicBezTo>
                    <a:pt x="1137" y="1203"/>
                    <a:pt x="1117" y="1193"/>
                    <a:pt x="1102" y="1168"/>
                  </a:cubicBezTo>
                  <a:cubicBezTo>
                    <a:pt x="1087" y="1137"/>
                    <a:pt x="1096" y="1102"/>
                    <a:pt x="1127" y="1086"/>
                  </a:cubicBezTo>
                  <a:cubicBezTo>
                    <a:pt x="1208" y="1042"/>
                    <a:pt x="1294" y="1016"/>
                    <a:pt x="1385" y="1006"/>
                  </a:cubicBezTo>
                  <a:close/>
                  <a:moveTo>
                    <a:pt x="2546" y="0"/>
                  </a:moveTo>
                  <a:lnTo>
                    <a:pt x="2546" y="0"/>
                  </a:lnTo>
                  <a:cubicBezTo>
                    <a:pt x="2572" y="21"/>
                    <a:pt x="2582" y="46"/>
                    <a:pt x="2582" y="81"/>
                  </a:cubicBezTo>
                  <a:cubicBezTo>
                    <a:pt x="2572" y="127"/>
                    <a:pt x="2532" y="162"/>
                    <a:pt x="2486" y="162"/>
                  </a:cubicBezTo>
                  <a:lnTo>
                    <a:pt x="2476" y="162"/>
                  </a:lnTo>
                  <a:cubicBezTo>
                    <a:pt x="2466" y="162"/>
                    <a:pt x="2456" y="162"/>
                    <a:pt x="2441" y="158"/>
                  </a:cubicBezTo>
                  <a:cubicBezTo>
                    <a:pt x="2436" y="162"/>
                    <a:pt x="2425" y="162"/>
                    <a:pt x="2415" y="162"/>
                  </a:cubicBezTo>
                  <a:cubicBezTo>
                    <a:pt x="2289" y="162"/>
                    <a:pt x="2138" y="158"/>
                    <a:pt x="1970" y="147"/>
                  </a:cubicBezTo>
                  <a:cubicBezTo>
                    <a:pt x="1772" y="135"/>
                    <a:pt x="1552" y="121"/>
                    <a:pt x="1334" y="121"/>
                  </a:cubicBezTo>
                  <a:cubicBezTo>
                    <a:pt x="823" y="121"/>
                    <a:pt x="320" y="195"/>
                    <a:pt x="121" y="531"/>
                  </a:cubicBezTo>
                  <a:cubicBezTo>
                    <a:pt x="5" y="728"/>
                    <a:pt x="0" y="956"/>
                    <a:pt x="102" y="1168"/>
                  </a:cubicBezTo>
                  <a:cubicBezTo>
                    <a:pt x="217" y="1410"/>
                    <a:pt x="455" y="1592"/>
                    <a:pt x="708" y="1627"/>
                  </a:cubicBezTo>
                  <a:cubicBezTo>
                    <a:pt x="766" y="1636"/>
                    <a:pt x="825" y="1640"/>
                    <a:pt x="886" y="1640"/>
                  </a:cubicBezTo>
                  <a:cubicBezTo>
                    <a:pt x="1446" y="1640"/>
                    <a:pt x="2092" y="1277"/>
                    <a:pt x="2516" y="885"/>
                  </a:cubicBezTo>
                  <a:cubicBezTo>
                    <a:pt x="2521" y="879"/>
                    <a:pt x="2532" y="874"/>
                    <a:pt x="2537" y="869"/>
                  </a:cubicBezTo>
                  <a:cubicBezTo>
                    <a:pt x="2516" y="814"/>
                    <a:pt x="2502" y="758"/>
                    <a:pt x="2491" y="708"/>
                  </a:cubicBezTo>
                  <a:cubicBezTo>
                    <a:pt x="2486" y="708"/>
                    <a:pt x="2481" y="713"/>
                    <a:pt x="2476" y="713"/>
                  </a:cubicBezTo>
                  <a:cubicBezTo>
                    <a:pt x="2218" y="778"/>
                    <a:pt x="1961" y="895"/>
                    <a:pt x="1723" y="1011"/>
                  </a:cubicBezTo>
                  <a:cubicBezTo>
                    <a:pt x="1713" y="1016"/>
                    <a:pt x="1703" y="1016"/>
                    <a:pt x="1693" y="1016"/>
                  </a:cubicBezTo>
                  <a:cubicBezTo>
                    <a:pt x="1672" y="1016"/>
                    <a:pt x="1648" y="1006"/>
                    <a:pt x="1637" y="981"/>
                  </a:cubicBezTo>
                  <a:cubicBezTo>
                    <a:pt x="1622" y="951"/>
                    <a:pt x="1637" y="909"/>
                    <a:pt x="1667" y="895"/>
                  </a:cubicBezTo>
                  <a:cubicBezTo>
                    <a:pt x="1915" y="778"/>
                    <a:pt x="2178" y="657"/>
                    <a:pt x="2446" y="592"/>
                  </a:cubicBezTo>
                  <a:cubicBezTo>
                    <a:pt x="2451" y="589"/>
                    <a:pt x="2456" y="588"/>
                    <a:pt x="2461" y="588"/>
                  </a:cubicBezTo>
                  <a:cubicBezTo>
                    <a:pt x="2466" y="588"/>
                    <a:pt x="2471" y="589"/>
                    <a:pt x="2476" y="592"/>
                  </a:cubicBezTo>
                  <a:cubicBezTo>
                    <a:pt x="2466" y="531"/>
                    <a:pt x="2471" y="470"/>
                    <a:pt x="2476" y="410"/>
                  </a:cubicBezTo>
                  <a:cubicBezTo>
                    <a:pt x="2445" y="407"/>
                    <a:pt x="2413" y="406"/>
                    <a:pt x="2382" y="406"/>
                  </a:cubicBezTo>
                  <a:cubicBezTo>
                    <a:pt x="2248" y="406"/>
                    <a:pt x="2116" y="430"/>
                    <a:pt x="1981" y="455"/>
                  </a:cubicBezTo>
                  <a:cubicBezTo>
                    <a:pt x="1884" y="475"/>
                    <a:pt x="1784" y="496"/>
                    <a:pt x="1678" y="506"/>
                  </a:cubicBezTo>
                  <a:lnTo>
                    <a:pt x="1672" y="506"/>
                  </a:lnTo>
                  <a:cubicBezTo>
                    <a:pt x="1637" y="506"/>
                    <a:pt x="1612" y="480"/>
                    <a:pt x="1607" y="445"/>
                  </a:cubicBezTo>
                  <a:cubicBezTo>
                    <a:pt x="1607" y="415"/>
                    <a:pt x="1632" y="380"/>
                    <a:pt x="1667" y="380"/>
                  </a:cubicBezTo>
                  <a:cubicBezTo>
                    <a:pt x="1763" y="370"/>
                    <a:pt x="1865" y="349"/>
                    <a:pt x="1961" y="333"/>
                  </a:cubicBezTo>
                  <a:cubicBezTo>
                    <a:pt x="2101" y="305"/>
                    <a:pt x="2243" y="279"/>
                    <a:pt x="2395" y="279"/>
                  </a:cubicBezTo>
                  <a:cubicBezTo>
                    <a:pt x="2430" y="279"/>
                    <a:pt x="2466" y="281"/>
                    <a:pt x="2502" y="284"/>
                  </a:cubicBezTo>
                  <a:cubicBezTo>
                    <a:pt x="2521" y="207"/>
                    <a:pt x="2562" y="121"/>
                    <a:pt x="2623" y="41"/>
                  </a:cubicBezTo>
                  <a:cubicBezTo>
                    <a:pt x="2597" y="25"/>
                    <a:pt x="2572" y="11"/>
                    <a:pt x="2546"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46"/>
            <p:cNvSpPr/>
            <p:nvPr/>
          </p:nvSpPr>
          <p:spPr>
            <a:xfrm>
              <a:off x="6886650" y="1019175"/>
              <a:ext cx="60175" cy="46000"/>
            </a:xfrm>
            <a:custGeom>
              <a:avLst/>
              <a:gdLst/>
              <a:ahLst/>
              <a:cxnLst/>
              <a:rect l="l" t="t" r="r" b="b"/>
              <a:pathLst>
                <a:path w="2407" h="1840" extrusionOk="0">
                  <a:moveTo>
                    <a:pt x="1319" y="678"/>
                  </a:moveTo>
                  <a:cubicBezTo>
                    <a:pt x="1335" y="678"/>
                    <a:pt x="1352" y="685"/>
                    <a:pt x="1365" y="697"/>
                  </a:cubicBezTo>
                  <a:cubicBezTo>
                    <a:pt x="1395" y="728"/>
                    <a:pt x="1430" y="753"/>
                    <a:pt x="1471" y="783"/>
                  </a:cubicBezTo>
                  <a:cubicBezTo>
                    <a:pt x="1502" y="798"/>
                    <a:pt x="1506" y="839"/>
                    <a:pt x="1486" y="870"/>
                  </a:cubicBezTo>
                  <a:cubicBezTo>
                    <a:pt x="1476" y="884"/>
                    <a:pt x="1455" y="895"/>
                    <a:pt x="1436" y="895"/>
                  </a:cubicBezTo>
                  <a:cubicBezTo>
                    <a:pt x="1425" y="895"/>
                    <a:pt x="1411" y="895"/>
                    <a:pt x="1400" y="884"/>
                  </a:cubicBezTo>
                  <a:cubicBezTo>
                    <a:pt x="1355" y="859"/>
                    <a:pt x="1315" y="823"/>
                    <a:pt x="1274" y="788"/>
                  </a:cubicBezTo>
                  <a:cubicBezTo>
                    <a:pt x="1248" y="763"/>
                    <a:pt x="1248" y="723"/>
                    <a:pt x="1274" y="697"/>
                  </a:cubicBezTo>
                  <a:cubicBezTo>
                    <a:pt x="1286" y="685"/>
                    <a:pt x="1303" y="678"/>
                    <a:pt x="1319" y="678"/>
                  </a:cubicBezTo>
                  <a:close/>
                  <a:moveTo>
                    <a:pt x="1017" y="935"/>
                  </a:moveTo>
                  <a:cubicBezTo>
                    <a:pt x="1052" y="935"/>
                    <a:pt x="1082" y="965"/>
                    <a:pt x="1082" y="996"/>
                  </a:cubicBezTo>
                  <a:cubicBezTo>
                    <a:pt x="1077" y="1047"/>
                    <a:pt x="1103" y="1051"/>
                    <a:pt x="1117" y="1051"/>
                  </a:cubicBezTo>
                  <a:cubicBezTo>
                    <a:pt x="1152" y="1056"/>
                    <a:pt x="1178" y="1087"/>
                    <a:pt x="1173" y="1122"/>
                  </a:cubicBezTo>
                  <a:cubicBezTo>
                    <a:pt x="1168" y="1152"/>
                    <a:pt x="1143" y="1178"/>
                    <a:pt x="1107" y="1178"/>
                  </a:cubicBezTo>
                  <a:lnTo>
                    <a:pt x="1103" y="1178"/>
                  </a:lnTo>
                  <a:cubicBezTo>
                    <a:pt x="1012" y="1168"/>
                    <a:pt x="951" y="1096"/>
                    <a:pt x="956" y="996"/>
                  </a:cubicBezTo>
                  <a:cubicBezTo>
                    <a:pt x="956" y="961"/>
                    <a:pt x="981" y="935"/>
                    <a:pt x="1017" y="935"/>
                  </a:cubicBezTo>
                  <a:close/>
                  <a:moveTo>
                    <a:pt x="1577" y="1002"/>
                  </a:moveTo>
                  <a:cubicBezTo>
                    <a:pt x="1593" y="1002"/>
                    <a:pt x="1608" y="1008"/>
                    <a:pt x="1618" y="1021"/>
                  </a:cubicBezTo>
                  <a:cubicBezTo>
                    <a:pt x="1805" y="1203"/>
                    <a:pt x="2031" y="1415"/>
                    <a:pt x="2304" y="1572"/>
                  </a:cubicBezTo>
                  <a:cubicBezTo>
                    <a:pt x="2335" y="1586"/>
                    <a:pt x="2346" y="1627"/>
                    <a:pt x="2330" y="1658"/>
                  </a:cubicBezTo>
                  <a:cubicBezTo>
                    <a:pt x="2315" y="1677"/>
                    <a:pt x="2295" y="1688"/>
                    <a:pt x="2274" y="1688"/>
                  </a:cubicBezTo>
                  <a:cubicBezTo>
                    <a:pt x="2264" y="1688"/>
                    <a:pt x="2255" y="1688"/>
                    <a:pt x="2244" y="1677"/>
                  </a:cubicBezTo>
                  <a:cubicBezTo>
                    <a:pt x="1956" y="1516"/>
                    <a:pt x="1723" y="1299"/>
                    <a:pt x="1532" y="1112"/>
                  </a:cubicBezTo>
                  <a:cubicBezTo>
                    <a:pt x="1506" y="1087"/>
                    <a:pt x="1506" y="1047"/>
                    <a:pt x="1532" y="1021"/>
                  </a:cubicBezTo>
                  <a:cubicBezTo>
                    <a:pt x="1545" y="1008"/>
                    <a:pt x="1561" y="1002"/>
                    <a:pt x="1577" y="1002"/>
                  </a:cubicBezTo>
                  <a:close/>
                  <a:moveTo>
                    <a:pt x="622" y="0"/>
                  </a:moveTo>
                  <a:cubicBezTo>
                    <a:pt x="425" y="0"/>
                    <a:pt x="177" y="40"/>
                    <a:pt x="96" y="243"/>
                  </a:cubicBezTo>
                  <a:cubicBezTo>
                    <a:pt x="0" y="475"/>
                    <a:pt x="142" y="870"/>
                    <a:pt x="425" y="1157"/>
                  </a:cubicBezTo>
                  <a:cubicBezTo>
                    <a:pt x="793" y="1532"/>
                    <a:pt x="1315" y="1758"/>
                    <a:pt x="1982" y="1835"/>
                  </a:cubicBezTo>
                  <a:cubicBezTo>
                    <a:pt x="1987" y="1835"/>
                    <a:pt x="1991" y="1840"/>
                    <a:pt x="2001" y="1840"/>
                  </a:cubicBezTo>
                  <a:cubicBezTo>
                    <a:pt x="1744" y="1698"/>
                    <a:pt x="1506" y="1567"/>
                    <a:pt x="1320" y="1339"/>
                  </a:cubicBezTo>
                  <a:cubicBezTo>
                    <a:pt x="1294" y="1313"/>
                    <a:pt x="1299" y="1273"/>
                    <a:pt x="1325" y="1253"/>
                  </a:cubicBezTo>
                  <a:cubicBezTo>
                    <a:pt x="1336" y="1242"/>
                    <a:pt x="1350" y="1237"/>
                    <a:pt x="1365" y="1237"/>
                  </a:cubicBezTo>
                  <a:cubicBezTo>
                    <a:pt x="1383" y="1237"/>
                    <a:pt x="1401" y="1245"/>
                    <a:pt x="1415" y="1259"/>
                  </a:cubicBezTo>
                  <a:cubicBezTo>
                    <a:pt x="1588" y="1471"/>
                    <a:pt x="1819" y="1597"/>
                    <a:pt x="2062" y="1728"/>
                  </a:cubicBezTo>
                  <a:cubicBezTo>
                    <a:pt x="2108" y="1754"/>
                    <a:pt x="2153" y="1779"/>
                    <a:pt x="2199" y="1804"/>
                  </a:cubicBezTo>
                  <a:cubicBezTo>
                    <a:pt x="2255" y="1758"/>
                    <a:pt x="2320" y="1707"/>
                    <a:pt x="2406" y="1667"/>
                  </a:cubicBezTo>
                  <a:cubicBezTo>
                    <a:pt x="2355" y="1572"/>
                    <a:pt x="2309" y="1465"/>
                    <a:pt x="2269" y="1344"/>
                  </a:cubicBezTo>
                  <a:cubicBezTo>
                    <a:pt x="1865" y="753"/>
                    <a:pt x="1278" y="0"/>
                    <a:pt x="622"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46"/>
            <p:cNvSpPr/>
            <p:nvPr/>
          </p:nvSpPr>
          <p:spPr>
            <a:xfrm>
              <a:off x="6940850" y="993250"/>
              <a:ext cx="41075" cy="65975"/>
            </a:xfrm>
            <a:custGeom>
              <a:avLst/>
              <a:gdLst/>
              <a:ahLst/>
              <a:cxnLst/>
              <a:rect l="l" t="t" r="r" b="b"/>
              <a:pathLst>
                <a:path w="1643" h="2639" extrusionOk="0">
                  <a:moveTo>
                    <a:pt x="990" y="1108"/>
                  </a:moveTo>
                  <a:cubicBezTo>
                    <a:pt x="1026" y="1108"/>
                    <a:pt x="1051" y="1138"/>
                    <a:pt x="1051" y="1174"/>
                  </a:cubicBezTo>
                  <a:lnTo>
                    <a:pt x="1051" y="1310"/>
                  </a:lnTo>
                  <a:cubicBezTo>
                    <a:pt x="1051" y="1350"/>
                    <a:pt x="1026" y="1375"/>
                    <a:pt x="990" y="1375"/>
                  </a:cubicBezTo>
                  <a:cubicBezTo>
                    <a:pt x="955" y="1375"/>
                    <a:pt x="924" y="1350"/>
                    <a:pt x="924" y="1310"/>
                  </a:cubicBezTo>
                  <a:lnTo>
                    <a:pt x="924" y="1174"/>
                  </a:lnTo>
                  <a:cubicBezTo>
                    <a:pt x="924" y="1138"/>
                    <a:pt x="955" y="1108"/>
                    <a:pt x="990" y="1108"/>
                  </a:cubicBezTo>
                  <a:close/>
                  <a:moveTo>
                    <a:pt x="482" y="1062"/>
                  </a:moveTo>
                  <a:cubicBezTo>
                    <a:pt x="515" y="1062"/>
                    <a:pt x="541" y="1091"/>
                    <a:pt x="541" y="1123"/>
                  </a:cubicBezTo>
                  <a:cubicBezTo>
                    <a:pt x="546" y="1205"/>
                    <a:pt x="551" y="1275"/>
                    <a:pt x="566" y="1350"/>
                  </a:cubicBezTo>
                  <a:cubicBezTo>
                    <a:pt x="572" y="1380"/>
                    <a:pt x="546" y="1417"/>
                    <a:pt x="511" y="1422"/>
                  </a:cubicBezTo>
                  <a:lnTo>
                    <a:pt x="500" y="1422"/>
                  </a:lnTo>
                  <a:cubicBezTo>
                    <a:pt x="470" y="1422"/>
                    <a:pt x="444" y="1401"/>
                    <a:pt x="439" y="1371"/>
                  </a:cubicBezTo>
                  <a:cubicBezTo>
                    <a:pt x="425" y="1289"/>
                    <a:pt x="420" y="1214"/>
                    <a:pt x="414" y="1128"/>
                  </a:cubicBezTo>
                  <a:cubicBezTo>
                    <a:pt x="414" y="1093"/>
                    <a:pt x="439" y="1067"/>
                    <a:pt x="475" y="1063"/>
                  </a:cubicBezTo>
                  <a:cubicBezTo>
                    <a:pt x="477" y="1062"/>
                    <a:pt x="480" y="1062"/>
                    <a:pt x="482" y="1062"/>
                  </a:cubicBezTo>
                  <a:close/>
                  <a:moveTo>
                    <a:pt x="759" y="0"/>
                  </a:moveTo>
                  <a:cubicBezTo>
                    <a:pt x="725" y="0"/>
                    <a:pt x="691" y="4"/>
                    <a:pt x="656" y="11"/>
                  </a:cubicBezTo>
                  <a:cubicBezTo>
                    <a:pt x="395" y="72"/>
                    <a:pt x="152" y="361"/>
                    <a:pt x="80" y="709"/>
                  </a:cubicBezTo>
                  <a:cubicBezTo>
                    <a:pt x="0" y="1093"/>
                    <a:pt x="91" y="1780"/>
                    <a:pt x="268" y="2296"/>
                  </a:cubicBezTo>
                  <a:cubicBezTo>
                    <a:pt x="329" y="2381"/>
                    <a:pt x="384" y="2462"/>
                    <a:pt x="435" y="2538"/>
                  </a:cubicBezTo>
                  <a:lnTo>
                    <a:pt x="465" y="2588"/>
                  </a:lnTo>
                  <a:cubicBezTo>
                    <a:pt x="470" y="2599"/>
                    <a:pt x="475" y="2609"/>
                    <a:pt x="481" y="2623"/>
                  </a:cubicBezTo>
                  <a:cubicBezTo>
                    <a:pt x="500" y="2618"/>
                    <a:pt x="521" y="2613"/>
                    <a:pt x="546" y="2609"/>
                  </a:cubicBezTo>
                  <a:cubicBezTo>
                    <a:pt x="541" y="2599"/>
                    <a:pt x="530" y="2588"/>
                    <a:pt x="530" y="2573"/>
                  </a:cubicBezTo>
                  <a:cubicBezTo>
                    <a:pt x="526" y="2497"/>
                    <a:pt x="516" y="2417"/>
                    <a:pt x="511" y="2336"/>
                  </a:cubicBezTo>
                  <a:cubicBezTo>
                    <a:pt x="490" y="2098"/>
                    <a:pt x="470" y="1851"/>
                    <a:pt x="439" y="1623"/>
                  </a:cubicBezTo>
                  <a:cubicBezTo>
                    <a:pt x="435" y="1588"/>
                    <a:pt x="460" y="1557"/>
                    <a:pt x="495" y="1553"/>
                  </a:cubicBezTo>
                  <a:cubicBezTo>
                    <a:pt x="498" y="1552"/>
                    <a:pt x="501" y="1552"/>
                    <a:pt x="504" y="1552"/>
                  </a:cubicBezTo>
                  <a:cubicBezTo>
                    <a:pt x="535" y="1552"/>
                    <a:pt x="561" y="1576"/>
                    <a:pt x="566" y="1608"/>
                  </a:cubicBezTo>
                  <a:cubicBezTo>
                    <a:pt x="596" y="1841"/>
                    <a:pt x="616" y="2084"/>
                    <a:pt x="637" y="2326"/>
                  </a:cubicBezTo>
                  <a:cubicBezTo>
                    <a:pt x="642" y="2406"/>
                    <a:pt x="652" y="2487"/>
                    <a:pt x="656" y="2563"/>
                  </a:cubicBezTo>
                  <a:lnTo>
                    <a:pt x="656" y="2583"/>
                  </a:lnTo>
                  <a:cubicBezTo>
                    <a:pt x="709" y="2568"/>
                    <a:pt x="764" y="2561"/>
                    <a:pt x="818" y="2561"/>
                  </a:cubicBezTo>
                  <a:cubicBezTo>
                    <a:pt x="858" y="2561"/>
                    <a:pt x="897" y="2565"/>
                    <a:pt x="935" y="2573"/>
                  </a:cubicBezTo>
                  <a:cubicBezTo>
                    <a:pt x="929" y="2558"/>
                    <a:pt x="924" y="2548"/>
                    <a:pt x="929" y="2532"/>
                  </a:cubicBezTo>
                  <a:cubicBezTo>
                    <a:pt x="980" y="2275"/>
                    <a:pt x="1001" y="2002"/>
                    <a:pt x="996" y="1639"/>
                  </a:cubicBezTo>
                  <a:cubicBezTo>
                    <a:pt x="996" y="1603"/>
                    <a:pt x="1026" y="1573"/>
                    <a:pt x="1061" y="1573"/>
                  </a:cubicBezTo>
                  <a:cubicBezTo>
                    <a:pt x="1097" y="1573"/>
                    <a:pt x="1122" y="1603"/>
                    <a:pt x="1122" y="1639"/>
                  </a:cubicBezTo>
                  <a:cubicBezTo>
                    <a:pt x="1127" y="2007"/>
                    <a:pt x="1106" y="2296"/>
                    <a:pt x="1051" y="2558"/>
                  </a:cubicBezTo>
                  <a:cubicBezTo>
                    <a:pt x="1051" y="2573"/>
                    <a:pt x="1041" y="2588"/>
                    <a:pt x="1026" y="2599"/>
                  </a:cubicBezTo>
                  <a:cubicBezTo>
                    <a:pt x="1061" y="2609"/>
                    <a:pt x="1092" y="2623"/>
                    <a:pt x="1122" y="2639"/>
                  </a:cubicBezTo>
                  <a:cubicBezTo>
                    <a:pt x="1400" y="1947"/>
                    <a:pt x="1642" y="810"/>
                    <a:pt x="1223" y="270"/>
                  </a:cubicBezTo>
                  <a:cubicBezTo>
                    <a:pt x="1084" y="93"/>
                    <a:pt x="927" y="0"/>
                    <a:pt x="759"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46"/>
            <p:cNvSpPr/>
            <p:nvPr/>
          </p:nvSpPr>
          <p:spPr>
            <a:xfrm>
              <a:off x="6973675" y="1020375"/>
              <a:ext cx="57750" cy="57925"/>
            </a:xfrm>
            <a:custGeom>
              <a:avLst/>
              <a:gdLst/>
              <a:ahLst/>
              <a:cxnLst/>
              <a:rect l="l" t="t" r="r" b="b"/>
              <a:pathLst>
                <a:path w="2310" h="2317" extrusionOk="0">
                  <a:moveTo>
                    <a:pt x="1209" y="631"/>
                  </a:moveTo>
                  <a:cubicBezTo>
                    <a:pt x="1235" y="631"/>
                    <a:pt x="1257" y="643"/>
                    <a:pt x="1269" y="665"/>
                  </a:cubicBezTo>
                  <a:cubicBezTo>
                    <a:pt x="1284" y="695"/>
                    <a:pt x="1274" y="735"/>
                    <a:pt x="1239" y="750"/>
                  </a:cubicBezTo>
                  <a:cubicBezTo>
                    <a:pt x="1183" y="775"/>
                    <a:pt x="1113" y="822"/>
                    <a:pt x="1066" y="857"/>
                  </a:cubicBezTo>
                  <a:cubicBezTo>
                    <a:pt x="1057" y="866"/>
                    <a:pt x="1041" y="871"/>
                    <a:pt x="1026" y="871"/>
                  </a:cubicBezTo>
                  <a:cubicBezTo>
                    <a:pt x="1011" y="871"/>
                    <a:pt x="991" y="862"/>
                    <a:pt x="976" y="847"/>
                  </a:cubicBezTo>
                  <a:cubicBezTo>
                    <a:pt x="956" y="822"/>
                    <a:pt x="961" y="780"/>
                    <a:pt x="986" y="761"/>
                  </a:cubicBezTo>
                  <a:cubicBezTo>
                    <a:pt x="1036" y="720"/>
                    <a:pt x="1117" y="670"/>
                    <a:pt x="1183" y="635"/>
                  </a:cubicBezTo>
                  <a:cubicBezTo>
                    <a:pt x="1192" y="632"/>
                    <a:pt x="1201" y="631"/>
                    <a:pt x="1209" y="631"/>
                  </a:cubicBezTo>
                  <a:close/>
                  <a:moveTo>
                    <a:pt x="1521" y="1231"/>
                  </a:moveTo>
                  <a:cubicBezTo>
                    <a:pt x="1538" y="1231"/>
                    <a:pt x="1555" y="1232"/>
                    <a:pt x="1572" y="1235"/>
                  </a:cubicBezTo>
                  <a:cubicBezTo>
                    <a:pt x="1607" y="1241"/>
                    <a:pt x="1628" y="1271"/>
                    <a:pt x="1623" y="1307"/>
                  </a:cubicBezTo>
                  <a:cubicBezTo>
                    <a:pt x="1617" y="1339"/>
                    <a:pt x="1592" y="1363"/>
                    <a:pt x="1560" y="1363"/>
                  </a:cubicBezTo>
                  <a:cubicBezTo>
                    <a:pt x="1557" y="1363"/>
                    <a:pt x="1554" y="1363"/>
                    <a:pt x="1552" y="1362"/>
                  </a:cubicBezTo>
                  <a:cubicBezTo>
                    <a:pt x="1541" y="1360"/>
                    <a:pt x="1529" y="1359"/>
                    <a:pt x="1518" y="1359"/>
                  </a:cubicBezTo>
                  <a:cubicBezTo>
                    <a:pt x="1479" y="1359"/>
                    <a:pt x="1440" y="1373"/>
                    <a:pt x="1421" y="1393"/>
                  </a:cubicBezTo>
                  <a:cubicBezTo>
                    <a:pt x="1405" y="1402"/>
                    <a:pt x="1390" y="1407"/>
                    <a:pt x="1374" y="1407"/>
                  </a:cubicBezTo>
                  <a:cubicBezTo>
                    <a:pt x="1360" y="1407"/>
                    <a:pt x="1344" y="1402"/>
                    <a:pt x="1330" y="1387"/>
                  </a:cubicBezTo>
                  <a:cubicBezTo>
                    <a:pt x="1304" y="1362"/>
                    <a:pt x="1309" y="1321"/>
                    <a:pt x="1334" y="1296"/>
                  </a:cubicBezTo>
                  <a:cubicBezTo>
                    <a:pt x="1380" y="1255"/>
                    <a:pt x="1448" y="1231"/>
                    <a:pt x="1521" y="1231"/>
                  </a:cubicBezTo>
                  <a:close/>
                  <a:moveTo>
                    <a:pt x="1461" y="1"/>
                  </a:moveTo>
                  <a:cubicBezTo>
                    <a:pt x="1378" y="1"/>
                    <a:pt x="1294" y="12"/>
                    <a:pt x="1213" y="33"/>
                  </a:cubicBezTo>
                  <a:cubicBezTo>
                    <a:pt x="628" y="190"/>
                    <a:pt x="173" y="1003"/>
                    <a:pt x="1" y="1696"/>
                  </a:cubicBezTo>
                  <a:lnTo>
                    <a:pt x="1" y="1701"/>
                  </a:lnTo>
                  <a:cubicBezTo>
                    <a:pt x="41" y="1741"/>
                    <a:pt x="77" y="1787"/>
                    <a:pt x="107" y="1832"/>
                  </a:cubicBezTo>
                  <a:lnTo>
                    <a:pt x="112" y="1827"/>
                  </a:lnTo>
                  <a:cubicBezTo>
                    <a:pt x="259" y="1519"/>
                    <a:pt x="415" y="1230"/>
                    <a:pt x="688" y="1039"/>
                  </a:cubicBezTo>
                  <a:cubicBezTo>
                    <a:pt x="700" y="1030"/>
                    <a:pt x="714" y="1026"/>
                    <a:pt x="726" y="1026"/>
                  </a:cubicBezTo>
                  <a:cubicBezTo>
                    <a:pt x="745" y="1026"/>
                    <a:pt x="762" y="1035"/>
                    <a:pt x="774" y="1053"/>
                  </a:cubicBezTo>
                  <a:cubicBezTo>
                    <a:pt x="794" y="1079"/>
                    <a:pt x="789" y="1120"/>
                    <a:pt x="759" y="1139"/>
                  </a:cubicBezTo>
                  <a:cubicBezTo>
                    <a:pt x="516" y="1316"/>
                    <a:pt x="364" y="1589"/>
                    <a:pt x="223" y="1883"/>
                  </a:cubicBezTo>
                  <a:cubicBezTo>
                    <a:pt x="213" y="1908"/>
                    <a:pt x="187" y="1918"/>
                    <a:pt x="168" y="1918"/>
                  </a:cubicBezTo>
                  <a:lnTo>
                    <a:pt x="162" y="1918"/>
                  </a:lnTo>
                  <a:cubicBezTo>
                    <a:pt x="168" y="1927"/>
                    <a:pt x="173" y="1938"/>
                    <a:pt x="173" y="1948"/>
                  </a:cubicBezTo>
                  <a:cubicBezTo>
                    <a:pt x="425" y="1715"/>
                    <a:pt x="824" y="1508"/>
                    <a:pt x="1047" y="1402"/>
                  </a:cubicBezTo>
                  <a:cubicBezTo>
                    <a:pt x="1055" y="1398"/>
                    <a:pt x="1064" y="1396"/>
                    <a:pt x="1073" y="1396"/>
                  </a:cubicBezTo>
                  <a:cubicBezTo>
                    <a:pt x="1097" y="1396"/>
                    <a:pt x="1121" y="1411"/>
                    <a:pt x="1132" y="1433"/>
                  </a:cubicBezTo>
                  <a:cubicBezTo>
                    <a:pt x="1148" y="1463"/>
                    <a:pt x="1132" y="1503"/>
                    <a:pt x="1102" y="1519"/>
                  </a:cubicBezTo>
                  <a:cubicBezTo>
                    <a:pt x="920" y="1605"/>
                    <a:pt x="476" y="1827"/>
                    <a:pt x="233" y="2064"/>
                  </a:cubicBezTo>
                  <a:lnTo>
                    <a:pt x="233" y="2069"/>
                  </a:lnTo>
                  <a:cubicBezTo>
                    <a:pt x="264" y="2144"/>
                    <a:pt x="283" y="2231"/>
                    <a:pt x="299" y="2317"/>
                  </a:cubicBezTo>
                  <a:lnTo>
                    <a:pt x="441" y="2261"/>
                  </a:lnTo>
                  <a:cubicBezTo>
                    <a:pt x="602" y="2195"/>
                    <a:pt x="789" y="2125"/>
                    <a:pt x="986" y="2054"/>
                  </a:cubicBezTo>
                  <a:cubicBezTo>
                    <a:pt x="1633" y="1781"/>
                    <a:pt x="2295" y="1387"/>
                    <a:pt x="2305" y="775"/>
                  </a:cubicBezTo>
                  <a:cubicBezTo>
                    <a:pt x="2309" y="544"/>
                    <a:pt x="2214" y="337"/>
                    <a:pt x="2027" y="190"/>
                  </a:cubicBezTo>
                  <a:cubicBezTo>
                    <a:pt x="1872" y="67"/>
                    <a:pt x="1668" y="1"/>
                    <a:pt x="1461"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46"/>
            <p:cNvSpPr/>
            <p:nvPr/>
          </p:nvSpPr>
          <p:spPr>
            <a:xfrm>
              <a:off x="6976950" y="1069650"/>
              <a:ext cx="74450" cy="39425"/>
            </a:xfrm>
            <a:custGeom>
              <a:avLst/>
              <a:gdLst/>
              <a:ahLst/>
              <a:cxnLst/>
              <a:rect l="l" t="t" r="r" b="b"/>
              <a:pathLst>
                <a:path w="2978" h="1577" extrusionOk="0">
                  <a:moveTo>
                    <a:pt x="1921" y="427"/>
                  </a:moveTo>
                  <a:cubicBezTo>
                    <a:pt x="1956" y="427"/>
                    <a:pt x="1982" y="457"/>
                    <a:pt x="1982" y="492"/>
                  </a:cubicBezTo>
                  <a:cubicBezTo>
                    <a:pt x="1982" y="528"/>
                    <a:pt x="1956" y="553"/>
                    <a:pt x="1921" y="553"/>
                  </a:cubicBezTo>
                  <a:lnTo>
                    <a:pt x="1709" y="553"/>
                  </a:lnTo>
                  <a:cubicBezTo>
                    <a:pt x="1674" y="553"/>
                    <a:pt x="1648" y="528"/>
                    <a:pt x="1648" y="492"/>
                  </a:cubicBezTo>
                  <a:cubicBezTo>
                    <a:pt x="1648" y="457"/>
                    <a:pt x="1674" y="427"/>
                    <a:pt x="1709" y="427"/>
                  </a:cubicBezTo>
                  <a:close/>
                  <a:moveTo>
                    <a:pt x="1475" y="940"/>
                  </a:moveTo>
                  <a:cubicBezTo>
                    <a:pt x="1480" y="940"/>
                    <a:pt x="1486" y="940"/>
                    <a:pt x="1492" y="942"/>
                  </a:cubicBezTo>
                  <a:cubicBezTo>
                    <a:pt x="1547" y="957"/>
                    <a:pt x="1607" y="973"/>
                    <a:pt x="1663" y="992"/>
                  </a:cubicBezTo>
                  <a:cubicBezTo>
                    <a:pt x="1693" y="1003"/>
                    <a:pt x="1714" y="1038"/>
                    <a:pt x="1698" y="1068"/>
                  </a:cubicBezTo>
                  <a:cubicBezTo>
                    <a:pt x="1693" y="1099"/>
                    <a:pt x="1668" y="1113"/>
                    <a:pt x="1644" y="1113"/>
                  </a:cubicBezTo>
                  <a:cubicBezTo>
                    <a:pt x="1633" y="1113"/>
                    <a:pt x="1628" y="1113"/>
                    <a:pt x="1618" y="1108"/>
                  </a:cubicBezTo>
                  <a:cubicBezTo>
                    <a:pt x="1572" y="1094"/>
                    <a:pt x="1516" y="1078"/>
                    <a:pt x="1462" y="1063"/>
                  </a:cubicBezTo>
                  <a:cubicBezTo>
                    <a:pt x="1431" y="1059"/>
                    <a:pt x="1406" y="1022"/>
                    <a:pt x="1416" y="987"/>
                  </a:cubicBezTo>
                  <a:cubicBezTo>
                    <a:pt x="1424" y="962"/>
                    <a:pt x="1446" y="940"/>
                    <a:pt x="1475" y="940"/>
                  </a:cubicBezTo>
                  <a:close/>
                  <a:moveTo>
                    <a:pt x="2091" y="1"/>
                  </a:moveTo>
                  <a:cubicBezTo>
                    <a:pt x="1728" y="1"/>
                    <a:pt x="1303" y="122"/>
                    <a:pt x="916" y="260"/>
                  </a:cubicBezTo>
                  <a:cubicBezTo>
                    <a:pt x="714" y="346"/>
                    <a:pt x="522" y="416"/>
                    <a:pt x="350" y="483"/>
                  </a:cubicBezTo>
                  <a:cubicBezTo>
                    <a:pt x="289" y="502"/>
                    <a:pt x="238" y="523"/>
                    <a:pt x="182" y="543"/>
                  </a:cubicBezTo>
                  <a:lnTo>
                    <a:pt x="182" y="598"/>
                  </a:lnTo>
                  <a:cubicBezTo>
                    <a:pt x="497" y="507"/>
                    <a:pt x="886" y="452"/>
                    <a:pt x="1243" y="452"/>
                  </a:cubicBezTo>
                  <a:cubicBezTo>
                    <a:pt x="1247" y="452"/>
                    <a:pt x="1250" y="452"/>
                    <a:pt x="1253" y="452"/>
                  </a:cubicBezTo>
                  <a:cubicBezTo>
                    <a:pt x="1285" y="452"/>
                    <a:pt x="1310" y="480"/>
                    <a:pt x="1310" y="513"/>
                  </a:cubicBezTo>
                  <a:cubicBezTo>
                    <a:pt x="1310" y="548"/>
                    <a:pt x="1280" y="578"/>
                    <a:pt x="1243" y="578"/>
                  </a:cubicBezTo>
                  <a:cubicBezTo>
                    <a:pt x="886" y="583"/>
                    <a:pt x="476" y="639"/>
                    <a:pt x="168" y="735"/>
                  </a:cubicBezTo>
                  <a:cubicBezTo>
                    <a:pt x="158" y="786"/>
                    <a:pt x="142" y="840"/>
                    <a:pt x="122" y="891"/>
                  </a:cubicBezTo>
                  <a:cubicBezTo>
                    <a:pt x="147" y="891"/>
                    <a:pt x="172" y="891"/>
                    <a:pt x="197" y="891"/>
                  </a:cubicBezTo>
                  <a:cubicBezTo>
                    <a:pt x="421" y="891"/>
                    <a:pt x="647" y="909"/>
                    <a:pt x="865" y="926"/>
                  </a:cubicBezTo>
                  <a:cubicBezTo>
                    <a:pt x="931" y="931"/>
                    <a:pt x="996" y="937"/>
                    <a:pt x="1062" y="942"/>
                  </a:cubicBezTo>
                  <a:cubicBezTo>
                    <a:pt x="1098" y="942"/>
                    <a:pt x="1122" y="973"/>
                    <a:pt x="1122" y="1008"/>
                  </a:cubicBezTo>
                  <a:cubicBezTo>
                    <a:pt x="1122" y="1043"/>
                    <a:pt x="1092" y="1068"/>
                    <a:pt x="1062" y="1068"/>
                  </a:cubicBezTo>
                  <a:lnTo>
                    <a:pt x="1052" y="1068"/>
                  </a:lnTo>
                  <a:cubicBezTo>
                    <a:pt x="991" y="1063"/>
                    <a:pt x="921" y="1059"/>
                    <a:pt x="855" y="1053"/>
                  </a:cubicBezTo>
                  <a:cubicBezTo>
                    <a:pt x="637" y="1035"/>
                    <a:pt x="406" y="1017"/>
                    <a:pt x="182" y="1017"/>
                  </a:cubicBezTo>
                  <a:cubicBezTo>
                    <a:pt x="157" y="1017"/>
                    <a:pt x="132" y="1017"/>
                    <a:pt x="107" y="1017"/>
                  </a:cubicBezTo>
                  <a:cubicBezTo>
                    <a:pt x="92" y="1017"/>
                    <a:pt x="77" y="1013"/>
                    <a:pt x="67" y="1008"/>
                  </a:cubicBezTo>
                  <a:cubicBezTo>
                    <a:pt x="61" y="1022"/>
                    <a:pt x="47" y="1043"/>
                    <a:pt x="37" y="1063"/>
                  </a:cubicBezTo>
                  <a:cubicBezTo>
                    <a:pt x="26" y="1078"/>
                    <a:pt x="12" y="1099"/>
                    <a:pt x="1" y="1113"/>
                  </a:cubicBezTo>
                  <a:cubicBezTo>
                    <a:pt x="31" y="1139"/>
                    <a:pt x="61" y="1164"/>
                    <a:pt x="92" y="1185"/>
                  </a:cubicBezTo>
                  <a:cubicBezTo>
                    <a:pt x="571" y="1394"/>
                    <a:pt x="1208" y="1576"/>
                    <a:pt x="1760" y="1576"/>
                  </a:cubicBezTo>
                  <a:cubicBezTo>
                    <a:pt x="2168" y="1576"/>
                    <a:pt x="2531" y="1477"/>
                    <a:pt x="2749" y="1215"/>
                  </a:cubicBezTo>
                  <a:cubicBezTo>
                    <a:pt x="2917" y="1017"/>
                    <a:pt x="2977" y="760"/>
                    <a:pt x="2906" y="523"/>
                  </a:cubicBezTo>
                  <a:cubicBezTo>
                    <a:pt x="2845" y="295"/>
                    <a:pt x="2679" y="124"/>
                    <a:pt x="2451" y="52"/>
                  </a:cubicBezTo>
                  <a:cubicBezTo>
                    <a:pt x="2342" y="16"/>
                    <a:pt x="2221" y="1"/>
                    <a:pt x="2091"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46"/>
            <p:cNvSpPr/>
            <p:nvPr/>
          </p:nvSpPr>
          <p:spPr>
            <a:xfrm>
              <a:off x="6955500" y="1101650"/>
              <a:ext cx="45600" cy="64550"/>
            </a:xfrm>
            <a:custGeom>
              <a:avLst/>
              <a:gdLst/>
              <a:ahLst/>
              <a:cxnLst/>
              <a:rect l="l" t="t" r="r" b="b"/>
              <a:pathLst>
                <a:path w="1824" h="2582" extrusionOk="0">
                  <a:moveTo>
                    <a:pt x="1173" y="964"/>
                  </a:moveTo>
                  <a:cubicBezTo>
                    <a:pt x="1197" y="964"/>
                    <a:pt x="1222" y="979"/>
                    <a:pt x="1233" y="1001"/>
                  </a:cubicBezTo>
                  <a:cubicBezTo>
                    <a:pt x="1259" y="1066"/>
                    <a:pt x="1289" y="1148"/>
                    <a:pt x="1304" y="1218"/>
                  </a:cubicBezTo>
                  <a:cubicBezTo>
                    <a:pt x="1313" y="1253"/>
                    <a:pt x="1294" y="1288"/>
                    <a:pt x="1259" y="1299"/>
                  </a:cubicBezTo>
                  <a:lnTo>
                    <a:pt x="1243" y="1299"/>
                  </a:lnTo>
                  <a:cubicBezTo>
                    <a:pt x="1213" y="1299"/>
                    <a:pt x="1187" y="1279"/>
                    <a:pt x="1182" y="1248"/>
                  </a:cubicBezTo>
                  <a:cubicBezTo>
                    <a:pt x="1168" y="1183"/>
                    <a:pt x="1142" y="1112"/>
                    <a:pt x="1117" y="1052"/>
                  </a:cubicBezTo>
                  <a:cubicBezTo>
                    <a:pt x="1101" y="1022"/>
                    <a:pt x="1117" y="980"/>
                    <a:pt x="1147" y="971"/>
                  </a:cubicBezTo>
                  <a:cubicBezTo>
                    <a:pt x="1155" y="966"/>
                    <a:pt x="1164" y="964"/>
                    <a:pt x="1173" y="964"/>
                  </a:cubicBezTo>
                  <a:close/>
                  <a:moveTo>
                    <a:pt x="452" y="195"/>
                  </a:moveTo>
                  <a:cubicBezTo>
                    <a:pt x="482" y="195"/>
                    <a:pt x="507" y="214"/>
                    <a:pt x="511" y="243"/>
                  </a:cubicBezTo>
                  <a:cubicBezTo>
                    <a:pt x="597" y="567"/>
                    <a:pt x="667" y="920"/>
                    <a:pt x="723" y="1274"/>
                  </a:cubicBezTo>
                  <a:cubicBezTo>
                    <a:pt x="728" y="1309"/>
                    <a:pt x="702" y="1339"/>
                    <a:pt x="672" y="1344"/>
                  </a:cubicBezTo>
                  <a:lnTo>
                    <a:pt x="662" y="1344"/>
                  </a:lnTo>
                  <a:cubicBezTo>
                    <a:pt x="632" y="1344"/>
                    <a:pt x="602" y="1325"/>
                    <a:pt x="597" y="1294"/>
                  </a:cubicBezTo>
                  <a:cubicBezTo>
                    <a:pt x="546" y="945"/>
                    <a:pt x="475" y="591"/>
                    <a:pt x="389" y="273"/>
                  </a:cubicBezTo>
                  <a:cubicBezTo>
                    <a:pt x="380" y="243"/>
                    <a:pt x="399" y="208"/>
                    <a:pt x="434" y="197"/>
                  </a:cubicBezTo>
                  <a:cubicBezTo>
                    <a:pt x="440" y="195"/>
                    <a:pt x="446" y="195"/>
                    <a:pt x="452" y="195"/>
                  </a:cubicBezTo>
                  <a:close/>
                  <a:moveTo>
                    <a:pt x="707" y="1590"/>
                  </a:moveTo>
                  <a:cubicBezTo>
                    <a:pt x="729" y="1590"/>
                    <a:pt x="750" y="1601"/>
                    <a:pt x="763" y="1622"/>
                  </a:cubicBezTo>
                  <a:cubicBezTo>
                    <a:pt x="779" y="1658"/>
                    <a:pt x="798" y="1688"/>
                    <a:pt x="814" y="1724"/>
                  </a:cubicBezTo>
                  <a:cubicBezTo>
                    <a:pt x="823" y="1754"/>
                    <a:pt x="809" y="1794"/>
                    <a:pt x="779" y="1810"/>
                  </a:cubicBezTo>
                  <a:cubicBezTo>
                    <a:pt x="774" y="1810"/>
                    <a:pt x="763" y="1815"/>
                    <a:pt x="753" y="1815"/>
                  </a:cubicBezTo>
                  <a:cubicBezTo>
                    <a:pt x="728" y="1815"/>
                    <a:pt x="707" y="1799"/>
                    <a:pt x="697" y="1773"/>
                  </a:cubicBezTo>
                  <a:cubicBezTo>
                    <a:pt x="683" y="1743"/>
                    <a:pt x="667" y="1713"/>
                    <a:pt x="652" y="1688"/>
                  </a:cubicBezTo>
                  <a:cubicBezTo>
                    <a:pt x="637" y="1652"/>
                    <a:pt x="646" y="1617"/>
                    <a:pt x="677" y="1597"/>
                  </a:cubicBezTo>
                  <a:cubicBezTo>
                    <a:pt x="686" y="1592"/>
                    <a:pt x="697" y="1590"/>
                    <a:pt x="707" y="1590"/>
                  </a:cubicBezTo>
                  <a:close/>
                  <a:moveTo>
                    <a:pt x="713" y="1"/>
                  </a:moveTo>
                  <a:lnTo>
                    <a:pt x="713" y="5"/>
                  </a:lnTo>
                  <a:cubicBezTo>
                    <a:pt x="692" y="26"/>
                    <a:pt x="667" y="45"/>
                    <a:pt x="646" y="61"/>
                  </a:cubicBezTo>
                  <a:cubicBezTo>
                    <a:pt x="814" y="218"/>
                    <a:pt x="970" y="455"/>
                    <a:pt x="1047" y="677"/>
                  </a:cubicBezTo>
                  <a:cubicBezTo>
                    <a:pt x="1056" y="712"/>
                    <a:pt x="1040" y="749"/>
                    <a:pt x="1005" y="763"/>
                  </a:cubicBezTo>
                  <a:lnTo>
                    <a:pt x="986" y="763"/>
                  </a:lnTo>
                  <a:cubicBezTo>
                    <a:pt x="960" y="763"/>
                    <a:pt x="935" y="749"/>
                    <a:pt x="925" y="723"/>
                  </a:cubicBezTo>
                  <a:cubicBezTo>
                    <a:pt x="854" y="511"/>
                    <a:pt x="707" y="288"/>
                    <a:pt x="546" y="142"/>
                  </a:cubicBezTo>
                  <a:cubicBezTo>
                    <a:pt x="546" y="136"/>
                    <a:pt x="541" y="136"/>
                    <a:pt x="541" y="131"/>
                  </a:cubicBezTo>
                  <a:cubicBezTo>
                    <a:pt x="434" y="187"/>
                    <a:pt x="324" y="218"/>
                    <a:pt x="212" y="218"/>
                  </a:cubicBezTo>
                  <a:cubicBezTo>
                    <a:pt x="182" y="218"/>
                    <a:pt x="152" y="218"/>
                    <a:pt x="117" y="213"/>
                  </a:cubicBezTo>
                  <a:cubicBezTo>
                    <a:pt x="101" y="288"/>
                    <a:pt x="86" y="364"/>
                    <a:pt x="77" y="446"/>
                  </a:cubicBezTo>
                  <a:cubicBezTo>
                    <a:pt x="0" y="1269"/>
                    <a:pt x="81" y="2440"/>
                    <a:pt x="793" y="2561"/>
                  </a:cubicBezTo>
                  <a:cubicBezTo>
                    <a:pt x="870" y="2575"/>
                    <a:pt x="943" y="2582"/>
                    <a:pt x="1013" y="2582"/>
                  </a:cubicBezTo>
                  <a:cubicBezTo>
                    <a:pt x="1230" y="2582"/>
                    <a:pt x="1413" y="2517"/>
                    <a:pt x="1551" y="2395"/>
                  </a:cubicBezTo>
                  <a:cubicBezTo>
                    <a:pt x="1733" y="2228"/>
                    <a:pt x="1824" y="1961"/>
                    <a:pt x="1798" y="1642"/>
                  </a:cubicBezTo>
                  <a:cubicBezTo>
                    <a:pt x="1763" y="1112"/>
                    <a:pt x="1404" y="530"/>
                    <a:pt x="849" y="66"/>
                  </a:cubicBezTo>
                  <a:cubicBezTo>
                    <a:pt x="809" y="51"/>
                    <a:pt x="768" y="36"/>
                    <a:pt x="737" y="21"/>
                  </a:cubicBezTo>
                  <a:cubicBezTo>
                    <a:pt x="728" y="15"/>
                    <a:pt x="723" y="10"/>
                    <a:pt x="713"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46"/>
            <p:cNvSpPr/>
            <p:nvPr/>
          </p:nvSpPr>
          <p:spPr>
            <a:xfrm>
              <a:off x="6947675" y="1075650"/>
              <a:ext cx="3800" cy="3175"/>
            </a:xfrm>
            <a:custGeom>
              <a:avLst/>
              <a:gdLst/>
              <a:ahLst/>
              <a:cxnLst/>
              <a:rect l="l" t="t" r="r" b="b"/>
              <a:pathLst>
                <a:path w="152" h="127" extrusionOk="0">
                  <a:moveTo>
                    <a:pt x="66" y="0"/>
                  </a:moveTo>
                  <a:cubicBezTo>
                    <a:pt x="31" y="0"/>
                    <a:pt x="0" y="30"/>
                    <a:pt x="0" y="66"/>
                  </a:cubicBezTo>
                  <a:cubicBezTo>
                    <a:pt x="0" y="101"/>
                    <a:pt x="31" y="126"/>
                    <a:pt x="66" y="126"/>
                  </a:cubicBezTo>
                  <a:lnTo>
                    <a:pt x="91" y="126"/>
                  </a:lnTo>
                  <a:cubicBezTo>
                    <a:pt x="122" y="126"/>
                    <a:pt x="152" y="101"/>
                    <a:pt x="152" y="66"/>
                  </a:cubicBezTo>
                  <a:cubicBezTo>
                    <a:pt x="152" y="30"/>
                    <a:pt x="122" y="0"/>
                    <a:pt x="91"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46"/>
            <p:cNvSpPr/>
            <p:nvPr/>
          </p:nvSpPr>
          <p:spPr>
            <a:xfrm>
              <a:off x="6958150" y="1070450"/>
              <a:ext cx="4425" cy="3175"/>
            </a:xfrm>
            <a:custGeom>
              <a:avLst/>
              <a:gdLst/>
              <a:ahLst/>
              <a:cxnLst/>
              <a:rect l="l" t="t" r="r" b="b"/>
              <a:pathLst>
                <a:path w="177" h="127" extrusionOk="0">
                  <a:moveTo>
                    <a:pt x="66" y="1"/>
                  </a:moveTo>
                  <a:cubicBezTo>
                    <a:pt x="31" y="1"/>
                    <a:pt x="1" y="31"/>
                    <a:pt x="1" y="61"/>
                  </a:cubicBezTo>
                  <a:cubicBezTo>
                    <a:pt x="1" y="97"/>
                    <a:pt x="31" y="127"/>
                    <a:pt x="66" y="127"/>
                  </a:cubicBezTo>
                  <a:lnTo>
                    <a:pt x="111" y="127"/>
                  </a:lnTo>
                  <a:cubicBezTo>
                    <a:pt x="146" y="127"/>
                    <a:pt x="177" y="97"/>
                    <a:pt x="177" y="61"/>
                  </a:cubicBezTo>
                  <a:cubicBezTo>
                    <a:pt x="177" y="31"/>
                    <a:pt x="146" y="1"/>
                    <a:pt x="111"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46"/>
            <p:cNvSpPr/>
            <p:nvPr/>
          </p:nvSpPr>
          <p:spPr>
            <a:xfrm>
              <a:off x="6952850" y="1085025"/>
              <a:ext cx="5175" cy="6050"/>
            </a:xfrm>
            <a:custGeom>
              <a:avLst/>
              <a:gdLst/>
              <a:ahLst/>
              <a:cxnLst/>
              <a:rect l="l" t="t" r="r" b="b"/>
              <a:pathLst>
                <a:path w="207" h="242" extrusionOk="0">
                  <a:moveTo>
                    <a:pt x="70" y="0"/>
                  </a:moveTo>
                  <a:cubicBezTo>
                    <a:pt x="54" y="0"/>
                    <a:pt x="38" y="7"/>
                    <a:pt x="25" y="19"/>
                  </a:cubicBezTo>
                  <a:cubicBezTo>
                    <a:pt x="1" y="39"/>
                    <a:pt x="1" y="80"/>
                    <a:pt x="20" y="104"/>
                  </a:cubicBezTo>
                  <a:cubicBezTo>
                    <a:pt x="46" y="130"/>
                    <a:pt x="66" y="165"/>
                    <a:pt x="81" y="201"/>
                  </a:cubicBezTo>
                  <a:cubicBezTo>
                    <a:pt x="86" y="225"/>
                    <a:pt x="111" y="241"/>
                    <a:pt x="136" y="241"/>
                  </a:cubicBezTo>
                  <a:cubicBezTo>
                    <a:pt x="146" y="241"/>
                    <a:pt x="152" y="241"/>
                    <a:pt x="162" y="236"/>
                  </a:cubicBezTo>
                  <a:cubicBezTo>
                    <a:pt x="192" y="225"/>
                    <a:pt x="207" y="190"/>
                    <a:pt x="197" y="155"/>
                  </a:cubicBezTo>
                  <a:cubicBezTo>
                    <a:pt x="176" y="104"/>
                    <a:pt x="146" y="54"/>
                    <a:pt x="111" y="19"/>
                  </a:cubicBezTo>
                  <a:cubicBezTo>
                    <a:pt x="101" y="7"/>
                    <a:pt x="86" y="0"/>
                    <a:pt x="70"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46"/>
            <p:cNvSpPr/>
            <p:nvPr/>
          </p:nvSpPr>
          <p:spPr>
            <a:xfrm>
              <a:off x="6963950" y="1080300"/>
              <a:ext cx="4700" cy="4300"/>
            </a:xfrm>
            <a:custGeom>
              <a:avLst/>
              <a:gdLst/>
              <a:ahLst/>
              <a:cxnLst/>
              <a:rect l="l" t="t" r="r" b="b"/>
              <a:pathLst>
                <a:path w="188" h="172" extrusionOk="0">
                  <a:moveTo>
                    <a:pt x="89" y="0"/>
                  </a:moveTo>
                  <a:cubicBezTo>
                    <a:pt x="78" y="0"/>
                    <a:pt x="65" y="2"/>
                    <a:pt x="51" y="6"/>
                  </a:cubicBezTo>
                  <a:cubicBezTo>
                    <a:pt x="21" y="11"/>
                    <a:pt x="0" y="46"/>
                    <a:pt x="5" y="76"/>
                  </a:cubicBezTo>
                  <a:cubicBezTo>
                    <a:pt x="11" y="102"/>
                    <a:pt x="31" y="117"/>
                    <a:pt x="51" y="127"/>
                  </a:cubicBezTo>
                  <a:cubicBezTo>
                    <a:pt x="56" y="148"/>
                    <a:pt x="77" y="167"/>
                    <a:pt x="102" y="172"/>
                  </a:cubicBezTo>
                  <a:lnTo>
                    <a:pt x="112" y="172"/>
                  </a:lnTo>
                  <a:cubicBezTo>
                    <a:pt x="142" y="172"/>
                    <a:pt x="168" y="152"/>
                    <a:pt x="173" y="127"/>
                  </a:cubicBezTo>
                  <a:cubicBezTo>
                    <a:pt x="187" y="71"/>
                    <a:pt x="168" y="41"/>
                    <a:pt x="152" y="26"/>
                  </a:cubicBezTo>
                  <a:cubicBezTo>
                    <a:pt x="141" y="15"/>
                    <a:pt x="121" y="0"/>
                    <a:pt x="89"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46"/>
            <p:cNvSpPr/>
            <p:nvPr/>
          </p:nvSpPr>
          <p:spPr>
            <a:xfrm>
              <a:off x="6963300" y="1091000"/>
              <a:ext cx="4100" cy="3600"/>
            </a:xfrm>
            <a:custGeom>
              <a:avLst/>
              <a:gdLst/>
              <a:ahLst/>
              <a:cxnLst/>
              <a:rect l="l" t="t" r="r" b="b"/>
              <a:pathLst>
                <a:path w="164" h="144" extrusionOk="0">
                  <a:moveTo>
                    <a:pt x="74" y="0"/>
                  </a:moveTo>
                  <a:cubicBezTo>
                    <a:pt x="68" y="0"/>
                    <a:pt x="62" y="1"/>
                    <a:pt x="57" y="2"/>
                  </a:cubicBezTo>
                  <a:cubicBezTo>
                    <a:pt x="42" y="7"/>
                    <a:pt x="12" y="23"/>
                    <a:pt x="7" y="77"/>
                  </a:cubicBezTo>
                  <a:cubicBezTo>
                    <a:pt x="1" y="108"/>
                    <a:pt x="31" y="138"/>
                    <a:pt x="62" y="144"/>
                  </a:cubicBezTo>
                  <a:cubicBezTo>
                    <a:pt x="68" y="144"/>
                    <a:pt x="73" y="144"/>
                    <a:pt x="77" y="138"/>
                  </a:cubicBezTo>
                  <a:cubicBezTo>
                    <a:pt x="82" y="144"/>
                    <a:pt x="87" y="144"/>
                    <a:pt x="92" y="144"/>
                  </a:cubicBezTo>
                  <a:cubicBezTo>
                    <a:pt x="103" y="144"/>
                    <a:pt x="117" y="138"/>
                    <a:pt x="128" y="133"/>
                  </a:cubicBezTo>
                  <a:cubicBezTo>
                    <a:pt x="159" y="114"/>
                    <a:pt x="163" y="72"/>
                    <a:pt x="143" y="42"/>
                  </a:cubicBezTo>
                  <a:cubicBezTo>
                    <a:pt x="120" y="8"/>
                    <a:pt x="94" y="0"/>
                    <a:pt x="74"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46"/>
            <p:cNvSpPr/>
            <p:nvPr/>
          </p:nvSpPr>
          <p:spPr>
            <a:xfrm>
              <a:off x="6997575" y="1036125"/>
              <a:ext cx="8200" cy="6050"/>
            </a:xfrm>
            <a:custGeom>
              <a:avLst/>
              <a:gdLst/>
              <a:ahLst/>
              <a:cxnLst/>
              <a:rect l="l" t="t" r="r" b="b"/>
              <a:pathLst>
                <a:path w="328" h="242" extrusionOk="0">
                  <a:moveTo>
                    <a:pt x="253" y="1"/>
                  </a:moveTo>
                  <a:cubicBezTo>
                    <a:pt x="245" y="1"/>
                    <a:pt x="236" y="2"/>
                    <a:pt x="227" y="5"/>
                  </a:cubicBezTo>
                  <a:cubicBezTo>
                    <a:pt x="161" y="40"/>
                    <a:pt x="80" y="90"/>
                    <a:pt x="30" y="131"/>
                  </a:cubicBezTo>
                  <a:cubicBezTo>
                    <a:pt x="5" y="150"/>
                    <a:pt x="0" y="192"/>
                    <a:pt x="20" y="217"/>
                  </a:cubicBezTo>
                  <a:cubicBezTo>
                    <a:pt x="35" y="232"/>
                    <a:pt x="55" y="241"/>
                    <a:pt x="70" y="241"/>
                  </a:cubicBezTo>
                  <a:cubicBezTo>
                    <a:pt x="85" y="241"/>
                    <a:pt x="101" y="236"/>
                    <a:pt x="110" y="227"/>
                  </a:cubicBezTo>
                  <a:cubicBezTo>
                    <a:pt x="157" y="192"/>
                    <a:pt x="227" y="145"/>
                    <a:pt x="283" y="120"/>
                  </a:cubicBezTo>
                  <a:cubicBezTo>
                    <a:pt x="318" y="105"/>
                    <a:pt x="328" y="65"/>
                    <a:pt x="313" y="35"/>
                  </a:cubicBezTo>
                  <a:cubicBezTo>
                    <a:pt x="301" y="13"/>
                    <a:pt x="279" y="1"/>
                    <a:pt x="253"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46"/>
            <p:cNvSpPr/>
            <p:nvPr/>
          </p:nvSpPr>
          <p:spPr>
            <a:xfrm>
              <a:off x="7006275" y="1051125"/>
              <a:ext cx="8100" cy="4450"/>
            </a:xfrm>
            <a:custGeom>
              <a:avLst/>
              <a:gdLst/>
              <a:ahLst/>
              <a:cxnLst/>
              <a:rect l="l" t="t" r="r" b="b"/>
              <a:pathLst>
                <a:path w="324" h="178" extrusionOk="0">
                  <a:moveTo>
                    <a:pt x="217" y="1"/>
                  </a:moveTo>
                  <a:cubicBezTo>
                    <a:pt x="144" y="1"/>
                    <a:pt x="76" y="25"/>
                    <a:pt x="30" y="66"/>
                  </a:cubicBezTo>
                  <a:cubicBezTo>
                    <a:pt x="5" y="91"/>
                    <a:pt x="0" y="132"/>
                    <a:pt x="26" y="157"/>
                  </a:cubicBezTo>
                  <a:cubicBezTo>
                    <a:pt x="40" y="172"/>
                    <a:pt x="56" y="177"/>
                    <a:pt x="70" y="177"/>
                  </a:cubicBezTo>
                  <a:cubicBezTo>
                    <a:pt x="86" y="177"/>
                    <a:pt x="101" y="172"/>
                    <a:pt x="117" y="163"/>
                  </a:cubicBezTo>
                  <a:cubicBezTo>
                    <a:pt x="136" y="143"/>
                    <a:pt x="175" y="129"/>
                    <a:pt x="214" y="129"/>
                  </a:cubicBezTo>
                  <a:cubicBezTo>
                    <a:pt x="225" y="129"/>
                    <a:pt x="237" y="130"/>
                    <a:pt x="248" y="132"/>
                  </a:cubicBezTo>
                  <a:cubicBezTo>
                    <a:pt x="250" y="133"/>
                    <a:pt x="253" y="133"/>
                    <a:pt x="256" y="133"/>
                  </a:cubicBezTo>
                  <a:cubicBezTo>
                    <a:pt x="288" y="133"/>
                    <a:pt x="313" y="109"/>
                    <a:pt x="319" y="77"/>
                  </a:cubicBezTo>
                  <a:cubicBezTo>
                    <a:pt x="324" y="41"/>
                    <a:pt x="303" y="11"/>
                    <a:pt x="268" y="5"/>
                  </a:cubicBezTo>
                  <a:cubicBezTo>
                    <a:pt x="251" y="2"/>
                    <a:pt x="234" y="1"/>
                    <a:pt x="217"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46"/>
            <p:cNvSpPr/>
            <p:nvPr/>
          </p:nvSpPr>
          <p:spPr>
            <a:xfrm>
              <a:off x="7018150" y="1080300"/>
              <a:ext cx="8350" cy="3175"/>
            </a:xfrm>
            <a:custGeom>
              <a:avLst/>
              <a:gdLst/>
              <a:ahLst/>
              <a:cxnLst/>
              <a:rect l="l" t="t" r="r" b="b"/>
              <a:pathLst>
                <a:path w="334" h="127" extrusionOk="0">
                  <a:moveTo>
                    <a:pt x="61" y="1"/>
                  </a:moveTo>
                  <a:cubicBezTo>
                    <a:pt x="26" y="1"/>
                    <a:pt x="0" y="31"/>
                    <a:pt x="0" y="66"/>
                  </a:cubicBezTo>
                  <a:cubicBezTo>
                    <a:pt x="0" y="102"/>
                    <a:pt x="26" y="127"/>
                    <a:pt x="61" y="127"/>
                  </a:cubicBezTo>
                  <a:lnTo>
                    <a:pt x="273" y="127"/>
                  </a:lnTo>
                  <a:cubicBezTo>
                    <a:pt x="308" y="127"/>
                    <a:pt x="334" y="102"/>
                    <a:pt x="334" y="66"/>
                  </a:cubicBezTo>
                  <a:cubicBezTo>
                    <a:pt x="334" y="31"/>
                    <a:pt x="308" y="1"/>
                    <a:pt x="273"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46"/>
            <p:cNvSpPr/>
            <p:nvPr/>
          </p:nvSpPr>
          <p:spPr>
            <a:xfrm>
              <a:off x="7012075" y="1093125"/>
              <a:ext cx="7725" cy="4375"/>
            </a:xfrm>
            <a:custGeom>
              <a:avLst/>
              <a:gdLst/>
              <a:ahLst/>
              <a:cxnLst/>
              <a:rect l="l" t="t" r="r" b="b"/>
              <a:pathLst>
                <a:path w="309" h="175" extrusionOk="0">
                  <a:moveTo>
                    <a:pt x="70" y="1"/>
                  </a:moveTo>
                  <a:cubicBezTo>
                    <a:pt x="41" y="1"/>
                    <a:pt x="19" y="23"/>
                    <a:pt x="11" y="48"/>
                  </a:cubicBezTo>
                  <a:cubicBezTo>
                    <a:pt x="1" y="83"/>
                    <a:pt x="26" y="120"/>
                    <a:pt x="57" y="124"/>
                  </a:cubicBezTo>
                  <a:cubicBezTo>
                    <a:pt x="111" y="139"/>
                    <a:pt x="167" y="155"/>
                    <a:pt x="213" y="169"/>
                  </a:cubicBezTo>
                  <a:cubicBezTo>
                    <a:pt x="223" y="174"/>
                    <a:pt x="228" y="174"/>
                    <a:pt x="239" y="174"/>
                  </a:cubicBezTo>
                  <a:cubicBezTo>
                    <a:pt x="263" y="174"/>
                    <a:pt x="288" y="160"/>
                    <a:pt x="293" y="129"/>
                  </a:cubicBezTo>
                  <a:cubicBezTo>
                    <a:pt x="309" y="99"/>
                    <a:pt x="288" y="64"/>
                    <a:pt x="258" y="53"/>
                  </a:cubicBezTo>
                  <a:cubicBezTo>
                    <a:pt x="202" y="34"/>
                    <a:pt x="142" y="18"/>
                    <a:pt x="87" y="3"/>
                  </a:cubicBezTo>
                  <a:cubicBezTo>
                    <a:pt x="81" y="1"/>
                    <a:pt x="75" y="1"/>
                    <a:pt x="70"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46"/>
            <p:cNvSpPr/>
            <p:nvPr/>
          </p:nvSpPr>
          <p:spPr>
            <a:xfrm>
              <a:off x="6983025" y="1125750"/>
              <a:ext cx="5325" cy="8400"/>
            </a:xfrm>
            <a:custGeom>
              <a:avLst/>
              <a:gdLst/>
              <a:ahLst/>
              <a:cxnLst/>
              <a:rect l="l" t="t" r="r" b="b"/>
              <a:pathLst>
                <a:path w="213" h="336" extrusionOk="0">
                  <a:moveTo>
                    <a:pt x="72" y="0"/>
                  </a:moveTo>
                  <a:cubicBezTo>
                    <a:pt x="63" y="0"/>
                    <a:pt x="54" y="2"/>
                    <a:pt x="46" y="7"/>
                  </a:cubicBezTo>
                  <a:cubicBezTo>
                    <a:pt x="16" y="16"/>
                    <a:pt x="0" y="58"/>
                    <a:pt x="16" y="88"/>
                  </a:cubicBezTo>
                  <a:cubicBezTo>
                    <a:pt x="41" y="148"/>
                    <a:pt x="67" y="219"/>
                    <a:pt x="81" y="284"/>
                  </a:cubicBezTo>
                  <a:cubicBezTo>
                    <a:pt x="86" y="315"/>
                    <a:pt x="112" y="335"/>
                    <a:pt x="142" y="335"/>
                  </a:cubicBezTo>
                  <a:lnTo>
                    <a:pt x="158" y="335"/>
                  </a:lnTo>
                  <a:cubicBezTo>
                    <a:pt x="193" y="324"/>
                    <a:pt x="212" y="289"/>
                    <a:pt x="203" y="254"/>
                  </a:cubicBezTo>
                  <a:cubicBezTo>
                    <a:pt x="188" y="184"/>
                    <a:pt x="158" y="102"/>
                    <a:pt x="132" y="37"/>
                  </a:cubicBezTo>
                  <a:cubicBezTo>
                    <a:pt x="121" y="15"/>
                    <a:pt x="96" y="0"/>
                    <a:pt x="72"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46"/>
            <p:cNvSpPr/>
            <p:nvPr/>
          </p:nvSpPr>
          <p:spPr>
            <a:xfrm>
              <a:off x="6964975" y="1106500"/>
              <a:ext cx="8725" cy="28775"/>
            </a:xfrm>
            <a:custGeom>
              <a:avLst/>
              <a:gdLst/>
              <a:ahLst/>
              <a:cxnLst/>
              <a:rect l="l" t="t" r="r" b="b"/>
              <a:pathLst>
                <a:path w="349" h="1151" extrusionOk="0">
                  <a:moveTo>
                    <a:pt x="73" y="1"/>
                  </a:moveTo>
                  <a:cubicBezTo>
                    <a:pt x="67" y="1"/>
                    <a:pt x="61" y="1"/>
                    <a:pt x="55" y="3"/>
                  </a:cubicBezTo>
                  <a:cubicBezTo>
                    <a:pt x="20" y="14"/>
                    <a:pt x="1" y="49"/>
                    <a:pt x="10" y="79"/>
                  </a:cubicBezTo>
                  <a:cubicBezTo>
                    <a:pt x="96" y="397"/>
                    <a:pt x="167" y="751"/>
                    <a:pt x="218" y="1100"/>
                  </a:cubicBezTo>
                  <a:cubicBezTo>
                    <a:pt x="223" y="1131"/>
                    <a:pt x="253" y="1150"/>
                    <a:pt x="283" y="1150"/>
                  </a:cubicBezTo>
                  <a:lnTo>
                    <a:pt x="293" y="1150"/>
                  </a:lnTo>
                  <a:cubicBezTo>
                    <a:pt x="323" y="1145"/>
                    <a:pt x="349" y="1115"/>
                    <a:pt x="344" y="1080"/>
                  </a:cubicBezTo>
                  <a:cubicBezTo>
                    <a:pt x="288" y="726"/>
                    <a:pt x="218" y="373"/>
                    <a:pt x="132" y="49"/>
                  </a:cubicBezTo>
                  <a:cubicBezTo>
                    <a:pt x="128" y="20"/>
                    <a:pt x="103" y="1"/>
                    <a:pt x="73"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46"/>
            <p:cNvSpPr/>
            <p:nvPr/>
          </p:nvSpPr>
          <p:spPr>
            <a:xfrm>
              <a:off x="6971400" y="1141375"/>
              <a:ext cx="4700" cy="5650"/>
            </a:xfrm>
            <a:custGeom>
              <a:avLst/>
              <a:gdLst/>
              <a:ahLst/>
              <a:cxnLst/>
              <a:rect l="l" t="t" r="r" b="b"/>
              <a:pathLst>
                <a:path w="188" h="226" extrusionOk="0">
                  <a:moveTo>
                    <a:pt x="71" y="1"/>
                  </a:moveTo>
                  <a:cubicBezTo>
                    <a:pt x="61" y="1"/>
                    <a:pt x="50" y="3"/>
                    <a:pt x="41" y="8"/>
                  </a:cubicBezTo>
                  <a:cubicBezTo>
                    <a:pt x="10" y="28"/>
                    <a:pt x="1" y="63"/>
                    <a:pt x="16" y="99"/>
                  </a:cubicBezTo>
                  <a:cubicBezTo>
                    <a:pt x="31" y="124"/>
                    <a:pt x="47" y="154"/>
                    <a:pt x="61" y="184"/>
                  </a:cubicBezTo>
                  <a:cubicBezTo>
                    <a:pt x="71" y="210"/>
                    <a:pt x="92" y="226"/>
                    <a:pt x="117" y="226"/>
                  </a:cubicBezTo>
                  <a:cubicBezTo>
                    <a:pt x="127" y="226"/>
                    <a:pt x="138" y="221"/>
                    <a:pt x="143" y="221"/>
                  </a:cubicBezTo>
                  <a:cubicBezTo>
                    <a:pt x="173" y="205"/>
                    <a:pt x="187" y="165"/>
                    <a:pt x="178" y="135"/>
                  </a:cubicBezTo>
                  <a:cubicBezTo>
                    <a:pt x="162" y="99"/>
                    <a:pt x="143" y="69"/>
                    <a:pt x="127" y="33"/>
                  </a:cubicBezTo>
                  <a:cubicBezTo>
                    <a:pt x="114" y="12"/>
                    <a:pt x="93" y="1"/>
                    <a:pt x="71"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46"/>
            <p:cNvSpPr/>
            <p:nvPr/>
          </p:nvSpPr>
          <p:spPr>
            <a:xfrm>
              <a:off x="6933000" y="1132675"/>
              <a:ext cx="5850" cy="5500"/>
            </a:xfrm>
            <a:custGeom>
              <a:avLst/>
              <a:gdLst/>
              <a:ahLst/>
              <a:cxnLst/>
              <a:rect l="l" t="t" r="r" b="b"/>
              <a:pathLst>
                <a:path w="234" h="220" extrusionOk="0">
                  <a:moveTo>
                    <a:pt x="162" y="1"/>
                  </a:moveTo>
                  <a:cubicBezTo>
                    <a:pt x="150" y="1"/>
                    <a:pt x="137" y="4"/>
                    <a:pt x="128" y="12"/>
                  </a:cubicBezTo>
                  <a:cubicBezTo>
                    <a:pt x="87" y="42"/>
                    <a:pt x="51" y="78"/>
                    <a:pt x="21" y="119"/>
                  </a:cubicBezTo>
                  <a:cubicBezTo>
                    <a:pt x="0" y="149"/>
                    <a:pt x="6" y="189"/>
                    <a:pt x="37" y="210"/>
                  </a:cubicBezTo>
                  <a:cubicBezTo>
                    <a:pt x="46" y="215"/>
                    <a:pt x="56" y="219"/>
                    <a:pt x="72" y="219"/>
                  </a:cubicBezTo>
                  <a:cubicBezTo>
                    <a:pt x="91" y="219"/>
                    <a:pt x="112" y="210"/>
                    <a:pt x="122" y="194"/>
                  </a:cubicBezTo>
                  <a:cubicBezTo>
                    <a:pt x="142" y="164"/>
                    <a:pt x="168" y="138"/>
                    <a:pt x="198" y="119"/>
                  </a:cubicBezTo>
                  <a:cubicBezTo>
                    <a:pt x="228" y="98"/>
                    <a:pt x="233" y="58"/>
                    <a:pt x="213" y="28"/>
                  </a:cubicBezTo>
                  <a:cubicBezTo>
                    <a:pt x="201" y="10"/>
                    <a:pt x="181" y="1"/>
                    <a:pt x="162"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46"/>
            <p:cNvSpPr/>
            <p:nvPr/>
          </p:nvSpPr>
          <p:spPr>
            <a:xfrm>
              <a:off x="6922550" y="1125125"/>
              <a:ext cx="5800" cy="8375"/>
            </a:xfrm>
            <a:custGeom>
              <a:avLst/>
              <a:gdLst/>
              <a:ahLst/>
              <a:cxnLst/>
              <a:rect l="l" t="t" r="r" b="b"/>
              <a:pathLst>
                <a:path w="232" h="335" extrusionOk="0">
                  <a:moveTo>
                    <a:pt x="165" y="1"/>
                  </a:moveTo>
                  <a:cubicBezTo>
                    <a:pt x="145" y="1"/>
                    <a:pt x="124" y="11"/>
                    <a:pt x="110" y="27"/>
                  </a:cubicBezTo>
                  <a:cubicBezTo>
                    <a:pt x="66" y="97"/>
                    <a:pt x="30" y="173"/>
                    <a:pt x="10" y="258"/>
                  </a:cubicBezTo>
                  <a:cubicBezTo>
                    <a:pt x="0" y="295"/>
                    <a:pt x="19" y="325"/>
                    <a:pt x="55" y="335"/>
                  </a:cubicBezTo>
                  <a:lnTo>
                    <a:pt x="70" y="335"/>
                  </a:lnTo>
                  <a:cubicBezTo>
                    <a:pt x="96" y="335"/>
                    <a:pt x="126" y="319"/>
                    <a:pt x="131" y="289"/>
                  </a:cubicBezTo>
                  <a:cubicBezTo>
                    <a:pt x="146" y="218"/>
                    <a:pt x="176" y="158"/>
                    <a:pt x="212" y="102"/>
                  </a:cubicBezTo>
                  <a:cubicBezTo>
                    <a:pt x="232" y="72"/>
                    <a:pt x="227" y="32"/>
                    <a:pt x="197" y="11"/>
                  </a:cubicBezTo>
                  <a:cubicBezTo>
                    <a:pt x="187" y="4"/>
                    <a:pt x="176" y="1"/>
                    <a:pt x="165"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46"/>
            <p:cNvSpPr/>
            <p:nvPr/>
          </p:nvSpPr>
          <p:spPr>
            <a:xfrm>
              <a:off x="6900925" y="1090800"/>
              <a:ext cx="9350" cy="4925"/>
            </a:xfrm>
            <a:custGeom>
              <a:avLst/>
              <a:gdLst/>
              <a:ahLst/>
              <a:cxnLst/>
              <a:rect l="l" t="t" r="r" b="b"/>
              <a:pathLst>
                <a:path w="374" h="197" extrusionOk="0">
                  <a:moveTo>
                    <a:pt x="299" y="0"/>
                  </a:moveTo>
                  <a:cubicBezTo>
                    <a:pt x="208" y="10"/>
                    <a:pt x="122" y="36"/>
                    <a:pt x="41" y="80"/>
                  </a:cubicBezTo>
                  <a:cubicBezTo>
                    <a:pt x="10" y="96"/>
                    <a:pt x="1" y="131"/>
                    <a:pt x="16" y="162"/>
                  </a:cubicBezTo>
                  <a:cubicBezTo>
                    <a:pt x="31" y="187"/>
                    <a:pt x="51" y="197"/>
                    <a:pt x="71" y="197"/>
                  </a:cubicBezTo>
                  <a:cubicBezTo>
                    <a:pt x="87" y="197"/>
                    <a:pt x="91" y="197"/>
                    <a:pt x="101" y="192"/>
                  </a:cubicBezTo>
                  <a:cubicBezTo>
                    <a:pt x="168" y="157"/>
                    <a:pt x="238" y="136"/>
                    <a:pt x="313" y="127"/>
                  </a:cubicBezTo>
                  <a:cubicBezTo>
                    <a:pt x="350" y="122"/>
                    <a:pt x="374" y="91"/>
                    <a:pt x="369" y="55"/>
                  </a:cubicBezTo>
                  <a:cubicBezTo>
                    <a:pt x="364" y="25"/>
                    <a:pt x="334" y="0"/>
                    <a:pt x="299"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46"/>
            <p:cNvSpPr/>
            <p:nvPr/>
          </p:nvSpPr>
          <p:spPr>
            <a:xfrm>
              <a:off x="6899400" y="1078025"/>
              <a:ext cx="7850" cy="3200"/>
            </a:xfrm>
            <a:custGeom>
              <a:avLst/>
              <a:gdLst/>
              <a:ahLst/>
              <a:cxnLst/>
              <a:rect l="l" t="t" r="r" b="b"/>
              <a:pathLst>
                <a:path w="314" h="128" extrusionOk="0">
                  <a:moveTo>
                    <a:pt x="62" y="1"/>
                  </a:moveTo>
                  <a:cubicBezTo>
                    <a:pt x="31" y="1"/>
                    <a:pt x="1" y="26"/>
                    <a:pt x="1" y="62"/>
                  </a:cubicBezTo>
                  <a:cubicBezTo>
                    <a:pt x="1" y="97"/>
                    <a:pt x="31" y="127"/>
                    <a:pt x="62" y="127"/>
                  </a:cubicBezTo>
                  <a:lnTo>
                    <a:pt x="248" y="127"/>
                  </a:lnTo>
                  <a:cubicBezTo>
                    <a:pt x="283" y="127"/>
                    <a:pt x="314" y="97"/>
                    <a:pt x="314" y="62"/>
                  </a:cubicBezTo>
                  <a:cubicBezTo>
                    <a:pt x="314" y="26"/>
                    <a:pt x="283" y="1"/>
                    <a:pt x="248"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46"/>
            <p:cNvSpPr/>
            <p:nvPr/>
          </p:nvSpPr>
          <p:spPr>
            <a:xfrm>
              <a:off x="6910425" y="1042550"/>
              <a:ext cx="5675" cy="6075"/>
            </a:xfrm>
            <a:custGeom>
              <a:avLst/>
              <a:gdLst/>
              <a:ahLst/>
              <a:cxnLst/>
              <a:rect l="l" t="t" r="r" b="b"/>
              <a:pathLst>
                <a:path w="227" h="243" extrusionOk="0">
                  <a:moveTo>
                    <a:pt x="66" y="0"/>
                  </a:moveTo>
                  <a:cubicBezTo>
                    <a:pt x="30" y="0"/>
                    <a:pt x="5" y="26"/>
                    <a:pt x="5" y="61"/>
                  </a:cubicBezTo>
                  <a:cubicBezTo>
                    <a:pt x="0" y="161"/>
                    <a:pt x="61" y="233"/>
                    <a:pt x="152" y="243"/>
                  </a:cubicBezTo>
                  <a:lnTo>
                    <a:pt x="156" y="243"/>
                  </a:lnTo>
                  <a:cubicBezTo>
                    <a:pt x="192" y="243"/>
                    <a:pt x="217" y="217"/>
                    <a:pt x="222" y="187"/>
                  </a:cubicBezTo>
                  <a:cubicBezTo>
                    <a:pt x="227" y="152"/>
                    <a:pt x="201" y="121"/>
                    <a:pt x="166" y="116"/>
                  </a:cubicBezTo>
                  <a:cubicBezTo>
                    <a:pt x="152" y="116"/>
                    <a:pt x="126" y="112"/>
                    <a:pt x="131" y="61"/>
                  </a:cubicBezTo>
                  <a:cubicBezTo>
                    <a:pt x="131" y="30"/>
                    <a:pt x="101" y="0"/>
                    <a:pt x="66"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46"/>
            <p:cNvSpPr/>
            <p:nvPr/>
          </p:nvSpPr>
          <p:spPr>
            <a:xfrm>
              <a:off x="6924300" y="1044225"/>
              <a:ext cx="21000" cy="17175"/>
            </a:xfrm>
            <a:custGeom>
              <a:avLst/>
              <a:gdLst/>
              <a:ahLst/>
              <a:cxnLst/>
              <a:rect l="l" t="t" r="r" b="b"/>
              <a:pathLst>
                <a:path w="840" h="687" extrusionOk="0">
                  <a:moveTo>
                    <a:pt x="71" y="0"/>
                  </a:moveTo>
                  <a:cubicBezTo>
                    <a:pt x="55" y="0"/>
                    <a:pt x="39" y="6"/>
                    <a:pt x="26" y="19"/>
                  </a:cubicBezTo>
                  <a:cubicBezTo>
                    <a:pt x="0" y="45"/>
                    <a:pt x="0" y="85"/>
                    <a:pt x="26" y="110"/>
                  </a:cubicBezTo>
                  <a:cubicBezTo>
                    <a:pt x="217" y="297"/>
                    <a:pt x="450" y="514"/>
                    <a:pt x="738" y="675"/>
                  </a:cubicBezTo>
                  <a:cubicBezTo>
                    <a:pt x="749" y="686"/>
                    <a:pt x="758" y="686"/>
                    <a:pt x="768" y="686"/>
                  </a:cubicBezTo>
                  <a:cubicBezTo>
                    <a:pt x="789" y="686"/>
                    <a:pt x="809" y="675"/>
                    <a:pt x="824" y="656"/>
                  </a:cubicBezTo>
                  <a:cubicBezTo>
                    <a:pt x="840" y="625"/>
                    <a:pt x="829" y="584"/>
                    <a:pt x="798" y="570"/>
                  </a:cubicBezTo>
                  <a:cubicBezTo>
                    <a:pt x="525" y="413"/>
                    <a:pt x="299" y="201"/>
                    <a:pt x="112" y="19"/>
                  </a:cubicBezTo>
                  <a:cubicBezTo>
                    <a:pt x="102" y="6"/>
                    <a:pt x="87" y="0"/>
                    <a:pt x="71"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46"/>
            <p:cNvSpPr/>
            <p:nvPr/>
          </p:nvSpPr>
          <p:spPr>
            <a:xfrm>
              <a:off x="6917850" y="1036125"/>
              <a:ext cx="6475" cy="5450"/>
            </a:xfrm>
            <a:custGeom>
              <a:avLst/>
              <a:gdLst/>
              <a:ahLst/>
              <a:cxnLst/>
              <a:rect l="l" t="t" r="r" b="b"/>
              <a:pathLst>
                <a:path w="259" h="218" extrusionOk="0">
                  <a:moveTo>
                    <a:pt x="71" y="0"/>
                  </a:moveTo>
                  <a:cubicBezTo>
                    <a:pt x="55" y="0"/>
                    <a:pt x="38" y="7"/>
                    <a:pt x="26" y="19"/>
                  </a:cubicBezTo>
                  <a:cubicBezTo>
                    <a:pt x="0" y="45"/>
                    <a:pt x="0" y="85"/>
                    <a:pt x="26" y="110"/>
                  </a:cubicBezTo>
                  <a:cubicBezTo>
                    <a:pt x="67" y="145"/>
                    <a:pt x="107" y="181"/>
                    <a:pt x="152" y="206"/>
                  </a:cubicBezTo>
                  <a:cubicBezTo>
                    <a:pt x="163" y="217"/>
                    <a:pt x="177" y="217"/>
                    <a:pt x="188" y="217"/>
                  </a:cubicBezTo>
                  <a:cubicBezTo>
                    <a:pt x="207" y="217"/>
                    <a:pt x="228" y="206"/>
                    <a:pt x="238" y="192"/>
                  </a:cubicBezTo>
                  <a:cubicBezTo>
                    <a:pt x="258" y="161"/>
                    <a:pt x="254" y="120"/>
                    <a:pt x="223" y="105"/>
                  </a:cubicBezTo>
                  <a:cubicBezTo>
                    <a:pt x="182" y="75"/>
                    <a:pt x="147" y="50"/>
                    <a:pt x="117" y="19"/>
                  </a:cubicBezTo>
                  <a:cubicBezTo>
                    <a:pt x="104" y="7"/>
                    <a:pt x="87" y="0"/>
                    <a:pt x="71"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46"/>
            <p:cNvSpPr/>
            <p:nvPr/>
          </p:nvSpPr>
          <p:spPr>
            <a:xfrm>
              <a:off x="6951175" y="1019800"/>
              <a:ext cx="3975" cy="9000"/>
            </a:xfrm>
            <a:custGeom>
              <a:avLst/>
              <a:gdLst/>
              <a:ahLst/>
              <a:cxnLst/>
              <a:rect l="l" t="t" r="r" b="b"/>
              <a:pathLst>
                <a:path w="159" h="360" extrusionOk="0">
                  <a:moveTo>
                    <a:pt x="69" y="0"/>
                  </a:moveTo>
                  <a:cubicBezTo>
                    <a:pt x="67" y="0"/>
                    <a:pt x="64" y="0"/>
                    <a:pt x="62" y="1"/>
                  </a:cubicBezTo>
                  <a:cubicBezTo>
                    <a:pt x="26" y="5"/>
                    <a:pt x="1" y="31"/>
                    <a:pt x="1" y="66"/>
                  </a:cubicBezTo>
                  <a:cubicBezTo>
                    <a:pt x="7" y="152"/>
                    <a:pt x="12" y="227"/>
                    <a:pt x="26" y="309"/>
                  </a:cubicBezTo>
                  <a:cubicBezTo>
                    <a:pt x="31" y="339"/>
                    <a:pt x="57" y="360"/>
                    <a:pt x="87" y="360"/>
                  </a:cubicBezTo>
                  <a:lnTo>
                    <a:pt x="98" y="360"/>
                  </a:lnTo>
                  <a:cubicBezTo>
                    <a:pt x="133" y="355"/>
                    <a:pt x="159" y="318"/>
                    <a:pt x="153" y="288"/>
                  </a:cubicBezTo>
                  <a:cubicBezTo>
                    <a:pt x="138" y="213"/>
                    <a:pt x="133" y="143"/>
                    <a:pt x="128" y="61"/>
                  </a:cubicBezTo>
                  <a:cubicBezTo>
                    <a:pt x="128" y="29"/>
                    <a:pt x="102" y="0"/>
                    <a:pt x="69"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46"/>
            <p:cNvSpPr/>
            <p:nvPr/>
          </p:nvSpPr>
          <p:spPr>
            <a:xfrm>
              <a:off x="6963950" y="1020925"/>
              <a:ext cx="3175" cy="6725"/>
            </a:xfrm>
            <a:custGeom>
              <a:avLst/>
              <a:gdLst/>
              <a:ahLst/>
              <a:cxnLst/>
              <a:rect l="l" t="t" r="r" b="b"/>
              <a:pathLst>
                <a:path w="127" h="269" extrusionOk="0">
                  <a:moveTo>
                    <a:pt x="66" y="1"/>
                  </a:moveTo>
                  <a:cubicBezTo>
                    <a:pt x="31" y="1"/>
                    <a:pt x="0" y="31"/>
                    <a:pt x="0" y="67"/>
                  </a:cubicBezTo>
                  <a:lnTo>
                    <a:pt x="0" y="203"/>
                  </a:lnTo>
                  <a:cubicBezTo>
                    <a:pt x="0" y="243"/>
                    <a:pt x="31" y="268"/>
                    <a:pt x="66" y="268"/>
                  </a:cubicBezTo>
                  <a:cubicBezTo>
                    <a:pt x="102" y="268"/>
                    <a:pt x="127" y="243"/>
                    <a:pt x="127" y="203"/>
                  </a:cubicBezTo>
                  <a:lnTo>
                    <a:pt x="127" y="67"/>
                  </a:lnTo>
                  <a:cubicBezTo>
                    <a:pt x="127" y="31"/>
                    <a:pt x="102" y="1"/>
                    <a:pt x="66"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a:extLst>
              <a:ext uri="{FF2B5EF4-FFF2-40B4-BE49-F238E27FC236}">
                <a16:creationId xmlns:a16="http://schemas.microsoft.com/office/drawing/2014/main" id="{AD4A8837-0CF7-916A-5181-7C6B88523939}"/>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9949" b="89880" l="9252" r="89917">
                        <a14:foregroundMark x1="9563" y1="54889" x2="9563" y2="54889"/>
                        <a14:foregroundMark x1="9459" y1="48027" x2="9459" y2="48027"/>
                        <a14:foregroundMark x1="9667" y1="47341" x2="9252" y2="63465"/>
                        <a14:foregroundMark x1="10878" y1="71870" x2="10950" y2="72240"/>
                        <a14:foregroundMark x1="9252" y1="63465" x2="10878" y2="71870"/>
                        <a14:foregroundMark x1="41970" y1="86772" x2="45530" y2="86964"/>
                        <a14:foregroundMark x1="39834" y1="86656" x2="40478" y2="86691"/>
                        <a14:foregroundMark x1="45218" y1="86964" x2="45426" y2="85249"/>
                        <a14:foregroundMark x1="41994" y1="84734" x2="39709" y2="84391"/>
                        <a14:foregroundMark x1="45426" y1="85249" x2="41994" y2="84734"/>
                        <a14:foregroundMark x1="42009" y1="86675" x2="45530" y2="87479"/>
                        <a14:foregroundMark x1="40311" y1="86287" x2="40613" y2="86356"/>
                        <a14:foregroundMark x1="38773" y1="85935" x2="39038" y2="85996"/>
                        <a14:foregroundMark x1="38462" y1="86792" x2="40037" y2="87783"/>
                        <a14:foregroundMark x1="39039" y1="84391" x2="38877" y2="84048"/>
                        <a14:foregroundMark x1="39200" y1="84734" x2="39039" y2="84391"/>
                        <a14:foregroundMark x1="38773" y1="86106" x2="38740" y2="85344"/>
                        <a14:foregroundMark x1="25884" y1="74957" x2="25156" y2="78902"/>
                        <a14:foregroundMark x1="41580" y1="87136" x2="41580" y2="87136"/>
                        <a14:foregroundMark x1="38773" y1="83877" x2="38773" y2="83877"/>
                        <a14:foregroundMark x1="39293" y1="83705" x2="38669" y2="84048"/>
                        <a14:backgroundMark x1="11331" y1="74271" x2="11331" y2="74271"/>
                        <a14:backgroundMark x1="10811" y1="73756" x2="12890" y2="78559"/>
                        <a14:backgroundMark x1="13825" y1="79588" x2="13825" y2="78388"/>
                        <a14:backgroundMark x1="13202" y1="77873" x2="13929" y2="79931"/>
                        <a14:backgroundMark x1="11331" y1="73756" x2="9875" y2="67581"/>
                        <a14:backgroundMark x1="10707" y1="73585" x2="11227" y2="73413"/>
                        <a14:backgroundMark x1="10707" y1="72556" x2="10811" y2="72727"/>
                        <a14:backgroundMark x1="10915" y1="72213" x2="10915" y2="72213"/>
                        <a14:backgroundMark x1="10811" y1="72041" x2="10811" y2="72041"/>
                        <a14:backgroundMark x1="10603" y1="71870" x2="10603" y2="71870"/>
                        <a14:backgroundMark x1="40333" y1="83877" x2="40333" y2="83877"/>
                        <a14:backgroundMark x1="38565" y1="84734" x2="38565" y2="84734"/>
                        <a14:backgroundMark x1="38462" y1="84906" x2="38462" y2="84906"/>
                        <a14:backgroundMark x1="38462" y1="84734" x2="38462" y2="84734"/>
                        <a14:backgroundMark x1="38669" y1="84734" x2="38669" y2="84734"/>
                        <a14:backgroundMark x1="38877" y1="84563" x2="38462" y2="84734"/>
                        <a14:backgroundMark x1="38981" y1="84563" x2="38773" y2="84906"/>
                        <a14:backgroundMark x1="39813" y1="88336" x2="41268" y2="88508"/>
                      </a14:backgroundRemoval>
                    </a14:imgEffect>
                  </a14:imgLayer>
                </a14:imgProps>
              </a:ext>
            </a:extLst>
          </a:blip>
          <a:srcRect t="17213" r="40069"/>
          <a:stretch/>
        </p:blipFill>
        <p:spPr>
          <a:xfrm>
            <a:off x="330127" y="1147671"/>
            <a:ext cx="4241873" cy="3551128"/>
          </a:xfrm>
          <a:prstGeom prst="rect">
            <a:avLst/>
          </a:prstGeom>
        </p:spPr>
      </p:pic>
      <p:pic>
        <p:nvPicPr>
          <p:cNvPr id="5" name="Picture 4">
            <a:extLst>
              <a:ext uri="{FF2B5EF4-FFF2-40B4-BE49-F238E27FC236}">
                <a16:creationId xmlns:a16="http://schemas.microsoft.com/office/drawing/2014/main" id="{61A2AE76-DB25-13D5-4EC8-C4A405F83E5A}"/>
              </a:ext>
            </a:extLst>
          </p:cNvPr>
          <p:cNvPicPr>
            <a:picLocks noChangeAspect="1"/>
          </p:cNvPicPr>
          <p:nvPr/>
        </p:nvPicPr>
        <p:blipFill>
          <a:blip r:embed="rId5"/>
          <a:stretch>
            <a:fillRect/>
          </a:stretch>
        </p:blipFill>
        <p:spPr>
          <a:xfrm>
            <a:off x="5027471" y="1142548"/>
            <a:ext cx="3528366" cy="1501270"/>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3068"/>
        <p:cNvGrpSpPr/>
        <p:nvPr/>
      </p:nvGrpSpPr>
      <p:grpSpPr>
        <a:xfrm>
          <a:off x="0" y="0"/>
          <a:ext cx="0" cy="0"/>
          <a:chOff x="0" y="0"/>
          <a:chExt cx="0" cy="0"/>
        </a:xfrm>
      </p:grpSpPr>
      <p:sp>
        <p:nvSpPr>
          <p:cNvPr id="3069" name="Google Shape;3069;p48"/>
          <p:cNvSpPr txBox="1">
            <a:spLocks noGrp="1"/>
          </p:cNvSpPr>
          <p:nvPr>
            <p:ph type="title" idx="15"/>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dirty="0">
                <a:solidFill>
                  <a:schemeClr val="dk1"/>
                </a:solidFill>
              </a:rPr>
              <a:t>I</a:t>
            </a:r>
            <a:r>
              <a:rPr lang="en" dirty="0">
                <a:solidFill>
                  <a:schemeClr val="dk1"/>
                </a:solidFill>
              </a:rPr>
              <a:t>nsights:</a:t>
            </a:r>
            <a:endParaRPr dirty="0">
              <a:solidFill>
                <a:schemeClr val="dk1"/>
              </a:solidFill>
            </a:endParaRPr>
          </a:p>
        </p:txBody>
      </p:sp>
      <p:cxnSp>
        <p:nvCxnSpPr>
          <p:cNvPr id="3082" name="Google Shape;3082;p48"/>
          <p:cNvCxnSpPr/>
          <p:nvPr/>
        </p:nvCxnSpPr>
        <p:spPr>
          <a:xfrm>
            <a:off x="794075" y="1024700"/>
            <a:ext cx="2484300" cy="0"/>
          </a:xfrm>
          <a:prstGeom prst="straightConnector1">
            <a:avLst/>
          </a:prstGeom>
          <a:noFill/>
          <a:ln w="9525" cap="flat" cmpd="sng">
            <a:solidFill>
              <a:schemeClr val="dk2"/>
            </a:solidFill>
            <a:prstDash val="solid"/>
            <a:round/>
            <a:headEnd type="none" w="med" len="med"/>
            <a:tailEnd type="none" w="med" len="med"/>
          </a:ln>
        </p:spPr>
      </p:cxnSp>
      <p:sp>
        <p:nvSpPr>
          <p:cNvPr id="26" name="TextBox 25">
            <a:extLst>
              <a:ext uri="{FF2B5EF4-FFF2-40B4-BE49-F238E27FC236}">
                <a16:creationId xmlns:a16="http://schemas.microsoft.com/office/drawing/2014/main" id="{A3C5F9DC-F103-28DD-6FCF-25DD4ACA06E4}"/>
              </a:ext>
            </a:extLst>
          </p:cNvPr>
          <p:cNvSpPr txBox="1"/>
          <p:nvPr/>
        </p:nvSpPr>
        <p:spPr>
          <a:xfrm>
            <a:off x="794075" y="1296649"/>
            <a:ext cx="7315604" cy="307777"/>
          </a:xfrm>
          <a:prstGeom prst="rect">
            <a:avLst/>
          </a:prstGeom>
          <a:noFill/>
        </p:spPr>
        <p:txBody>
          <a:bodyPr wrap="square" rtlCol="0">
            <a:spAutoFit/>
          </a:bodyPr>
          <a:lstStyle/>
          <a:p>
            <a:r>
              <a:rPr lang="en-US" dirty="0"/>
              <a:t>1. Top 10 states with highest and lowest crime rate.</a:t>
            </a:r>
            <a:endParaRPr lang="en-IN" dirty="0"/>
          </a:p>
        </p:txBody>
      </p:sp>
      <p:pic>
        <p:nvPicPr>
          <p:cNvPr id="28" name="Picture 27">
            <a:extLst>
              <a:ext uri="{FF2B5EF4-FFF2-40B4-BE49-F238E27FC236}">
                <a16:creationId xmlns:a16="http://schemas.microsoft.com/office/drawing/2014/main" id="{69B14E72-0FE1-4B7B-649D-B73C64C33BAF}"/>
              </a:ext>
            </a:extLst>
          </p:cNvPr>
          <p:cNvPicPr>
            <a:picLocks noChangeAspect="1"/>
          </p:cNvPicPr>
          <p:nvPr/>
        </p:nvPicPr>
        <p:blipFill>
          <a:blip r:embed="rId3"/>
          <a:stretch>
            <a:fillRect/>
          </a:stretch>
        </p:blipFill>
        <p:spPr>
          <a:xfrm>
            <a:off x="1161738" y="1722742"/>
            <a:ext cx="2653258" cy="3311972"/>
          </a:xfrm>
          <a:prstGeom prst="rect">
            <a:avLst/>
          </a:prstGeom>
        </p:spPr>
      </p:pic>
      <p:pic>
        <p:nvPicPr>
          <p:cNvPr id="30" name="Picture 29">
            <a:extLst>
              <a:ext uri="{FF2B5EF4-FFF2-40B4-BE49-F238E27FC236}">
                <a16:creationId xmlns:a16="http://schemas.microsoft.com/office/drawing/2014/main" id="{4A7FF881-ABC3-7608-2890-3E7A35FFDEC2}"/>
              </a:ext>
            </a:extLst>
          </p:cNvPr>
          <p:cNvPicPr>
            <a:picLocks noChangeAspect="1"/>
          </p:cNvPicPr>
          <p:nvPr/>
        </p:nvPicPr>
        <p:blipFill>
          <a:blip r:embed="rId4"/>
          <a:stretch>
            <a:fillRect/>
          </a:stretch>
        </p:blipFill>
        <p:spPr>
          <a:xfrm>
            <a:off x="5246557" y="1722742"/>
            <a:ext cx="2653259" cy="331437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3847"/>
        <p:cNvGrpSpPr/>
        <p:nvPr/>
      </p:nvGrpSpPr>
      <p:grpSpPr>
        <a:xfrm>
          <a:off x="0" y="0"/>
          <a:ext cx="0" cy="0"/>
          <a:chOff x="0" y="0"/>
          <a:chExt cx="0" cy="0"/>
        </a:xfrm>
      </p:grpSpPr>
      <p:sp>
        <p:nvSpPr>
          <p:cNvPr id="4" name="TextBox 3">
            <a:extLst>
              <a:ext uri="{FF2B5EF4-FFF2-40B4-BE49-F238E27FC236}">
                <a16:creationId xmlns:a16="http://schemas.microsoft.com/office/drawing/2014/main" id="{BA943DA8-C6CA-51B7-10AB-EB8D6CB72459}"/>
              </a:ext>
            </a:extLst>
          </p:cNvPr>
          <p:cNvSpPr txBox="1"/>
          <p:nvPr/>
        </p:nvSpPr>
        <p:spPr>
          <a:xfrm>
            <a:off x="166974" y="495328"/>
            <a:ext cx="6672734" cy="3831818"/>
          </a:xfrm>
          <a:prstGeom prst="rect">
            <a:avLst/>
          </a:prstGeom>
          <a:noFill/>
        </p:spPr>
        <p:txBody>
          <a:bodyPr wrap="square" rtlCol="0">
            <a:spAutoFit/>
          </a:bodyPr>
          <a:lstStyle/>
          <a:p>
            <a:pPr marL="228600" indent="-228600">
              <a:lnSpc>
                <a:spcPct val="150000"/>
              </a:lnSpc>
              <a:buFont typeface="+mj-lt"/>
              <a:buAutoNum type="arabicPeriod" startAt="2"/>
            </a:pPr>
            <a:r>
              <a:rPr lang="en-US" b="1" i="0" dirty="0">
                <a:solidFill>
                  <a:srgbClr val="292929"/>
                </a:solidFill>
                <a:effectLst/>
                <a:latin typeface="Belleza" panose="020B0604020202020204" charset="0"/>
              </a:rPr>
              <a:t>Andhra Pradesh </a:t>
            </a:r>
            <a:r>
              <a:rPr lang="en-US" b="0" i="0" dirty="0">
                <a:solidFill>
                  <a:srgbClr val="292929"/>
                </a:solidFill>
                <a:effectLst/>
                <a:latin typeface="Belleza" panose="020B0604020202020204" charset="0"/>
              </a:rPr>
              <a:t>had registered the most crimes against women from 2001 to 2014. </a:t>
            </a:r>
          </a:p>
          <a:p>
            <a:pPr marL="228600" indent="-228600">
              <a:lnSpc>
                <a:spcPct val="150000"/>
              </a:lnSpc>
              <a:buFont typeface="+mj-lt"/>
              <a:buAutoNum type="arabicPeriod" startAt="2"/>
            </a:pPr>
            <a:r>
              <a:rPr lang="en-US" b="1" i="0" dirty="0">
                <a:solidFill>
                  <a:srgbClr val="292929"/>
                </a:solidFill>
                <a:effectLst/>
                <a:latin typeface="Belleza" panose="020B0604020202020204" charset="0"/>
              </a:rPr>
              <a:t>Madhya Pradesh </a:t>
            </a:r>
            <a:r>
              <a:rPr lang="en-US" b="0" i="0" dirty="0">
                <a:solidFill>
                  <a:srgbClr val="292929"/>
                </a:solidFill>
                <a:effectLst/>
                <a:latin typeface="Belleza" panose="020B0604020202020204" charset="0"/>
              </a:rPr>
              <a:t>reported the most number of Rape cases and Assault on her modest cases.</a:t>
            </a:r>
            <a:endParaRPr lang="en-US" dirty="0">
              <a:solidFill>
                <a:srgbClr val="292929"/>
              </a:solidFill>
              <a:latin typeface="Belleza" panose="020B0604020202020204" charset="0"/>
            </a:endParaRPr>
          </a:p>
          <a:p>
            <a:pPr marL="228600" indent="-228600">
              <a:lnSpc>
                <a:spcPct val="150000"/>
              </a:lnSpc>
              <a:buFont typeface="+mj-lt"/>
              <a:buAutoNum type="arabicPeriod" startAt="2"/>
            </a:pPr>
            <a:r>
              <a:rPr lang="en-US" b="1" i="0" dirty="0">
                <a:solidFill>
                  <a:srgbClr val="292929"/>
                </a:solidFill>
                <a:effectLst/>
                <a:latin typeface="Belleza" panose="020B0604020202020204" charset="0"/>
              </a:rPr>
              <a:t>Uttar Pradesh </a:t>
            </a:r>
            <a:r>
              <a:rPr lang="en-US" b="0" i="0" dirty="0">
                <a:solidFill>
                  <a:srgbClr val="292929"/>
                </a:solidFill>
                <a:effectLst/>
                <a:latin typeface="Belleza" panose="020B0604020202020204" charset="0"/>
              </a:rPr>
              <a:t>reported the most number of Kidnapping and Abduction and Dowry Deaths.</a:t>
            </a:r>
          </a:p>
          <a:p>
            <a:pPr marL="228600" indent="-228600">
              <a:lnSpc>
                <a:spcPct val="150000"/>
              </a:lnSpc>
              <a:buFont typeface="+mj-lt"/>
              <a:buAutoNum type="arabicPeriod" startAt="2"/>
            </a:pPr>
            <a:r>
              <a:rPr lang="en-US" b="1" i="0" dirty="0">
                <a:solidFill>
                  <a:srgbClr val="292929"/>
                </a:solidFill>
                <a:effectLst/>
                <a:latin typeface="Belleza" panose="020B0604020202020204" charset="0"/>
              </a:rPr>
              <a:t>Madhya Pradesh, Andhra Pradesh, Uttar Pradesh, Rajasthan </a:t>
            </a:r>
            <a:r>
              <a:rPr lang="en-US" b="0" i="0" dirty="0">
                <a:solidFill>
                  <a:srgbClr val="292929"/>
                </a:solidFill>
                <a:effectLst/>
                <a:latin typeface="Belleza" panose="020B0604020202020204" charset="0"/>
              </a:rPr>
              <a:t>and </a:t>
            </a:r>
            <a:r>
              <a:rPr lang="en-US" b="1" i="0" dirty="0">
                <a:solidFill>
                  <a:srgbClr val="292929"/>
                </a:solidFill>
                <a:effectLst/>
                <a:latin typeface="Belleza" panose="020B0604020202020204" charset="0"/>
              </a:rPr>
              <a:t>West Bengal </a:t>
            </a:r>
            <a:r>
              <a:rPr lang="en-US" b="0" i="0" dirty="0">
                <a:solidFill>
                  <a:srgbClr val="292929"/>
                </a:solidFill>
                <a:effectLst/>
                <a:latin typeface="Belleza" panose="020B0604020202020204" charset="0"/>
              </a:rPr>
              <a:t>account for almost half of all crimes committed against women around the country from 2001 to 2014.</a:t>
            </a:r>
          </a:p>
          <a:p>
            <a:pPr marL="228600" indent="-228600">
              <a:lnSpc>
                <a:spcPct val="150000"/>
              </a:lnSpc>
              <a:buFont typeface="+mj-lt"/>
              <a:buAutoNum type="arabicPeriod" startAt="2"/>
            </a:pPr>
            <a:r>
              <a:rPr lang="en-US" dirty="0">
                <a:solidFill>
                  <a:srgbClr val="292929"/>
                </a:solidFill>
                <a:latin typeface="Belleza" panose="020B0604020202020204" charset="0"/>
              </a:rPr>
              <a:t>We can find that except trafficking, all other crimes are increasing each year.</a:t>
            </a:r>
            <a:endParaRPr lang="en-US" b="0" i="0" dirty="0">
              <a:solidFill>
                <a:srgbClr val="292929"/>
              </a:solidFill>
              <a:effectLst/>
              <a:latin typeface="Belleza" panose="020B0604020202020204" charset="0"/>
            </a:endParaRPr>
          </a:p>
          <a:p>
            <a:pPr marL="228600" indent="-228600">
              <a:lnSpc>
                <a:spcPct val="150000"/>
              </a:lnSpc>
              <a:buFont typeface="+mj-lt"/>
              <a:buAutoNum type="arabicPeriod" startAt="2"/>
            </a:pPr>
            <a:r>
              <a:rPr lang="en-US" dirty="0">
                <a:latin typeface="Belleza" panose="020B0604020202020204" charset="0"/>
              </a:rPr>
              <a:t>F</a:t>
            </a:r>
            <a:r>
              <a:rPr lang="en-US" b="0" dirty="0">
                <a:solidFill>
                  <a:srgbClr val="000000"/>
                </a:solidFill>
                <a:effectLst/>
                <a:latin typeface="Belleza" panose="020B0604020202020204" charset="0"/>
              </a:rPr>
              <a:t>inally the high</a:t>
            </a:r>
            <a:r>
              <a:rPr lang="en-US" dirty="0">
                <a:latin typeface="Belleza" panose="020B0604020202020204" charset="0"/>
              </a:rPr>
              <a:t>est and lowest crime rates are found in </a:t>
            </a:r>
            <a:r>
              <a:rPr lang="en-US" b="1" dirty="0">
                <a:latin typeface="Belleza" panose="020B0604020202020204" charset="0"/>
              </a:rPr>
              <a:t>Andhra Pradesh </a:t>
            </a:r>
            <a:r>
              <a:rPr lang="en-US" dirty="0">
                <a:latin typeface="Belleza" panose="020B0604020202020204" charset="0"/>
              </a:rPr>
              <a:t>and </a:t>
            </a:r>
            <a:r>
              <a:rPr lang="en-US" b="1" dirty="0">
                <a:latin typeface="Belleza" panose="020B0604020202020204" charset="0"/>
              </a:rPr>
              <a:t>Nagaland</a:t>
            </a:r>
            <a:r>
              <a:rPr lang="en-US" dirty="0">
                <a:latin typeface="Belleza" panose="020B0604020202020204" charset="0"/>
              </a:rPr>
              <a:t> in States and </a:t>
            </a:r>
            <a:r>
              <a:rPr lang="en-US" b="1" dirty="0">
                <a:latin typeface="Belleza" panose="020B0604020202020204" charset="0"/>
              </a:rPr>
              <a:t>Delhi </a:t>
            </a:r>
            <a:r>
              <a:rPr lang="en-US" dirty="0">
                <a:latin typeface="Belleza" panose="020B0604020202020204" charset="0"/>
              </a:rPr>
              <a:t>and </a:t>
            </a:r>
            <a:r>
              <a:rPr lang="en-US" b="1" dirty="0">
                <a:latin typeface="Belleza" panose="020B0604020202020204" charset="0"/>
              </a:rPr>
              <a:t>Lakshadweep</a:t>
            </a:r>
            <a:r>
              <a:rPr lang="en-US" dirty="0">
                <a:latin typeface="Belleza" panose="020B0604020202020204" charset="0"/>
              </a:rPr>
              <a:t> in Union Territory respectively.</a:t>
            </a:r>
            <a:endParaRPr lang="en-US" dirty="0">
              <a:solidFill>
                <a:srgbClr val="292929"/>
              </a:solidFill>
              <a:latin typeface="Belleza" panose="020B0604020202020204" charset="0"/>
            </a:endParaRPr>
          </a:p>
          <a:p>
            <a:endParaRPr lang="en-IN" sz="1200" dirty="0">
              <a:latin typeface="Belleza" panose="020B0604020202020204" charset="0"/>
            </a:endParaRPr>
          </a:p>
        </p:txBody>
      </p:sp>
      <p:grpSp>
        <p:nvGrpSpPr>
          <p:cNvPr id="5" name="Google Shape;4921;p59">
            <a:extLst>
              <a:ext uri="{FF2B5EF4-FFF2-40B4-BE49-F238E27FC236}">
                <a16:creationId xmlns:a16="http://schemas.microsoft.com/office/drawing/2014/main" id="{733F0D12-8313-E3EC-A748-65A113B4AEF0}"/>
              </a:ext>
            </a:extLst>
          </p:cNvPr>
          <p:cNvGrpSpPr/>
          <p:nvPr/>
        </p:nvGrpSpPr>
        <p:grpSpPr>
          <a:xfrm>
            <a:off x="6913952" y="2472354"/>
            <a:ext cx="1316434" cy="1909153"/>
            <a:chOff x="1086500" y="238075"/>
            <a:chExt cx="829825" cy="1203450"/>
          </a:xfrm>
        </p:grpSpPr>
        <p:sp>
          <p:nvSpPr>
            <p:cNvPr id="6" name="Google Shape;4922;p59">
              <a:extLst>
                <a:ext uri="{FF2B5EF4-FFF2-40B4-BE49-F238E27FC236}">
                  <a16:creationId xmlns:a16="http://schemas.microsoft.com/office/drawing/2014/main" id="{5561C7A5-A38E-1EEF-D90D-EA5F21DDD357}"/>
                </a:ext>
              </a:extLst>
            </p:cNvPr>
            <p:cNvSpPr/>
            <p:nvPr/>
          </p:nvSpPr>
          <p:spPr>
            <a:xfrm>
              <a:off x="1446925" y="532125"/>
              <a:ext cx="260725" cy="772125"/>
            </a:xfrm>
            <a:custGeom>
              <a:avLst/>
              <a:gdLst/>
              <a:ahLst/>
              <a:cxnLst/>
              <a:rect l="l" t="t" r="r" b="b"/>
              <a:pathLst>
                <a:path w="10429" h="30885" extrusionOk="0">
                  <a:moveTo>
                    <a:pt x="1305" y="232"/>
                  </a:moveTo>
                  <a:cubicBezTo>
                    <a:pt x="1333" y="232"/>
                    <a:pt x="1361" y="233"/>
                    <a:pt x="1391" y="236"/>
                  </a:cubicBezTo>
                  <a:lnTo>
                    <a:pt x="1415" y="236"/>
                  </a:lnTo>
                  <a:cubicBezTo>
                    <a:pt x="4982" y="824"/>
                    <a:pt x="7103" y="4018"/>
                    <a:pt x="8263" y="6643"/>
                  </a:cubicBezTo>
                  <a:cubicBezTo>
                    <a:pt x="8763" y="7770"/>
                    <a:pt x="9174" y="9009"/>
                    <a:pt x="9488" y="10282"/>
                  </a:cubicBezTo>
                  <a:cubicBezTo>
                    <a:pt x="8548" y="10944"/>
                    <a:pt x="7201" y="11297"/>
                    <a:pt x="5476" y="11336"/>
                  </a:cubicBezTo>
                  <a:cubicBezTo>
                    <a:pt x="5397" y="11337"/>
                    <a:pt x="5318" y="11338"/>
                    <a:pt x="5240" y="11338"/>
                  </a:cubicBezTo>
                  <a:cubicBezTo>
                    <a:pt x="5025" y="11338"/>
                    <a:pt x="4811" y="11333"/>
                    <a:pt x="4600" y="11326"/>
                  </a:cubicBezTo>
                  <a:cubicBezTo>
                    <a:pt x="4110" y="9862"/>
                    <a:pt x="3483" y="8587"/>
                    <a:pt x="2704" y="7452"/>
                  </a:cubicBezTo>
                  <a:lnTo>
                    <a:pt x="2596" y="7294"/>
                  </a:lnTo>
                  <a:cubicBezTo>
                    <a:pt x="1813" y="6148"/>
                    <a:pt x="926" y="4855"/>
                    <a:pt x="538" y="3527"/>
                  </a:cubicBezTo>
                  <a:cubicBezTo>
                    <a:pt x="373" y="2944"/>
                    <a:pt x="186" y="1187"/>
                    <a:pt x="744" y="500"/>
                  </a:cubicBezTo>
                  <a:cubicBezTo>
                    <a:pt x="893" y="321"/>
                    <a:pt x="1076" y="232"/>
                    <a:pt x="1305" y="232"/>
                  </a:cubicBezTo>
                  <a:close/>
                  <a:moveTo>
                    <a:pt x="9532" y="10468"/>
                  </a:moveTo>
                  <a:cubicBezTo>
                    <a:pt x="9591" y="10728"/>
                    <a:pt x="9649" y="10988"/>
                    <a:pt x="9703" y="11252"/>
                  </a:cubicBezTo>
                  <a:cubicBezTo>
                    <a:pt x="8807" y="11714"/>
                    <a:pt x="7091" y="12352"/>
                    <a:pt x="5811" y="12352"/>
                  </a:cubicBezTo>
                  <a:cubicBezTo>
                    <a:pt x="5692" y="12352"/>
                    <a:pt x="5577" y="12347"/>
                    <a:pt x="5467" y="12335"/>
                  </a:cubicBezTo>
                  <a:cubicBezTo>
                    <a:pt x="5231" y="12306"/>
                    <a:pt x="5030" y="12256"/>
                    <a:pt x="4865" y="12179"/>
                  </a:cubicBezTo>
                  <a:cubicBezTo>
                    <a:pt x="4800" y="11948"/>
                    <a:pt x="4732" y="11723"/>
                    <a:pt x="4659" y="11503"/>
                  </a:cubicBezTo>
                  <a:lnTo>
                    <a:pt x="4659" y="11503"/>
                  </a:lnTo>
                  <a:cubicBezTo>
                    <a:pt x="4825" y="11512"/>
                    <a:pt x="4987" y="11512"/>
                    <a:pt x="5148" y="11512"/>
                  </a:cubicBezTo>
                  <a:lnTo>
                    <a:pt x="5482" y="11512"/>
                  </a:lnTo>
                  <a:cubicBezTo>
                    <a:pt x="7205" y="11467"/>
                    <a:pt x="8568" y="11121"/>
                    <a:pt x="9532" y="10468"/>
                  </a:cubicBezTo>
                  <a:close/>
                  <a:moveTo>
                    <a:pt x="9737" y="11429"/>
                  </a:moveTo>
                  <a:cubicBezTo>
                    <a:pt x="10105" y="13290"/>
                    <a:pt x="10248" y="15156"/>
                    <a:pt x="10125" y="16773"/>
                  </a:cubicBezTo>
                  <a:cubicBezTo>
                    <a:pt x="9924" y="19398"/>
                    <a:pt x="8973" y="24586"/>
                    <a:pt x="8092" y="27098"/>
                  </a:cubicBezTo>
                  <a:cubicBezTo>
                    <a:pt x="8087" y="27118"/>
                    <a:pt x="8087" y="27143"/>
                    <a:pt x="8102" y="27168"/>
                  </a:cubicBezTo>
                  <a:cubicBezTo>
                    <a:pt x="7955" y="27593"/>
                    <a:pt x="7847" y="28043"/>
                    <a:pt x="7739" y="28479"/>
                  </a:cubicBezTo>
                  <a:cubicBezTo>
                    <a:pt x="7661" y="28813"/>
                    <a:pt x="7578" y="29155"/>
                    <a:pt x="7480" y="29479"/>
                  </a:cubicBezTo>
                  <a:cubicBezTo>
                    <a:pt x="7328" y="29978"/>
                    <a:pt x="7024" y="30684"/>
                    <a:pt x="6838" y="30708"/>
                  </a:cubicBezTo>
                  <a:lnTo>
                    <a:pt x="6828" y="30708"/>
                  </a:lnTo>
                  <a:cubicBezTo>
                    <a:pt x="6789" y="30645"/>
                    <a:pt x="6868" y="30322"/>
                    <a:pt x="6902" y="30195"/>
                  </a:cubicBezTo>
                  <a:cubicBezTo>
                    <a:pt x="6922" y="30101"/>
                    <a:pt x="6941" y="30023"/>
                    <a:pt x="6951" y="29969"/>
                  </a:cubicBezTo>
                  <a:cubicBezTo>
                    <a:pt x="6975" y="29709"/>
                    <a:pt x="7020" y="29327"/>
                    <a:pt x="7108" y="28974"/>
                  </a:cubicBezTo>
                  <a:cubicBezTo>
                    <a:pt x="7181" y="28862"/>
                    <a:pt x="7250" y="28744"/>
                    <a:pt x="7318" y="28617"/>
                  </a:cubicBezTo>
                  <a:cubicBezTo>
                    <a:pt x="7348" y="28568"/>
                    <a:pt x="7377" y="28519"/>
                    <a:pt x="7406" y="28465"/>
                  </a:cubicBezTo>
                  <a:cubicBezTo>
                    <a:pt x="7431" y="28425"/>
                    <a:pt x="7416" y="28373"/>
                    <a:pt x="7372" y="28348"/>
                  </a:cubicBezTo>
                  <a:cubicBezTo>
                    <a:pt x="7359" y="28339"/>
                    <a:pt x="7344" y="28336"/>
                    <a:pt x="7329" y="28336"/>
                  </a:cubicBezTo>
                  <a:cubicBezTo>
                    <a:pt x="7300" y="28336"/>
                    <a:pt x="7271" y="28351"/>
                    <a:pt x="7255" y="28377"/>
                  </a:cubicBezTo>
                  <a:cubicBezTo>
                    <a:pt x="7225" y="28431"/>
                    <a:pt x="7196" y="28479"/>
                    <a:pt x="7166" y="28529"/>
                  </a:cubicBezTo>
                  <a:cubicBezTo>
                    <a:pt x="6965" y="28886"/>
                    <a:pt x="6809" y="29171"/>
                    <a:pt x="6456" y="29425"/>
                  </a:cubicBezTo>
                  <a:cubicBezTo>
                    <a:pt x="6334" y="29518"/>
                    <a:pt x="6266" y="29534"/>
                    <a:pt x="6241" y="29534"/>
                  </a:cubicBezTo>
                  <a:cubicBezTo>
                    <a:pt x="6236" y="29534"/>
                    <a:pt x="6232" y="29534"/>
                    <a:pt x="6231" y="29533"/>
                  </a:cubicBezTo>
                  <a:cubicBezTo>
                    <a:pt x="6158" y="29469"/>
                    <a:pt x="6240" y="29033"/>
                    <a:pt x="6358" y="28764"/>
                  </a:cubicBezTo>
                  <a:lnTo>
                    <a:pt x="6407" y="28656"/>
                  </a:lnTo>
                  <a:cubicBezTo>
                    <a:pt x="6520" y="28391"/>
                    <a:pt x="6692" y="28000"/>
                    <a:pt x="6775" y="27862"/>
                  </a:cubicBezTo>
                  <a:cubicBezTo>
                    <a:pt x="6799" y="27823"/>
                    <a:pt x="6789" y="27769"/>
                    <a:pt x="6750" y="27745"/>
                  </a:cubicBezTo>
                  <a:cubicBezTo>
                    <a:pt x="6750" y="27740"/>
                    <a:pt x="6755" y="27731"/>
                    <a:pt x="6755" y="27726"/>
                  </a:cubicBezTo>
                  <a:cubicBezTo>
                    <a:pt x="6823" y="26981"/>
                    <a:pt x="6681" y="22631"/>
                    <a:pt x="6647" y="22312"/>
                  </a:cubicBezTo>
                  <a:cubicBezTo>
                    <a:pt x="6486" y="20716"/>
                    <a:pt x="6201" y="19104"/>
                    <a:pt x="5932" y="17542"/>
                  </a:cubicBezTo>
                  <a:cubicBezTo>
                    <a:pt x="5805" y="16827"/>
                    <a:pt x="5677" y="16082"/>
                    <a:pt x="5559" y="15357"/>
                  </a:cubicBezTo>
                  <a:cubicBezTo>
                    <a:pt x="5388" y="14289"/>
                    <a:pt x="5177" y="13305"/>
                    <a:pt x="4928" y="12394"/>
                  </a:cubicBezTo>
                  <a:lnTo>
                    <a:pt x="4928" y="12394"/>
                  </a:lnTo>
                  <a:cubicBezTo>
                    <a:pt x="5080" y="12448"/>
                    <a:pt x="5256" y="12487"/>
                    <a:pt x="5447" y="12507"/>
                  </a:cubicBezTo>
                  <a:cubicBezTo>
                    <a:pt x="5570" y="12521"/>
                    <a:pt x="5692" y="12525"/>
                    <a:pt x="5824" y="12525"/>
                  </a:cubicBezTo>
                  <a:cubicBezTo>
                    <a:pt x="7117" y="12525"/>
                    <a:pt x="8792" y="11914"/>
                    <a:pt x="9737" y="11429"/>
                  </a:cubicBezTo>
                  <a:close/>
                  <a:moveTo>
                    <a:pt x="1021" y="0"/>
                  </a:moveTo>
                  <a:cubicBezTo>
                    <a:pt x="975" y="0"/>
                    <a:pt x="936" y="37"/>
                    <a:pt x="931" y="79"/>
                  </a:cubicBezTo>
                  <a:cubicBezTo>
                    <a:pt x="931" y="99"/>
                    <a:pt x="936" y="118"/>
                    <a:pt x="941" y="134"/>
                  </a:cubicBezTo>
                  <a:cubicBezTo>
                    <a:pt x="818" y="188"/>
                    <a:pt x="705" y="276"/>
                    <a:pt x="608" y="393"/>
                  </a:cubicBezTo>
                  <a:cubicBezTo>
                    <a:pt x="0" y="1133"/>
                    <a:pt x="192" y="2944"/>
                    <a:pt x="373" y="3577"/>
                  </a:cubicBezTo>
                  <a:cubicBezTo>
                    <a:pt x="764" y="4929"/>
                    <a:pt x="1661" y="6236"/>
                    <a:pt x="2449" y="7393"/>
                  </a:cubicBezTo>
                  <a:lnTo>
                    <a:pt x="2557" y="7549"/>
                  </a:lnTo>
                  <a:cubicBezTo>
                    <a:pt x="3963" y="9602"/>
                    <a:pt x="4859" y="12090"/>
                    <a:pt x="5388" y="15382"/>
                  </a:cubicBezTo>
                  <a:cubicBezTo>
                    <a:pt x="5501" y="16111"/>
                    <a:pt x="5634" y="16856"/>
                    <a:pt x="5756" y="17571"/>
                  </a:cubicBezTo>
                  <a:cubicBezTo>
                    <a:pt x="6030" y="19129"/>
                    <a:pt x="6309" y="20741"/>
                    <a:pt x="6475" y="22332"/>
                  </a:cubicBezTo>
                  <a:cubicBezTo>
                    <a:pt x="6505" y="22646"/>
                    <a:pt x="6647" y="26971"/>
                    <a:pt x="6579" y="27711"/>
                  </a:cubicBezTo>
                  <a:cubicBezTo>
                    <a:pt x="6574" y="27745"/>
                    <a:pt x="6593" y="27774"/>
                    <a:pt x="6617" y="27789"/>
                  </a:cubicBezTo>
                  <a:cubicBezTo>
                    <a:pt x="6525" y="27946"/>
                    <a:pt x="6364" y="28314"/>
                    <a:pt x="6246" y="28583"/>
                  </a:cubicBezTo>
                  <a:lnTo>
                    <a:pt x="6201" y="28696"/>
                  </a:lnTo>
                  <a:cubicBezTo>
                    <a:pt x="6197" y="28700"/>
                    <a:pt x="5878" y="29474"/>
                    <a:pt x="6123" y="29670"/>
                  </a:cubicBezTo>
                  <a:cubicBezTo>
                    <a:pt x="6158" y="29700"/>
                    <a:pt x="6201" y="29709"/>
                    <a:pt x="6246" y="29709"/>
                  </a:cubicBezTo>
                  <a:cubicBezTo>
                    <a:pt x="6373" y="29709"/>
                    <a:pt x="6510" y="29607"/>
                    <a:pt x="6563" y="29567"/>
                  </a:cubicBezTo>
                  <a:cubicBezTo>
                    <a:pt x="6681" y="29479"/>
                    <a:pt x="6775" y="29391"/>
                    <a:pt x="6863" y="29298"/>
                  </a:cubicBezTo>
                  <a:lnTo>
                    <a:pt x="6863" y="29298"/>
                  </a:lnTo>
                  <a:cubicBezTo>
                    <a:pt x="6819" y="29542"/>
                    <a:pt x="6789" y="29773"/>
                    <a:pt x="6775" y="29949"/>
                  </a:cubicBezTo>
                  <a:cubicBezTo>
                    <a:pt x="6769" y="29994"/>
                    <a:pt x="6750" y="30071"/>
                    <a:pt x="6730" y="30150"/>
                  </a:cubicBezTo>
                  <a:cubicBezTo>
                    <a:pt x="6647" y="30473"/>
                    <a:pt x="6599" y="30713"/>
                    <a:pt x="6701" y="30826"/>
                  </a:cubicBezTo>
                  <a:cubicBezTo>
                    <a:pt x="6735" y="30865"/>
                    <a:pt x="6780" y="30885"/>
                    <a:pt x="6834" y="30885"/>
                  </a:cubicBezTo>
                  <a:cubicBezTo>
                    <a:pt x="6843" y="30885"/>
                    <a:pt x="6848" y="30880"/>
                    <a:pt x="6857" y="30880"/>
                  </a:cubicBezTo>
                  <a:cubicBezTo>
                    <a:pt x="7245" y="30831"/>
                    <a:pt x="7607" y="29666"/>
                    <a:pt x="7646" y="29533"/>
                  </a:cubicBezTo>
                  <a:cubicBezTo>
                    <a:pt x="7750" y="29200"/>
                    <a:pt x="7833" y="28852"/>
                    <a:pt x="7911" y="28519"/>
                  </a:cubicBezTo>
                  <a:cubicBezTo>
                    <a:pt x="8033" y="28005"/>
                    <a:pt x="8161" y="27476"/>
                    <a:pt x="8347" y="26991"/>
                  </a:cubicBezTo>
                  <a:cubicBezTo>
                    <a:pt x="8362" y="26962"/>
                    <a:pt x="8356" y="26937"/>
                    <a:pt x="8342" y="26912"/>
                  </a:cubicBezTo>
                  <a:cubicBezTo>
                    <a:pt x="9204" y="24317"/>
                    <a:pt x="10105" y="19339"/>
                    <a:pt x="10302" y="16787"/>
                  </a:cubicBezTo>
                  <a:cubicBezTo>
                    <a:pt x="10429" y="15127"/>
                    <a:pt x="10272" y="13201"/>
                    <a:pt x="9890" y="11291"/>
                  </a:cubicBezTo>
                  <a:lnTo>
                    <a:pt x="9890" y="11286"/>
                  </a:lnTo>
                  <a:cubicBezTo>
                    <a:pt x="9561" y="9641"/>
                    <a:pt x="9062" y="8010"/>
                    <a:pt x="8426" y="6575"/>
                  </a:cubicBezTo>
                  <a:cubicBezTo>
                    <a:pt x="7201" y="3807"/>
                    <a:pt x="4923" y="417"/>
                    <a:pt x="1029" y="1"/>
                  </a:cubicBezTo>
                  <a:cubicBezTo>
                    <a:pt x="1026" y="0"/>
                    <a:pt x="1023" y="0"/>
                    <a:pt x="1021"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4923;p59">
              <a:extLst>
                <a:ext uri="{FF2B5EF4-FFF2-40B4-BE49-F238E27FC236}">
                  <a16:creationId xmlns:a16="http://schemas.microsoft.com/office/drawing/2014/main" id="{853C692D-9F72-F723-5862-F6D868C6AB1B}"/>
                </a:ext>
              </a:extLst>
            </p:cNvPr>
            <p:cNvSpPr/>
            <p:nvPr/>
          </p:nvSpPr>
          <p:spPr>
            <a:xfrm>
              <a:off x="1451550" y="537900"/>
              <a:ext cx="232600" cy="277675"/>
            </a:xfrm>
            <a:custGeom>
              <a:avLst/>
              <a:gdLst/>
              <a:ahLst/>
              <a:cxnLst/>
              <a:rect l="l" t="t" r="r" b="b"/>
              <a:pathLst>
                <a:path w="9304" h="11107" extrusionOk="0">
                  <a:moveTo>
                    <a:pt x="1120" y="1"/>
                  </a:moveTo>
                  <a:cubicBezTo>
                    <a:pt x="891" y="1"/>
                    <a:pt x="708" y="90"/>
                    <a:pt x="559" y="269"/>
                  </a:cubicBezTo>
                  <a:cubicBezTo>
                    <a:pt x="1" y="956"/>
                    <a:pt x="188" y="2713"/>
                    <a:pt x="353" y="3296"/>
                  </a:cubicBezTo>
                  <a:cubicBezTo>
                    <a:pt x="741" y="4624"/>
                    <a:pt x="1628" y="5917"/>
                    <a:pt x="2411" y="7063"/>
                  </a:cubicBezTo>
                  <a:lnTo>
                    <a:pt x="2519" y="7221"/>
                  </a:lnTo>
                  <a:cubicBezTo>
                    <a:pt x="3298" y="8356"/>
                    <a:pt x="3925" y="9631"/>
                    <a:pt x="4415" y="11095"/>
                  </a:cubicBezTo>
                  <a:cubicBezTo>
                    <a:pt x="4626" y="11102"/>
                    <a:pt x="4840" y="11107"/>
                    <a:pt x="5055" y="11107"/>
                  </a:cubicBezTo>
                  <a:cubicBezTo>
                    <a:pt x="5133" y="11107"/>
                    <a:pt x="5212" y="11106"/>
                    <a:pt x="5291" y="11105"/>
                  </a:cubicBezTo>
                  <a:cubicBezTo>
                    <a:pt x="7016" y="11066"/>
                    <a:pt x="8363" y="10713"/>
                    <a:pt x="9303" y="10051"/>
                  </a:cubicBezTo>
                  <a:cubicBezTo>
                    <a:pt x="8989" y="8778"/>
                    <a:pt x="8578" y="7539"/>
                    <a:pt x="8078" y="6412"/>
                  </a:cubicBezTo>
                  <a:cubicBezTo>
                    <a:pt x="6918" y="3787"/>
                    <a:pt x="4797" y="593"/>
                    <a:pt x="1230" y="5"/>
                  </a:cubicBezTo>
                  <a:lnTo>
                    <a:pt x="1206" y="5"/>
                  </a:lnTo>
                  <a:cubicBezTo>
                    <a:pt x="1176" y="2"/>
                    <a:pt x="1148" y="1"/>
                    <a:pt x="1120" y="1"/>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924;p59">
              <a:extLst>
                <a:ext uri="{FF2B5EF4-FFF2-40B4-BE49-F238E27FC236}">
                  <a16:creationId xmlns:a16="http://schemas.microsoft.com/office/drawing/2014/main" id="{383824A2-9B59-8E3A-FA47-65899D59089A}"/>
                </a:ext>
              </a:extLst>
            </p:cNvPr>
            <p:cNvSpPr/>
            <p:nvPr/>
          </p:nvSpPr>
          <p:spPr>
            <a:xfrm>
              <a:off x="1563375" y="793825"/>
              <a:ext cx="126150" cy="47125"/>
            </a:xfrm>
            <a:custGeom>
              <a:avLst/>
              <a:gdLst/>
              <a:ahLst/>
              <a:cxnLst/>
              <a:rect l="l" t="t" r="r" b="b"/>
              <a:pathLst>
                <a:path w="5046" h="1885" extrusionOk="0">
                  <a:moveTo>
                    <a:pt x="4874" y="0"/>
                  </a:moveTo>
                  <a:cubicBezTo>
                    <a:pt x="3910" y="653"/>
                    <a:pt x="2547" y="999"/>
                    <a:pt x="824" y="1044"/>
                  </a:cubicBezTo>
                  <a:lnTo>
                    <a:pt x="490" y="1044"/>
                  </a:lnTo>
                  <a:cubicBezTo>
                    <a:pt x="329" y="1044"/>
                    <a:pt x="167" y="1044"/>
                    <a:pt x="1" y="1035"/>
                  </a:cubicBezTo>
                  <a:lnTo>
                    <a:pt x="1" y="1035"/>
                  </a:lnTo>
                  <a:cubicBezTo>
                    <a:pt x="74" y="1255"/>
                    <a:pt x="142" y="1480"/>
                    <a:pt x="207" y="1711"/>
                  </a:cubicBezTo>
                  <a:cubicBezTo>
                    <a:pt x="372" y="1788"/>
                    <a:pt x="573" y="1838"/>
                    <a:pt x="809" y="1867"/>
                  </a:cubicBezTo>
                  <a:cubicBezTo>
                    <a:pt x="919" y="1879"/>
                    <a:pt x="1034" y="1884"/>
                    <a:pt x="1153" y="1884"/>
                  </a:cubicBezTo>
                  <a:cubicBezTo>
                    <a:pt x="2433" y="1884"/>
                    <a:pt x="4149" y="1246"/>
                    <a:pt x="5045" y="784"/>
                  </a:cubicBezTo>
                  <a:cubicBezTo>
                    <a:pt x="4991" y="520"/>
                    <a:pt x="4933" y="260"/>
                    <a:pt x="4874"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925;p59">
              <a:extLst>
                <a:ext uri="{FF2B5EF4-FFF2-40B4-BE49-F238E27FC236}">
                  <a16:creationId xmlns:a16="http://schemas.microsoft.com/office/drawing/2014/main" id="{395288E7-9A35-C9F8-03A2-6B6F5C3E4483}"/>
                </a:ext>
              </a:extLst>
            </p:cNvPr>
            <p:cNvSpPr/>
            <p:nvPr/>
          </p:nvSpPr>
          <p:spPr>
            <a:xfrm>
              <a:off x="1570125" y="817825"/>
              <a:ext cx="131425" cy="482025"/>
            </a:xfrm>
            <a:custGeom>
              <a:avLst/>
              <a:gdLst/>
              <a:ahLst/>
              <a:cxnLst/>
              <a:rect l="l" t="t" r="r" b="b"/>
              <a:pathLst>
                <a:path w="5257" h="19281" extrusionOk="0">
                  <a:moveTo>
                    <a:pt x="4809" y="1"/>
                  </a:moveTo>
                  <a:cubicBezTo>
                    <a:pt x="3864" y="486"/>
                    <a:pt x="2189" y="1097"/>
                    <a:pt x="896" y="1097"/>
                  </a:cubicBezTo>
                  <a:cubicBezTo>
                    <a:pt x="764" y="1097"/>
                    <a:pt x="642" y="1093"/>
                    <a:pt x="519" y="1079"/>
                  </a:cubicBezTo>
                  <a:cubicBezTo>
                    <a:pt x="328" y="1059"/>
                    <a:pt x="152" y="1020"/>
                    <a:pt x="0" y="966"/>
                  </a:cubicBezTo>
                  <a:lnTo>
                    <a:pt x="0" y="966"/>
                  </a:lnTo>
                  <a:cubicBezTo>
                    <a:pt x="73" y="1240"/>
                    <a:pt x="147" y="1520"/>
                    <a:pt x="215" y="1809"/>
                  </a:cubicBezTo>
                  <a:cubicBezTo>
                    <a:pt x="378" y="2474"/>
                    <a:pt x="514" y="3179"/>
                    <a:pt x="631" y="3929"/>
                  </a:cubicBezTo>
                  <a:cubicBezTo>
                    <a:pt x="749" y="4654"/>
                    <a:pt x="877" y="5399"/>
                    <a:pt x="1004" y="6114"/>
                  </a:cubicBezTo>
                  <a:cubicBezTo>
                    <a:pt x="1273" y="7676"/>
                    <a:pt x="1558" y="9288"/>
                    <a:pt x="1719" y="10884"/>
                  </a:cubicBezTo>
                  <a:cubicBezTo>
                    <a:pt x="1753" y="11203"/>
                    <a:pt x="1895" y="15553"/>
                    <a:pt x="1827" y="16298"/>
                  </a:cubicBezTo>
                  <a:cubicBezTo>
                    <a:pt x="1827" y="16303"/>
                    <a:pt x="1822" y="16312"/>
                    <a:pt x="1822" y="16317"/>
                  </a:cubicBezTo>
                  <a:cubicBezTo>
                    <a:pt x="1861" y="16341"/>
                    <a:pt x="1871" y="16395"/>
                    <a:pt x="1847" y="16434"/>
                  </a:cubicBezTo>
                  <a:cubicBezTo>
                    <a:pt x="1764" y="16572"/>
                    <a:pt x="1592" y="16963"/>
                    <a:pt x="1479" y="17228"/>
                  </a:cubicBezTo>
                  <a:lnTo>
                    <a:pt x="1430" y="17336"/>
                  </a:lnTo>
                  <a:cubicBezTo>
                    <a:pt x="1312" y="17605"/>
                    <a:pt x="1230" y="18041"/>
                    <a:pt x="1303" y="18105"/>
                  </a:cubicBezTo>
                  <a:cubicBezTo>
                    <a:pt x="1304" y="18106"/>
                    <a:pt x="1308" y="18106"/>
                    <a:pt x="1313" y="18106"/>
                  </a:cubicBezTo>
                  <a:cubicBezTo>
                    <a:pt x="1338" y="18106"/>
                    <a:pt x="1406" y="18090"/>
                    <a:pt x="1528" y="17997"/>
                  </a:cubicBezTo>
                  <a:cubicBezTo>
                    <a:pt x="1881" y="17743"/>
                    <a:pt x="2037" y="17458"/>
                    <a:pt x="2238" y="17101"/>
                  </a:cubicBezTo>
                  <a:cubicBezTo>
                    <a:pt x="2268" y="17051"/>
                    <a:pt x="2297" y="17003"/>
                    <a:pt x="2327" y="16949"/>
                  </a:cubicBezTo>
                  <a:cubicBezTo>
                    <a:pt x="2343" y="16923"/>
                    <a:pt x="2372" y="16908"/>
                    <a:pt x="2401" y="16908"/>
                  </a:cubicBezTo>
                  <a:cubicBezTo>
                    <a:pt x="2416" y="16908"/>
                    <a:pt x="2431" y="16911"/>
                    <a:pt x="2444" y="16920"/>
                  </a:cubicBezTo>
                  <a:cubicBezTo>
                    <a:pt x="2488" y="16945"/>
                    <a:pt x="2503" y="16997"/>
                    <a:pt x="2478" y="17037"/>
                  </a:cubicBezTo>
                  <a:cubicBezTo>
                    <a:pt x="2449" y="17091"/>
                    <a:pt x="2420" y="17140"/>
                    <a:pt x="2390" y="17189"/>
                  </a:cubicBezTo>
                  <a:cubicBezTo>
                    <a:pt x="2322" y="17316"/>
                    <a:pt x="2253" y="17434"/>
                    <a:pt x="2180" y="17546"/>
                  </a:cubicBezTo>
                  <a:cubicBezTo>
                    <a:pt x="2092" y="17899"/>
                    <a:pt x="2047" y="18281"/>
                    <a:pt x="2023" y="18541"/>
                  </a:cubicBezTo>
                  <a:cubicBezTo>
                    <a:pt x="2013" y="18595"/>
                    <a:pt x="1994" y="18673"/>
                    <a:pt x="1974" y="18767"/>
                  </a:cubicBezTo>
                  <a:cubicBezTo>
                    <a:pt x="1940" y="18894"/>
                    <a:pt x="1861" y="19217"/>
                    <a:pt x="1900" y="19280"/>
                  </a:cubicBezTo>
                  <a:lnTo>
                    <a:pt x="1910" y="19280"/>
                  </a:lnTo>
                  <a:cubicBezTo>
                    <a:pt x="2096" y="19256"/>
                    <a:pt x="2400" y="18550"/>
                    <a:pt x="2552" y="18051"/>
                  </a:cubicBezTo>
                  <a:cubicBezTo>
                    <a:pt x="2650" y="17727"/>
                    <a:pt x="2733" y="17385"/>
                    <a:pt x="2811" y="17051"/>
                  </a:cubicBezTo>
                  <a:cubicBezTo>
                    <a:pt x="2919" y="16615"/>
                    <a:pt x="3027" y="16165"/>
                    <a:pt x="3174" y="15740"/>
                  </a:cubicBezTo>
                  <a:cubicBezTo>
                    <a:pt x="3159" y="15715"/>
                    <a:pt x="3159" y="15690"/>
                    <a:pt x="3164" y="15670"/>
                  </a:cubicBezTo>
                  <a:cubicBezTo>
                    <a:pt x="4016" y="13251"/>
                    <a:pt x="4927" y="8352"/>
                    <a:pt x="5173" y="5648"/>
                  </a:cubicBezTo>
                  <a:cubicBezTo>
                    <a:pt x="5182" y="5546"/>
                    <a:pt x="5192" y="5442"/>
                    <a:pt x="5197" y="5345"/>
                  </a:cubicBezTo>
                  <a:cubicBezTo>
                    <a:pt x="5256" y="4565"/>
                    <a:pt x="5256" y="3724"/>
                    <a:pt x="5192" y="2851"/>
                  </a:cubicBezTo>
                  <a:cubicBezTo>
                    <a:pt x="5139" y="2014"/>
                    <a:pt x="5026" y="1152"/>
                    <a:pt x="4864" y="285"/>
                  </a:cubicBezTo>
                  <a:cubicBezTo>
                    <a:pt x="4849" y="192"/>
                    <a:pt x="4829" y="98"/>
                    <a:pt x="4809" y="1"/>
                  </a:cubicBezTo>
                  <a:close/>
                </a:path>
              </a:pathLst>
            </a:custGeom>
            <a:solidFill>
              <a:srgbClr val="FD8C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926;p59">
              <a:extLst>
                <a:ext uri="{FF2B5EF4-FFF2-40B4-BE49-F238E27FC236}">
                  <a16:creationId xmlns:a16="http://schemas.microsoft.com/office/drawing/2014/main" id="{42955869-D7B8-1186-887A-3F678F6BE9FE}"/>
                </a:ext>
              </a:extLst>
            </p:cNvPr>
            <p:cNvSpPr/>
            <p:nvPr/>
          </p:nvSpPr>
          <p:spPr>
            <a:xfrm>
              <a:off x="1606050" y="888750"/>
              <a:ext cx="95100" cy="74825"/>
            </a:xfrm>
            <a:custGeom>
              <a:avLst/>
              <a:gdLst/>
              <a:ahLst/>
              <a:cxnLst/>
              <a:rect l="l" t="t" r="r" b="b"/>
              <a:pathLst>
                <a:path w="3804" h="2993" extrusionOk="0">
                  <a:moveTo>
                    <a:pt x="2956" y="0"/>
                  </a:moveTo>
                  <a:cubicBezTo>
                    <a:pt x="2104" y="0"/>
                    <a:pt x="1252" y="64"/>
                    <a:pt x="963" y="304"/>
                  </a:cubicBezTo>
                  <a:cubicBezTo>
                    <a:pt x="816" y="421"/>
                    <a:pt x="2393" y="582"/>
                    <a:pt x="2393" y="582"/>
                  </a:cubicBezTo>
                  <a:cubicBezTo>
                    <a:pt x="2393" y="582"/>
                    <a:pt x="327" y="779"/>
                    <a:pt x="345" y="964"/>
                  </a:cubicBezTo>
                  <a:cubicBezTo>
                    <a:pt x="370" y="1190"/>
                    <a:pt x="840" y="1249"/>
                    <a:pt x="1311" y="1249"/>
                  </a:cubicBezTo>
                  <a:cubicBezTo>
                    <a:pt x="1688" y="1249"/>
                    <a:pt x="2070" y="1212"/>
                    <a:pt x="2221" y="1194"/>
                  </a:cubicBezTo>
                  <a:lnTo>
                    <a:pt x="2221" y="1194"/>
                  </a:lnTo>
                  <a:cubicBezTo>
                    <a:pt x="1839" y="1242"/>
                    <a:pt x="1" y="1498"/>
                    <a:pt x="57" y="1748"/>
                  </a:cubicBezTo>
                  <a:cubicBezTo>
                    <a:pt x="91" y="1895"/>
                    <a:pt x="532" y="1940"/>
                    <a:pt x="1007" y="1940"/>
                  </a:cubicBezTo>
                  <a:cubicBezTo>
                    <a:pt x="1580" y="1940"/>
                    <a:pt x="2207" y="1881"/>
                    <a:pt x="2271" y="1871"/>
                  </a:cubicBezTo>
                  <a:lnTo>
                    <a:pt x="2271" y="1871"/>
                  </a:lnTo>
                  <a:cubicBezTo>
                    <a:pt x="2168" y="1891"/>
                    <a:pt x="528" y="2169"/>
                    <a:pt x="655" y="2454"/>
                  </a:cubicBezTo>
                  <a:cubicBezTo>
                    <a:pt x="675" y="2498"/>
                    <a:pt x="836" y="2517"/>
                    <a:pt x="1071" y="2517"/>
                  </a:cubicBezTo>
                  <a:cubicBezTo>
                    <a:pt x="1742" y="2517"/>
                    <a:pt x="2986" y="2370"/>
                    <a:pt x="2986" y="2370"/>
                  </a:cubicBezTo>
                  <a:lnTo>
                    <a:pt x="2986" y="2370"/>
                  </a:lnTo>
                  <a:cubicBezTo>
                    <a:pt x="2986" y="2370"/>
                    <a:pt x="2158" y="2625"/>
                    <a:pt x="2344" y="2899"/>
                  </a:cubicBezTo>
                  <a:cubicBezTo>
                    <a:pt x="2389" y="2969"/>
                    <a:pt x="2506" y="2992"/>
                    <a:pt x="2662" y="2992"/>
                  </a:cubicBezTo>
                  <a:cubicBezTo>
                    <a:pt x="2981" y="2992"/>
                    <a:pt x="3456" y="2885"/>
                    <a:pt x="3736" y="2811"/>
                  </a:cubicBezTo>
                  <a:cubicBezTo>
                    <a:pt x="3745" y="2709"/>
                    <a:pt x="3755" y="2605"/>
                    <a:pt x="3760" y="2508"/>
                  </a:cubicBezTo>
                  <a:cubicBezTo>
                    <a:pt x="3790" y="2131"/>
                    <a:pt x="3804" y="1739"/>
                    <a:pt x="3804" y="1337"/>
                  </a:cubicBezTo>
                  <a:cubicBezTo>
                    <a:pt x="3804" y="906"/>
                    <a:pt x="3790" y="465"/>
                    <a:pt x="3755" y="14"/>
                  </a:cubicBezTo>
                  <a:cubicBezTo>
                    <a:pt x="3501" y="5"/>
                    <a:pt x="3231" y="0"/>
                    <a:pt x="2956" y="0"/>
                  </a:cubicBezTo>
                  <a:close/>
                </a:path>
              </a:pathLst>
            </a:custGeom>
            <a:solidFill>
              <a:srgbClr val="F66D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927;p59">
              <a:extLst>
                <a:ext uri="{FF2B5EF4-FFF2-40B4-BE49-F238E27FC236}">
                  <a16:creationId xmlns:a16="http://schemas.microsoft.com/office/drawing/2014/main" id="{B41E0FB2-5AE2-26E9-37EA-17F7AA9B384F}"/>
                </a:ext>
              </a:extLst>
            </p:cNvPr>
            <p:cNvSpPr/>
            <p:nvPr/>
          </p:nvSpPr>
          <p:spPr>
            <a:xfrm>
              <a:off x="1690500" y="818450"/>
              <a:ext cx="375" cy="1850"/>
            </a:xfrm>
            <a:custGeom>
              <a:avLst/>
              <a:gdLst/>
              <a:ahLst/>
              <a:cxnLst/>
              <a:rect l="l" t="t" r="r" b="b"/>
              <a:pathLst>
                <a:path w="15" h="74" extrusionOk="0">
                  <a:moveTo>
                    <a:pt x="0" y="0"/>
                  </a:moveTo>
                  <a:cubicBezTo>
                    <a:pt x="5" y="25"/>
                    <a:pt x="10" y="50"/>
                    <a:pt x="14" y="73"/>
                  </a:cubicBezTo>
                  <a:lnTo>
                    <a:pt x="14" y="73"/>
                  </a:lnTo>
                  <a:cubicBezTo>
                    <a:pt x="10" y="50"/>
                    <a:pt x="5" y="25"/>
                    <a:pt x="0" y="0"/>
                  </a:cubicBezTo>
                  <a:close/>
                </a:path>
              </a:pathLst>
            </a:custGeom>
            <a:solidFill>
              <a:srgbClr val="F8C7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928;p59">
              <a:extLst>
                <a:ext uri="{FF2B5EF4-FFF2-40B4-BE49-F238E27FC236}">
                  <a16:creationId xmlns:a16="http://schemas.microsoft.com/office/drawing/2014/main" id="{19A5BADA-0D81-3F69-5353-A567EF59E46C}"/>
                </a:ext>
              </a:extLst>
            </p:cNvPr>
            <p:cNvSpPr/>
            <p:nvPr/>
          </p:nvSpPr>
          <p:spPr>
            <a:xfrm>
              <a:off x="1690350" y="817825"/>
              <a:ext cx="525" cy="2475"/>
            </a:xfrm>
            <a:custGeom>
              <a:avLst/>
              <a:gdLst/>
              <a:ahLst/>
              <a:cxnLst/>
              <a:rect l="l" t="t" r="r" b="b"/>
              <a:pathLst>
                <a:path w="21" h="99" extrusionOk="0">
                  <a:moveTo>
                    <a:pt x="0" y="1"/>
                  </a:moveTo>
                  <a:lnTo>
                    <a:pt x="0" y="1"/>
                  </a:lnTo>
                  <a:cubicBezTo>
                    <a:pt x="5" y="21"/>
                    <a:pt x="7" y="33"/>
                    <a:pt x="9" y="40"/>
                  </a:cubicBezTo>
                  <a:lnTo>
                    <a:pt x="9" y="40"/>
                  </a:lnTo>
                  <a:cubicBezTo>
                    <a:pt x="8" y="35"/>
                    <a:pt x="7" y="30"/>
                    <a:pt x="6" y="25"/>
                  </a:cubicBezTo>
                  <a:cubicBezTo>
                    <a:pt x="6" y="16"/>
                    <a:pt x="6" y="10"/>
                    <a:pt x="0" y="1"/>
                  </a:cubicBezTo>
                  <a:close/>
                  <a:moveTo>
                    <a:pt x="9" y="40"/>
                  </a:moveTo>
                  <a:lnTo>
                    <a:pt x="9" y="40"/>
                  </a:lnTo>
                  <a:cubicBezTo>
                    <a:pt x="13" y="60"/>
                    <a:pt x="17" y="79"/>
                    <a:pt x="20" y="98"/>
                  </a:cubicBezTo>
                  <a:cubicBezTo>
                    <a:pt x="13" y="49"/>
                    <a:pt x="13" y="49"/>
                    <a:pt x="13" y="49"/>
                  </a:cubicBezTo>
                  <a:cubicBezTo>
                    <a:pt x="12" y="49"/>
                    <a:pt x="12" y="49"/>
                    <a:pt x="9" y="40"/>
                  </a:cubicBezTo>
                  <a:close/>
                </a:path>
              </a:pathLst>
            </a:custGeom>
            <a:solidFill>
              <a:srgbClr val="3017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929;p59">
              <a:extLst>
                <a:ext uri="{FF2B5EF4-FFF2-40B4-BE49-F238E27FC236}">
                  <a16:creationId xmlns:a16="http://schemas.microsoft.com/office/drawing/2014/main" id="{5E768D70-5628-B963-80DF-ABCAEEF7A8AA}"/>
                </a:ext>
              </a:extLst>
            </p:cNvPr>
            <p:cNvSpPr/>
            <p:nvPr/>
          </p:nvSpPr>
          <p:spPr>
            <a:xfrm>
              <a:off x="1579675" y="817825"/>
              <a:ext cx="111200" cy="44625"/>
            </a:xfrm>
            <a:custGeom>
              <a:avLst/>
              <a:gdLst/>
              <a:ahLst/>
              <a:cxnLst/>
              <a:rect l="l" t="t" r="r" b="b"/>
              <a:pathLst>
                <a:path w="4448" h="1785" extrusionOk="0">
                  <a:moveTo>
                    <a:pt x="4427" y="1"/>
                  </a:moveTo>
                  <a:cubicBezTo>
                    <a:pt x="3482" y="486"/>
                    <a:pt x="1807" y="1097"/>
                    <a:pt x="514" y="1097"/>
                  </a:cubicBezTo>
                  <a:cubicBezTo>
                    <a:pt x="382" y="1097"/>
                    <a:pt x="260" y="1093"/>
                    <a:pt x="137" y="1079"/>
                  </a:cubicBezTo>
                  <a:cubicBezTo>
                    <a:pt x="88" y="1074"/>
                    <a:pt x="44" y="1068"/>
                    <a:pt x="0" y="1059"/>
                  </a:cubicBezTo>
                  <a:lnTo>
                    <a:pt x="0" y="1059"/>
                  </a:lnTo>
                  <a:cubicBezTo>
                    <a:pt x="19" y="1303"/>
                    <a:pt x="44" y="1544"/>
                    <a:pt x="68" y="1784"/>
                  </a:cubicBezTo>
                  <a:cubicBezTo>
                    <a:pt x="1181" y="1646"/>
                    <a:pt x="3297" y="1137"/>
                    <a:pt x="4447" y="98"/>
                  </a:cubicBezTo>
                  <a:cubicBezTo>
                    <a:pt x="4443" y="75"/>
                    <a:pt x="4438" y="50"/>
                    <a:pt x="4433" y="25"/>
                  </a:cubicBezTo>
                  <a:cubicBezTo>
                    <a:pt x="4433" y="16"/>
                    <a:pt x="4433" y="10"/>
                    <a:pt x="4427" y="1"/>
                  </a:cubicBezTo>
                  <a:close/>
                </a:path>
              </a:pathLst>
            </a:custGeom>
            <a:solidFill>
              <a:srgbClr val="F66D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930;p59">
              <a:extLst>
                <a:ext uri="{FF2B5EF4-FFF2-40B4-BE49-F238E27FC236}">
                  <a16:creationId xmlns:a16="http://schemas.microsoft.com/office/drawing/2014/main" id="{64A0DAFD-C7A7-37B5-BABC-5861CE6C3AE3}"/>
                </a:ext>
              </a:extLst>
            </p:cNvPr>
            <p:cNvSpPr/>
            <p:nvPr/>
          </p:nvSpPr>
          <p:spPr>
            <a:xfrm>
              <a:off x="1160875" y="1169525"/>
              <a:ext cx="479525" cy="272000"/>
            </a:xfrm>
            <a:custGeom>
              <a:avLst/>
              <a:gdLst/>
              <a:ahLst/>
              <a:cxnLst/>
              <a:rect l="l" t="t" r="r" b="b"/>
              <a:pathLst>
                <a:path w="19181" h="10880" extrusionOk="0">
                  <a:moveTo>
                    <a:pt x="773" y="1"/>
                  </a:moveTo>
                  <a:cubicBezTo>
                    <a:pt x="729" y="1"/>
                    <a:pt x="689" y="29"/>
                    <a:pt x="681" y="74"/>
                  </a:cubicBezTo>
                  <a:cubicBezTo>
                    <a:pt x="500" y="1118"/>
                    <a:pt x="426" y="1867"/>
                    <a:pt x="348" y="2655"/>
                  </a:cubicBezTo>
                  <a:cubicBezTo>
                    <a:pt x="328" y="2822"/>
                    <a:pt x="313" y="2994"/>
                    <a:pt x="294" y="3165"/>
                  </a:cubicBezTo>
                  <a:cubicBezTo>
                    <a:pt x="283" y="3293"/>
                    <a:pt x="269" y="3420"/>
                    <a:pt x="260" y="3542"/>
                  </a:cubicBezTo>
                  <a:cubicBezTo>
                    <a:pt x="235" y="3557"/>
                    <a:pt x="215" y="3582"/>
                    <a:pt x="210" y="3611"/>
                  </a:cubicBezTo>
                  <a:cubicBezTo>
                    <a:pt x="210" y="3641"/>
                    <a:pt x="225" y="3664"/>
                    <a:pt x="245" y="3684"/>
                  </a:cubicBezTo>
                  <a:cubicBezTo>
                    <a:pt x="156" y="4620"/>
                    <a:pt x="93" y="5540"/>
                    <a:pt x="54" y="6427"/>
                  </a:cubicBezTo>
                  <a:cubicBezTo>
                    <a:pt x="9" y="7437"/>
                    <a:pt x="0" y="8445"/>
                    <a:pt x="19" y="9435"/>
                  </a:cubicBezTo>
                  <a:cubicBezTo>
                    <a:pt x="25" y="9641"/>
                    <a:pt x="39" y="9842"/>
                    <a:pt x="54" y="10037"/>
                  </a:cubicBezTo>
                  <a:cubicBezTo>
                    <a:pt x="59" y="10106"/>
                    <a:pt x="64" y="10170"/>
                    <a:pt x="68" y="10238"/>
                  </a:cubicBezTo>
                  <a:cubicBezTo>
                    <a:pt x="73" y="10272"/>
                    <a:pt x="73" y="10356"/>
                    <a:pt x="78" y="10439"/>
                  </a:cubicBezTo>
                  <a:cubicBezTo>
                    <a:pt x="83" y="10518"/>
                    <a:pt x="88" y="10606"/>
                    <a:pt x="93" y="10670"/>
                  </a:cubicBezTo>
                  <a:lnTo>
                    <a:pt x="93" y="10728"/>
                  </a:lnTo>
                  <a:cubicBezTo>
                    <a:pt x="78" y="10747"/>
                    <a:pt x="68" y="10767"/>
                    <a:pt x="68" y="10796"/>
                  </a:cubicBezTo>
                  <a:cubicBezTo>
                    <a:pt x="68" y="10841"/>
                    <a:pt x="107" y="10880"/>
                    <a:pt x="156" y="10880"/>
                  </a:cubicBezTo>
                  <a:cubicBezTo>
                    <a:pt x="2493" y="10801"/>
                    <a:pt x="4956" y="10758"/>
                    <a:pt x="7915" y="10742"/>
                  </a:cubicBezTo>
                  <a:cubicBezTo>
                    <a:pt x="7935" y="10742"/>
                    <a:pt x="7949" y="10733"/>
                    <a:pt x="7965" y="10724"/>
                  </a:cubicBezTo>
                  <a:cubicBezTo>
                    <a:pt x="7969" y="10724"/>
                    <a:pt x="7974" y="10718"/>
                    <a:pt x="7979" y="10713"/>
                  </a:cubicBezTo>
                  <a:cubicBezTo>
                    <a:pt x="7979" y="10708"/>
                    <a:pt x="7983" y="10708"/>
                    <a:pt x="7983" y="10704"/>
                  </a:cubicBezTo>
                  <a:cubicBezTo>
                    <a:pt x="7989" y="10699"/>
                    <a:pt x="7989" y="10694"/>
                    <a:pt x="7994" y="10688"/>
                  </a:cubicBezTo>
                  <a:lnTo>
                    <a:pt x="7994" y="10684"/>
                  </a:lnTo>
                  <a:lnTo>
                    <a:pt x="7999" y="10684"/>
                  </a:lnTo>
                  <a:cubicBezTo>
                    <a:pt x="8376" y="9666"/>
                    <a:pt x="8718" y="8387"/>
                    <a:pt x="8910" y="7308"/>
                  </a:cubicBezTo>
                  <a:cubicBezTo>
                    <a:pt x="9018" y="7769"/>
                    <a:pt x="9116" y="8201"/>
                    <a:pt x="9208" y="8617"/>
                  </a:cubicBezTo>
                  <a:cubicBezTo>
                    <a:pt x="9258" y="8832"/>
                    <a:pt x="9312" y="9062"/>
                    <a:pt x="9365" y="9288"/>
                  </a:cubicBezTo>
                  <a:cubicBezTo>
                    <a:pt x="9478" y="9768"/>
                    <a:pt x="9591" y="10263"/>
                    <a:pt x="9665" y="10665"/>
                  </a:cubicBezTo>
                  <a:lnTo>
                    <a:pt x="9669" y="10679"/>
                  </a:lnTo>
                  <a:lnTo>
                    <a:pt x="9669" y="10684"/>
                  </a:lnTo>
                  <a:lnTo>
                    <a:pt x="9674" y="10688"/>
                  </a:lnTo>
                  <a:lnTo>
                    <a:pt x="9679" y="10694"/>
                  </a:lnTo>
                  <a:cubicBezTo>
                    <a:pt x="9683" y="10704"/>
                    <a:pt x="9688" y="10713"/>
                    <a:pt x="9699" y="10718"/>
                  </a:cubicBezTo>
                  <a:lnTo>
                    <a:pt x="9703" y="10724"/>
                  </a:lnTo>
                  <a:cubicBezTo>
                    <a:pt x="9708" y="10724"/>
                    <a:pt x="9708" y="10728"/>
                    <a:pt x="9713" y="10728"/>
                  </a:cubicBezTo>
                  <a:cubicBezTo>
                    <a:pt x="9728" y="10733"/>
                    <a:pt x="9737" y="10738"/>
                    <a:pt x="9753" y="10738"/>
                  </a:cubicBezTo>
                  <a:cubicBezTo>
                    <a:pt x="10027" y="10733"/>
                    <a:pt x="10305" y="10733"/>
                    <a:pt x="10585" y="10733"/>
                  </a:cubicBezTo>
                  <a:cubicBezTo>
                    <a:pt x="11148" y="10733"/>
                    <a:pt x="11727" y="10758"/>
                    <a:pt x="12333" y="10787"/>
                  </a:cubicBezTo>
                  <a:cubicBezTo>
                    <a:pt x="12941" y="10812"/>
                    <a:pt x="13558" y="10835"/>
                    <a:pt x="14171" y="10835"/>
                  </a:cubicBezTo>
                  <a:cubicBezTo>
                    <a:pt x="14822" y="10835"/>
                    <a:pt x="15464" y="10806"/>
                    <a:pt x="16081" y="10713"/>
                  </a:cubicBezTo>
                  <a:lnTo>
                    <a:pt x="16095" y="10713"/>
                  </a:lnTo>
                  <a:cubicBezTo>
                    <a:pt x="16140" y="10699"/>
                    <a:pt x="16174" y="10654"/>
                    <a:pt x="16164" y="10611"/>
                  </a:cubicBezTo>
                  <a:cubicBezTo>
                    <a:pt x="16248" y="10385"/>
                    <a:pt x="16330" y="10159"/>
                    <a:pt x="16414" y="9935"/>
                  </a:cubicBezTo>
                  <a:cubicBezTo>
                    <a:pt x="16845" y="8749"/>
                    <a:pt x="17295" y="7525"/>
                    <a:pt x="17806" y="6354"/>
                  </a:cubicBezTo>
                  <a:cubicBezTo>
                    <a:pt x="18064" y="5761"/>
                    <a:pt x="18270" y="5228"/>
                    <a:pt x="18442" y="4728"/>
                  </a:cubicBezTo>
                  <a:cubicBezTo>
                    <a:pt x="18466" y="4708"/>
                    <a:pt x="18476" y="4679"/>
                    <a:pt x="18471" y="4649"/>
                  </a:cubicBezTo>
                  <a:cubicBezTo>
                    <a:pt x="18902" y="3366"/>
                    <a:pt x="19137" y="2142"/>
                    <a:pt x="19181" y="912"/>
                  </a:cubicBezTo>
                  <a:cubicBezTo>
                    <a:pt x="19181" y="863"/>
                    <a:pt x="19142" y="824"/>
                    <a:pt x="19093" y="824"/>
                  </a:cubicBezTo>
                  <a:lnTo>
                    <a:pt x="19069" y="824"/>
                  </a:lnTo>
                  <a:cubicBezTo>
                    <a:pt x="19034" y="833"/>
                    <a:pt x="19015" y="863"/>
                    <a:pt x="19011" y="897"/>
                  </a:cubicBezTo>
                  <a:cubicBezTo>
                    <a:pt x="19005" y="897"/>
                    <a:pt x="19005" y="901"/>
                    <a:pt x="19005" y="907"/>
                  </a:cubicBezTo>
                  <a:cubicBezTo>
                    <a:pt x="18961" y="2126"/>
                    <a:pt x="18726" y="3341"/>
                    <a:pt x="18295" y="4615"/>
                  </a:cubicBezTo>
                  <a:cubicBezTo>
                    <a:pt x="17585" y="5036"/>
                    <a:pt x="17202" y="5154"/>
                    <a:pt x="16218" y="5257"/>
                  </a:cubicBezTo>
                  <a:cubicBezTo>
                    <a:pt x="16087" y="5271"/>
                    <a:pt x="15963" y="5277"/>
                    <a:pt x="15846" y="5277"/>
                  </a:cubicBezTo>
                  <a:cubicBezTo>
                    <a:pt x="14453" y="5277"/>
                    <a:pt x="14088" y="4336"/>
                    <a:pt x="13632" y="3165"/>
                  </a:cubicBezTo>
                  <a:cubicBezTo>
                    <a:pt x="13588" y="3058"/>
                    <a:pt x="13549" y="2949"/>
                    <a:pt x="13504" y="2841"/>
                  </a:cubicBezTo>
                  <a:cubicBezTo>
                    <a:pt x="13490" y="2808"/>
                    <a:pt x="13458" y="2786"/>
                    <a:pt x="13424" y="2786"/>
                  </a:cubicBezTo>
                  <a:cubicBezTo>
                    <a:pt x="13413" y="2786"/>
                    <a:pt x="13402" y="2788"/>
                    <a:pt x="13391" y="2793"/>
                  </a:cubicBezTo>
                  <a:cubicBezTo>
                    <a:pt x="13343" y="2812"/>
                    <a:pt x="13323" y="2861"/>
                    <a:pt x="13343" y="2906"/>
                  </a:cubicBezTo>
                  <a:cubicBezTo>
                    <a:pt x="13382" y="3013"/>
                    <a:pt x="13426" y="3121"/>
                    <a:pt x="13470" y="3229"/>
                  </a:cubicBezTo>
                  <a:cubicBezTo>
                    <a:pt x="13911" y="4370"/>
                    <a:pt x="14338" y="5448"/>
                    <a:pt x="15855" y="5448"/>
                  </a:cubicBezTo>
                  <a:cubicBezTo>
                    <a:pt x="15977" y="5448"/>
                    <a:pt x="16106" y="5443"/>
                    <a:pt x="16237" y="5428"/>
                  </a:cubicBezTo>
                  <a:cubicBezTo>
                    <a:pt x="17168" y="5335"/>
                    <a:pt x="17580" y="5222"/>
                    <a:pt x="18206" y="4869"/>
                  </a:cubicBezTo>
                  <a:lnTo>
                    <a:pt x="18206" y="4869"/>
                  </a:lnTo>
                  <a:cubicBezTo>
                    <a:pt x="18050" y="5310"/>
                    <a:pt x="17864" y="5771"/>
                    <a:pt x="17643" y="6280"/>
                  </a:cubicBezTo>
                  <a:cubicBezTo>
                    <a:pt x="17134" y="7461"/>
                    <a:pt x="16683" y="8685"/>
                    <a:pt x="16248" y="9876"/>
                  </a:cubicBezTo>
                  <a:cubicBezTo>
                    <a:pt x="16164" y="10101"/>
                    <a:pt x="16081" y="10326"/>
                    <a:pt x="16002" y="10547"/>
                  </a:cubicBezTo>
                  <a:cubicBezTo>
                    <a:pt x="15409" y="10632"/>
                    <a:pt x="14788" y="10659"/>
                    <a:pt x="14157" y="10659"/>
                  </a:cubicBezTo>
                  <a:cubicBezTo>
                    <a:pt x="13554" y="10659"/>
                    <a:pt x="12943" y="10634"/>
                    <a:pt x="12339" y="10611"/>
                  </a:cubicBezTo>
                  <a:cubicBezTo>
                    <a:pt x="11756" y="10586"/>
                    <a:pt x="11153" y="10561"/>
                    <a:pt x="10585" y="10561"/>
                  </a:cubicBezTo>
                  <a:lnTo>
                    <a:pt x="9821" y="10561"/>
                  </a:lnTo>
                  <a:cubicBezTo>
                    <a:pt x="9753" y="10170"/>
                    <a:pt x="9640" y="9704"/>
                    <a:pt x="9536" y="9248"/>
                  </a:cubicBezTo>
                  <a:cubicBezTo>
                    <a:pt x="9482" y="9024"/>
                    <a:pt x="9429" y="8793"/>
                    <a:pt x="9380" y="8578"/>
                  </a:cubicBezTo>
                  <a:cubicBezTo>
                    <a:pt x="9263" y="8039"/>
                    <a:pt x="9130" y="7480"/>
                    <a:pt x="8983" y="6858"/>
                  </a:cubicBezTo>
                  <a:cubicBezTo>
                    <a:pt x="8983" y="6854"/>
                    <a:pt x="8983" y="6854"/>
                    <a:pt x="8978" y="6849"/>
                  </a:cubicBezTo>
                  <a:lnTo>
                    <a:pt x="8978" y="6844"/>
                  </a:lnTo>
                  <a:cubicBezTo>
                    <a:pt x="8953" y="6736"/>
                    <a:pt x="8924" y="6623"/>
                    <a:pt x="8900" y="6510"/>
                  </a:cubicBezTo>
                  <a:cubicBezTo>
                    <a:pt x="8758" y="5918"/>
                    <a:pt x="8601" y="5286"/>
                    <a:pt x="8440" y="4625"/>
                  </a:cubicBezTo>
                  <a:lnTo>
                    <a:pt x="8214" y="3709"/>
                  </a:lnTo>
                  <a:cubicBezTo>
                    <a:pt x="8206" y="3666"/>
                    <a:pt x="8168" y="3638"/>
                    <a:pt x="8127" y="3638"/>
                  </a:cubicBezTo>
                  <a:cubicBezTo>
                    <a:pt x="8120" y="3638"/>
                    <a:pt x="8114" y="3639"/>
                    <a:pt x="8107" y="3641"/>
                  </a:cubicBezTo>
                  <a:cubicBezTo>
                    <a:pt x="8062" y="3655"/>
                    <a:pt x="8033" y="3704"/>
                    <a:pt x="8042" y="3748"/>
                  </a:cubicBezTo>
                  <a:lnTo>
                    <a:pt x="8268" y="4669"/>
                  </a:lnTo>
                  <a:cubicBezTo>
                    <a:pt x="8460" y="5448"/>
                    <a:pt x="8641" y="6182"/>
                    <a:pt x="8806" y="6868"/>
                  </a:cubicBezTo>
                  <a:cubicBezTo>
                    <a:pt x="8641" y="7990"/>
                    <a:pt x="8268" y="9435"/>
                    <a:pt x="7852" y="10566"/>
                  </a:cubicBezTo>
                  <a:cubicBezTo>
                    <a:pt x="6412" y="10577"/>
                    <a:pt x="5089" y="10586"/>
                    <a:pt x="3840" y="10611"/>
                  </a:cubicBezTo>
                  <a:cubicBezTo>
                    <a:pt x="2596" y="10635"/>
                    <a:pt x="1420" y="10665"/>
                    <a:pt x="279" y="10699"/>
                  </a:cubicBezTo>
                  <a:cubicBezTo>
                    <a:pt x="279" y="10684"/>
                    <a:pt x="274" y="10670"/>
                    <a:pt x="265" y="10659"/>
                  </a:cubicBezTo>
                  <a:cubicBezTo>
                    <a:pt x="265" y="10591"/>
                    <a:pt x="260" y="10503"/>
                    <a:pt x="254" y="10434"/>
                  </a:cubicBezTo>
                  <a:cubicBezTo>
                    <a:pt x="249" y="10346"/>
                    <a:pt x="245" y="10263"/>
                    <a:pt x="245" y="10224"/>
                  </a:cubicBezTo>
                  <a:cubicBezTo>
                    <a:pt x="240" y="10159"/>
                    <a:pt x="235" y="10091"/>
                    <a:pt x="230" y="10023"/>
                  </a:cubicBezTo>
                  <a:cubicBezTo>
                    <a:pt x="215" y="9831"/>
                    <a:pt x="201" y="9630"/>
                    <a:pt x="195" y="9435"/>
                  </a:cubicBezTo>
                  <a:cubicBezTo>
                    <a:pt x="176" y="8445"/>
                    <a:pt x="186" y="7437"/>
                    <a:pt x="230" y="6433"/>
                  </a:cubicBezTo>
                  <a:cubicBezTo>
                    <a:pt x="265" y="5556"/>
                    <a:pt x="333" y="4645"/>
                    <a:pt x="416" y="3714"/>
                  </a:cubicBezTo>
                  <a:cubicBezTo>
                    <a:pt x="573" y="3729"/>
                    <a:pt x="744" y="3734"/>
                    <a:pt x="930" y="3734"/>
                  </a:cubicBezTo>
                  <a:cubicBezTo>
                    <a:pt x="1680" y="3734"/>
                    <a:pt x="2645" y="3605"/>
                    <a:pt x="3281" y="3033"/>
                  </a:cubicBezTo>
                  <a:cubicBezTo>
                    <a:pt x="3708" y="2651"/>
                    <a:pt x="3928" y="2126"/>
                    <a:pt x="3943" y="1470"/>
                  </a:cubicBezTo>
                  <a:cubicBezTo>
                    <a:pt x="3943" y="1421"/>
                    <a:pt x="3904" y="1382"/>
                    <a:pt x="3859" y="1382"/>
                  </a:cubicBezTo>
                  <a:lnTo>
                    <a:pt x="3855" y="1382"/>
                  </a:lnTo>
                  <a:cubicBezTo>
                    <a:pt x="3810" y="1382"/>
                    <a:pt x="3767" y="1421"/>
                    <a:pt x="3767" y="1466"/>
                  </a:cubicBezTo>
                  <a:cubicBezTo>
                    <a:pt x="3757" y="2072"/>
                    <a:pt x="3551" y="2553"/>
                    <a:pt x="3164" y="2906"/>
                  </a:cubicBezTo>
                  <a:cubicBezTo>
                    <a:pt x="2568" y="3438"/>
                    <a:pt x="1651" y="3560"/>
                    <a:pt x="931" y="3560"/>
                  </a:cubicBezTo>
                  <a:cubicBezTo>
                    <a:pt x="751" y="3560"/>
                    <a:pt x="583" y="3553"/>
                    <a:pt x="436" y="3542"/>
                  </a:cubicBezTo>
                  <a:cubicBezTo>
                    <a:pt x="446" y="3420"/>
                    <a:pt x="455" y="3302"/>
                    <a:pt x="470" y="3185"/>
                  </a:cubicBezTo>
                  <a:cubicBezTo>
                    <a:pt x="489" y="3008"/>
                    <a:pt x="504" y="2841"/>
                    <a:pt x="518" y="2675"/>
                  </a:cubicBezTo>
                  <a:cubicBezTo>
                    <a:pt x="597" y="1891"/>
                    <a:pt x="671" y="1157"/>
                    <a:pt x="852" y="133"/>
                  </a:cubicBezTo>
                  <a:cubicBezTo>
                    <a:pt x="852" y="123"/>
                    <a:pt x="852" y="114"/>
                    <a:pt x="857" y="103"/>
                  </a:cubicBezTo>
                  <a:cubicBezTo>
                    <a:pt x="862" y="84"/>
                    <a:pt x="852" y="60"/>
                    <a:pt x="842" y="44"/>
                  </a:cubicBezTo>
                  <a:cubicBezTo>
                    <a:pt x="832" y="20"/>
                    <a:pt x="808" y="6"/>
                    <a:pt x="783" y="1"/>
                  </a:cubicBezTo>
                  <a:cubicBezTo>
                    <a:pt x="780" y="1"/>
                    <a:pt x="776" y="1"/>
                    <a:pt x="773"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931;p59">
              <a:extLst>
                <a:ext uri="{FF2B5EF4-FFF2-40B4-BE49-F238E27FC236}">
                  <a16:creationId xmlns:a16="http://schemas.microsoft.com/office/drawing/2014/main" id="{56235415-EF5B-84CA-0E3D-9FE54FFC232F}"/>
                </a:ext>
              </a:extLst>
            </p:cNvPr>
            <p:cNvSpPr/>
            <p:nvPr/>
          </p:nvSpPr>
          <p:spPr>
            <a:xfrm>
              <a:off x="1165275" y="1172700"/>
              <a:ext cx="470875" cy="264300"/>
            </a:xfrm>
            <a:custGeom>
              <a:avLst/>
              <a:gdLst/>
              <a:ahLst/>
              <a:cxnLst/>
              <a:rect l="l" t="t" r="r" b="b"/>
              <a:pathLst>
                <a:path w="18835" h="10572" extrusionOk="0">
                  <a:moveTo>
                    <a:pt x="16207" y="0"/>
                  </a:moveTo>
                  <a:cubicBezTo>
                    <a:pt x="15899" y="0"/>
                    <a:pt x="15590" y="18"/>
                    <a:pt x="15283" y="30"/>
                  </a:cubicBezTo>
                  <a:cubicBezTo>
                    <a:pt x="14553" y="60"/>
                    <a:pt x="13828" y="94"/>
                    <a:pt x="13098" y="134"/>
                  </a:cubicBezTo>
                  <a:cubicBezTo>
                    <a:pt x="11643" y="211"/>
                    <a:pt x="10194" y="304"/>
                    <a:pt x="8734" y="354"/>
                  </a:cubicBezTo>
                  <a:cubicBezTo>
                    <a:pt x="8155" y="373"/>
                    <a:pt x="7578" y="387"/>
                    <a:pt x="7002" y="387"/>
                  </a:cubicBezTo>
                  <a:cubicBezTo>
                    <a:pt x="6143" y="387"/>
                    <a:pt x="5285" y="357"/>
                    <a:pt x="4423" y="275"/>
                  </a:cubicBezTo>
                  <a:cubicBezTo>
                    <a:pt x="3780" y="212"/>
                    <a:pt x="3129" y="116"/>
                    <a:pt x="2485" y="116"/>
                  </a:cubicBezTo>
                  <a:cubicBezTo>
                    <a:pt x="2427" y="116"/>
                    <a:pt x="2369" y="117"/>
                    <a:pt x="2312" y="119"/>
                  </a:cubicBezTo>
                  <a:cubicBezTo>
                    <a:pt x="2082" y="125"/>
                    <a:pt x="1848" y="143"/>
                    <a:pt x="1615" y="143"/>
                  </a:cubicBezTo>
                  <a:cubicBezTo>
                    <a:pt x="1506" y="143"/>
                    <a:pt x="1397" y="139"/>
                    <a:pt x="1289" y="128"/>
                  </a:cubicBezTo>
                  <a:cubicBezTo>
                    <a:pt x="1077" y="104"/>
                    <a:pt x="882" y="16"/>
                    <a:pt x="676" y="6"/>
                  </a:cubicBezTo>
                  <a:cubicBezTo>
                    <a:pt x="495" y="1030"/>
                    <a:pt x="421" y="1764"/>
                    <a:pt x="342" y="2548"/>
                  </a:cubicBezTo>
                  <a:cubicBezTo>
                    <a:pt x="328" y="2714"/>
                    <a:pt x="313" y="2881"/>
                    <a:pt x="294" y="3058"/>
                  </a:cubicBezTo>
                  <a:cubicBezTo>
                    <a:pt x="279" y="3175"/>
                    <a:pt x="270" y="3293"/>
                    <a:pt x="260" y="3415"/>
                  </a:cubicBezTo>
                  <a:cubicBezTo>
                    <a:pt x="407" y="3426"/>
                    <a:pt x="575" y="3433"/>
                    <a:pt x="755" y="3433"/>
                  </a:cubicBezTo>
                  <a:cubicBezTo>
                    <a:pt x="1475" y="3433"/>
                    <a:pt x="2392" y="3311"/>
                    <a:pt x="2988" y="2779"/>
                  </a:cubicBezTo>
                  <a:cubicBezTo>
                    <a:pt x="3375" y="2426"/>
                    <a:pt x="3581" y="1945"/>
                    <a:pt x="3591" y="1339"/>
                  </a:cubicBezTo>
                  <a:cubicBezTo>
                    <a:pt x="3591" y="1294"/>
                    <a:pt x="3634" y="1255"/>
                    <a:pt x="3679" y="1255"/>
                  </a:cubicBezTo>
                  <a:lnTo>
                    <a:pt x="3683" y="1255"/>
                  </a:lnTo>
                  <a:cubicBezTo>
                    <a:pt x="3728" y="1255"/>
                    <a:pt x="3767" y="1294"/>
                    <a:pt x="3767" y="1343"/>
                  </a:cubicBezTo>
                  <a:cubicBezTo>
                    <a:pt x="3752" y="1999"/>
                    <a:pt x="3532" y="2524"/>
                    <a:pt x="3105" y="2906"/>
                  </a:cubicBezTo>
                  <a:cubicBezTo>
                    <a:pt x="2469" y="3478"/>
                    <a:pt x="1504" y="3607"/>
                    <a:pt x="754" y="3607"/>
                  </a:cubicBezTo>
                  <a:cubicBezTo>
                    <a:pt x="568" y="3607"/>
                    <a:pt x="397" y="3602"/>
                    <a:pt x="240" y="3587"/>
                  </a:cubicBezTo>
                  <a:cubicBezTo>
                    <a:pt x="157" y="4518"/>
                    <a:pt x="89" y="5429"/>
                    <a:pt x="54" y="6306"/>
                  </a:cubicBezTo>
                  <a:cubicBezTo>
                    <a:pt x="10" y="7310"/>
                    <a:pt x="0" y="8318"/>
                    <a:pt x="19" y="9308"/>
                  </a:cubicBezTo>
                  <a:cubicBezTo>
                    <a:pt x="25" y="9503"/>
                    <a:pt x="39" y="9704"/>
                    <a:pt x="54" y="9896"/>
                  </a:cubicBezTo>
                  <a:cubicBezTo>
                    <a:pt x="59" y="9964"/>
                    <a:pt x="64" y="10032"/>
                    <a:pt x="69" y="10097"/>
                  </a:cubicBezTo>
                  <a:cubicBezTo>
                    <a:pt x="69" y="10136"/>
                    <a:pt x="73" y="10219"/>
                    <a:pt x="78" y="10307"/>
                  </a:cubicBezTo>
                  <a:cubicBezTo>
                    <a:pt x="84" y="10376"/>
                    <a:pt x="89" y="10464"/>
                    <a:pt x="89" y="10532"/>
                  </a:cubicBezTo>
                  <a:cubicBezTo>
                    <a:pt x="98" y="10543"/>
                    <a:pt x="103" y="10557"/>
                    <a:pt x="103" y="10572"/>
                  </a:cubicBezTo>
                  <a:cubicBezTo>
                    <a:pt x="1244" y="10538"/>
                    <a:pt x="2420" y="10508"/>
                    <a:pt x="3664" y="10484"/>
                  </a:cubicBezTo>
                  <a:cubicBezTo>
                    <a:pt x="4913" y="10459"/>
                    <a:pt x="6236" y="10450"/>
                    <a:pt x="7676" y="10439"/>
                  </a:cubicBezTo>
                  <a:cubicBezTo>
                    <a:pt x="8092" y="9308"/>
                    <a:pt x="8465" y="7863"/>
                    <a:pt x="8630" y="6741"/>
                  </a:cubicBezTo>
                  <a:cubicBezTo>
                    <a:pt x="8465" y="6055"/>
                    <a:pt x="8284" y="5321"/>
                    <a:pt x="8092" y="4542"/>
                  </a:cubicBezTo>
                  <a:lnTo>
                    <a:pt x="7866" y="3621"/>
                  </a:lnTo>
                  <a:cubicBezTo>
                    <a:pt x="7857" y="3577"/>
                    <a:pt x="7886" y="3528"/>
                    <a:pt x="7931" y="3514"/>
                  </a:cubicBezTo>
                  <a:cubicBezTo>
                    <a:pt x="7938" y="3512"/>
                    <a:pt x="7944" y="3511"/>
                    <a:pt x="7951" y="3511"/>
                  </a:cubicBezTo>
                  <a:cubicBezTo>
                    <a:pt x="7992" y="3511"/>
                    <a:pt x="8030" y="3539"/>
                    <a:pt x="8038" y="3582"/>
                  </a:cubicBezTo>
                  <a:lnTo>
                    <a:pt x="8264" y="4498"/>
                  </a:lnTo>
                  <a:cubicBezTo>
                    <a:pt x="8425" y="5159"/>
                    <a:pt x="8582" y="5791"/>
                    <a:pt x="8724" y="6383"/>
                  </a:cubicBezTo>
                  <a:cubicBezTo>
                    <a:pt x="8748" y="6496"/>
                    <a:pt x="8777" y="6609"/>
                    <a:pt x="8802" y="6717"/>
                  </a:cubicBezTo>
                  <a:lnTo>
                    <a:pt x="8802" y="6722"/>
                  </a:lnTo>
                  <a:cubicBezTo>
                    <a:pt x="8807" y="6727"/>
                    <a:pt x="8807" y="6727"/>
                    <a:pt x="8807" y="6731"/>
                  </a:cubicBezTo>
                  <a:cubicBezTo>
                    <a:pt x="8954" y="7353"/>
                    <a:pt x="9087" y="7912"/>
                    <a:pt x="9204" y="8451"/>
                  </a:cubicBezTo>
                  <a:cubicBezTo>
                    <a:pt x="9253" y="8666"/>
                    <a:pt x="9306" y="8897"/>
                    <a:pt x="9360" y="9121"/>
                  </a:cubicBezTo>
                  <a:cubicBezTo>
                    <a:pt x="9464" y="9577"/>
                    <a:pt x="9577" y="10043"/>
                    <a:pt x="9645" y="10434"/>
                  </a:cubicBezTo>
                  <a:lnTo>
                    <a:pt x="10409" y="10434"/>
                  </a:lnTo>
                  <a:cubicBezTo>
                    <a:pt x="10977" y="10434"/>
                    <a:pt x="11580" y="10459"/>
                    <a:pt x="12163" y="10484"/>
                  </a:cubicBezTo>
                  <a:cubicBezTo>
                    <a:pt x="12767" y="10507"/>
                    <a:pt x="13378" y="10532"/>
                    <a:pt x="13981" y="10532"/>
                  </a:cubicBezTo>
                  <a:cubicBezTo>
                    <a:pt x="14612" y="10532"/>
                    <a:pt x="15233" y="10505"/>
                    <a:pt x="15826" y="10420"/>
                  </a:cubicBezTo>
                  <a:cubicBezTo>
                    <a:pt x="15905" y="10199"/>
                    <a:pt x="15988" y="9974"/>
                    <a:pt x="16072" y="9749"/>
                  </a:cubicBezTo>
                  <a:cubicBezTo>
                    <a:pt x="16507" y="8558"/>
                    <a:pt x="16958" y="7334"/>
                    <a:pt x="17467" y="6153"/>
                  </a:cubicBezTo>
                  <a:cubicBezTo>
                    <a:pt x="17688" y="5644"/>
                    <a:pt x="17874" y="5183"/>
                    <a:pt x="18030" y="4742"/>
                  </a:cubicBezTo>
                  <a:lnTo>
                    <a:pt x="18030" y="4742"/>
                  </a:lnTo>
                  <a:cubicBezTo>
                    <a:pt x="17404" y="5095"/>
                    <a:pt x="16992" y="5208"/>
                    <a:pt x="16061" y="5301"/>
                  </a:cubicBezTo>
                  <a:cubicBezTo>
                    <a:pt x="15930" y="5316"/>
                    <a:pt x="15801" y="5321"/>
                    <a:pt x="15679" y="5321"/>
                  </a:cubicBezTo>
                  <a:cubicBezTo>
                    <a:pt x="14162" y="5321"/>
                    <a:pt x="13735" y="4243"/>
                    <a:pt x="13294" y="3102"/>
                  </a:cubicBezTo>
                  <a:cubicBezTo>
                    <a:pt x="13250" y="2994"/>
                    <a:pt x="13206" y="2886"/>
                    <a:pt x="13167" y="2779"/>
                  </a:cubicBezTo>
                  <a:cubicBezTo>
                    <a:pt x="13147" y="2734"/>
                    <a:pt x="13167" y="2685"/>
                    <a:pt x="13215" y="2666"/>
                  </a:cubicBezTo>
                  <a:cubicBezTo>
                    <a:pt x="13226" y="2661"/>
                    <a:pt x="13237" y="2659"/>
                    <a:pt x="13248" y="2659"/>
                  </a:cubicBezTo>
                  <a:cubicBezTo>
                    <a:pt x="13282" y="2659"/>
                    <a:pt x="13314" y="2681"/>
                    <a:pt x="13328" y="2714"/>
                  </a:cubicBezTo>
                  <a:cubicBezTo>
                    <a:pt x="13373" y="2822"/>
                    <a:pt x="13412" y="2931"/>
                    <a:pt x="13456" y="3038"/>
                  </a:cubicBezTo>
                  <a:cubicBezTo>
                    <a:pt x="13912" y="4209"/>
                    <a:pt x="14277" y="5150"/>
                    <a:pt x="15670" y="5150"/>
                  </a:cubicBezTo>
                  <a:cubicBezTo>
                    <a:pt x="15787" y="5150"/>
                    <a:pt x="15911" y="5144"/>
                    <a:pt x="16042" y="5130"/>
                  </a:cubicBezTo>
                  <a:cubicBezTo>
                    <a:pt x="17026" y="5027"/>
                    <a:pt x="17409" y="4909"/>
                    <a:pt x="18119" y="4488"/>
                  </a:cubicBezTo>
                  <a:cubicBezTo>
                    <a:pt x="18550" y="3214"/>
                    <a:pt x="18785" y="1999"/>
                    <a:pt x="18829" y="780"/>
                  </a:cubicBezTo>
                  <a:cubicBezTo>
                    <a:pt x="18829" y="774"/>
                    <a:pt x="18829" y="770"/>
                    <a:pt x="18835" y="770"/>
                  </a:cubicBezTo>
                  <a:cubicBezTo>
                    <a:pt x="18688" y="584"/>
                    <a:pt x="18408" y="539"/>
                    <a:pt x="18193" y="481"/>
                  </a:cubicBezTo>
                  <a:cubicBezTo>
                    <a:pt x="17913" y="408"/>
                    <a:pt x="17653" y="285"/>
                    <a:pt x="17379" y="202"/>
                  </a:cubicBezTo>
                  <a:cubicBezTo>
                    <a:pt x="17036" y="99"/>
                    <a:pt x="16674" y="10"/>
                    <a:pt x="16312" y="1"/>
                  </a:cubicBezTo>
                  <a:cubicBezTo>
                    <a:pt x="16277" y="0"/>
                    <a:pt x="16242" y="0"/>
                    <a:pt x="16207"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932;p59">
              <a:extLst>
                <a:ext uri="{FF2B5EF4-FFF2-40B4-BE49-F238E27FC236}">
                  <a16:creationId xmlns:a16="http://schemas.microsoft.com/office/drawing/2014/main" id="{000203F1-F5CE-EA6F-2FF2-9F4AC6885DC5}"/>
                </a:ext>
              </a:extLst>
            </p:cNvPr>
            <p:cNvSpPr/>
            <p:nvPr/>
          </p:nvSpPr>
          <p:spPr>
            <a:xfrm>
              <a:off x="1086500" y="546575"/>
              <a:ext cx="293450" cy="446525"/>
            </a:xfrm>
            <a:custGeom>
              <a:avLst/>
              <a:gdLst/>
              <a:ahLst/>
              <a:cxnLst/>
              <a:rect l="l" t="t" r="r" b="b"/>
              <a:pathLst>
                <a:path w="11738" h="17861" extrusionOk="0">
                  <a:moveTo>
                    <a:pt x="10898" y="198"/>
                  </a:moveTo>
                  <a:cubicBezTo>
                    <a:pt x="11004" y="198"/>
                    <a:pt x="11097" y="233"/>
                    <a:pt x="11179" y="304"/>
                  </a:cubicBezTo>
                  <a:cubicBezTo>
                    <a:pt x="11469" y="564"/>
                    <a:pt x="11562" y="1211"/>
                    <a:pt x="11517" y="1579"/>
                  </a:cubicBezTo>
                  <a:cubicBezTo>
                    <a:pt x="11415" y="2440"/>
                    <a:pt x="10827" y="3288"/>
                    <a:pt x="10302" y="4032"/>
                  </a:cubicBezTo>
                  <a:cubicBezTo>
                    <a:pt x="10190" y="4194"/>
                    <a:pt x="10083" y="4346"/>
                    <a:pt x="9984" y="4498"/>
                  </a:cubicBezTo>
                  <a:cubicBezTo>
                    <a:pt x="9337" y="5463"/>
                    <a:pt x="8417" y="8352"/>
                    <a:pt x="7515" y="11203"/>
                  </a:cubicBezTo>
                  <a:cubicBezTo>
                    <a:pt x="6067" y="10263"/>
                    <a:pt x="4059" y="9887"/>
                    <a:pt x="2557" y="9887"/>
                  </a:cubicBezTo>
                  <a:cubicBezTo>
                    <a:pt x="2094" y="9887"/>
                    <a:pt x="1679" y="9923"/>
                    <a:pt x="1343" y="9989"/>
                  </a:cubicBezTo>
                  <a:cubicBezTo>
                    <a:pt x="1838" y="8720"/>
                    <a:pt x="2455" y="7480"/>
                    <a:pt x="3048" y="6363"/>
                  </a:cubicBezTo>
                  <a:cubicBezTo>
                    <a:pt x="4449" y="3714"/>
                    <a:pt x="6590" y="648"/>
                    <a:pt x="10719" y="202"/>
                  </a:cubicBezTo>
                  <a:cubicBezTo>
                    <a:pt x="10733" y="209"/>
                    <a:pt x="10748" y="213"/>
                    <a:pt x="10762" y="213"/>
                  </a:cubicBezTo>
                  <a:cubicBezTo>
                    <a:pt x="10767" y="213"/>
                    <a:pt x="10772" y="213"/>
                    <a:pt x="10777" y="211"/>
                  </a:cubicBezTo>
                  <a:cubicBezTo>
                    <a:pt x="10819" y="202"/>
                    <a:pt x="10859" y="198"/>
                    <a:pt x="10898" y="198"/>
                  </a:cubicBezTo>
                  <a:close/>
                  <a:moveTo>
                    <a:pt x="2522" y="10066"/>
                  </a:moveTo>
                  <a:cubicBezTo>
                    <a:pt x="4030" y="10066"/>
                    <a:pt x="6068" y="10460"/>
                    <a:pt x="7461" y="11375"/>
                  </a:cubicBezTo>
                  <a:cubicBezTo>
                    <a:pt x="7456" y="11389"/>
                    <a:pt x="7452" y="11404"/>
                    <a:pt x="7447" y="11418"/>
                  </a:cubicBezTo>
                  <a:cubicBezTo>
                    <a:pt x="7329" y="11796"/>
                    <a:pt x="7207" y="12178"/>
                    <a:pt x="7090" y="12551"/>
                  </a:cubicBezTo>
                  <a:cubicBezTo>
                    <a:pt x="5786" y="11662"/>
                    <a:pt x="3773" y="11283"/>
                    <a:pt x="2233" y="11283"/>
                  </a:cubicBezTo>
                  <a:cubicBezTo>
                    <a:pt x="1700" y="11283"/>
                    <a:pt x="1224" y="11328"/>
                    <a:pt x="854" y="11414"/>
                  </a:cubicBezTo>
                  <a:cubicBezTo>
                    <a:pt x="977" y="11002"/>
                    <a:pt x="1113" y="10596"/>
                    <a:pt x="1270" y="10184"/>
                  </a:cubicBezTo>
                  <a:cubicBezTo>
                    <a:pt x="1607" y="10107"/>
                    <a:pt x="2037" y="10066"/>
                    <a:pt x="2522" y="10066"/>
                  </a:cubicBezTo>
                  <a:close/>
                  <a:moveTo>
                    <a:pt x="2246" y="11456"/>
                  </a:moveTo>
                  <a:cubicBezTo>
                    <a:pt x="3768" y="11456"/>
                    <a:pt x="5764" y="11836"/>
                    <a:pt x="7036" y="12727"/>
                  </a:cubicBezTo>
                  <a:cubicBezTo>
                    <a:pt x="6364" y="14828"/>
                    <a:pt x="5733" y="16704"/>
                    <a:pt x="5414" y="16954"/>
                  </a:cubicBezTo>
                  <a:cubicBezTo>
                    <a:pt x="4294" y="17441"/>
                    <a:pt x="3353" y="17684"/>
                    <a:pt x="2600" y="17684"/>
                  </a:cubicBezTo>
                  <a:cubicBezTo>
                    <a:pt x="2177" y="17684"/>
                    <a:pt x="1813" y="17607"/>
                    <a:pt x="1510" y="17454"/>
                  </a:cubicBezTo>
                  <a:cubicBezTo>
                    <a:pt x="991" y="17189"/>
                    <a:pt x="649" y="16695"/>
                    <a:pt x="486" y="15969"/>
                  </a:cubicBezTo>
                  <a:cubicBezTo>
                    <a:pt x="183" y="14628"/>
                    <a:pt x="364" y="13123"/>
                    <a:pt x="795" y="11610"/>
                  </a:cubicBezTo>
                  <a:cubicBezTo>
                    <a:pt x="1170" y="11510"/>
                    <a:pt x="1674" y="11456"/>
                    <a:pt x="2246" y="11456"/>
                  </a:cubicBezTo>
                  <a:close/>
                  <a:moveTo>
                    <a:pt x="11037" y="1"/>
                  </a:moveTo>
                  <a:cubicBezTo>
                    <a:pt x="11034" y="1"/>
                    <a:pt x="11031" y="1"/>
                    <a:pt x="11028" y="1"/>
                  </a:cubicBezTo>
                  <a:cubicBezTo>
                    <a:pt x="6599" y="320"/>
                    <a:pt x="4352" y="3523"/>
                    <a:pt x="2892" y="6281"/>
                  </a:cubicBezTo>
                  <a:cubicBezTo>
                    <a:pt x="2274" y="7446"/>
                    <a:pt x="1632" y="8739"/>
                    <a:pt x="1128" y="10062"/>
                  </a:cubicBezTo>
                  <a:cubicBezTo>
                    <a:pt x="1123" y="10077"/>
                    <a:pt x="1119" y="10086"/>
                    <a:pt x="1113" y="10096"/>
                  </a:cubicBezTo>
                  <a:cubicBezTo>
                    <a:pt x="937" y="10572"/>
                    <a:pt x="775" y="11042"/>
                    <a:pt x="638" y="11517"/>
                  </a:cubicBezTo>
                  <a:cubicBezTo>
                    <a:pt x="638" y="11522"/>
                    <a:pt x="633" y="11527"/>
                    <a:pt x="633" y="11531"/>
                  </a:cubicBezTo>
                  <a:cubicBezTo>
                    <a:pt x="188" y="13080"/>
                    <a:pt x="1" y="14622"/>
                    <a:pt x="315" y="16009"/>
                  </a:cubicBezTo>
                  <a:cubicBezTo>
                    <a:pt x="491" y="16783"/>
                    <a:pt x="864" y="17321"/>
                    <a:pt x="1431" y="17610"/>
                  </a:cubicBezTo>
                  <a:cubicBezTo>
                    <a:pt x="1755" y="17777"/>
                    <a:pt x="2147" y="17861"/>
                    <a:pt x="2598" y="17861"/>
                  </a:cubicBezTo>
                  <a:cubicBezTo>
                    <a:pt x="3382" y="17861"/>
                    <a:pt x="4352" y="17610"/>
                    <a:pt x="5498" y="17111"/>
                  </a:cubicBezTo>
                  <a:cubicBezTo>
                    <a:pt x="5498" y="17111"/>
                    <a:pt x="5503" y="17111"/>
                    <a:pt x="5503" y="17106"/>
                  </a:cubicBezTo>
                  <a:cubicBezTo>
                    <a:pt x="5507" y="17106"/>
                    <a:pt x="5512" y="17106"/>
                    <a:pt x="5512" y="17101"/>
                  </a:cubicBezTo>
                  <a:cubicBezTo>
                    <a:pt x="5939" y="16787"/>
                    <a:pt x="6717" y="14323"/>
                    <a:pt x="7619" y="11473"/>
                  </a:cubicBezTo>
                  <a:cubicBezTo>
                    <a:pt x="8490" y="8700"/>
                    <a:pt x="9484" y="5560"/>
                    <a:pt x="10126" y="4595"/>
                  </a:cubicBezTo>
                  <a:cubicBezTo>
                    <a:pt x="10230" y="4448"/>
                    <a:pt x="10337" y="4292"/>
                    <a:pt x="10449" y="4136"/>
                  </a:cubicBezTo>
                  <a:cubicBezTo>
                    <a:pt x="10978" y="3371"/>
                    <a:pt x="11586" y="2504"/>
                    <a:pt x="11693" y="1598"/>
                  </a:cubicBezTo>
                  <a:cubicBezTo>
                    <a:pt x="11738" y="1211"/>
                    <a:pt x="11645" y="485"/>
                    <a:pt x="11297" y="177"/>
                  </a:cubicBezTo>
                  <a:cubicBezTo>
                    <a:pt x="11243" y="128"/>
                    <a:pt x="11179" y="89"/>
                    <a:pt x="11116" y="65"/>
                  </a:cubicBezTo>
                  <a:cubicBezTo>
                    <a:pt x="11106" y="28"/>
                    <a:pt x="11076" y="1"/>
                    <a:pt x="11037"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933;p59">
              <a:extLst>
                <a:ext uri="{FF2B5EF4-FFF2-40B4-BE49-F238E27FC236}">
                  <a16:creationId xmlns:a16="http://schemas.microsoft.com/office/drawing/2014/main" id="{1FF90F7C-CFB2-0D60-98BB-9316E4E51CBB}"/>
                </a:ext>
              </a:extLst>
            </p:cNvPr>
            <p:cNvSpPr/>
            <p:nvPr/>
          </p:nvSpPr>
          <p:spPr>
            <a:xfrm>
              <a:off x="1120075" y="551500"/>
              <a:ext cx="255475" cy="275175"/>
            </a:xfrm>
            <a:custGeom>
              <a:avLst/>
              <a:gdLst/>
              <a:ahLst/>
              <a:cxnLst/>
              <a:rect l="l" t="t" r="r" b="b"/>
              <a:pathLst>
                <a:path w="10219" h="11007" extrusionOk="0">
                  <a:moveTo>
                    <a:pt x="9555" y="1"/>
                  </a:moveTo>
                  <a:cubicBezTo>
                    <a:pt x="9516" y="1"/>
                    <a:pt x="9476" y="5"/>
                    <a:pt x="9434" y="14"/>
                  </a:cubicBezTo>
                  <a:cubicBezTo>
                    <a:pt x="9429" y="16"/>
                    <a:pt x="9424" y="16"/>
                    <a:pt x="9419" y="16"/>
                  </a:cubicBezTo>
                  <a:cubicBezTo>
                    <a:pt x="9405" y="16"/>
                    <a:pt x="9390" y="12"/>
                    <a:pt x="9376" y="5"/>
                  </a:cubicBezTo>
                  <a:cubicBezTo>
                    <a:pt x="5247" y="451"/>
                    <a:pt x="3106" y="3517"/>
                    <a:pt x="1705" y="6166"/>
                  </a:cubicBezTo>
                  <a:cubicBezTo>
                    <a:pt x="1112" y="7283"/>
                    <a:pt x="495" y="8523"/>
                    <a:pt x="0" y="9792"/>
                  </a:cubicBezTo>
                  <a:cubicBezTo>
                    <a:pt x="336" y="9726"/>
                    <a:pt x="751" y="9690"/>
                    <a:pt x="1214" y="9690"/>
                  </a:cubicBezTo>
                  <a:cubicBezTo>
                    <a:pt x="2716" y="9690"/>
                    <a:pt x="4724" y="10066"/>
                    <a:pt x="6172" y="11006"/>
                  </a:cubicBezTo>
                  <a:cubicBezTo>
                    <a:pt x="7074" y="8155"/>
                    <a:pt x="7994" y="5266"/>
                    <a:pt x="8641" y="4301"/>
                  </a:cubicBezTo>
                  <a:cubicBezTo>
                    <a:pt x="8740" y="4149"/>
                    <a:pt x="8847" y="3997"/>
                    <a:pt x="8959" y="3835"/>
                  </a:cubicBezTo>
                  <a:cubicBezTo>
                    <a:pt x="9484" y="3091"/>
                    <a:pt x="10072" y="2243"/>
                    <a:pt x="10174" y="1382"/>
                  </a:cubicBezTo>
                  <a:cubicBezTo>
                    <a:pt x="10219" y="1014"/>
                    <a:pt x="10126" y="367"/>
                    <a:pt x="9836" y="107"/>
                  </a:cubicBezTo>
                  <a:cubicBezTo>
                    <a:pt x="9754" y="36"/>
                    <a:pt x="9661" y="1"/>
                    <a:pt x="9555" y="1"/>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4934;p59">
              <a:extLst>
                <a:ext uri="{FF2B5EF4-FFF2-40B4-BE49-F238E27FC236}">
                  <a16:creationId xmlns:a16="http://schemas.microsoft.com/office/drawing/2014/main" id="{63993AA9-85B5-317E-C704-0E748E61D2F2}"/>
                </a:ext>
              </a:extLst>
            </p:cNvPr>
            <p:cNvSpPr/>
            <p:nvPr/>
          </p:nvSpPr>
          <p:spPr>
            <a:xfrm>
              <a:off x="1107850" y="798225"/>
              <a:ext cx="165200" cy="62125"/>
            </a:xfrm>
            <a:custGeom>
              <a:avLst/>
              <a:gdLst/>
              <a:ahLst/>
              <a:cxnLst/>
              <a:rect l="l" t="t" r="r" b="b"/>
              <a:pathLst>
                <a:path w="6608" h="2485" extrusionOk="0">
                  <a:moveTo>
                    <a:pt x="1668" y="0"/>
                  </a:moveTo>
                  <a:cubicBezTo>
                    <a:pt x="1183" y="0"/>
                    <a:pt x="753" y="41"/>
                    <a:pt x="416" y="118"/>
                  </a:cubicBezTo>
                  <a:cubicBezTo>
                    <a:pt x="259" y="530"/>
                    <a:pt x="123" y="936"/>
                    <a:pt x="0" y="1348"/>
                  </a:cubicBezTo>
                  <a:cubicBezTo>
                    <a:pt x="370" y="1262"/>
                    <a:pt x="846" y="1217"/>
                    <a:pt x="1379" y="1217"/>
                  </a:cubicBezTo>
                  <a:cubicBezTo>
                    <a:pt x="2919" y="1217"/>
                    <a:pt x="4932" y="1596"/>
                    <a:pt x="6236" y="2485"/>
                  </a:cubicBezTo>
                  <a:cubicBezTo>
                    <a:pt x="6353" y="2112"/>
                    <a:pt x="6475" y="1730"/>
                    <a:pt x="6593" y="1352"/>
                  </a:cubicBezTo>
                  <a:cubicBezTo>
                    <a:pt x="6598" y="1338"/>
                    <a:pt x="6602" y="1323"/>
                    <a:pt x="6607" y="1309"/>
                  </a:cubicBezTo>
                  <a:cubicBezTo>
                    <a:pt x="5214" y="394"/>
                    <a:pt x="3176" y="0"/>
                    <a:pt x="1668"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935;p59">
              <a:extLst>
                <a:ext uri="{FF2B5EF4-FFF2-40B4-BE49-F238E27FC236}">
                  <a16:creationId xmlns:a16="http://schemas.microsoft.com/office/drawing/2014/main" id="{53419CE6-0941-5A79-1566-AFDD600B2233}"/>
                </a:ext>
              </a:extLst>
            </p:cNvPr>
            <p:cNvSpPr/>
            <p:nvPr/>
          </p:nvSpPr>
          <p:spPr>
            <a:xfrm>
              <a:off x="1092525" y="832950"/>
              <a:ext cx="169875" cy="155725"/>
            </a:xfrm>
            <a:custGeom>
              <a:avLst/>
              <a:gdLst/>
              <a:ahLst/>
              <a:cxnLst/>
              <a:rect l="l" t="t" r="r" b="b"/>
              <a:pathLst>
                <a:path w="6795" h="6229" extrusionOk="0">
                  <a:moveTo>
                    <a:pt x="2005" y="1"/>
                  </a:moveTo>
                  <a:cubicBezTo>
                    <a:pt x="1433" y="1"/>
                    <a:pt x="929" y="55"/>
                    <a:pt x="554" y="155"/>
                  </a:cubicBezTo>
                  <a:cubicBezTo>
                    <a:pt x="471" y="449"/>
                    <a:pt x="397" y="738"/>
                    <a:pt x="333" y="1032"/>
                  </a:cubicBezTo>
                  <a:cubicBezTo>
                    <a:pt x="69" y="2242"/>
                    <a:pt x="1" y="3431"/>
                    <a:pt x="245" y="4514"/>
                  </a:cubicBezTo>
                  <a:cubicBezTo>
                    <a:pt x="408" y="5240"/>
                    <a:pt x="750" y="5734"/>
                    <a:pt x="1269" y="5999"/>
                  </a:cubicBezTo>
                  <a:cubicBezTo>
                    <a:pt x="1572" y="6152"/>
                    <a:pt x="1936" y="6229"/>
                    <a:pt x="2359" y="6229"/>
                  </a:cubicBezTo>
                  <a:cubicBezTo>
                    <a:pt x="3112" y="6229"/>
                    <a:pt x="4053" y="5986"/>
                    <a:pt x="5173" y="5499"/>
                  </a:cubicBezTo>
                  <a:cubicBezTo>
                    <a:pt x="5481" y="5260"/>
                    <a:pt x="6084" y="3490"/>
                    <a:pt x="6731" y="1473"/>
                  </a:cubicBezTo>
                  <a:cubicBezTo>
                    <a:pt x="6750" y="1404"/>
                    <a:pt x="6770" y="1340"/>
                    <a:pt x="6795" y="1272"/>
                  </a:cubicBezTo>
                  <a:cubicBezTo>
                    <a:pt x="5523" y="381"/>
                    <a:pt x="3527" y="1"/>
                    <a:pt x="2005" y="1"/>
                  </a:cubicBezTo>
                  <a:close/>
                </a:path>
              </a:pathLst>
            </a:custGeom>
            <a:solidFill>
              <a:srgbClr val="FD8C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936;p59">
              <a:extLst>
                <a:ext uri="{FF2B5EF4-FFF2-40B4-BE49-F238E27FC236}">
                  <a16:creationId xmlns:a16="http://schemas.microsoft.com/office/drawing/2014/main" id="{D76FEAD4-4035-D045-13B6-C8C57CE15BEF}"/>
                </a:ext>
              </a:extLst>
            </p:cNvPr>
            <p:cNvSpPr/>
            <p:nvPr/>
          </p:nvSpPr>
          <p:spPr>
            <a:xfrm>
              <a:off x="1100850" y="833025"/>
              <a:ext cx="73725" cy="25750"/>
            </a:xfrm>
            <a:custGeom>
              <a:avLst/>
              <a:gdLst/>
              <a:ahLst/>
              <a:cxnLst/>
              <a:rect l="l" t="t" r="r" b="b"/>
              <a:pathLst>
                <a:path w="2949" h="1030" extrusionOk="0">
                  <a:moveTo>
                    <a:pt x="1676" y="0"/>
                  </a:moveTo>
                  <a:cubicBezTo>
                    <a:pt x="1103" y="0"/>
                    <a:pt x="598" y="54"/>
                    <a:pt x="221" y="152"/>
                  </a:cubicBezTo>
                  <a:cubicBezTo>
                    <a:pt x="167" y="333"/>
                    <a:pt x="123" y="514"/>
                    <a:pt x="79" y="695"/>
                  </a:cubicBezTo>
                  <a:cubicBezTo>
                    <a:pt x="50" y="803"/>
                    <a:pt x="25" y="916"/>
                    <a:pt x="0" y="1029"/>
                  </a:cubicBezTo>
                  <a:cubicBezTo>
                    <a:pt x="441" y="966"/>
                    <a:pt x="1201" y="872"/>
                    <a:pt x="2082" y="842"/>
                  </a:cubicBezTo>
                  <a:cubicBezTo>
                    <a:pt x="2073" y="813"/>
                    <a:pt x="2082" y="779"/>
                    <a:pt x="2107" y="760"/>
                  </a:cubicBezTo>
                  <a:cubicBezTo>
                    <a:pt x="2367" y="525"/>
                    <a:pt x="2646" y="299"/>
                    <a:pt x="2949" y="78"/>
                  </a:cubicBezTo>
                  <a:cubicBezTo>
                    <a:pt x="2503" y="25"/>
                    <a:pt x="2073" y="0"/>
                    <a:pt x="1676" y="0"/>
                  </a:cubicBezTo>
                  <a:close/>
                </a:path>
              </a:pathLst>
            </a:custGeom>
            <a:solidFill>
              <a:srgbClr val="F66D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937;p59">
              <a:extLst>
                <a:ext uri="{FF2B5EF4-FFF2-40B4-BE49-F238E27FC236}">
                  <a16:creationId xmlns:a16="http://schemas.microsoft.com/office/drawing/2014/main" id="{B1FE3CAC-96C0-610F-D921-C039FC890844}"/>
                </a:ext>
              </a:extLst>
            </p:cNvPr>
            <p:cNvSpPr/>
            <p:nvPr/>
          </p:nvSpPr>
          <p:spPr>
            <a:xfrm>
              <a:off x="1177375" y="526725"/>
              <a:ext cx="466700" cy="717675"/>
            </a:xfrm>
            <a:custGeom>
              <a:avLst/>
              <a:gdLst/>
              <a:ahLst/>
              <a:cxnLst/>
              <a:rect l="l" t="t" r="r" b="b"/>
              <a:pathLst>
                <a:path w="18668" h="28707" extrusionOk="0">
                  <a:moveTo>
                    <a:pt x="10386" y="179"/>
                  </a:moveTo>
                  <a:cubicBezTo>
                    <a:pt x="11609" y="179"/>
                    <a:pt x="12762" y="499"/>
                    <a:pt x="13599" y="1643"/>
                  </a:cubicBezTo>
                  <a:cubicBezTo>
                    <a:pt x="13359" y="3298"/>
                    <a:pt x="11320" y="4738"/>
                    <a:pt x="10009" y="5007"/>
                  </a:cubicBezTo>
                  <a:cubicBezTo>
                    <a:pt x="9135" y="5187"/>
                    <a:pt x="8363" y="5277"/>
                    <a:pt x="7691" y="5277"/>
                  </a:cubicBezTo>
                  <a:cubicBezTo>
                    <a:pt x="6323" y="5277"/>
                    <a:pt x="5363" y="4905"/>
                    <a:pt x="4782" y="4160"/>
                  </a:cubicBezTo>
                  <a:cubicBezTo>
                    <a:pt x="4772" y="4150"/>
                    <a:pt x="4762" y="4146"/>
                    <a:pt x="4752" y="4136"/>
                  </a:cubicBezTo>
                  <a:cubicBezTo>
                    <a:pt x="4884" y="3818"/>
                    <a:pt x="5022" y="3528"/>
                    <a:pt x="5159" y="3264"/>
                  </a:cubicBezTo>
                  <a:cubicBezTo>
                    <a:pt x="5497" y="2617"/>
                    <a:pt x="5874" y="2088"/>
                    <a:pt x="6305" y="1643"/>
                  </a:cubicBezTo>
                  <a:cubicBezTo>
                    <a:pt x="6541" y="1397"/>
                    <a:pt x="6794" y="1182"/>
                    <a:pt x="7065" y="986"/>
                  </a:cubicBezTo>
                  <a:cubicBezTo>
                    <a:pt x="7343" y="790"/>
                    <a:pt x="7653" y="614"/>
                    <a:pt x="7976" y="462"/>
                  </a:cubicBezTo>
                  <a:cubicBezTo>
                    <a:pt x="7985" y="456"/>
                    <a:pt x="7995" y="452"/>
                    <a:pt x="7999" y="442"/>
                  </a:cubicBezTo>
                  <a:cubicBezTo>
                    <a:pt x="8781" y="312"/>
                    <a:pt x="9598" y="179"/>
                    <a:pt x="10386" y="179"/>
                  </a:cubicBezTo>
                  <a:close/>
                  <a:moveTo>
                    <a:pt x="13741" y="1848"/>
                  </a:moveTo>
                  <a:cubicBezTo>
                    <a:pt x="13746" y="1853"/>
                    <a:pt x="13746" y="1858"/>
                    <a:pt x="13750" y="1862"/>
                  </a:cubicBezTo>
                  <a:cubicBezTo>
                    <a:pt x="15044" y="3890"/>
                    <a:pt x="15446" y="6614"/>
                    <a:pt x="15573" y="8054"/>
                  </a:cubicBezTo>
                  <a:cubicBezTo>
                    <a:pt x="15641" y="8868"/>
                    <a:pt x="15695" y="9671"/>
                    <a:pt x="15749" y="10449"/>
                  </a:cubicBezTo>
                  <a:cubicBezTo>
                    <a:pt x="15901" y="12718"/>
                    <a:pt x="16048" y="14858"/>
                    <a:pt x="16577" y="17170"/>
                  </a:cubicBezTo>
                  <a:cubicBezTo>
                    <a:pt x="16787" y="18072"/>
                    <a:pt x="17051" y="18958"/>
                    <a:pt x="17307" y="19815"/>
                  </a:cubicBezTo>
                  <a:cubicBezTo>
                    <a:pt x="17806" y="21470"/>
                    <a:pt x="18276" y="23039"/>
                    <a:pt x="18380" y="24757"/>
                  </a:cubicBezTo>
                  <a:lnTo>
                    <a:pt x="18389" y="24890"/>
                  </a:lnTo>
                  <a:cubicBezTo>
                    <a:pt x="18433" y="25566"/>
                    <a:pt x="18477" y="26261"/>
                    <a:pt x="18276" y="26873"/>
                  </a:cubicBezTo>
                  <a:cubicBezTo>
                    <a:pt x="17831" y="27893"/>
                    <a:pt x="15871" y="28324"/>
                    <a:pt x="14779" y="28417"/>
                  </a:cubicBezTo>
                  <a:cubicBezTo>
                    <a:pt x="14113" y="28476"/>
                    <a:pt x="13437" y="28510"/>
                    <a:pt x="12771" y="28524"/>
                  </a:cubicBezTo>
                  <a:cubicBezTo>
                    <a:pt x="12559" y="28528"/>
                    <a:pt x="12348" y="28530"/>
                    <a:pt x="12137" y="28530"/>
                  </a:cubicBezTo>
                  <a:cubicBezTo>
                    <a:pt x="9006" y="28530"/>
                    <a:pt x="6010" y="28048"/>
                    <a:pt x="3224" y="27099"/>
                  </a:cubicBezTo>
                  <a:cubicBezTo>
                    <a:pt x="2191" y="26746"/>
                    <a:pt x="1176" y="26325"/>
                    <a:pt x="217" y="25840"/>
                  </a:cubicBezTo>
                  <a:cubicBezTo>
                    <a:pt x="516" y="24047"/>
                    <a:pt x="898" y="22455"/>
                    <a:pt x="1309" y="20780"/>
                  </a:cubicBezTo>
                  <a:cubicBezTo>
                    <a:pt x="1441" y="20236"/>
                    <a:pt x="1578" y="19673"/>
                    <a:pt x="1710" y="19096"/>
                  </a:cubicBezTo>
                  <a:cubicBezTo>
                    <a:pt x="1809" y="18684"/>
                    <a:pt x="1882" y="18267"/>
                    <a:pt x="1940" y="17826"/>
                  </a:cubicBezTo>
                  <a:cubicBezTo>
                    <a:pt x="2039" y="17072"/>
                    <a:pt x="2073" y="16356"/>
                    <a:pt x="2103" y="15603"/>
                  </a:cubicBezTo>
                  <a:cubicBezTo>
                    <a:pt x="2146" y="14716"/>
                    <a:pt x="2186" y="13800"/>
                    <a:pt x="2342" y="12761"/>
                  </a:cubicBezTo>
                  <a:cubicBezTo>
                    <a:pt x="2372" y="12546"/>
                    <a:pt x="2411" y="12316"/>
                    <a:pt x="2455" y="12076"/>
                  </a:cubicBezTo>
                  <a:cubicBezTo>
                    <a:pt x="2504" y="11807"/>
                    <a:pt x="2562" y="11532"/>
                    <a:pt x="2616" y="11263"/>
                  </a:cubicBezTo>
                  <a:lnTo>
                    <a:pt x="2695" y="10910"/>
                  </a:lnTo>
                  <a:cubicBezTo>
                    <a:pt x="2837" y="10273"/>
                    <a:pt x="2989" y="9646"/>
                    <a:pt x="3165" y="9000"/>
                  </a:cubicBezTo>
                  <a:cubicBezTo>
                    <a:pt x="3229" y="8755"/>
                    <a:pt x="3297" y="8515"/>
                    <a:pt x="3366" y="8269"/>
                  </a:cubicBezTo>
                  <a:cubicBezTo>
                    <a:pt x="3391" y="8181"/>
                    <a:pt x="3415" y="8098"/>
                    <a:pt x="3439" y="8010"/>
                  </a:cubicBezTo>
                  <a:lnTo>
                    <a:pt x="3464" y="7937"/>
                  </a:lnTo>
                  <a:cubicBezTo>
                    <a:pt x="3543" y="7668"/>
                    <a:pt x="3626" y="7398"/>
                    <a:pt x="3709" y="7128"/>
                  </a:cubicBezTo>
                  <a:cubicBezTo>
                    <a:pt x="3748" y="7006"/>
                    <a:pt x="3787" y="6879"/>
                    <a:pt x="3826" y="6752"/>
                  </a:cubicBezTo>
                  <a:cubicBezTo>
                    <a:pt x="3910" y="6492"/>
                    <a:pt x="3998" y="6223"/>
                    <a:pt x="4091" y="5943"/>
                  </a:cubicBezTo>
                  <a:lnTo>
                    <a:pt x="4106" y="5899"/>
                  </a:lnTo>
                  <a:cubicBezTo>
                    <a:pt x="4223" y="5552"/>
                    <a:pt x="4350" y="5184"/>
                    <a:pt x="4483" y="4821"/>
                  </a:cubicBezTo>
                  <a:cubicBezTo>
                    <a:pt x="4542" y="4659"/>
                    <a:pt x="4605" y="4493"/>
                    <a:pt x="4678" y="4312"/>
                  </a:cubicBezTo>
                  <a:cubicBezTo>
                    <a:pt x="5296" y="5071"/>
                    <a:pt x="6285" y="5448"/>
                    <a:pt x="7687" y="5448"/>
                  </a:cubicBezTo>
                  <a:cubicBezTo>
                    <a:pt x="8372" y="5448"/>
                    <a:pt x="9161" y="5360"/>
                    <a:pt x="10047" y="5179"/>
                  </a:cubicBezTo>
                  <a:cubicBezTo>
                    <a:pt x="11360" y="4910"/>
                    <a:pt x="13373" y="3499"/>
                    <a:pt x="13741" y="1848"/>
                  </a:cubicBezTo>
                  <a:close/>
                  <a:moveTo>
                    <a:pt x="10404" y="0"/>
                  </a:moveTo>
                  <a:cubicBezTo>
                    <a:pt x="9575" y="0"/>
                    <a:pt x="8717" y="144"/>
                    <a:pt x="7902" y="280"/>
                  </a:cubicBezTo>
                  <a:lnTo>
                    <a:pt x="7814" y="295"/>
                  </a:lnTo>
                  <a:cubicBezTo>
                    <a:pt x="7770" y="305"/>
                    <a:pt x="7741" y="339"/>
                    <a:pt x="7741" y="384"/>
                  </a:cubicBezTo>
                  <a:cubicBezTo>
                    <a:pt x="7466" y="521"/>
                    <a:pt x="7206" y="673"/>
                    <a:pt x="6966" y="844"/>
                  </a:cubicBezTo>
                  <a:cubicBezTo>
                    <a:pt x="6683" y="1044"/>
                    <a:pt x="6418" y="1270"/>
                    <a:pt x="6177" y="1520"/>
                  </a:cubicBezTo>
                  <a:cubicBezTo>
                    <a:pt x="5736" y="1975"/>
                    <a:pt x="5350" y="2520"/>
                    <a:pt x="5002" y="3185"/>
                  </a:cubicBezTo>
                  <a:cubicBezTo>
                    <a:pt x="4841" y="3494"/>
                    <a:pt x="4684" y="3832"/>
                    <a:pt x="4527" y="4224"/>
                  </a:cubicBezTo>
                  <a:cubicBezTo>
                    <a:pt x="4449" y="4415"/>
                    <a:pt x="4380" y="4591"/>
                    <a:pt x="4316" y="4763"/>
                  </a:cubicBezTo>
                  <a:cubicBezTo>
                    <a:pt x="4185" y="5125"/>
                    <a:pt x="4056" y="5493"/>
                    <a:pt x="3939" y="5841"/>
                  </a:cubicBezTo>
                  <a:lnTo>
                    <a:pt x="3925" y="5889"/>
                  </a:lnTo>
                  <a:cubicBezTo>
                    <a:pt x="3832" y="6164"/>
                    <a:pt x="3744" y="6438"/>
                    <a:pt x="3660" y="6698"/>
                  </a:cubicBezTo>
                  <a:cubicBezTo>
                    <a:pt x="3620" y="6825"/>
                    <a:pt x="3582" y="6952"/>
                    <a:pt x="3543" y="7075"/>
                  </a:cubicBezTo>
                  <a:cubicBezTo>
                    <a:pt x="3459" y="7344"/>
                    <a:pt x="3376" y="7618"/>
                    <a:pt x="3292" y="7887"/>
                  </a:cubicBezTo>
                  <a:lnTo>
                    <a:pt x="3274" y="7961"/>
                  </a:lnTo>
                  <a:cubicBezTo>
                    <a:pt x="3249" y="8050"/>
                    <a:pt x="3224" y="8133"/>
                    <a:pt x="3199" y="8221"/>
                  </a:cubicBezTo>
                  <a:cubicBezTo>
                    <a:pt x="3127" y="8466"/>
                    <a:pt x="3057" y="8710"/>
                    <a:pt x="2994" y="8956"/>
                  </a:cubicBezTo>
                  <a:cubicBezTo>
                    <a:pt x="2817" y="9607"/>
                    <a:pt x="2666" y="10234"/>
                    <a:pt x="2524" y="10871"/>
                  </a:cubicBezTo>
                  <a:lnTo>
                    <a:pt x="2445" y="11228"/>
                  </a:lnTo>
                  <a:cubicBezTo>
                    <a:pt x="2392" y="11498"/>
                    <a:pt x="2333" y="11772"/>
                    <a:pt x="2284" y="12047"/>
                  </a:cubicBezTo>
                  <a:cubicBezTo>
                    <a:pt x="2239" y="12287"/>
                    <a:pt x="2200" y="12517"/>
                    <a:pt x="2166" y="12737"/>
                  </a:cubicBezTo>
                  <a:cubicBezTo>
                    <a:pt x="2010" y="13785"/>
                    <a:pt x="1970" y="14706"/>
                    <a:pt x="1931" y="15592"/>
                  </a:cubicBezTo>
                  <a:cubicBezTo>
                    <a:pt x="1897" y="16347"/>
                    <a:pt x="1863" y="17057"/>
                    <a:pt x="1764" y="17802"/>
                  </a:cubicBezTo>
                  <a:cubicBezTo>
                    <a:pt x="1710" y="18237"/>
                    <a:pt x="1637" y="18649"/>
                    <a:pt x="1540" y="19056"/>
                  </a:cubicBezTo>
                  <a:cubicBezTo>
                    <a:pt x="1407" y="19629"/>
                    <a:pt x="1269" y="20192"/>
                    <a:pt x="1138" y="20736"/>
                  </a:cubicBezTo>
                  <a:cubicBezTo>
                    <a:pt x="731" y="22417"/>
                    <a:pt x="344" y="24008"/>
                    <a:pt x="45" y="25806"/>
                  </a:cubicBezTo>
                  <a:cubicBezTo>
                    <a:pt x="35" y="25815"/>
                    <a:pt x="25" y="25820"/>
                    <a:pt x="21" y="25835"/>
                  </a:cubicBezTo>
                  <a:cubicBezTo>
                    <a:pt x="1" y="25865"/>
                    <a:pt x="5" y="25903"/>
                    <a:pt x="25" y="25928"/>
                  </a:cubicBezTo>
                  <a:lnTo>
                    <a:pt x="21" y="25953"/>
                  </a:lnTo>
                  <a:cubicBezTo>
                    <a:pt x="16" y="25996"/>
                    <a:pt x="45" y="26046"/>
                    <a:pt x="94" y="26050"/>
                  </a:cubicBezTo>
                  <a:cubicBezTo>
                    <a:pt x="99" y="26050"/>
                    <a:pt x="104" y="26055"/>
                    <a:pt x="109" y="26055"/>
                  </a:cubicBezTo>
                  <a:cubicBezTo>
                    <a:pt x="138" y="26055"/>
                    <a:pt x="163" y="26041"/>
                    <a:pt x="177" y="26016"/>
                  </a:cubicBezTo>
                  <a:cubicBezTo>
                    <a:pt x="1133" y="26491"/>
                    <a:pt x="2137" y="26913"/>
                    <a:pt x="3170" y="27266"/>
                  </a:cubicBezTo>
                  <a:cubicBezTo>
                    <a:pt x="5977" y="28221"/>
                    <a:pt x="8994" y="28706"/>
                    <a:pt x="12149" y="28706"/>
                  </a:cubicBezTo>
                  <a:cubicBezTo>
                    <a:pt x="12355" y="28706"/>
                    <a:pt x="12565" y="28706"/>
                    <a:pt x="12776" y="28700"/>
                  </a:cubicBezTo>
                  <a:cubicBezTo>
                    <a:pt x="13447" y="28686"/>
                    <a:pt x="14128" y="28647"/>
                    <a:pt x="14794" y="28593"/>
                  </a:cubicBezTo>
                  <a:cubicBezTo>
                    <a:pt x="15078" y="28569"/>
                    <a:pt x="17395" y="28333"/>
                    <a:pt x="18238" y="27266"/>
                  </a:cubicBezTo>
                  <a:lnTo>
                    <a:pt x="18247" y="27266"/>
                  </a:lnTo>
                  <a:cubicBezTo>
                    <a:pt x="18281" y="27266"/>
                    <a:pt x="18311" y="27251"/>
                    <a:pt x="18326" y="27217"/>
                  </a:cubicBezTo>
                  <a:cubicBezTo>
                    <a:pt x="18668" y="26502"/>
                    <a:pt x="18615" y="25679"/>
                    <a:pt x="18566" y="24879"/>
                  </a:cubicBezTo>
                  <a:lnTo>
                    <a:pt x="18556" y="24748"/>
                  </a:lnTo>
                  <a:cubicBezTo>
                    <a:pt x="18448" y="23004"/>
                    <a:pt x="17953" y="21359"/>
                    <a:pt x="17478" y="19766"/>
                  </a:cubicBezTo>
                  <a:cubicBezTo>
                    <a:pt x="17218" y="18909"/>
                    <a:pt x="16954" y="18027"/>
                    <a:pt x="16748" y="17131"/>
                  </a:cubicBezTo>
                  <a:cubicBezTo>
                    <a:pt x="16219" y="14834"/>
                    <a:pt x="16077" y="12698"/>
                    <a:pt x="15925" y="10435"/>
                  </a:cubicBezTo>
                  <a:cubicBezTo>
                    <a:pt x="15871" y="9661"/>
                    <a:pt x="15817" y="8857"/>
                    <a:pt x="15744" y="8039"/>
                  </a:cubicBezTo>
                  <a:cubicBezTo>
                    <a:pt x="15617" y="6580"/>
                    <a:pt x="15211" y="3827"/>
                    <a:pt x="13897" y="1770"/>
                  </a:cubicBezTo>
                  <a:cubicBezTo>
                    <a:pt x="13010" y="377"/>
                    <a:pt x="11745" y="0"/>
                    <a:pt x="10404"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938;p59">
              <a:extLst>
                <a:ext uri="{FF2B5EF4-FFF2-40B4-BE49-F238E27FC236}">
                  <a16:creationId xmlns:a16="http://schemas.microsoft.com/office/drawing/2014/main" id="{26E70D99-BEED-788D-B8A3-DB466CF38D04}"/>
                </a:ext>
              </a:extLst>
            </p:cNvPr>
            <p:cNvSpPr/>
            <p:nvPr/>
          </p:nvSpPr>
          <p:spPr>
            <a:xfrm>
              <a:off x="1296175" y="531200"/>
              <a:ext cx="221175" cy="127425"/>
            </a:xfrm>
            <a:custGeom>
              <a:avLst/>
              <a:gdLst/>
              <a:ahLst/>
              <a:cxnLst/>
              <a:rect l="l" t="t" r="r" b="b"/>
              <a:pathLst>
                <a:path w="8847" h="5097" extrusionOk="0">
                  <a:moveTo>
                    <a:pt x="5657" y="1"/>
                  </a:moveTo>
                  <a:cubicBezTo>
                    <a:pt x="4862" y="1"/>
                    <a:pt x="4039" y="134"/>
                    <a:pt x="3253" y="263"/>
                  </a:cubicBezTo>
                  <a:cubicBezTo>
                    <a:pt x="3243" y="273"/>
                    <a:pt x="3233" y="283"/>
                    <a:pt x="3224" y="283"/>
                  </a:cubicBezTo>
                  <a:cubicBezTo>
                    <a:pt x="2895" y="435"/>
                    <a:pt x="2591" y="611"/>
                    <a:pt x="2318" y="807"/>
                  </a:cubicBezTo>
                  <a:cubicBezTo>
                    <a:pt x="2042" y="1003"/>
                    <a:pt x="1789" y="1218"/>
                    <a:pt x="1553" y="1464"/>
                  </a:cubicBezTo>
                  <a:cubicBezTo>
                    <a:pt x="1455" y="1561"/>
                    <a:pt x="1357" y="1669"/>
                    <a:pt x="1264" y="1782"/>
                  </a:cubicBezTo>
                  <a:cubicBezTo>
                    <a:pt x="950" y="2158"/>
                    <a:pt x="667" y="2585"/>
                    <a:pt x="407" y="3090"/>
                  </a:cubicBezTo>
                  <a:cubicBezTo>
                    <a:pt x="270" y="3349"/>
                    <a:pt x="132" y="3639"/>
                    <a:pt x="0" y="3957"/>
                  </a:cubicBezTo>
                  <a:cubicBezTo>
                    <a:pt x="10" y="3967"/>
                    <a:pt x="25" y="3971"/>
                    <a:pt x="30" y="3986"/>
                  </a:cubicBezTo>
                  <a:cubicBezTo>
                    <a:pt x="609" y="4726"/>
                    <a:pt x="1566" y="5096"/>
                    <a:pt x="2930" y="5096"/>
                  </a:cubicBezTo>
                  <a:cubicBezTo>
                    <a:pt x="3606" y="5096"/>
                    <a:pt x="4382" y="5005"/>
                    <a:pt x="5261" y="4824"/>
                  </a:cubicBezTo>
                  <a:cubicBezTo>
                    <a:pt x="6568" y="4559"/>
                    <a:pt x="8607" y="3114"/>
                    <a:pt x="8847" y="1464"/>
                  </a:cubicBezTo>
                  <a:cubicBezTo>
                    <a:pt x="8469" y="944"/>
                    <a:pt x="8029" y="596"/>
                    <a:pt x="7538" y="372"/>
                  </a:cubicBezTo>
                  <a:cubicBezTo>
                    <a:pt x="7299" y="259"/>
                    <a:pt x="7045" y="175"/>
                    <a:pt x="6785" y="116"/>
                  </a:cubicBezTo>
                  <a:cubicBezTo>
                    <a:pt x="6520" y="58"/>
                    <a:pt x="6251" y="24"/>
                    <a:pt x="5976" y="8"/>
                  </a:cubicBezTo>
                  <a:cubicBezTo>
                    <a:pt x="5870" y="3"/>
                    <a:pt x="5764" y="1"/>
                    <a:pt x="5657" y="1"/>
                  </a:cubicBezTo>
                  <a:close/>
                </a:path>
              </a:pathLst>
            </a:custGeom>
            <a:solidFill>
              <a:srgbClr val="FD8C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939;p59">
              <a:extLst>
                <a:ext uri="{FF2B5EF4-FFF2-40B4-BE49-F238E27FC236}">
                  <a16:creationId xmlns:a16="http://schemas.microsoft.com/office/drawing/2014/main" id="{29E624CE-BAB0-437C-F2BC-51228A9D07BD}"/>
                </a:ext>
              </a:extLst>
            </p:cNvPr>
            <p:cNvSpPr/>
            <p:nvPr/>
          </p:nvSpPr>
          <p:spPr>
            <a:xfrm>
              <a:off x="1182800" y="572925"/>
              <a:ext cx="455300" cy="667075"/>
            </a:xfrm>
            <a:custGeom>
              <a:avLst/>
              <a:gdLst/>
              <a:ahLst/>
              <a:cxnLst/>
              <a:rect l="l" t="t" r="r" b="b"/>
              <a:pathLst>
                <a:path w="18212" h="26683" extrusionOk="0">
                  <a:moveTo>
                    <a:pt x="13524" y="0"/>
                  </a:moveTo>
                  <a:cubicBezTo>
                    <a:pt x="13436" y="378"/>
                    <a:pt x="13269" y="745"/>
                    <a:pt x="13039" y="1088"/>
                  </a:cubicBezTo>
                  <a:cubicBezTo>
                    <a:pt x="12961" y="1201"/>
                    <a:pt x="12882" y="1308"/>
                    <a:pt x="12794" y="1416"/>
                  </a:cubicBezTo>
                  <a:cubicBezTo>
                    <a:pt x="12573" y="1690"/>
                    <a:pt x="12319" y="1945"/>
                    <a:pt x="12039" y="2175"/>
                  </a:cubicBezTo>
                  <a:cubicBezTo>
                    <a:pt x="11937" y="2263"/>
                    <a:pt x="11834" y="2341"/>
                    <a:pt x="11721" y="2420"/>
                  </a:cubicBezTo>
                  <a:cubicBezTo>
                    <a:pt x="11261" y="2763"/>
                    <a:pt x="10766" y="3028"/>
                    <a:pt x="10310" y="3189"/>
                  </a:cubicBezTo>
                  <a:cubicBezTo>
                    <a:pt x="10198" y="3233"/>
                    <a:pt x="10081" y="3267"/>
                    <a:pt x="9973" y="3297"/>
                  </a:cubicBezTo>
                  <a:cubicBezTo>
                    <a:pt x="9923" y="3306"/>
                    <a:pt x="9875" y="3321"/>
                    <a:pt x="9830" y="3331"/>
                  </a:cubicBezTo>
                  <a:cubicBezTo>
                    <a:pt x="9434" y="3410"/>
                    <a:pt x="9057" y="3473"/>
                    <a:pt x="8699" y="3517"/>
                  </a:cubicBezTo>
                  <a:cubicBezTo>
                    <a:pt x="8587" y="3532"/>
                    <a:pt x="8469" y="3546"/>
                    <a:pt x="8361" y="3557"/>
                  </a:cubicBezTo>
                  <a:cubicBezTo>
                    <a:pt x="8047" y="3586"/>
                    <a:pt x="7748" y="3600"/>
                    <a:pt x="7470" y="3600"/>
                  </a:cubicBezTo>
                  <a:cubicBezTo>
                    <a:pt x="7244" y="3600"/>
                    <a:pt x="7034" y="3591"/>
                    <a:pt x="6833" y="3575"/>
                  </a:cubicBezTo>
                  <a:cubicBezTo>
                    <a:pt x="6710" y="3561"/>
                    <a:pt x="6597" y="3546"/>
                    <a:pt x="6485" y="3532"/>
                  </a:cubicBezTo>
                  <a:cubicBezTo>
                    <a:pt x="5937" y="3439"/>
                    <a:pt x="5471" y="3272"/>
                    <a:pt x="5084" y="3023"/>
                  </a:cubicBezTo>
                  <a:cubicBezTo>
                    <a:pt x="4972" y="2949"/>
                    <a:pt x="4868" y="2870"/>
                    <a:pt x="4771" y="2788"/>
                  </a:cubicBezTo>
                  <a:cubicBezTo>
                    <a:pt x="4658" y="2689"/>
                    <a:pt x="4555" y="2582"/>
                    <a:pt x="4461" y="2464"/>
                  </a:cubicBezTo>
                  <a:cubicBezTo>
                    <a:pt x="4388" y="2645"/>
                    <a:pt x="4325" y="2811"/>
                    <a:pt x="4266" y="2973"/>
                  </a:cubicBezTo>
                  <a:cubicBezTo>
                    <a:pt x="4149" y="3292"/>
                    <a:pt x="4036" y="3620"/>
                    <a:pt x="3928" y="3928"/>
                  </a:cubicBezTo>
                  <a:cubicBezTo>
                    <a:pt x="3918" y="3968"/>
                    <a:pt x="3903" y="4012"/>
                    <a:pt x="3889" y="4051"/>
                  </a:cubicBezTo>
                  <a:lnTo>
                    <a:pt x="3874" y="4095"/>
                  </a:lnTo>
                  <a:cubicBezTo>
                    <a:pt x="3781" y="4375"/>
                    <a:pt x="3693" y="4644"/>
                    <a:pt x="3609" y="4904"/>
                  </a:cubicBezTo>
                  <a:cubicBezTo>
                    <a:pt x="3600" y="4938"/>
                    <a:pt x="3590" y="4972"/>
                    <a:pt x="3575" y="5006"/>
                  </a:cubicBezTo>
                  <a:cubicBezTo>
                    <a:pt x="3546" y="5099"/>
                    <a:pt x="3516" y="5192"/>
                    <a:pt x="3492" y="5280"/>
                  </a:cubicBezTo>
                  <a:cubicBezTo>
                    <a:pt x="3409" y="5550"/>
                    <a:pt x="3326" y="5820"/>
                    <a:pt x="3247" y="6089"/>
                  </a:cubicBezTo>
                  <a:lnTo>
                    <a:pt x="3222" y="6162"/>
                  </a:lnTo>
                  <a:cubicBezTo>
                    <a:pt x="3198" y="6250"/>
                    <a:pt x="3174" y="6333"/>
                    <a:pt x="3149" y="6421"/>
                  </a:cubicBezTo>
                  <a:cubicBezTo>
                    <a:pt x="3120" y="6525"/>
                    <a:pt x="3091" y="6627"/>
                    <a:pt x="3061" y="6735"/>
                  </a:cubicBezTo>
                  <a:cubicBezTo>
                    <a:pt x="3021" y="6873"/>
                    <a:pt x="2982" y="7009"/>
                    <a:pt x="2948" y="7152"/>
                  </a:cubicBezTo>
                  <a:cubicBezTo>
                    <a:pt x="2885" y="7382"/>
                    <a:pt x="2826" y="7612"/>
                    <a:pt x="2767" y="7837"/>
                  </a:cubicBezTo>
                  <a:cubicBezTo>
                    <a:pt x="2664" y="8244"/>
                    <a:pt x="2566" y="8650"/>
                    <a:pt x="2478" y="9062"/>
                  </a:cubicBezTo>
                  <a:lnTo>
                    <a:pt x="2399" y="9415"/>
                  </a:lnTo>
                  <a:cubicBezTo>
                    <a:pt x="2356" y="9645"/>
                    <a:pt x="2307" y="9871"/>
                    <a:pt x="2263" y="10100"/>
                  </a:cubicBezTo>
                  <a:cubicBezTo>
                    <a:pt x="2252" y="10145"/>
                    <a:pt x="2248" y="10188"/>
                    <a:pt x="2238" y="10228"/>
                  </a:cubicBezTo>
                  <a:cubicBezTo>
                    <a:pt x="2194" y="10468"/>
                    <a:pt x="2155" y="10698"/>
                    <a:pt x="2125" y="10913"/>
                  </a:cubicBezTo>
                  <a:cubicBezTo>
                    <a:pt x="2105" y="11017"/>
                    <a:pt x="2091" y="11119"/>
                    <a:pt x="2081" y="11223"/>
                  </a:cubicBezTo>
                  <a:cubicBezTo>
                    <a:pt x="1993" y="11893"/>
                    <a:pt x="1949" y="12510"/>
                    <a:pt x="1920" y="13113"/>
                  </a:cubicBezTo>
                  <a:cubicBezTo>
                    <a:pt x="1904" y="13328"/>
                    <a:pt x="1895" y="13544"/>
                    <a:pt x="1886" y="13755"/>
                  </a:cubicBezTo>
                  <a:cubicBezTo>
                    <a:pt x="1881" y="13927"/>
                    <a:pt x="1870" y="14092"/>
                    <a:pt x="1866" y="14259"/>
                  </a:cubicBezTo>
                  <a:cubicBezTo>
                    <a:pt x="1836" y="14832"/>
                    <a:pt x="1797" y="15390"/>
                    <a:pt x="1723" y="15978"/>
                  </a:cubicBezTo>
                  <a:cubicBezTo>
                    <a:pt x="1709" y="16072"/>
                    <a:pt x="1699" y="16160"/>
                    <a:pt x="1685" y="16253"/>
                  </a:cubicBezTo>
                  <a:cubicBezTo>
                    <a:pt x="1631" y="16590"/>
                    <a:pt x="1572" y="16918"/>
                    <a:pt x="1493" y="17248"/>
                  </a:cubicBezTo>
                  <a:cubicBezTo>
                    <a:pt x="1484" y="17286"/>
                    <a:pt x="1474" y="17330"/>
                    <a:pt x="1464" y="17370"/>
                  </a:cubicBezTo>
                  <a:cubicBezTo>
                    <a:pt x="1341" y="17904"/>
                    <a:pt x="1214" y="18423"/>
                    <a:pt x="1092" y="18932"/>
                  </a:cubicBezTo>
                  <a:cubicBezTo>
                    <a:pt x="1052" y="19099"/>
                    <a:pt x="1009" y="19265"/>
                    <a:pt x="970" y="19432"/>
                  </a:cubicBezTo>
                  <a:cubicBezTo>
                    <a:pt x="882" y="19799"/>
                    <a:pt x="794" y="20162"/>
                    <a:pt x="710" y="20524"/>
                  </a:cubicBezTo>
                  <a:cubicBezTo>
                    <a:pt x="617" y="20921"/>
                    <a:pt x="523" y="21322"/>
                    <a:pt x="435" y="21729"/>
                  </a:cubicBezTo>
                  <a:cubicBezTo>
                    <a:pt x="357" y="22102"/>
                    <a:pt x="279" y="22479"/>
                    <a:pt x="206" y="22861"/>
                  </a:cubicBezTo>
                  <a:cubicBezTo>
                    <a:pt x="132" y="23233"/>
                    <a:pt x="63" y="23605"/>
                    <a:pt x="0" y="23992"/>
                  </a:cubicBezTo>
                  <a:cubicBezTo>
                    <a:pt x="724" y="24354"/>
                    <a:pt x="1474" y="24683"/>
                    <a:pt x="2243" y="24971"/>
                  </a:cubicBezTo>
                  <a:cubicBezTo>
                    <a:pt x="2356" y="25016"/>
                    <a:pt x="2469" y="25059"/>
                    <a:pt x="2580" y="25099"/>
                  </a:cubicBezTo>
                  <a:cubicBezTo>
                    <a:pt x="2723" y="25153"/>
                    <a:pt x="2865" y="25202"/>
                    <a:pt x="3007" y="25251"/>
                  </a:cubicBezTo>
                  <a:cubicBezTo>
                    <a:pt x="3600" y="25452"/>
                    <a:pt x="4203" y="25633"/>
                    <a:pt x="4814" y="25794"/>
                  </a:cubicBezTo>
                  <a:cubicBezTo>
                    <a:pt x="4927" y="25824"/>
                    <a:pt x="5040" y="25848"/>
                    <a:pt x="5153" y="25878"/>
                  </a:cubicBezTo>
                  <a:cubicBezTo>
                    <a:pt x="5921" y="26069"/>
                    <a:pt x="6710" y="26226"/>
                    <a:pt x="7509" y="26348"/>
                  </a:cubicBezTo>
                  <a:cubicBezTo>
                    <a:pt x="7626" y="26368"/>
                    <a:pt x="7739" y="26382"/>
                    <a:pt x="7856" y="26402"/>
                  </a:cubicBezTo>
                  <a:cubicBezTo>
                    <a:pt x="8582" y="26505"/>
                    <a:pt x="9317" y="26578"/>
                    <a:pt x="10061" y="26623"/>
                  </a:cubicBezTo>
                  <a:cubicBezTo>
                    <a:pt x="10178" y="26632"/>
                    <a:pt x="10296" y="26637"/>
                    <a:pt x="10413" y="26642"/>
                  </a:cubicBezTo>
                  <a:cubicBezTo>
                    <a:pt x="10908" y="26670"/>
                    <a:pt x="11407" y="26683"/>
                    <a:pt x="11910" y="26683"/>
                  </a:cubicBezTo>
                  <a:cubicBezTo>
                    <a:pt x="12124" y="26683"/>
                    <a:pt x="12339" y="26680"/>
                    <a:pt x="12554" y="26676"/>
                  </a:cubicBezTo>
                  <a:cubicBezTo>
                    <a:pt x="12711" y="26671"/>
                    <a:pt x="12867" y="26666"/>
                    <a:pt x="13024" y="26662"/>
                  </a:cubicBezTo>
                  <a:cubicBezTo>
                    <a:pt x="13142" y="26657"/>
                    <a:pt x="13260" y="26652"/>
                    <a:pt x="13372" y="26646"/>
                  </a:cubicBezTo>
                  <a:cubicBezTo>
                    <a:pt x="13773" y="26628"/>
                    <a:pt x="14171" y="26603"/>
                    <a:pt x="14562" y="26569"/>
                  </a:cubicBezTo>
                  <a:cubicBezTo>
                    <a:pt x="14831" y="26544"/>
                    <a:pt x="15155" y="26500"/>
                    <a:pt x="15498" y="26431"/>
                  </a:cubicBezTo>
                  <a:cubicBezTo>
                    <a:pt x="15611" y="26411"/>
                    <a:pt x="15728" y="26382"/>
                    <a:pt x="15846" y="26353"/>
                  </a:cubicBezTo>
                  <a:cubicBezTo>
                    <a:pt x="16786" y="26123"/>
                    <a:pt x="17761" y="25706"/>
                    <a:pt x="18059" y="25025"/>
                  </a:cubicBezTo>
                  <a:cubicBezTo>
                    <a:pt x="18177" y="24663"/>
                    <a:pt x="18211" y="24272"/>
                    <a:pt x="18206" y="23874"/>
                  </a:cubicBezTo>
                  <a:cubicBezTo>
                    <a:pt x="18206" y="23600"/>
                    <a:pt x="18186" y="23321"/>
                    <a:pt x="18172" y="23042"/>
                  </a:cubicBezTo>
                  <a:lnTo>
                    <a:pt x="18163" y="22909"/>
                  </a:lnTo>
                  <a:cubicBezTo>
                    <a:pt x="18157" y="22846"/>
                    <a:pt x="18152" y="22782"/>
                    <a:pt x="18148" y="22719"/>
                  </a:cubicBezTo>
                  <a:cubicBezTo>
                    <a:pt x="18104" y="22131"/>
                    <a:pt x="18016" y="21562"/>
                    <a:pt x="17903" y="21004"/>
                  </a:cubicBezTo>
                  <a:cubicBezTo>
                    <a:pt x="17829" y="20627"/>
                    <a:pt x="17741" y="20259"/>
                    <a:pt x="17643" y="19887"/>
                  </a:cubicBezTo>
                  <a:cubicBezTo>
                    <a:pt x="17476" y="19251"/>
                    <a:pt x="17286" y="18614"/>
                    <a:pt x="17090" y="17967"/>
                  </a:cubicBezTo>
                  <a:cubicBezTo>
                    <a:pt x="17011" y="17698"/>
                    <a:pt x="16929" y="17424"/>
                    <a:pt x="16845" y="17144"/>
                  </a:cubicBezTo>
                  <a:cubicBezTo>
                    <a:pt x="16742" y="16782"/>
                    <a:pt x="16635" y="16414"/>
                    <a:pt x="16536" y="16043"/>
                  </a:cubicBezTo>
                  <a:cubicBezTo>
                    <a:pt x="16477" y="15802"/>
                    <a:pt x="16414" y="15562"/>
                    <a:pt x="16360" y="15322"/>
                  </a:cubicBezTo>
                  <a:cubicBezTo>
                    <a:pt x="16237" y="14779"/>
                    <a:pt x="16135" y="14244"/>
                    <a:pt x="16047" y="13721"/>
                  </a:cubicBezTo>
                  <a:cubicBezTo>
                    <a:pt x="15982" y="13333"/>
                    <a:pt x="15923" y="12957"/>
                    <a:pt x="15880" y="12575"/>
                  </a:cubicBezTo>
                  <a:cubicBezTo>
                    <a:pt x="15782" y="11815"/>
                    <a:pt x="15713" y="11060"/>
                    <a:pt x="15654" y="10301"/>
                  </a:cubicBezTo>
                  <a:cubicBezTo>
                    <a:pt x="15620" y="9909"/>
                    <a:pt x="15595" y="9518"/>
                    <a:pt x="15566" y="9121"/>
                  </a:cubicBezTo>
                  <a:cubicBezTo>
                    <a:pt x="15557" y="8944"/>
                    <a:pt x="15541" y="8773"/>
                    <a:pt x="15532" y="8601"/>
                  </a:cubicBezTo>
                  <a:cubicBezTo>
                    <a:pt x="15493" y="8024"/>
                    <a:pt x="15453" y="7436"/>
                    <a:pt x="15405" y="6838"/>
                  </a:cubicBezTo>
                  <a:cubicBezTo>
                    <a:pt x="15390" y="6627"/>
                    <a:pt x="15371" y="6417"/>
                    <a:pt x="15356" y="6206"/>
                  </a:cubicBezTo>
                  <a:cubicBezTo>
                    <a:pt x="15336" y="6030"/>
                    <a:pt x="15317" y="5829"/>
                    <a:pt x="15292" y="5614"/>
                  </a:cubicBezTo>
                  <a:cubicBezTo>
                    <a:pt x="15233" y="5104"/>
                    <a:pt x="15140" y="4506"/>
                    <a:pt x="15003" y="3865"/>
                  </a:cubicBezTo>
                  <a:cubicBezTo>
                    <a:pt x="14930" y="3502"/>
                    <a:pt x="14836" y="3130"/>
                    <a:pt x="14724" y="2752"/>
                  </a:cubicBezTo>
                  <a:cubicBezTo>
                    <a:pt x="14454" y="1818"/>
                    <a:pt x="14067" y="857"/>
                    <a:pt x="13533" y="14"/>
                  </a:cubicBezTo>
                  <a:cubicBezTo>
                    <a:pt x="13529" y="10"/>
                    <a:pt x="13524" y="5"/>
                    <a:pt x="13524" y="0"/>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940;p59">
              <a:extLst>
                <a:ext uri="{FF2B5EF4-FFF2-40B4-BE49-F238E27FC236}">
                  <a16:creationId xmlns:a16="http://schemas.microsoft.com/office/drawing/2014/main" id="{50F16BE4-7856-8B96-5033-78A722118D26}"/>
                </a:ext>
              </a:extLst>
            </p:cNvPr>
            <p:cNvSpPr/>
            <p:nvPr/>
          </p:nvSpPr>
          <p:spPr>
            <a:xfrm>
              <a:off x="1327775" y="532875"/>
              <a:ext cx="156875" cy="53425"/>
            </a:xfrm>
            <a:custGeom>
              <a:avLst/>
              <a:gdLst/>
              <a:ahLst/>
              <a:cxnLst/>
              <a:rect l="l" t="t" r="r" b="b"/>
              <a:pathLst>
                <a:path w="6275" h="2137" extrusionOk="0">
                  <a:moveTo>
                    <a:pt x="1083" y="834"/>
                  </a:moveTo>
                  <a:cubicBezTo>
                    <a:pt x="1106" y="850"/>
                    <a:pt x="1130" y="866"/>
                    <a:pt x="1154" y="882"/>
                  </a:cubicBezTo>
                  <a:lnTo>
                    <a:pt x="1154" y="882"/>
                  </a:lnTo>
                  <a:cubicBezTo>
                    <a:pt x="1130" y="866"/>
                    <a:pt x="1107" y="850"/>
                    <a:pt x="1083" y="834"/>
                  </a:cubicBezTo>
                  <a:close/>
                  <a:moveTo>
                    <a:pt x="1154" y="882"/>
                  </a:moveTo>
                  <a:cubicBezTo>
                    <a:pt x="1615" y="1182"/>
                    <a:pt x="2118" y="1327"/>
                    <a:pt x="2625" y="1327"/>
                  </a:cubicBezTo>
                  <a:cubicBezTo>
                    <a:pt x="2626" y="1327"/>
                    <a:pt x="2627" y="1327"/>
                    <a:pt x="2628" y="1327"/>
                  </a:cubicBezTo>
                  <a:lnTo>
                    <a:pt x="2628" y="1327"/>
                  </a:lnTo>
                  <a:cubicBezTo>
                    <a:pt x="2628" y="1327"/>
                    <a:pt x="2629" y="1327"/>
                    <a:pt x="2630" y="1327"/>
                  </a:cubicBezTo>
                  <a:cubicBezTo>
                    <a:pt x="2737" y="1327"/>
                    <a:pt x="2849" y="1318"/>
                    <a:pt x="2960" y="1309"/>
                  </a:cubicBezTo>
                  <a:lnTo>
                    <a:pt x="2960" y="1309"/>
                  </a:lnTo>
                  <a:cubicBezTo>
                    <a:pt x="2849" y="1318"/>
                    <a:pt x="2738" y="1327"/>
                    <a:pt x="2628" y="1327"/>
                  </a:cubicBezTo>
                  <a:lnTo>
                    <a:pt x="2628" y="1327"/>
                  </a:lnTo>
                  <a:cubicBezTo>
                    <a:pt x="2169" y="1327"/>
                    <a:pt x="1718" y="1205"/>
                    <a:pt x="1293" y="965"/>
                  </a:cubicBezTo>
                  <a:cubicBezTo>
                    <a:pt x="1248" y="940"/>
                    <a:pt x="1201" y="912"/>
                    <a:pt x="1154" y="882"/>
                  </a:cubicBezTo>
                  <a:close/>
                  <a:moveTo>
                    <a:pt x="5261" y="0"/>
                  </a:moveTo>
                  <a:cubicBezTo>
                    <a:pt x="5163" y="152"/>
                    <a:pt x="5055" y="299"/>
                    <a:pt x="4928" y="436"/>
                  </a:cubicBezTo>
                  <a:cubicBezTo>
                    <a:pt x="4266" y="1146"/>
                    <a:pt x="3444" y="1504"/>
                    <a:pt x="2630" y="1504"/>
                  </a:cubicBezTo>
                  <a:cubicBezTo>
                    <a:pt x="2489" y="1504"/>
                    <a:pt x="2351" y="1494"/>
                    <a:pt x="2214" y="1474"/>
                  </a:cubicBezTo>
                  <a:cubicBezTo>
                    <a:pt x="1768" y="1406"/>
                    <a:pt x="1327" y="1230"/>
                    <a:pt x="925" y="936"/>
                  </a:cubicBezTo>
                  <a:cubicBezTo>
                    <a:pt x="720" y="1078"/>
                    <a:pt x="525" y="1230"/>
                    <a:pt x="338" y="1397"/>
                  </a:cubicBezTo>
                  <a:cubicBezTo>
                    <a:pt x="226" y="1494"/>
                    <a:pt x="108" y="1602"/>
                    <a:pt x="0" y="1715"/>
                  </a:cubicBezTo>
                  <a:cubicBezTo>
                    <a:pt x="378" y="1856"/>
                    <a:pt x="902" y="1999"/>
                    <a:pt x="1597" y="2121"/>
                  </a:cubicBezTo>
                  <a:cubicBezTo>
                    <a:pt x="1597" y="2121"/>
                    <a:pt x="1710" y="2136"/>
                    <a:pt x="1911" y="2136"/>
                  </a:cubicBezTo>
                  <a:cubicBezTo>
                    <a:pt x="2611" y="2136"/>
                    <a:pt x="4345" y="1999"/>
                    <a:pt x="5810" y="764"/>
                  </a:cubicBezTo>
                  <a:cubicBezTo>
                    <a:pt x="6000" y="603"/>
                    <a:pt x="6157" y="446"/>
                    <a:pt x="6274" y="305"/>
                  </a:cubicBezTo>
                  <a:cubicBezTo>
                    <a:pt x="6197" y="269"/>
                    <a:pt x="6118" y="235"/>
                    <a:pt x="6039" y="201"/>
                  </a:cubicBezTo>
                  <a:cubicBezTo>
                    <a:pt x="5928" y="162"/>
                    <a:pt x="5819" y="122"/>
                    <a:pt x="5707" y="93"/>
                  </a:cubicBezTo>
                  <a:cubicBezTo>
                    <a:pt x="5643" y="79"/>
                    <a:pt x="5584" y="64"/>
                    <a:pt x="5521" y="49"/>
                  </a:cubicBezTo>
                  <a:cubicBezTo>
                    <a:pt x="5433" y="29"/>
                    <a:pt x="5349" y="15"/>
                    <a:pt x="5261" y="0"/>
                  </a:cubicBezTo>
                  <a:close/>
                </a:path>
              </a:pathLst>
            </a:custGeom>
            <a:solidFill>
              <a:srgbClr val="F66D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941;p59">
              <a:extLst>
                <a:ext uri="{FF2B5EF4-FFF2-40B4-BE49-F238E27FC236}">
                  <a16:creationId xmlns:a16="http://schemas.microsoft.com/office/drawing/2014/main" id="{8A45600B-95E8-E4C1-A65F-34C2F9E136A7}"/>
                </a:ext>
              </a:extLst>
            </p:cNvPr>
            <p:cNvSpPr/>
            <p:nvPr/>
          </p:nvSpPr>
          <p:spPr>
            <a:xfrm>
              <a:off x="1502625" y="600100"/>
              <a:ext cx="76950" cy="633625"/>
            </a:xfrm>
            <a:custGeom>
              <a:avLst/>
              <a:gdLst/>
              <a:ahLst/>
              <a:cxnLst/>
              <a:rect l="l" t="t" r="r" b="b"/>
              <a:pathLst>
                <a:path w="3078" h="25345" extrusionOk="0">
                  <a:moveTo>
                    <a:pt x="246" y="1"/>
                  </a:moveTo>
                  <a:cubicBezTo>
                    <a:pt x="168" y="114"/>
                    <a:pt x="89" y="221"/>
                    <a:pt x="1" y="329"/>
                  </a:cubicBezTo>
                  <a:cubicBezTo>
                    <a:pt x="368" y="989"/>
                    <a:pt x="525" y="1808"/>
                    <a:pt x="648" y="2597"/>
                  </a:cubicBezTo>
                  <a:cubicBezTo>
                    <a:pt x="799" y="3582"/>
                    <a:pt x="926" y="4581"/>
                    <a:pt x="1050" y="5574"/>
                  </a:cubicBezTo>
                  <a:cubicBezTo>
                    <a:pt x="1338" y="7902"/>
                    <a:pt x="1416" y="10263"/>
                    <a:pt x="1568" y="12609"/>
                  </a:cubicBezTo>
                  <a:cubicBezTo>
                    <a:pt x="1720" y="14916"/>
                    <a:pt x="1902" y="17219"/>
                    <a:pt x="2146" y="19516"/>
                  </a:cubicBezTo>
                  <a:cubicBezTo>
                    <a:pt x="2357" y="21431"/>
                    <a:pt x="2754" y="23400"/>
                    <a:pt x="2705" y="25344"/>
                  </a:cubicBezTo>
                  <a:lnTo>
                    <a:pt x="3053" y="25266"/>
                  </a:lnTo>
                  <a:cubicBezTo>
                    <a:pt x="3078" y="23414"/>
                    <a:pt x="2730" y="21558"/>
                    <a:pt x="2524" y="19726"/>
                  </a:cubicBezTo>
                  <a:cubicBezTo>
                    <a:pt x="2244" y="17213"/>
                    <a:pt x="2058" y="14691"/>
                    <a:pt x="1891" y="12168"/>
                  </a:cubicBezTo>
                  <a:cubicBezTo>
                    <a:pt x="1740" y="9806"/>
                    <a:pt x="1642" y="7441"/>
                    <a:pt x="1344" y="5095"/>
                  </a:cubicBezTo>
                  <a:cubicBezTo>
                    <a:pt x="1132" y="3449"/>
                    <a:pt x="1054" y="1401"/>
                    <a:pt x="246"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942;p59">
              <a:extLst>
                <a:ext uri="{FF2B5EF4-FFF2-40B4-BE49-F238E27FC236}">
                  <a16:creationId xmlns:a16="http://schemas.microsoft.com/office/drawing/2014/main" id="{A92BFC17-6869-AB40-4A7E-4A946E4392CF}"/>
                </a:ext>
              </a:extLst>
            </p:cNvPr>
            <p:cNvSpPr/>
            <p:nvPr/>
          </p:nvSpPr>
          <p:spPr>
            <a:xfrm>
              <a:off x="1475800" y="627300"/>
              <a:ext cx="41675" cy="612175"/>
            </a:xfrm>
            <a:custGeom>
              <a:avLst/>
              <a:gdLst/>
              <a:ahLst/>
              <a:cxnLst/>
              <a:rect l="l" t="t" r="r" b="b"/>
              <a:pathLst>
                <a:path w="1667" h="24487" extrusionOk="0">
                  <a:moveTo>
                    <a:pt x="319" y="0"/>
                  </a:moveTo>
                  <a:lnTo>
                    <a:pt x="1" y="245"/>
                  </a:lnTo>
                  <a:cubicBezTo>
                    <a:pt x="663" y="4482"/>
                    <a:pt x="1006" y="8724"/>
                    <a:pt x="1083" y="13034"/>
                  </a:cubicBezTo>
                  <a:cubicBezTo>
                    <a:pt x="1153" y="16845"/>
                    <a:pt x="1314" y="20671"/>
                    <a:pt x="1304" y="24487"/>
                  </a:cubicBezTo>
                  <a:cubicBezTo>
                    <a:pt x="1422" y="24482"/>
                    <a:pt x="1540" y="24477"/>
                    <a:pt x="1652" y="24471"/>
                  </a:cubicBezTo>
                  <a:cubicBezTo>
                    <a:pt x="1666" y="20587"/>
                    <a:pt x="1500" y="16694"/>
                    <a:pt x="1431" y="12819"/>
                  </a:cubicBezTo>
                  <a:cubicBezTo>
                    <a:pt x="1353" y="8499"/>
                    <a:pt x="991" y="4242"/>
                    <a:pt x="319"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943;p59">
              <a:extLst>
                <a:ext uri="{FF2B5EF4-FFF2-40B4-BE49-F238E27FC236}">
                  <a16:creationId xmlns:a16="http://schemas.microsoft.com/office/drawing/2014/main" id="{169478C9-6848-3030-63AC-4EB357CC2402}"/>
                </a:ext>
              </a:extLst>
            </p:cNvPr>
            <p:cNvSpPr/>
            <p:nvPr/>
          </p:nvSpPr>
          <p:spPr>
            <a:xfrm>
              <a:off x="1432100" y="652625"/>
              <a:ext cx="16550" cy="586350"/>
            </a:xfrm>
            <a:custGeom>
              <a:avLst/>
              <a:gdLst/>
              <a:ahLst/>
              <a:cxnLst/>
              <a:rect l="l" t="t" r="r" b="b"/>
              <a:pathLst>
                <a:path w="662" h="23454" extrusionOk="0">
                  <a:moveTo>
                    <a:pt x="338" y="1"/>
                  </a:moveTo>
                  <a:lnTo>
                    <a:pt x="338" y="1"/>
                  </a:lnTo>
                  <a:cubicBezTo>
                    <a:pt x="226" y="45"/>
                    <a:pt x="109" y="79"/>
                    <a:pt x="1" y="109"/>
                  </a:cubicBezTo>
                  <a:cubicBezTo>
                    <a:pt x="1" y="628"/>
                    <a:pt x="39" y="1152"/>
                    <a:pt x="35" y="1666"/>
                  </a:cubicBezTo>
                  <a:cubicBezTo>
                    <a:pt x="25" y="2813"/>
                    <a:pt x="98" y="3959"/>
                    <a:pt x="143" y="5100"/>
                  </a:cubicBezTo>
                  <a:cubicBezTo>
                    <a:pt x="245" y="7579"/>
                    <a:pt x="304" y="10072"/>
                    <a:pt x="279" y="12550"/>
                  </a:cubicBezTo>
                  <a:cubicBezTo>
                    <a:pt x="260" y="14965"/>
                    <a:pt x="143" y="17375"/>
                    <a:pt x="103" y="19791"/>
                  </a:cubicBezTo>
                  <a:cubicBezTo>
                    <a:pt x="84" y="20937"/>
                    <a:pt x="103" y="22083"/>
                    <a:pt x="89" y="23229"/>
                  </a:cubicBezTo>
                  <a:lnTo>
                    <a:pt x="89" y="23435"/>
                  </a:lnTo>
                  <a:cubicBezTo>
                    <a:pt x="206" y="23444"/>
                    <a:pt x="324" y="23449"/>
                    <a:pt x="441" y="23454"/>
                  </a:cubicBezTo>
                  <a:lnTo>
                    <a:pt x="441" y="23223"/>
                  </a:lnTo>
                  <a:cubicBezTo>
                    <a:pt x="456" y="22077"/>
                    <a:pt x="437" y="20931"/>
                    <a:pt x="451" y="19785"/>
                  </a:cubicBezTo>
                  <a:cubicBezTo>
                    <a:pt x="491" y="17370"/>
                    <a:pt x="602" y="14960"/>
                    <a:pt x="632" y="12545"/>
                  </a:cubicBezTo>
                  <a:cubicBezTo>
                    <a:pt x="661" y="10204"/>
                    <a:pt x="598" y="7858"/>
                    <a:pt x="510" y="5521"/>
                  </a:cubicBezTo>
                  <a:cubicBezTo>
                    <a:pt x="471" y="4370"/>
                    <a:pt x="403" y="3219"/>
                    <a:pt x="387" y="2063"/>
                  </a:cubicBezTo>
                  <a:cubicBezTo>
                    <a:pt x="378" y="1407"/>
                    <a:pt x="319" y="692"/>
                    <a:pt x="338"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944;p59">
              <a:extLst>
                <a:ext uri="{FF2B5EF4-FFF2-40B4-BE49-F238E27FC236}">
                  <a16:creationId xmlns:a16="http://schemas.microsoft.com/office/drawing/2014/main" id="{2BEE5949-40C9-D09A-0A47-7F95B901932C}"/>
                </a:ext>
              </a:extLst>
            </p:cNvPr>
            <p:cNvSpPr/>
            <p:nvPr/>
          </p:nvSpPr>
          <p:spPr>
            <a:xfrm>
              <a:off x="1370500" y="660825"/>
              <a:ext cx="29800" cy="572150"/>
            </a:xfrm>
            <a:custGeom>
              <a:avLst/>
              <a:gdLst/>
              <a:ahLst/>
              <a:cxnLst/>
              <a:rect l="l" t="t" r="r" b="b"/>
              <a:pathLst>
                <a:path w="1192" h="22886" extrusionOk="0">
                  <a:moveTo>
                    <a:pt x="1191" y="1"/>
                  </a:moveTo>
                  <a:cubicBezTo>
                    <a:pt x="1079" y="16"/>
                    <a:pt x="961" y="30"/>
                    <a:pt x="853" y="41"/>
                  </a:cubicBezTo>
                  <a:cubicBezTo>
                    <a:pt x="828" y="393"/>
                    <a:pt x="809" y="751"/>
                    <a:pt x="765" y="1103"/>
                  </a:cubicBezTo>
                  <a:cubicBezTo>
                    <a:pt x="642" y="2166"/>
                    <a:pt x="638" y="3263"/>
                    <a:pt x="633" y="4336"/>
                  </a:cubicBezTo>
                  <a:cubicBezTo>
                    <a:pt x="627" y="6717"/>
                    <a:pt x="622" y="9102"/>
                    <a:pt x="554" y="11478"/>
                  </a:cubicBezTo>
                  <a:cubicBezTo>
                    <a:pt x="437" y="15265"/>
                    <a:pt x="123" y="19045"/>
                    <a:pt x="1" y="22832"/>
                  </a:cubicBezTo>
                  <a:cubicBezTo>
                    <a:pt x="118" y="22852"/>
                    <a:pt x="231" y="22866"/>
                    <a:pt x="348" y="22886"/>
                  </a:cubicBezTo>
                  <a:cubicBezTo>
                    <a:pt x="392" y="21554"/>
                    <a:pt x="461" y="20227"/>
                    <a:pt x="520" y="18904"/>
                  </a:cubicBezTo>
                  <a:cubicBezTo>
                    <a:pt x="638" y="16494"/>
                    <a:pt x="814" y="14094"/>
                    <a:pt x="897" y="11679"/>
                  </a:cubicBezTo>
                  <a:cubicBezTo>
                    <a:pt x="975" y="9371"/>
                    <a:pt x="975" y="7060"/>
                    <a:pt x="986" y="4748"/>
                  </a:cubicBezTo>
                  <a:cubicBezTo>
                    <a:pt x="990" y="3563"/>
                    <a:pt x="1004" y="2381"/>
                    <a:pt x="1108" y="1206"/>
                  </a:cubicBezTo>
                  <a:cubicBezTo>
                    <a:pt x="1142" y="809"/>
                    <a:pt x="1162" y="407"/>
                    <a:pt x="1191"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945;p59">
              <a:extLst>
                <a:ext uri="{FF2B5EF4-FFF2-40B4-BE49-F238E27FC236}">
                  <a16:creationId xmlns:a16="http://schemas.microsoft.com/office/drawing/2014/main" id="{40F231B6-1577-95D7-20C7-5B9667C6E3FA}"/>
                </a:ext>
              </a:extLst>
            </p:cNvPr>
            <p:cNvSpPr/>
            <p:nvPr/>
          </p:nvSpPr>
          <p:spPr>
            <a:xfrm>
              <a:off x="1303150" y="661200"/>
              <a:ext cx="50475" cy="558675"/>
            </a:xfrm>
            <a:custGeom>
              <a:avLst/>
              <a:gdLst/>
              <a:ahLst/>
              <a:cxnLst/>
              <a:rect l="l" t="t" r="r" b="b"/>
              <a:pathLst>
                <a:path w="2019" h="22347" extrusionOk="0">
                  <a:moveTo>
                    <a:pt x="1671" y="1"/>
                  </a:moveTo>
                  <a:cubicBezTo>
                    <a:pt x="1485" y="1220"/>
                    <a:pt x="1431" y="2499"/>
                    <a:pt x="1328" y="3679"/>
                  </a:cubicBezTo>
                  <a:cubicBezTo>
                    <a:pt x="1073" y="6496"/>
                    <a:pt x="906" y="9308"/>
                    <a:pt x="730" y="12134"/>
                  </a:cubicBezTo>
                  <a:cubicBezTo>
                    <a:pt x="549" y="14980"/>
                    <a:pt x="348" y="17831"/>
                    <a:pt x="124" y="20671"/>
                  </a:cubicBezTo>
                  <a:cubicBezTo>
                    <a:pt x="84" y="21176"/>
                    <a:pt x="35" y="21715"/>
                    <a:pt x="0" y="22263"/>
                  </a:cubicBezTo>
                  <a:cubicBezTo>
                    <a:pt x="113" y="22293"/>
                    <a:pt x="226" y="22317"/>
                    <a:pt x="339" y="22347"/>
                  </a:cubicBezTo>
                  <a:cubicBezTo>
                    <a:pt x="382" y="21652"/>
                    <a:pt x="456" y="20970"/>
                    <a:pt x="500" y="20348"/>
                  </a:cubicBezTo>
                  <a:cubicBezTo>
                    <a:pt x="696" y="17601"/>
                    <a:pt x="906" y="14863"/>
                    <a:pt x="1083" y="12119"/>
                  </a:cubicBezTo>
                  <a:cubicBezTo>
                    <a:pt x="1259" y="9332"/>
                    <a:pt x="1417" y="6560"/>
                    <a:pt x="1671" y="3783"/>
                  </a:cubicBezTo>
                  <a:cubicBezTo>
                    <a:pt x="1779" y="2587"/>
                    <a:pt x="1822" y="1285"/>
                    <a:pt x="2019" y="44"/>
                  </a:cubicBezTo>
                  <a:cubicBezTo>
                    <a:pt x="1896" y="30"/>
                    <a:pt x="1783" y="15"/>
                    <a:pt x="1671"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946;p59">
              <a:extLst>
                <a:ext uri="{FF2B5EF4-FFF2-40B4-BE49-F238E27FC236}">
                  <a16:creationId xmlns:a16="http://schemas.microsoft.com/office/drawing/2014/main" id="{038C7A71-9510-55D6-57A7-335C3C30D3E3}"/>
                </a:ext>
              </a:extLst>
            </p:cNvPr>
            <p:cNvSpPr/>
            <p:nvPr/>
          </p:nvSpPr>
          <p:spPr>
            <a:xfrm>
              <a:off x="1238875" y="642600"/>
              <a:ext cx="71050" cy="557825"/>
            </a:xfrm>
            <a:custGeom>
              <a:avLst/>
              <a:gdLst/>
              <a:ahLst/>
              <a:cxnLst/>
              <a:rect l="l" t="t" r="r" b="b"/>
              <a:pathLst>
                <a:path w="2842" h="22313" extrusionOk="0">
                  <a:moveTo>
                    <a:pt x="2528" y="1"/>
                  </a:moveTo>
                  <a:cubicBezTo>
                    <a:pt x="2361" y="657"/>
                    <a:pt x="2243" y="1342"/>
                    <a:pt x="2130" y="2013"/>
                  </a:cubicBezTo>
                  <a:cubicBezTo>
                    <a:pt x="1680" y="4654"/>
                    <a:pt x="1508" y="7324"/>
                    <a:pt x="1372" y="10007"/>
                  </a:cubicBezTo>
                  <a:cubicBezTo>
                    <a:pt x="1219" y="12985"/>
                    <a:pt x="1092" y="15998"/>
                    <a:pt x="495" y="18898"/>
                  </a:cubicBezTo>
                  <a:cubicBezTo>
                    <a:pt x="269" y="20000"/>
                    <a:pt x="98" y="21067"/>
                    <a:pt x="0" y="22184"/>
                  </a:cubicBezTo>
                  <a:cubicBezTo>
                    <a:pt x="113" y="22229"/>
                    <a:pt x="226" y="22272"/>
                    <a:pt x="337" y="22312"/>
                  </a:cubicBezTo>
                  <a:cubicBezTo>
                    <a:pt x="431" y="21044"/>
                    <a:pt x="667" y="19862"/>
                    <a:pt x="911" y="18628"/>
                  </a:cubicBezTo>
                  <a:cubicBezTo>
                    <a:pt x="1435" y="16028"/>
                    <a:pt x="1558" y="13294"/>
                    <a:pt x="1689" y="10620"/>
                  </a:cubicBezTo>
                  <a:cubicBezTo>
                    <a:pt x="1827" y="7896"/>
                    <a:pt x="1935" y="5144"/>
                    <a:pt x="2410" y="2474"/>
                  </a:cubicBezTo>
                  <a:cubicBezTo>
                    <a:pt x="2542" y="1729"/>
                    <a:pt x="2665" y="989"/>
                    <a:pt x="2836" y="259"/>
                  </a:cubicBezTo>
                  <a:cubicBezTo>
                    <a:pt x="2836" y="250"/>
                    <a:pt x="2841" y="245"/>
                    <a:pt x="2841" y="236"/>
                  </a:cubicBezTo>
                  <a:cubicBezTo>
                    <a:pt x="2729" y="162"/>
                    <a:pt x="2625" y="83"/>
                    <a:pt x="2528"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947;p59">
              <a:extLst>
                <a:ext uri="{FF2B5EF4-FFF2-40B4-BE49-F238E27FC236}">
                  <a16:creationId xmlns:a16="http://schemas.microsoft.com/office/drawing/2014/main" id="{37F3E007-322B-7E1C-4991-D85A66C8BF0B}"/>
                </a:ext>
              </a:extLst>
            </p:cNvPr>
            <p:cNvSpPr/>
            <p:nvPr/>
          </p:nvSpPr>
          <p:spPr>
            <a:xfrm>
              <a:off x="1152675" y="644200"/>
              <a:ext cx="418425" cy="330275"/>
            </a:xfrm>
            <a:custGeom>
              <a:avLst/>
              <a:gdLst/>
              <a:ahLst/>
              <a:cxnLst/>
              <a:rect l="l" t="t" r="r" b="b"/>
              <a:pathLst>
                <a:path w="16737" h="13211" extrusionOk="0">
                  <a:moveTo>
                    <a:pt x="14312" y="1"/>
                  </a:moveTo>
                  <a:cubicBezTo>
                    <a:pt x="13951" y="1"/>
                    <a:pt x="13405" y="425"/>
                    <a:pt x="13161" y="627"/>
                  </a:cubicBezTo>
                  <a:cubicBezTo>
                    <a:pt x="13029" y="744"/>
                    <a:pt x="12896" y="848"/>
                    <a:pt x="12769" y="950"/>
                  </a:cubicBezTo>
                  <a:cubicBezTo>
                    <a:pt x="12539" y="1126"/>
                    <a:pt x="12328" y="1293"/>
                    <a:pt x="12103" y="1509"/>
                  </a:cubicBezTo>
                  <a:cubicBezTo>
                    <a:pt x="11951" y="1655"/>
                    <a:pt x="11799" y="1812"/>
                    <a:pt x="11662" y="1969"/>
                  </a:cubicBezTo>
                  <a:cubicBezTo>
                    <a:pt x="11756" y="1641"/>
                    <a:pt x="11849" y="1273"/>
                    <a:pt x="11691" y="1083"/>
                  </a:cubicBezTo>
                  <a:cubicBezTo>
                    <a:pt x="11633" y="1007"/>
                    <a:pt x="11541" y="967"/>
                    <a:pt x="11426" y="967"/>
                  </a:cubicBezTo>
                  <a:cubicBezTo>
                    <a:pt x="11407" y="967"/>
                    <a:pt x="11388" y="968"/>
                    <a:pt x="11368" y="970"/>
                  </a:cubicBezTo>
                  <a:cubicBezTo>
                    <a:pt x="10751" y="1024"/>
                    <a:pt x="10428" y="2381"/>
                    <a:pt x="10192" y="3369"/>
                  </a:cubicBezTo>
                  <a:cubicBezTo>
                    <a:pt x="10120" y="3669"/>
                    <a:pt x="10056" y="3934"/>
                    <a:pt x="10002" y="4085"/>
                  </a:cubicBezTo>
                  <a:cubicBezTo>
                    <a:pt x="8386" y="4433"/>
                    <a:pt x="6882" y="4850"/>
                    <a:pt x="5535" y="5324"/>
                  </a:cubicBezTo>
                  <a:cubicBezTo>
                    <a:pt x="4560" y="5668"/>
                    <a:pt x="3663" y="6044"/>
                    <a:pt x="2870" y="6441"/>
                  </a:cubicBezTo>
                  <a:cubicBezTo>
                    <a:pt x="2198" y="6774"/>
                    <a:pt x="1587" y="7131"/>
                    <a:pt x="1058" y="7504"/>
                  </a:cubicBezTo>
                  <a:cubicBezTo>
                    <a:pt x="685" y="7759"/>
                    <a:pt x="342" y="8033"/>
                    <a:pt x="34" y="8313"/>
                  </a:cubicBezTo>
                  <a:cubicBezTo>
                    <a:pt x="9" y="8332"/>
                    <a:pt x="0" y="8366"/>
                    <a:pt x="9" y="8395"/>
                  </a:cubicBezTo>
                  <a:cubicBezTo>
                    <a:pt x="14" y="8410"/>
                    <a:pt x="19" y="8425"/>
                    <a:pt x="29" y="8435"/>
                  </a:cubicBezTo>
                  <a:cubicBezTo>
                    <a:pt x="39" y="8445"/>
                    <a:pt x="53" y="8454"/>
                    <a:pt x="68" y="8460"/>
                  </a:cubicBezTo>
                  <a:cubicBezTo>
                    <a:pt x="78" y="8465"/>
                    <a:pt x="88" y="8465"/>
                    <a:pt x="93" y="8465"/>
                  </a:cubicBezTo>
                  <a:cubicBezTo>
                    <a:pt x="112" y="8465"/>
                    <a:pt x="136" y="8454"/>
                    <a:pt x="152" y="8440"/>
                  </a:cubicBezTo>
                  <a:cubicBezTo>
                    <a:pt x="455" y="8166"/>
                    <a:pt x="794" y="7901"/>
                    <a:pt x="1156" y="7651"/>
                  </a:cubicBezTo>
                  <a:cubicBezTo>
                    <a:pt x="1685" y="7284"/>
                    <a:pt x="2287" y="6932"/>
                    <a:pt x="2948" y="6598"/>
                  </a:cubicBezTo>
                  <a:cubicBezTo>
                    <a:pt x="3733" y="6206"/>
                    <a:pt x="4624" y="5834"/>
                    <a:pt x="5593" y="5491"/>
                  </a:cubicBezTo>
                  <a:cubicBezTo>
                    <a:pt x="6925" y="5021"/>
                    <a:pt x="8420" y="4604"/>
                    <a:pt x="10027" y="4257"/>
                  </a:cubicBezTo>
                  <a:cubicBezTo>
                    <a:pt x="10036" y="4262"/>
                    <a:pt x="10051" y="4266"/>
                    <a:pt x="10061" y="4266"/>
                  </a:cubicBezTo>
                  <a:cubicBezTo>
                    <a:pt x="10095" y="4266"/>
                    <a:pt x="10124" y="4246"/>
                    <a:pt x="10140" y="4212"/>
                  </a:cubicBezTo>
                  <a:cubicBezTo>
                    <a:pt x="10208" y="4061"/>
                    <a:pt x="10276" y="3776"/>
                    <a:pt x="10359" y="3409"/>
                  </a:cubicBezTo>
                  <a:cubicBezTo>
                    <a:pt x="10560" y="2576"/>
                    <a:pt x="10893" y="1185"/>
                    <a:pt x="11383" y="1146"/>
                  </a:cubicBezTo>
                  <a:cubicBezTo>
                    <a:pt x="11401" y="1144"/>
                    <a:pt x="11418" y="1143"/>
                    <a:pt x="11432" y="1143"/>
                  </a:cubicBezTo>
                  <a:cubicBezTo>
                    <a:pt x="11520" y="1143"/>
                    <a:pt x="11546" y="1178"/>
                    <a:pt x="11555" y="1190"/>
                  </a:cubicBezTo>
                  <a:cubicBezTo>
                    <a:pt x="11668" y="1332"/>
                    <a:pt x="11544" y="1753"/>
                    <a:pt x="11456" y="2033"/>
                  </a:cubicBezTo>
                  <a:cubicBezTo>
                    <a:pt x="11427" y="2126"/>
                    <a:pt x="11403" y="2214"/>
                    <a:pt x="11388" y="2282"/>
                  </a:cubicBezTo>
                  <a:cubicBezTo>
                    <a:pt x="11309" y="2370"/>
                    <a:pt x="11236" y="2464"/>
                    <a:pt x="11162" y="2552"/>
                  </a:cubicBezTo>
                  <a:cubicBezTo>
                    <a:pt x="11133" y="2587"/>
                    <a:pt x="11139" y="2645"/>
                    <a:pt x="11178" y="2675"/>
                  </a:cubicBezTo>
                  <a:cubicBezTo>
                    <a:pt x="11192" y="2687"/>
                    <a:pt x="11211" y="2694"/>
                    <a:pt x="11231" y="2694"/>
                  </a:cubicBezTo>
                  <a:cubicBezTo>
                    <a:pt x="11257" y="2694"/>
                    <a:pt x="11283" y="2682"/>
                    <a:pt x="11300" y="2659"/>
                  </a:cubicBezTo>
                  <a:cubicBezTo>
                    <a:pt x="11569" y="2336"/>
                    <a:pt x="11883" y="1959"/>
                    <a:pt x="12226" y="1635"/>
                  </a:cubicBezTo>
                  <a:cubicBezTo>
                    <a:pt x="12441" y="1425"/>
                    <a:pt x="12652" y="1264"/>
                    <a:pt x="12877" y="1088"/>
                  </a:cubicBezTo>
                  <a:cubicBezTo>
                    <a:pt x="13004" y="984"/>
                    <a:pt x="13137" y="877"/>
                    <a:pt x="13274" y="764"/>
                  </a:cubicBezTo>
                  <a:cubicBezTo>
                    <a:pt x="13708" y="401"/>
                    <a:pt x="14105" y="178"/>
                    <a:pt x="14307" y="178"/>
                  </a:cubicBezTo>
                  <a:cubicBezTo>
                    <a:pt x="14329" y="178"/>
                    <a:pt x="14349" y="181"/>
                    <a:pt x="14366" y="186"/>
                  </a:cubicBezTo>
                  <a:cubicBezTo>
                    <a:pt x="14420" y="387"/>
                    <a:pt x="13960" y="891"/>
                    <a:pt x="13617" y="1264"/>
                  </a:cubicBezTo>
                  <a:cubicBezTo>
                    <a:pt x="13367" y="1538"/>
                    <a:pt x="13127" y="1798"/>
                    <a:pt x="12990" y="2018"/>
                  </a:cubicBezTo>
                  <a:cubicBezTo>
                    <a:pt x="12966" y="2053"/>
                    <a:pt x="12970" y="2096"/>
                    <a:pt x="12995" y="2126"/>
                  </a:cubicBezTo>
                  <a:cubicBezTo>
                    <a:pt x="13013" y="2143"/>
                    <a:pt x="13036" y="2152"/>
                    <a:pt x="13059" y="2152"/>
                  </a:cubicBezTo>
                  <a:cubicBezTo>
                    <a:pt x="13074" y="2152"/>
                    <a:pt x="13089" y="2148"/>
                    <a:pt x="13102" y="2141"/>
                  </a:cubicBezTo>
                  <a:cubicBezTo>
                    <a:pt x="13450" y="1959"/>
                    <a:pt x="13843" y="1724"/>
                    <a:pt x="14219" y="1494"/>
                  </a:cubicBezTo>
                  <a:cubicBezTo>
                    <a:pt x="14827" y="1126"/>
                    <a:pt x="15459" y="744"/>
                    <a:pt x="15724" y="715"/>
                  </a:cubicBezTo>
                  <a:cubicBezTo>
                    <a:pt x="15756" y="712"/>
                    <a:pt x="15782" y="710"/>
                    <a:pt x="15804" y="710"/>
                  </a:cubicBezTo>
                  <a:cubicBezTo>
                    <a:pt x="15875" y="710"/>
                    <a:pt x="15890" y="724"/>
                    <a:pt x="15894" y="724"/>
                  </a:cubicBezTo>
                  <a:lnTo>
                    <a:pt x="15894" y="735"/>
                  </a:lnTo>
                  <a:cubicBezTo>
                    <a:pt x="15894" y="798"/>
                    <a:pt x="15767" y="1009"/>
                    <a:pt x="15419" y="1318"/>
                  </a:cubicBezTo>
                  <a:cubicBezTo>
                    <a:pt x="15292" y="1430"/>
                    <a:pt x="15165" y="1533"/>
                    <a:pt x="15028" y="1646"/>
                  </a:cubicBezTo>
                  <a:cubicBezTo>
                    <a:pt x="14718" y="1900"/>
                    <a:pt x="14395" y="2160"/>
                    <a:pt x="14155" y="2464"/>
                  </a:cubicBezTo>
                  <a:cubicBezTo>
                    <a:pt x="14117" y="2517"/>
                    <a:pt x="14067" y="2567"/>
                    <a:pt x="14024" y="2616"/>
                  </a:cubicBezTo>
                  <a:cubicBezTo>
                    <a:pt x="13906" y="2752"/>
                    <a:pt x="13784" y="2890"/>
                    <a:pt x="13725" y="3057"/>
                  </a:cubicBezTo>
                  <a:cubicBezTo>
                    <a:pt x="13710" y="3091"/>
                    <a:pt x="13719" y="3125"/>
                    <a:pt x="13744" y="3150"/>
                  </a:cubicBezTo>
                  <a:cubicBezTo>
                    <a:pt x="13759" y="3165"/>
                    <a:pt x="13780" y="3173"/>
                    <a:pt x="13802" y="3173"/>
                  </a:cubicBezTo>
                  <a:cubicBezTo>
                    <a:pt x="13815" y="3173"/>
                    <a:pt x="13829" y="3170"/>
                    <a:pt x="13843" y="3164"/>
                  </a:cubicBezTo>
                  <a:cubicBezTo>
                    <a:pt x="14107" y="3041"/>
                    <a:pt x="14430" y="2851"/>
                    <a:pt x="14773" y="2650"/>
                  </a:cubicBezTo>
                  <a:cubicBezTo>
                    <a:pt x="15369" y="2291"/>
                    <a:pt x="16097" y="1863"/>
                    <a:pt x="16456" y="1863"/>
                  </a:cubicBezTo>
                  <a:cubicBezTo>
                    <a:pt x="16483" y="1863"/>
                    <a:pt x="16508" y="1865"/>
                    <a:pt x="16531" y="1871"/>
                  </a:cubicBezTo>
                  <a:cubicBezTo>
                    <a:pt x="16404" y="2164"/>
                    <a:pt x="15905" y="2562"/>
                    <a:pt x="15419" y="2949"/>
                  </a:cubicBezTo>
                  <a:cubicBezTo>
                    <a:pt x="14964" y="3311"/>
                    <a:pt x="14494" y="3688"/>
                    <a:pt x="14189" y="4061"/>
                  </a:cubicBezTo>
                  <a:cubicBezTo>
                    <a:pt x="14171" y="4085"/>
                    <a:pt x="14166" y="4124"/>
                    <a:pt x="14180" y="4154"/>
                  </a:cubicBezTo>
                  <a:cubicBezTo>
                    <a:pt x="14195" y="4188"/>
                    <a:pt x="14229" y="4203"/>
                    <a:pt x="14263" y="4203"/>
                  </a:cubicBezTo>
                  <a:cubicBezTo>
                    <a:pt x="14489" y="4192"/>
                    <a:pt x="14748" y="4115"/>
                    <a:pt x="15023" y="4031"/>
                  </a:cubicBezTo>
                  <a:cubicBezTo>
                    <a:pt x="15317" y="3940"/>
                    <a:pt x="15617" y="3848"/>
                    <a:pt x="15871" y="3848"/>
                  </a:cubicBezTo>
                  <a:cubicBezTo>
                    <a:pt x="15931" y="3848"/>
                    <a:pt x="15987" y="3853"/>
                    <a:pt x="16041" y="3864"/>
                  </a:cubicBezTo>
                  <a:cubicBezTo>
                    <a:pt x="16061" y="3869"/>
                    <a:pt x="16120" y="3880"/>
                    <a:pt x="16120" y="3904"/>
                  </a:cubicBezTo>
                  <a:cubicBezTo>
                    <a:pt x="16129" y="4257"/>
                    <a:pt x="13837" y="5662"/>
                    <a:pt x="12853" y="5912"/>
                  </a:cubicBezTo>
                  <a:lnTo>
                    <a:pt x="12843" y="5912"/>
                  </a:lnTo>
                  <a:cubicBezTo>
                    <a:pt x="12838" y="5917"/>
                    <a:pt x="12833" y="5917"/>
                    <a:pt x="12828" y="5922"/>
                  </a:cubicBezTo>
                  <a:cubicBezTo>
                    <a:pt x="12823" y="5926"/>
                    <a:pt x="12819" y="5932"/>
                    <a:pt x="12814" y="5932"/>
                  </a:cubicBezTo>
                  <a:lnTo>
                    <a:pt x="12803" y="5942"/>
                  </a:lnTo>
                  <a:cubicBezTo>
                    <a:pt x="12279" y="6602"/>
                    <a:pt x="7048" y="11187"/>
                    <a:pt x="2786" y="13039"/>
                  </a:cubicBezTo>
                  <a:cubicBezTo>
                    <a:pt x="2772" y="13049"/>
                    <a:pt x="2757" y="13059"/>
                    <a:pt x="2747" y="13079"/>
                  </a:cubicBezTo>
                  <a:cubicBezTo>
                    <a:pt x="2733" y="13103"/>
                    <a:pt x="2733" y="13133"/>
                    <a:pt x="2743" y="13156"/>
                  </a:cubicBezTo>
                  <a:cubicBezTo>
                    <a:pt x="2747" y="13162"/>
                    <a:pt x="2747" y="13167"/>
                    <a:pt x="2752" y="13172"/>
                  </a:cubicBezTo>
                  <a:cubicBezTo>
                    <a:pt x="2767" y="13196"/>
                    <a:pt x="2797" y="13210"/>
                    <a:pt x="2826" y="13210"/>
                  </a:cubicBezTo>
                  <a:cubicBezTo>
                    <a:pt x="2836" y="13210"/>
                    <a:pt x="2845" y="13206"/>
                    <a:pt x="2860" y="13201"/>
                  </a:cubicBezTo>
                  <a:cubicBezTo>
                    <a:pt x="7102" y="11359"/>
                    <a:pt x="12299" y="6814"/>
                    <a:pt x="12921" y="6073"/>
                  </a:cubicBezTo>
                  <a:cubicBezTo>
                    <a:pt x="13823" y="5834"/>
                    <a:pt x="16311" y="4438"/>
                    <a:pt x="16296" y="3898"/>
                  </a:cubicBezTo>
                  <a:cubicBezTo>
                    <a:pt x="16296" y="3840"/>
                    <a:pt x="16262" y="3728"/>
                    <a:pt x="16076" y="3693"/>
                  </a:cubicBezTo>
                  <a:cubicBezTo>
                    <a:pt x="16011" y="3679"/>
                    <a:pt x="15942" y="3673"/>
                    <a:pt x="15872" y="3673"/>
                  </a:cubicBezTo>
                  <a:cubicBezTo>
                    <a:pt x="15590" y="3673"/>
                    <a:pt x="15275" y="3770"/>
                    <a:pt x="14969" y="3864"/>
                  </a:cubicBezTo>
                  <a:cubicBezTo>
                    <a:pt x="14797" y="3918"/>
                    <a:pt x="14630" y="3968"/>
                    <a:pt x="14479" y="3997"/>
                  </a:cubicBezTo>
                  <a:cubicBezTo>
                    <a:pt x="14768" y="3693"/>
                    <a:pt x="15150" y="3385"/>
                    <a:pt x="15527" y="3086"/>
                  </a:cubicBezTo>
                  <a:cubicBezTo>
                    <a:pt x="16124" y="2611"/>
                    <a:pt x="16639" y="2200"/>
                    <a:pt x="16728" y="1841"/>
                  </a:cubicBezTo>
                  <a:cubicBezTo>
                    <a:pt x="16737" y="1802"/>
                    <a:pt x="16723" y="1768"/>
                    <a:pt x="16688" y="1748"/>
                  </a:cubicBezTo>
                  <a:cubicBezTo>
                    <a:pt x="16624" y="1709"/>
                    <a:pt x="16546" y="1691"/>
                    <a:pt x="16457" y="1691"/>
                  </a:cubicBezTo>
                  <a:cubicBezTo>
                    <a:pt x="16043" y="1691"/>
                    <a:pt x="15379" y="2083"/>
                    <a:pt x="14684" y="2498"/>
                  </a:cubicBezTo>
                  <a:cubicBezTo>
                    <a:pt x="14460" y="2630"/>
                    <a:pt x="14239" y="2763"/>
                    <a:pt x="14042" y="2865"/>
                  </a:cubicBezTo>
                  <a:cubicBezTo>
                    <a:pt x="14078" y="2822"/>
                    <a:pt x="14117" y="2777"/>
                    <a:pt x="14155" y="2733"/>
                  </a:cubicBezTo>
                  <a:cubicBezTo>
                    <a:pt x="14205" y="2679"/>
                    <a:pt x="14248" y="2625"/>
                    <a:pt x="14293" y="2571"/>
                  </a:cubicBezTo>
                  <a:cubicBezTo>
                    <a:pt x="14523" y="2282"/>
                    <a:pt x="14836" y="2028"/>
                    <a:pt x="15136" y="1782"/>
                  </a:cubicBezTo>
                  <a:cubicBezTo>
                    <a:pt x="15267" y="1675"/>
                    <a:pt x="15410" y="1563"/>
                    <a:pt x="15532" y="1450"/>
                  </a:cubicBezTo>
                  <a:cubicBezTo>
                    <a:pt x="15821" y="1195"/>
                    <a:pt x="16140" y="853"/>
                    <a:pt x="16052" y="656"/>
                  </a:cubicBezTo>
                  <a:cubicBezTo>
                    <a:pt x="16007" y="552"/>
                    <a:pt x="15885" y="534"/>
                    <a:pt x="15794" y="534"/>
                  </a:cubicBezTo>
                  <a:cubicBezTo>
                    <a:pt x="15756" y="534"/>
                    <a:pt x="15724" y="537"/>
                    <a:pt x="15704" y="539"/>
                  </a:cubicBezTo>
                  <a:cubicBezTo>
                    <a:pt x="15400" y="573"/>
                    <a:pt x="14812" y="930"/>
                    <a:pt x="14126" y="1347"/>
                  </a:cubicBezTo>
                  <a:cubicBezTo>
                    <a:pt x="13881" y="1494"/>
                    <a:pt x="13626" y="1651"/>
                    <a:pt x="13382" y="1788"/>
                  </a:cubicBezTo>
                  <a:cubicBezTo>
                    <a:pt x="13495" y="1655"/>
                    <a:pt x="13622" y="1518"/>
                    <a:pt x="13744" y="1382"/>
                  </a:cubicBezTo>
                  <a:cubicBezTo>
                    <a:pt x="14244" y="837"/>
                    <a:pt x="14675" y="367"/>
                    <a:pt x="14508" y="73"/>
                  </a:cubicBezTo>
                  <a:cubicBezTo>
                    <a:pt x="14499" y="59"/>
                    <a:pt x="14489" y="48"/>
                    <a:pt x="14474" y="39"/>
                  </a:cubicBezTo>
                  <a:cubicBezTo>
                    <a:pt x="14426" y="13"/>
                    <a:pt x="14372" y="1"/>
                    <a:pt x="14312"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948;p59">
              <a:extLst>
                <a:ext uri="{FF2B5EF4-FFF2-40B4-BE49-F238E27FC236}">
                  <a16:creationId xmlns:a16="http://schemas.microsoft.com/office/drawing/2014/main" id="{D93657B5-772B-805D-1393-56BD5BC904FA}"/>
                </a:ext>
              </a:extLst>
            </p:cNvPr>
            <p:cNvSpPr/>
            <p:nvPr/>
          </p:nvSpPr>
          <p:spPr>
            <a:xfrm>
              <a:off x="1124125" y="648650"/>
              <a:ext cx="441850" cy="326925"/>
            </a:xfrm>
            <a:custGeom>
              <a:avLst/>
              <a:gdLst/>
              <a:ahLst/>
              <a:cxnLst/>
              <a:rect l="l" t="t" r="r" b="b"/>
              <a:pathLst>
                <a:path w="17674" h="13077" extrusionOk="0">
                  <a:moveTo>
                    <a:pt x="15449" y="0"/>
                  </a:moveTo>
                  <a:cubicBezTo>
                    <a:pt x="15247" y="0"/>
                    <a:pt x="14850" y="223"/>
                    <a:pt x="14416" y="586"/>
                  </a:cubicBezTo>
                  <a:cubicBezTo>
                    <a:pt x="14279" y="699"/>
                    <a:pt x="14146" y="806"/>
                    <a:pt x="14019" y="910"/>
                  </a:cubicBezTo>
                  <a:cubicBezTo>
                    <a:pt x="13794" y="1086"/>
                    <a:pt x="13583" y="1247"/>
                    <a:pt x="13368" y="1457"/>
                  </a:cubicBezTo>
                  <a:cubicBezTo>
                    <a:pt x="13025" y="1781"/>
                    <a:pt x="12711" y="2158"/>
                    <a:pt x="12442" y="2481"/>
                  </a:cubicBezTo>
                  <a:cubicBezTo>
                    <a:pt x="12425" y="2504"/>
                    <a:pt x="12399" y="2516"/>
                    <a:pt x="12373" y="2516"/>
                  </a:cubicBezTo>
                  <a:cubicBezTo>
                    <a:pt x="12353" y="2516"/>
                    <a:pt x="12334" y="2509"/>
                    <a:pt x="12320" y="2497"/>
                  </a:cubicBezTo>
                  <a:cubicBezTo>
                    <a:pt x="12281" y="2467"/>
                    <a:pt x="12275" y="2409"/>
                    <a:pt x="12304" y="2374"/>
                  </a:cubicBezTo>
                  <a:cubicBezTo>
                    <a:pt x="12378" y="2286"/>
                    <a:pt x="12451" y="2192"/>
                    <a:pt x="12530" y="2104"/>
                  </a:cubicBezTo>
                  <a:cubicBezTo>
                    <a:pt x="12545" y="2036"/>
                    <a:pt x="12569" y="1948"/>
                    <a:pt x="12598" y="1855"/>
                  </a:cubicBezTo>
                  <a:cubicBezTo>
                    <a:pt x="12686" y="1575"/>
                    <a:pt x="12810" y="1154"/>
                    <a:pt x="12697" y="1012"/>
                  </a:cubicBezTo>
                  <a:cubicBezTo>
                    <a:pt x="12688" y="1000"/>
                    <a:pt x="12662" y="965"/>
                    <a:pt x="12574" y="965"/>
                  </a:cubicBezTo>
                  <a:cubicBezTo>
                    <a:pt x="12560" y="965"/>
                    <a:pt x="12543" y="966"/>
                    <a:pt x="12525" y="968"/>
                  </a:cubicBezTo>
                  <a:cubicBezTo>
                    <a:pt x="12035" y="1007"/>
                    <a:pt x="11702" y="2398"/>
                    <a:pt x="11501" y="3231"/>
                  </a:cubicBezTo>
                  <a:cubicBezTo>
                    <a:pt x="11418" y="3598"/>
                    <a:pt x="11350" y="3883"/>
                    <a:pt x="11282" y="4034"/>
                  </a:cubicBezTo>
                  <a:cubicBezTo>
                    <a:pt x="11266" y="4068"/>
                    <a:pt x="11237" y="4088"/>
                    <a:pt x="11203" y="4088"/>
                  </a:cubicBezTo>
                  <a:cubicBezTo>
                    <a:pt x="11193" y="4088"/>
                    <a:pt x="11178" y="4084"/>
                    <a:pt x="11169" y="4079"/>
                  </a:cubicBezTo>
                  <a:cubicBezTo>
                    <a:pt x="9562" y="4426"/>
                    <a:pt x="8067" y="4843"/>
                    <a:pt x="6735" y="5313"/>
                  </a:cubicBezTo>
                  <a:cubicBezTo>
                    <a:pt x="6672" y="5337"/>
                    <a:pt x="6609" y="5357"/>
                    <a:pt x="6544" y="5382"/>
                  </a:cubicBezTo>
                  <a:cubicBezTo>
                    <a:pt x="5648" y="5705"/>
                    <a:pt x="4825" y="6053"/>
                    <a:pt x="4090" y="6420"/>
                  </a:cubicBezTo>
                  <a:cubicBezTo>
                    <a:pt x="3855" y="6537"/>
                    <a:pt x="3625" y="6655"/>
                    <a:pt x="3410" y="6783"/>
                  </a:cubicBezTo>
                  <a:cubicBezTo>
                    <a:pt x="3008" y="7003"/>
                    <a:pt x="2635" y="7233"/>
                    <a:pt x="2298" y="7473"/>
                  </a:cubicBezTo>
                  <a:cubicBezTo>
                    <a:pt x="1936" y="7723"/>
                    <a:pt x="1597" y="7988"/>
                    <a:pt x="1294" y="8262"/>
                  </a:cubicBezTo>
                  <a:cubicBezTo>
                    <a:pt x="1278" y="8276"/>
                    <a:pt x="1254" y="8287"/>
                    <a:pt x="1235" y="8287"/>
                  </a:cubicBezTo>
                  <a:cubicBezTo>
                    <a:pt x="1230" y="8287"/>
                    <a:pt x="1220" y="8287"/>
                    <a:pt x="1210" y="8282"/>
                  </a:cubicBezTo>
                  <a:cubicBezTo>
                    <a:pt x="720" y="8737"/>
                    <a:pt x="353" y="9340"/>
                    <a:pt x="191" y="9991"/>
                  </a:cubicBezTo>
                  <a:cubicBezTo>
                    <a:pt x="30" y="10618"/>
                    <a:pt x="1" y="11348"/>
                    <a:pt x="349" y="11920"/>
                  </a:cubicBezTo>
                  <a:cubicBezTo>
                    <a:pt x="672" y="12449"/>
                    <a:pt x="1220" y="12788"/>
                    <a:pt x="1823" y="12910"/>
                  </a:cubicBezTo>
                  <a:cubicBezTo>
                    <a:pt x="2197" y="12992"/>
                    <a:pt x="2616" y="13077"/>
                    <a:pt x="3024" y="13077"/>
                  </a:cubicBezTo>
                  <a:cubicBezTo>
                    <a:pt x="3326" y="13077"/>
                    <a:pt x="3623" y="13030"/>
                    <a:pt x="3889" y="12901"/>
                  </a:cubicBezTo>
                  <a:cubicBezTo>
                    <a:pt x="3899" y="12881"/>
                    <a:pt x="3914" y="12871"/>
                    <a:pt x="3928" y="12861"/>
                  </a:cubicBezTo>
                  <a:cubicBezTo>
                    <a:pt x="8190" y="11009"/>
                    <a:pt x="13421" y="6424"/>
                    <a:pt x="13945" y="5764"/>
                  </a:cubicBezTo>
                  <a:lnTo>
                    <a:pt x="13956" y="5754"/>
                  </a:lnTo>
                  <a:cubicBezTo>
                    <a:pt x="13961" y="5754"/>
                    <a:pt x="13965" y="5748"/>
                    <a:pt x="13970" y="5744"/>
                  </a:cubicBezTo>
                  <a:cubicBezTo>
                    <a:pt x="13975" y="5739"/>
                    <a:pt x="13980" y="5739"/>
                    <a:pt x="13985" y="5734"/>
                  </a:cubicBezTo>
                  <a:lnTo>
                    <a:pt x="13995" y="5734"/>
                  </a:lnTo>
                  <a:cubicBezTo>
                    <a:pt x="14979" y="5484"/>
                    <a:pt x="17271" y="4079"/>
                    <a:pt x="17262" y="3726"/>
                  </a:cubicBezTo>
                  <a:cubicBezTo>
                    <a:pt x="17262" y="3702"/>
                    <a:pt x="17203" y="3691"/>
                    <a:pt x="17183" y="3686"/>
                  </a:cubicBezTo>
                  <a:cubicBezTo>
                    <a:pt x="17129" y="3675"/>
                    <a:pt x="17073" y="3670"/>
                    <a:pt x="17013" y="3670"/>
                  </a:cubicBezTo>
                  <a:cubicBezTo>
                    <a:pt x="16759" y="3670"/>
                    <a:pt x="16459" y="3762"/>
                    <a:pt x="16165" y="3853"/>
                  </a:cubicBezTo>
                  <a:cubicBezTo>
                    <a:pt x="15890" y="3937"/>
                    <a:pt x="15631" y="4014"/>
                    <a:pt x="15405" y="4025"/>
                  </a:cubicBezTo>
                  <a:cubicBezTo>
                    <a:pt x="15371" y="4025"/>
                    <a:pt x="15337" y="4010"/>
                    <a:pt x="15322" y="3976"/>
                  </a:cubicBezTo>
                  <a:cubicBezTo>
                    <a:pt x="15308" y="3946"/>
                    <a:pt x="15313" y="3907"/>
                    <a:pt x="15331" y="3883"/>
                  </a:cubicBezTo>
                  <a:cubicBezTo>
                    <a:pt x="15636" y="3510"/>
                    <a:pt x="16106" y="3133"/>
                    <a:pt x="16561" y="2771"/>
                  </a:cubicBezTo>
                  <a:cubicBezTo>
                    <a:pt x="17047" y="2384"/>
                    <a:pt x="17546" y="1986"/>
                    <a:pt x="17673" y="1693"/>
                  </a:cubicBezTo>
                  <a:cubicBezTo>
                    <a:pt x="17650" y="1687"/>
                    <a:pt x="17625" y="1685"/>
                    <a:pt x="17598" y="1685"/>
                  </a:cubicBezTo>
                  <a:cubicBezTo>
                    <a:pt x="17239" y="1685"/>
                    <a:pt x="16511" y="2113"/>
                    <a:pt x="15915" y="2472"/>
                  </a:cubicBezTo>
                  <a:cubicBezTo>
                    <a:pt x="15572" y="2673"/>
                    <a:pt x="15249" y="2863"/>
                    <a:pt x="14985" y="2986"/>
                  </a:cubicBezTo>
                  <a:cubicBezTo>
                    <a:pt x="14971" y="2992"/>
                    <a:pt x="14957" y="2995"/>
                    <a:pt x="14944" y="2995"/>
                  </a:cubicBezTo>
                  <a:cubicBezTo>
                    <a:pt x="14922" y="2995"/>
                    <a:pt x="14901" y="2987"/>
                    <a:pt x="14886" y="2972"/>
                  </a:cubicBezTo>
                  <a:cubicBezTo>
                    <a:pt x="14861" y="2947"/>
                    <a:pt x="14852" y="2913"/>
                    <a:pt x="14867" y="2879"/>
                  </a:cubicBezTo>
                  <a:cubicBezTo>
                    <a:pt x="14926" y="2712"/>
                    <a:pt x="15048" y="2574"/>
                    <a:pt x="15166" y="2438"/>
                  </a:cubicBezTo>
                  <a:cubicBezTo>
                    <a:pt x="15209" y="2389"/>
                    <a:pt x="15259" y="2339"/>
                    <a:pt x="15297" y="2286"/>
                  </a:cubicBezTo>
                  <a:cubicBezTo>
                    <a:pt x="15537" y="1982"/>
                    <a:pt x="15860" y="1722"/>
                    <a:pt x="16170" y="1468"/>
                  </a:cubicBezTo>
                  <a:cubicBezTo>
                    <a:pt x="16307" y="1355"/>
                    <a:pt x="16434" y="1252"/>
                    <a:pt x="16561" y="1140"/>
                  </a:cubicBezTo>
                  <a:cubicBezTo>
                    <a:pt x="16909" y="831"/>
                    <a:pt x="17036" y="620"/>
                    <a:pt x="17036" y="557"/>
                  </a:cubicBezTo>
                  <a:lnTo>
                    <a:pt x="17036" y="546"/>
                  </a:lnTo>
                  <a:cubicBezTo>
                    <a:pt x="17032" y="546"/>
                    <a:pt x="17017" y="532"/>
                    <a:pt x="16946" y="532"/>
                  </a:cubicBezTo>
                  <a:cubicBezTo>
                    <a:pt x="16924" y="532"/>
                    <a:pt x="16898" y="534"/>
                    <a:pt x="16866" y="537"/>
                  </a:cubicBezTo>
                  <a:cubicBezTo>
                    <a:pt x="16601" y="566"/>
                    <a:pt x="15969" y="948"/>
                    <a:pt x="15361" y="1316"/>
                  </a:cubicBezTo>
                  <a:cubicBezTo>
                    <a:pt x="14985" y="1546"/>
                    <a:pt x="14592" y="1781"/>
                    <a:pt x="14244" y="1963"/>
                  </a:cubicBezTo>
                  <a:cubicBezTo>
                    <a:pt x="14231" y="1970"/>
                    <a:pt x="14216" y="1974"/>
                    <a:pt x="14201" y="1974"/>
                  </a:cubicBezTo>
                  <a:cubicBezTo>
                    <a:pt x="14178" y="1974"/>
                    <a:pt x="14155" y="1965"/>
                    <a:pt x="14137" y="1948"/>
                  </a:cubicBezTo>
                  <a:cubicBezTo>
                    <a:pt x="14112" y="1918"/>
                    <a:pt x="14108" y="1875"/>
                    <a:pt x="14132" y="1840"/>
                  </a:cubicBezTo>
                  <a:cubicBezTo>
                    <a:pt x="14269" y="1620"/>
                    <a:pt x="14509" y="1360"/>
                    <a:pt x="14759" y="1086"/>
                  </a:cubicBezTo>
                  <a:cubicBezTo>
                    <a:pt x="15102" y="713"/>
                    <a:pt x="15562" y="209"/>
                    <a:pt x="15508" y="8"/>
                  </a:cubicBezTo>
                  <a:cubicBezTo>
                    <a:pt x="15491" y="3"/>
                    <a:pt x="15471" y="0"/>
                    <a:pt x="15449" y="0"/>
                  </a:cubicBezTo>
                  <a:close/>
                </a:path>
              </a:pathLst>
            </a:custGeom>
            <a:solidFill>
              <a:srgbClr val="FD8C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949;p59">
              <a:extLst>
                <a:ext uri="{FF2B5EF4-FFF2-40B4-BE49-F238E27FC236}">
                  <a16:creationId xmlns:a16="http://schemas.microsoft.com/office/drawing/2014/main" id="{71920503-D88D-5490-0F46-A95C1EA6C624}"/>
                </a:ext>
              </a:extLst>
            </p:cNvPr>
            <p:cNvSpPr/>
            <p:nvPr/>
          </p:nvSpPr>
          <p:spPr>
            <a:xfrm>
              <a:off x="1209350" y="783175"/>
              <a:ext cx="121500" cy="90400"/>
            </a:xfrm>
            <a:custGeom>
              <a:avLst/>
              <a:gdLst/>
              <a:ahLst/>
              <a:cxnLst/>
              <a:rect l="l" t="t" r="r" b="b"/>
              <a:pathLst>
                <a:path w="4860" h="3616" extrusionOk="0">
                  <a:moveTo>
                    <a:pt x="3135" y="1"/>
                  </a:moveTo>
                  <a:cubicBezTo>
                    <a:pt x="2739" y="143"/>
                    <a:pt x="2352" y="295"/>
                    <a:pt x="1984" y="446"/>
                  </a:cubicBezTo>
                  <a:cubicBezTo>
                    <a:pt x="1524" y="638"/>
                    <a:pt x="1088" y="833"/>
                    <a:pt x="681" y="1039"/>
                  </a:cubicBezTo>
                  <a:cubicBezTo>
                    <a:pt x="677" y="1039"/>
                    <a:pt x="672" y="1043"/>
                    <a:pt x="672" y="1043"/>
                  </a:cubicBezTo>
                  <a:cubicBezTo>
                    <a:pt x="666" y="1043"/>
                    <a:pt x="666" y="1049"/>
                    <a:pt x="661" y="1049"/>
                  </a:cubicBezTo>
                  <a:lnTo>
                    <a:pt x="657" y="1049"/>
                  </a:lnTo>
                  <a:cubicBezTo>
                    <a:pt x="652" y="1054"/>
                    <a:pt x="652" y="1054"/>
                    <a:pt x="647" y="1054"/>
                  </a:cubicBezTo>
                  <a:cubicBezTo>
                    <a:pt x="471" y="1142"/>
                    <a:pt x="299" y="1235"/>
                    <a:pt x="128" y="1328"/>
                  </a:cubicBezTo>
                  <a:cubicBezTo>
                    <a:pt x="84" y="1353"/>
                    <a:pt x="40" y="1377"/>
                    <a:pt x="1" y="1402"/>
                  </a:cubicBezTo>
                  <a:cubicBezTo>
                    <a:pt x="790" y="2185"/>
                    <a:pt x="2288" y="3591"/>
                    <a:pt x="2935" y="3616"/>
                  </a:cubicBezTo>
                  <a:cubicBezTo>
                    <a:pt x="3121" y="3616"/>
                    <a:pt x="2043" y="2445"/>
                    <a:pt x="1979" y="2376"/>
                  </a:cubicBezTo>
                  <a:lnTo>
                    <a:pt x="1979" y="2376"/>
                  </a:lnTo>
                  <a:cubicBezTo>
                    <a:pt x="2047" y="2431"/>
                    <a:pt x="3586" y="3532"/>
                    <a:pt x="3865" y="3532"/>
                  </a:cubicBezTo>
                  <a:cubicBezTo>
                    <a:pt x="3880" y="3532"/>
                    <a:pt x="3894" y="3527"/>
                    <a:pt x="3899" y="3518"/>
                  </a:cubicBezTo>
                  <a:cubicBezTo>
                    <a:pt x="4154" y="3155"/>
                    <a:pt x="2812" y="2185"/>
                    <a:pt x="2538" y="1994"/>
                  </a:cubicBezTo>
                  <a:lnTo>
                    <a:pt x="2538" y="1994"/>
                  </a:lnTo>
                  <a:cubicBezTo>
                    <a:pt x="2817" y="2185"/>
                    <a:pt x="4238" y="3125"/>
                    <a:pt x="4604" y="3125"/>
                  </a:cubicBezTo>
                  <a:cubicBezTo>
                    <a:pt x="4644" y="3125"/>
                    <a:pt x="4674" y="3116"/>
                    <a:pt x="4683" y="3091"/>
                  </a:cubicBezTo>
                  <a:cubicBezTo>
                    <a:pt x="4859" y="2773"/>
                    <a:pt x="3096" y="1499"/>
                    <a:pt x="2994" y="1425"/>
                  </a:cubicBezTo>
                  <a:lnTo>
                    <a:pt x="2994" y="1425"/>
                  </a:lnTo>
                  <a:cubicBezTo>
                    <a:pt x="3082" y="1475"/>
                    <a:pt x="4199" y="2166"/>
                    <a:pt x="4581" y="2166"/>
                  </a:cubicBezTo>
                  <a:cubicBezTo>
                    <a:pt x="4649" y="2166"/>
                    <a:pt x="4688" y="2146"/>
                    <a:pt x="4703" y="2101"/>
                  </a:cubicBezTo>
                  <a:cubicBezTo>
                    <a:pt x="4767" y="1906"/>
                    <a:pt x="2852" y="568"/>
                    <a:pt x="2768" y="514"/>
                  </a:cubicBezTo>
                  <a:lnTo>
                    <a:pt x="2768" y="514"/>
                  </a:lnTo>
                  <a:cubicBezTo>
                    <a:pt x="2802" y="530"/>
                    <a:pt x="3180" y="691"/>
                    <a:pt x="3429" y="691"/>
                  </a:cubicBezTo>
                  <a:cubicBezTo>
                    <a:pt x="3552" y="691"/>
                    <a:pt x="3650" y="652"/>
                    <a:pt x="3659" y="544"/>
                  </a:cubicBezTo>
                  <a:cubicBezTo>
                    <a:pt x="3679" y="397"/>
                    <a:pt x="3429" y="186"/>
                    <a:pt x="3135" y="1"/>
                  </a:cubicBezTo>
                  <a:close/>
                </a:path>
              </a:pathLst>
            </a:custGeom>
            <a:solidFill>
              <a:srgbClr val="F66D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950;p59">
              <a:extLst>
                <a:ext uri="{FF2B5EF4-FFF2-40B4-BE49-F238E27FC236}">
                  <a16:creationId xmlns:a16="http://schemas.microsoft.com/office/drawing/2014/main" id="{9FF436EE-485E-C08F-218A-52433D0ACF21}"/>
                </a:ext>
              </a:extLst>
            </p:cNvPr>
            <p:cNvSpPr/>
            <p:nvPr/>
          </p:nvSpPr>
          <p:spPr>
            <a:xfrm>
              <a:off x="1257850" y="287475"/>
              <a:ext cx="218350" cy="283025"/>
            </a:xfrm>
            <a:custGeom>
              <a:avLst/>
              <a:gdLst/>
              <a:ahLst/>
              <a:cxnLst/>
              <a:rect l="l" t="t" r="r" b="b"/>
              <a:pathLst>
                <a:path w="8734" h="11321" extrusionOk="0">
                  <a:moveTo>
                    <a:pt x="3678" y="1"/>
                  </a:moveTo>
                  <a:cubicBezTo>
                    <a:pt x="3171" y="1"/>
                    <a:pt x="2673" y="110"/>
                    <a:pt x="2229" y="363"/>
                  </a:cubicBezTo>
                  <a:cubicBezTo>
                    <a:pt x="2214" y="368"/>
                    <a:pt x="2175" y="387"/>
                    <a:pt x="2131" y="407"/>
                  </a:cubicBezTo>
                  <a:cubicBezTo>
                    <a:pt x="1920" y="495"/>
                    <a:pt x="1484" y="691"/>
                    <a:pt x="1147" y="965"/>
                  </a:cubicBezTo>
                  <a:cubicBezTo>
                    <a:pt x="0" y="1808"/>
                    <a:pt x="466" y="4643"/>
                    <a:pt x="848" y="6265"/>
                  </a:cubicBezTo>
                  <a:cubicBezTo>
                    <a:pt x="1224" y="7867"/>
                    <a:pt x="2219" y="9483"/>
                    <a:pt x="3512" y="10585"/>
                  </a:cubicBezTo>
                  <a:cubicBezTo>
                    <a:pt x="3968" y="10978"/>
                    <a:pt x="4482" y="11213"/>
                    <a:pt x="5011" y="11290"/>
                  </a:cubicBezTo>
                  <a:cubicBezTo>
                    <a:pt x="5148" y="11311"/>
                    <a:pt x="5286" y="11321"/>
                    <a:pt x="5424" y="11321"/>
                  </a:cubicBezTo>
                  <a:cubicBezTo>
                    <a:pt x="6242" y="11321"/>
                    <a:pt x="7062" y="10961"/>
                    <a:pt x="7725" y="10252"/>
                  </a:cubicBezTo>
                  <a:cubicBezTo>
                    <a:pt x="8700" y="9199"/>
                    <a:pt x="8734" y="7578"/>
                    <a:pt x="8538" y="6000"/>
                  </a:cubicBezTo>
                  <a:cubicBezTo>
                    <a:pt x="8533" y="5941"/>
                    <a:pt x="8524" y="5883"/>
                    <a:pt x="8519" y="5830"/>
                  </a:cubicBezTo>
                  <a:cubicBezTo>
                    <a:pt x="8460" y="5830"/>
                    <a:pt x="8401" y="5830"/>
                    <a:pt x="8337" y="5819"/>
                  </a:cubicBezTo>
                  <a:lnTo>
                    <a:pt x="8337" y="5819"/>
                  </a:lnTo>
                  <a:lnTo>
                    <a:pt x="8361" y="6000"/>
                  </a:lnTo>
                  <a:cubicBezTo>
                    <a:pt x="8558" y="7539"/>
                    <a:pt x="8533" y="9126"/>
                    <a:pt x="7592" y="10130"/>
                  </a:cubicBezTo>
                  <a:cubicBezTo>
                    <a:pt x="6970" y="10801"/>
                    <a:pt x="6195" y="11143"/>
                    <a:pt x="5424" y="11143"/>
                  </a:cubicBezTo>
                  <a:cubicBezTo>
                    <a:pt x="4794" y="11143"/>
                    <a:pt x="4166" y="10915"/>
                    <a:pt x="3625" y="10453"/>
                  </a:cubicBezTo>
                  <a:cubicBezTo>
                    <a:pt x="2361" y="9375"/>
                    <a:pt x="1386" y="7793"/>
                    <a:pt x="1019" y="6221"/>
                  </a:cubicBezTo>
                  <a:cubicBezTo>
                    <a:pt x="740" y="5030"/>
                    <a:pt x="211" y="2273"/>
                    <a:pt x="1073" y="1274"/>
                  </a:cubicBezTo>
                  <a:cubicBezTo>
                    <a:pt x="1083" y="1268"/>
                    <a:pt x="1093" y="1264"/>
                    <a:pt x="1102" y="1254"/>
                  </a:cubicBezTo>
                  <a:cubicBezTo>
                    <a:pt x="1147" y="1200"/>
                    <a:pt x="1201" y="1151"/>
                    <a:pt x="1254" y="1107"/>
                  </a:cubicBezTo>
                  <a:cubicBezTo>
                    <a:pt x="1260" y="1103"/>
                    <a:pt x="1260" y="1103"/>
                    <a:pt x="1264" y="1103"/>
                  </a:cubicBezTo>
                  <a:cubicBezTo>
                    <a:pt x="1577" y="838"/>
                    <a:pt x="1999" y="657"/>
                    <a:pt x="2200" y="569"/>
                  </a:cubicBezTo>
                  <a:cubicBezTo>
                    <a:pt x="2259" y="544"/>
                    <a:pt x="2293" y="524"/>
                    <a:pt x="2312" y="515"/>
                  </a:cubicBezTo>
                  <a:cubicBezTo>
                    <a:pt x="2720" y="283"/>
                    <a:pt x="3185" y="184"/>
                    <a:pt x="3660" y="184"/>
                  </a:cubicBezTo>
                  <a:cubicBezTo>
                    <a:pt x="4606" y="184"/>
                    <a:pt x="5594" y="578"/>
                    <a:pt x="6265" y="1112"/>
                  </a:cubicBezTo>
                  <a:cubicBezTo>
                    <a:pt x="7416" y="2032"/>
                    <a:pt x="7882" y="3219"/>
                    <a:pt x="8176" y="4795"/>
                  </a:cubicBezTo>
                  <a:lnTo>
                    <a:pt x="8176" y="4801"/>
                  </a:lnTo>
                  <a:cubicBezTo>
                    <a:pt x="8180" y="4830"/>
                    <a:pt x="8185" y="4860"/>
                    <a:pt x="8190" y="4889"/>
                  </a:cubicBezTo>
                  <a:cubicBezTo>
                    <a:pt x="8207" y="4907"/>
                    <a:pt x="8231" y="4917"/>
                    <a:pt x="8255" y="4917"/>
                  </a:cubicBezTo>
                  <a:cubicBezTo>
                    <a:pt x="8271" y="4917"/>
                    <a:pt x="8287" y="4913"/>
                    <a:pt x="8303" y="4903"/>
                  </a:cubicBezTo>
                  <a:cubicBezTo>
                    <a:pt x="8322" y="4894"/>
                    <a:pt x="8347" y="4879"/>
                    <a:pt x="8366" y="4869"/>
                  </a:cubicBezTo>
                  <a:cubicBezTo>
                    <a:pt x="8357" y="4810"/>
                    <a:pt x="8342" y="4747"/>
                    <a:pt x="8332" y="4688"/>
                  </a:cubicBezTo>
                  <a:cubicBezTo>
                    <a:pt x="8029" y="3110"/>
                    <a:pt x="7549" y="1915"/>
                    <a:pt x="6373" y="974"/>
                  </a:cubicBezTo>
                  <a:cubicBezTo>
                    <a:pt x="5664" y="407"/>
                    <a:pt x="4655" y="1"/>
                    <a:pt x="3678"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951;p59">
              <a:extLst>
                <a:ext uri="{FF2B5EF4-FFF2-40B4-BE49-F238E27FC236}">
                  <a16:creationId xmlns:a16="http://schemas.microsoft.com/office/drawing/2014/main" id="{200A708C-9236-0632-4C42-E874BEB89164}"/>
                </a:ext>
              </a:extLst>
            </p:cNvPr>
            <p:cNvSpPr/>
            <p:nvPr/>
          </p:nvSpPr>
          <p:spPr>
            <a:xfrm>
              <a:off x="1263100" y="292050"/>
              <a:ext cx="223750" cy="274000"/>
            </a:xfrm>
            <a:custGeom>
              <a:avLst/>
              <a:gdLst/>
              <a:ahLst/>
              <a:cxnLst/>
              <a:rect l="l" t="t" r="r" b="b"/>
              <a:pathLst>
                <a:path w="8950" h="10960" extrusionOk="0">
                  <a:moveTo>
                    <a:pt x="3450" y="1"/>
                  </a:moveTo>
                  <a:cubicBezTo>
                    <a:pt x="2975" y="1"/>
                    <a:pt x="2510" y="100"/>
                    <a:pt x="2102" y="332"/>
                  </a:cubicBezTo>
                  <a:cubicBezTo>
                    <a:pt x="2083" y="341"/>
                    <a:pt x="2049" y="361"/>
                    <a:pt x="1990" y="386"/>
                  </a:cubicBezTo>
                  <a:cubicBezTo>
                    <a:pt x="1789" y="474"/>
                    <a:pt x="1367" y="655"/>
                    <a:pt x="1050" y="920"/>
                  </a:cubicBezTo>
                  <a:cubicBezTo>
                    <a:pt x="1050" y="920"/>
                    <a:pt x="1050" y="924"/>
                    <a:pt x="1044" y="924"/>
                  </a:cubicBezTo>
                  <a:cubicBezTo>
                    <a:pt x="991" y="968"/>
                    <a:pt x="937" y="1017"/>
                    <a:pt x="887" y="1071"/>
                  </a:cubicBezTo>
                  <a:cubicBezTo>
                    <a:pt x="883" y="1081"/>
                    <a:pt x="873" y="1085"/>
                    <a:pt x="863" y="1091"/>
                  </a:cubicBezTo>
                  <a:cubicBezTo>
                    <a:pt x="1" y="2090"/>
                    <a:pt x="530" y="4847"/>
                    <a:pt x="809" y="6038"/>
                  </a:cubicBezTo>
                  <a:cubicBezTo>
                    <a:pt x="955" y="6669"/>
                    <a:pt x="1206" y="7307"/>
                    <a:pt x="1529" y="7910"/>
                  </a:cubicBezTo>
                  <a:cubicBezTo>
                    <a:pt x="1726" y="8276"/>
                    <a:pt x="1955" y="8638"/>
                    <a:pt x="2210" y="8977"/>
                  </a:cubicBezTo>
                  <a:cubicBezTo>
                    <a:pt x="2396" y="9222"/>
                    <a:pt x="2592" y="9457"/>
                    <a:pt x="2802" y="9682"/>
                  </a:cubicBezTo>
                  <a:cubicBezTo>
                    <a:pt x="2994" y="9893"/>
                    <a:pt x="3200" y="10089"/>
                    <a:pt x="3415" y="10270"/>
                  </a:cubicBezTo>
                  <a:cubicBezTo>
                    <a:pt x="3566" y="10397"/>
                    <a:pt x="3724" y="10505"/>
                    <a:pt x="3880" y="10598"/>
                  </a:cubicBezTo>
                  <a:cubicBezTo>
                    <a:pt x="4303" y="10840"/>
                    <a:pt x="4758" y="10960"/>
                    <a:pt x="5214" y="10960"/>
                  </a:cubicBezTo>
                  <a:cubicBezTo>
                    <a:pt x="5986" y="10960"/>
                    <a:pt x="6760" y="10618"/>
                    <a:pt x="7382" y="9947"/>
                  </a:cubicBezTo>
                  <a:cubicBezTo>
                    <a:pt x="7760" y="9545"/>
                    <a:pt x="7990" y="9050"/>
                    <a:pt x="8117" y="8497"/>
                  </a:cubicBezTo>
                  <a:cubicBezTo>
                    <a:pt x="8250" y="7928"/>
                    <a:pt x="8269" y="7297"/>
                    <a:pt x="8230" y="6655"/>
                  </a:cubicBezTo>
                  <a:cubicBezTo>
                    <a:pt x="8230" y="6635"/>
                    <a:pt x="8230" y="6611"/>
                    <a:pt x="8225" y="6592"/>
                  </a:cubicBezTo>
                  <a:cubicBezTo>
                    <a:pt x="8215" y="6415"/>
                    <a:pt x="8201" y="6234"/>
                    <a:pt x="8181" y="6058"/>
                  </a:cubicBezTo>
                  <a:cubicBezTo>
                    <a:pt x="8171" y="5979"/>
                    <a:pt x="8162" y="5896"/>
                    <a:pt x="8151" y="5817"/>
                  </a:cubicBezTo>
                  <a:lnTo>
                    <a:pt x="8132" y="5636"/>
                  </a:lnTo>
                  <a:lnTo>
                    <a:pt x="8132" y="5636"/>
                  </a:lnTo>
                  <a:cubicBezTo>
                    <a:pt x="8191" y="5647"/>
                    <a:pt x="8250" y="5647"/>
                    <a:pt x="8309" y="5647"/>
                  </a:cubicBezTo>
                  <a:cubicBezTo>
                    <a:pt x="8553" y="5631"/>
                    <a:pt x="8744" y="5509"/>
                    <a:pt x="8843" y="5299"/>
                  </a:cubicBezTo>
                  <a:cubicBezTo>
                    <a:pt x="8950" y="5078"/>
                    <a:pt x="8915" y="4804"/>
                    <a:pt x="8764" y="4666"/>
                  </a:cubicBezTo>
                  <a:cubicBezTo>
                    <a:pt x="8698" y="4608"/>
                    <a:pt x="8615" y="4579"/>
                    <a:pt x="8519" y="4579"/>
                  </a:cubicBezTo>
                  <a:cubicBezTo>
                    <a:pt x="8412" y="4579"/>
                    <a:pt x="8290" y="4614"/>
                    <a:pt x="8156" y="4686"/>
                  </a:cubicBezTo>
                  <a:cubicBezTo>
                    <a:pt x="8137" y="4696"/>
                    <a:pt x="8112" y="4711"/>
                    <a:pt x="8093" y="4720"/>
                  </a:cubicBezTo>
                  <a:cubicBezTo>
                    <a:pt x="8077" y="4730"/>
                    <a:pt x="8061" y="4734"/>
                    <a:pt x="8045" y="4734"/>
                  </a:cubicBezTo>
                  <a:cubicBezTo>
                    <a:pt x="8021" y="4734"/>
                    <a:pt x="7997" y="4724"/>
                    <a:pt x="7980" y="4706"/>
                  </a:cubicBezTo>
                  <a:cubicBezTo>
                    <a:pt x="7980" y="4706"/>
                    <a:pt x="7975" y="4700"/>
                    <a:pt x="7970" y="4691"/>
                  </a:cubicBezTo>
                  <a:cubicBezTo>
                    <a:pt x="7956" y="4666"/>
                    <a:pt x="7956" y="4641"/>
                    <a:pt x="7966" y="4618"/>
                  </a:cubicBezTo>
                  <a:lnTo>
                    <a:pt x="7966" y="4612"/>
                  </a:lnTo>
                  <a:cubicBezTo>
                    <a:pt x="7672" y="3036"/>
                    <a:pt x="7206" y="1849"/>
                    <a:pt x="6055" y="929"/>
                  </a:cubicBezTo>
                  <a:cubicBezTo>
                    <a:pt x="5384" y="395"/>
                    <a:pt x="4396" y="1"/>
                    <a:pt x="3450" y="1"/>
                  </a:cubicBezTo>
                  <a:close/>
                </a:path>
              </a:pathLst>
            </a:custGeom>
            <a:solidFill>
              <a:srgbClr val="FD8C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952;p59">
              <a:extLst>
                <a:ext uri="{FF2B5EF4-FFF2-40B4-BE49-F238E27FC236}">
                  <a16:creationId xmlns:a16="http://schemas.microsoft.com/office/drawing/2014/main" id="{CB4CDB11-7696-9B5D-4C7B-68537ECB36B0}"/>
                </a:ext>
              </a:extLst>
            </p:cNvPr>
            <p:cNvSpPr/>
            <p:nvPr/>
          </p:nvSpPr>
          <p:spPr>
            <a:xfrm>
              <a:off x="1462000" y="402100"/>
              <a:ext cx="29650" cy="35500"/>
            </a:xfrm>
            <a:custGeom>
              <a:avLst/>
              <a:gdLst/>
              <a:ahLst/>
              <a:cxnLst/>
              <a:rect l="l" t="t" r="r" b="b"/>
              <a:pathLst>
                <a:path w="1186" h="1420" extrusionOk="0">
                  <a:moveTo>
                    <a:pt x="563" y="0"/>
                  </a:moveTo>
                  <a:cubicBezTo>
                    <a:pt x="453" y="0"/>
                    <a:pt x="322" y="28"/>
                    <a:pt x="166" y="103"/>
                  </a:cubicBezTo>
                  <a:cubicBezTo>
                    <a:pt x="127" y="122"/>
                    <a:pt x="88" y="142"/>
                    <a:pt x="44" y="171"/>
                  </a:cubicBezTo>
                  <a:cubicBezTo>
                    <a:pt x="30" y="181"/>
                    <a:pt x="14" y="196"/>
                    <a:pt x="10" y="210"/>
                  </a:cubicBezTo>
                  <a:lnTo>
                    <a:pt x="10" y="216"/>
                  </a:lnTo>
                  <a:cubicBezTo>
                    <a:pt x="0" y="235"/>
                    <a:pt x="0" y="264"/>
                    <a:pt x="14" y="289"/>
                  </a:cubicBezTo>
                  <a:cubicBezTo>
                    <a:pt x="19" y="298"/>
                    <a:pt x="24" y="304"/>
                    <a:pt x="24" y="304"/>
                  </a:cubicBezTo>
                  <a:cubicBezTo>
                    <a:pt x="41" y="322"/>
                    <a:pt x="65" y="332"/>
                    <a:pt x="89" y="332"/>
                  </a:cubicBezTo>
                  <a:cubicBezTo>
                    <a:pt x="105" y="332"/>
                    <a:pt x="121" y="328"/>
                    <a:pt x="137" y="318"/>
                  </a:cubicBezTo>
                  <a:cubicBezTo>
                    <a:pt x="156" y="309"/>
                    <a:pt x="181" y="294"/>
                    <a:pt x="200" y="284"/>
                  </a:cubicBezTo>
                  <a:cubicBezTo>
                    <a:pt x="334" y="212"/>
                    <a:pt x="456" y="177"/>
                    <a:pt x="563" y="177"/>
                  </a:cubicBezTo>
                  <a:cubicBezTo>
                    <a:pt x="659" y="177"/>
                    <a:pt x="742" y="206"/>
                    <a:pt x="808" y="264"/>
                  </a:cubicBezTo>
                  <a:cubicBezTo>
                    <a:pt x="959" y="402"/>
                    <a:pt x="994" y="671"/>
                    <a:pt x="887" y="897"/>
                  </a:cubicBezTo>
                  <a:cubicBezTo>
                    <a:pt x="788" y="1107"/>
                    <a:pt x="597" y="1229"/>
                    <a:pt x="353" y="1245"/>
                  </a:cubicBezTo>
                  <a:cubicBezTo>
                    <a:pt x="294" y="1245"/>
                    <a:pt x="235" y="1245"/>
                    <a:pt x="171" y="1234"/>
                  </a:cubicBezTo>
                  <a:lnTo>
                    <a:pt x="171" y="1234"/>
                  </a:lnTo>
                  <a:lnTo>
                    <a:pt x="195" y="1415"/>
                  </a:lnTo>
                  <a:cubicBezTo>
                    <a:pt x="227" y="1418"/>
                    <a:pt x="258" y="1419"/>
                    <a:pt x="287" y="1419"/>
                  </a:cubicBezTo>
                  <a:cubicBezTo>
                    <a:pt x="316" y="1419"/>
                    <a:pt x="345" y="1418"/>
                    <a:pt x="372" y="1415"/>
                  </a:cubicBezTo>
                  <a:cubicBezTo>
                    <a:pt x="681" y="1396"/>
                    <a:pt x="925" y="1239"/>
                    <a:pt x="1048" y="974"/>
                  </a:cubicBezTo>
                  <a:cubicBezTo>
                    <a:pt x="1185" y="676"/>
                    <a:pt x="1136" y="323"/>
                    <a:pt x="925" y="132"/>
                  </a:cubicBezTo>
                  <a:cubicBezTo>
                    <a:pt x="856" y="72"/>
                    <a:pt x="738" y="0"/>
                    <a:pt x="563"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953;p59">
              <a:extLst>
                <a:ext uri="{FF2B5EF4-FFF2-40B4-BE49-F238E27FC236}">
                  <a16:creationId xmlns:a16="http://schemas.microsoft.com/office/drawing/2014/main" id="{E7CBEC09-B65A-324A-12C3-56DAA13CBAE7}"/>
                </a:ext>
              </a:extLst>
            </p:cNvPr>
            <p:cNvSpPr/>
            <p:nvPr/>
          </p:nvSpPr>
          <p:spPr>
            <a:xfrm>
              <a:off x="1297650" y="458300"/>
              <a:ext cx="26225" cy="58200"/>
            </a:xfrm>
            <a:custGeom>
              <a:avLst/>
              <a:gdLst/>
              <a:ahLst/>
              <a:cxnLst/>
              <a:rect l="l" t="t" r="r" b="b"/>
              <a:pathLst>
                <a:path w="1049" h="2328" extrusionOk="0">
                  <a:moveTo>
                    <a:pt x="755" y="1"/>
                  </a:moveTo>
                  <a:lnTo>
                    <a:pt x="118" y="84"/>
                  </a:lnTo>
                  <a:cubicBezTo>
                    <a:pt x="118" y="84"/>
                    <a:pt x="231" y="299"/>
                    <a:pt x="113" y="525"/>
                  </a:cubicBezTo>
                  <a:cubicBezTo>
                    <a:pt x="0" y="740"/>
                    <a:pt x="172" y="695"/>
                    <a:pt x="260" y="1005"/>
                  </a:cubicBezTo>
                  <a:cubicBezTo>
                    <a:pt x="299" y="1136"/>
                    <a:pt x="260" y="1131"/>
                    <a:pt x="147" y="1260"/>
                  </a:cubicBezTo>
                  <a:cubicBezTo>
                    <a:pt x="344" y="1626"/>
                    <a:pt x="573" y="1988"/>
                    <a:pt x="828" y="2327"/>
                  </a:cubicBezTo>
                  <a:cubicBezTo>
                    <a:pt x="848" y="2253"/>
                    <a:pt x="873" y="2185"/>
                    <a:pt x="902" y="2131"/>
                  </a:cubicBezTo>
                  <a:cubicBezTo>
                    <a:pt x="1019" y="1871"/>
                    <a:pt x="690" y="1886"/>
                    <a:pt x="597" y="1676"/>
                  </a:cubicBezTo>
                  <a:cubicBezTo>
                    <a:pt x="505" y="1465"/>
                    <a:pt x="730" y="1489"/>
                    <a:pt x="891" y="1249"/>
                  </a:cubicBezTo>
                  <a:cubicBezTo>
                    <a:pt x="1049" y="1014"/>
                    <a:pt x="843" y="1014"/>
                    <a:pt x="769" y="754"/>
                  </a:cubicBezTo>
                  <a:cubicBezTo>
                    <a:pt x="726" y="598"/>
                    <a:pt x="789" y="588"/>
                    <a:pt x="891" y="421"/>
                  </a:cubicBezTo>
                  <a:cubicBezTo>
                    <a:pt x="990" y="254"/>
                    <a:pt x="755" y="1"/>
                    <a:pt x="755" y="1"/>
                  </a:cubicBezTo>
                  <a:close/>
                </a:path>
              </a:pathLst>
            </a:custGeom>
            <a:solidFill>
              <a:srgbClr val="F5E0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954;p59">
              <a:extLst>
                <a:ext uri="{FF2B5EF4-FFF2-40B4-BE49-F238E27FC236}">
                  <a16:creationId xmlns:a16="http://schemas.microsoft.com/office/drawing/2014/main" id="{17F2749D-36DD-48E8-8725-8EB234F0D57E}"/>
                </a:ext>
              </a:extLst>
            </p:cNvPr>
            <p:cNvSpPr/>
            <p:nvPr/>
          </p:nvSpPr>
          <p:spPr>
            <a:xfrm>
              <a:off x="1468725" y="455250"/>
              <a:ext cx="25" cy="1600"/>
            </a:xfrm>
            <a:custGeom>
              <a:avLst/>
              <a:gdLst/>
              <a:ahLst/>
              <a:cxnLst/>
              <a:rect l="l" t="t" r="r" b="b"/>
              <a:pathLst>
                <a:path w="1" h="64" extrusionOk="0">
                  <a:moveTo>
                    <a:pt x="0" y="0"/>
                  </a:moveTo>
                  <a:lnTo>
                    <a:pt x="0" y="64"/>
                  </a:lnTo>
                  <a:lnTo>
                    <a:pt x="0" y="64"/>
                  </a:lnTo>
                  <a:close/>
                </a:path>
              </a:pathLst>
            </a:custGeom>
            <a:solidFill>
              <a:srgbClr val="F8C7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955;p59">
              <a:extLst>
                <a:ext uri="{FF2B5EF4-FFF2-40B4-BE49-F238E27FC236}">
                  <a16:creationId xmlns:a16="http://schemas.microsoft.com/office/drawing/2014/main" id="{03092D1B-5963-1854-2DF0-E832293AAC47}"/>
                </a:ext>
              </a:extLst>
            </p:cNvPr>
            <p:cNvSpPr/>
            <p:nvPr/>
          </p:nvSpPr>
          <p:spPr>
            <a:xfrm>
              <a:off x="1439575" y="442375"/>
              <a:ext cx="29175" cy="14475"/>
            </a:xfrm>
            <a:custGeom>
              <a:avLst/>
              <a:gdLst/>
              <a:ahLst/>
              <a:cxnLst/>
              <a:rect l="l" t="t" r="r" b="b"/>
              <a:pathLst>
                <a:path w="1167" h="579" extrusionOk="0">
                  <a:moveTo>
                    <a:pt x="568" y="0"/>
                  </a:moveTo>
                  <a:cubicBezTo>
                    <a:pt x="382" y="0"/>
                    <a:pt x="226" y="25"/>
                    <a:pt x="122" y="74"/>
                  </a:cubicBezTo>
                  <a:cubicBezTo>
                    <a:pt x="0" y="133"/>
                    <a:pt x="744" y="421"/>
                    <a:pt x="1166" y="579"/>
                  </a:cubicBezTo>
                  <a:lnTo>
                    <a:pt x="1166" y="515"/>
                  </a:lnTo>
                  <a:lnTo>
                    <a:pt x="1122" y="45"/>
                  </a:lnTo>
                  <a:cubicBezTo>
                    <a:pt x="921" y="16"/>
                    <a:pt x="730" y="0"/>
                    <a:pt x="568" y="0"/>
                  </a:cubicBezTo>
                  <a:close/>
                </a:path>
              </a:pathLst>
            </a:custGeom>
            <a:solidFill>
              <a:srgbClr val="F66D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956;p59">
              <a:extLst>
                <a:ext uri="{FF2B5EF4-FFF2-40B4-BE49-F238E27FC236}">
                  <a16:creationId xmlns:a16="http://schemas.microsoft.com/office/drawing/2014/main" id="{6FD3DAB7-88BE-6234-D5CB-39DA3A5E7A59}"/>
                </a:ext>
              </a:extLst>
            </p:cNvPr>
            <p:cNvSpPr/>
            <p:nvPr/>
          </p:nvSpPr>
          <p:spPr>
            <a:xfrm>
              <a:off x="1412025" y="455100"/>
              <a:ext cx="57800" cy="49400"/>
            </a:xfrm>
            <a:custGeom>
              <a:avLst/>
              <a:gdLst/>
              <a:ahLst/>
              <a:cxnLst/>
              <a:rect l="l" t="t" r="r" b="b"/>
              <a:pathLst>
                <a:path w="2312" h="1976" extrusionOk="0">
                  <a:moveTo>
                    <a:pt x="779" y="0"/>
                  </a:moveTo>
                  <a:cubicBezTo>
                    <a:pt x="598" y="0"/>
                    <a:pt x="476" y="20"/>
                    <a:pt x="471" y="59"/>
                  </a:cubicBezTo>
                  <a:cubicBezTo>
                    <a:pt x="417" y="471"/>
                    <a:pt x="1945" y="687"/>
                    <a:pt x="2253" y="726"/>
                  </a:cubicBezTo>
                  <a:cubicBezTo>
                    <a:pt x="2038" y="706"/>
                    <a:pt x="1240" y="623"/>
                    <a:pt x="657" y="623"/>
                  </a:cubicBezTo>
                  <a:cubicBezTo>
                    <a:pt x="289" y="623"/>
                    <a:pt x="5" y="658"/>
                    <a:pt x="5" y="755"/>
                  </a:cubicBezTo>
                  <a:cubicBezTo>
                    <a:pt x="1" y="1103"/>
                    <a:pt x="2131" y="1397"/>
                    <a:pt x="2131" y="1397"/>
                  </a:cubicBezTo>
                  <a:cubicBezTo>
                    <a:pt x="2131" y="1397"/>
                    <a:pt x="1769" y="1372"/>
                    <a:pt x="1376" y="1372"/>
                  </a:cubicBezTo>
                  <a:cubicBezTo>
                    <a:pt x="901" y="1372"/>
                    <a:pt x="387" y="1411"/>
                    <a:pt x="417" y="1578"/>
                  </a:cubicBezTo>
                  <a:cubicBezTo>
                    <a:pt x="441" y="1711"/>
                    <a:pt x="1489" y="1881"/>
                    <a:pt x="2160" y="1975"/>
                  </a:cubicBezTo>
                  <a:cubicBezTo>
                    <a:pt x="2293" y="1406"/>
                    <a:pt x="2312" y="775"/>
                    <a:pt x="2273" y="133"/>
                  </a:cubicBezTo>
                  <a:cubicBezTo>
                    <a:pt x="1886" y="84"/>
                    <a:pt x="1181" y="0"/>
                    <a:pt x="779" y="0"/>
                  </a:cubicBezTo>
                  <a:close/>
                </a:path>
              </a:pathLst>
            </a:custGeom>
            <a:solidFill>
              <a:srgbClr val="F66D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957;p59">
              <a:extLst>
                <a:ext uri="{FF2B5EF4-FFF2-40B4-BE49-F238E27FC236}">
                  <a16:creationId xmlns:a16="http://schemas.microsoft.com/office/drawing/2014/main" id="{53DFEE2F-F2FE-0A34-DA76-58234FBD656D}"/>
                </a:ext>
              </a:extLst>
            </p:cNvPr>
            <p:cNvSpPr/>
            <p:nvPr/>
          </p:nvSpPr>
          <p:spPr>
            <a:xfrm>
              <a:off x="1346125" y="413225"/>
              <a:ext cx="77675" cy="39850"/>
            </a:xfrm>
            <a:custGeom>
              <a:avLst/>
              <a:gdLst/>
              <a:ahLst/>
              <a:cxnLst/>
              <a:rect l="l" t="t" r="r" b="b"/>
              <a:pathLst>
                <a:path w="3107" h="1594" extrusionOk="0">
                  <a:moveTo>
                    <a:pt x="2269" y="0"/>
                  </a:moveTo>
                  <a:cubicBezTo>
                    <a:pt x="2161" y="0"/>
                    <a:pt x="2068" y="25"/>
                    <a:pt x="2004" y="65"/>
                  </a:cubicBezTo>
                  <a:cubicBezTo>
                    <a:pt x="1857" y="158"/>
                    <a:pt x="1563" y="422"/>
                    <a:pt x="1319" y="422"/>
                  </a:cubicBezTo>
                  <a:cubicBezTo>
                    <a:pt x="1304" y="422"/>
                    <a:pt x="1289" y="422"/>
                    <a:pt x="1274" y="418"/>
                  </a:cubicBezTo>
                  <a:cubicBezTo>
                    <a:pt x="1102" y="393"/>
                    <a:pt x="829" y="329"/>
                    <a:pt x="643" y="329"/>
                  </a:cubicBezTo>
                  <a:cubicBezTo>
                    <a:pt x="559" y="329"/>
                    <a:pt x="496" y="339"/>
                    <a:pt x="462" y="373"/>
                  </a:cubicBezTo>
                  <a:cubicBezTo>
                    <a:pt x="462" y="373"/>
                    <a:pt x="1" y="682"/>
                    <a:pt x="525" y="1186"/>
                  </a:cubicBezTo>
                  <a:cubicBezTo>
                    <a:pt x="838" y="1485"/>
                    <a:pt x="1304" y="1593"/>
                    <a:pt x="1710" y="1593"/>
                  </a:cubicBezTo>
                  <a:cubicBezTo>
                    <a:pt x="1990" y="1593"/>
                    <a:pt x="2239" y="1539"/>
                    <a:pt x="2406" y="1465"/>
                  </a:cubicBezTo>
                  <a:cubicBezTo>
                    <a:pt x="2813" y="1284"/>
                    <a:pt x="3107" y="662"/>
                    <a:pt x="2836" y="300"/>
                  </a:cubicBezTo>
                  <a:cubicBezTo>
                    <a:pt x="2671" y="74"/>
                    <a:pt x="2450" y="0"/>
                    <a:pt x="2269" y="0"/>
                  </a:cubicBezTo>
                  <a:close/>
                </a:path>
              </a:pathLst>
            </a:custGeom>
            <a:solidFill>
              <a:srgbClr val="F66D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958;p59">
              <a:extLst>
                <a:ext uri="{FF2B5EF4-FFF2-40B4-BE49-F238E27FC236}">
                  <a16:creationId xmlns:a16="http://schemas.microsoft.com/office/drawing/2014/main" id="{5D085616-355E-622D-7AAA-9DDC992C1308}"/>
                </a:ext>
              </a:extLst>
            </p:cNvPr>
            <p:cNvSpPr/>
            <p:nvPr/>
          </p:nvSpPr>
          <p:spPr>
            <a:xfrm>
              <a:off x="1333150" y="525900"/>
              <a:ext cx="35675" cy="31125"/>
            </a:xfrm>
            <a:custGeom>
              <a:avLst/>
              <a:gdLst/>
              <a:ahLst/>
              <a:cxnLst/>
              <a:rect l="l" t="t" r="r" b="b"/>
              <a:pathLst>
                <a:path w="1427" h="1245" extrusionOk="0">
                  <a:moveTo>
                    <a:pt x="657" y="0"/>
                  </a:moveTo>
                  <a:cubicBezTo>
                    <a:pt x="549" y="0"/>
                    <a:pt x="456" y="25"/>
                    <a:pt x="393" y="64"/>
                  </a:cubicBezTo>
                  <a:cubicBezTo>
                    <a:pt x="305" y="118"/>
                    <a:pt x="158" y="245"/>
                    <a:pt x="0" y="328"/>
                  </a:cubicBezTo>
                  <a:cubicBezTo>
                    <a:pt x="192" y="539"/>
                    <a:pt x="398" y="735"/>
                    <a:pt x="613" y="916"/>
                  </a:cubicBezTo>
                  <a:cubicBezTo>
                    <a:pt x="764" y="1043"/>
                    <a:pt x="922" y="1151"/>
                    <a:pt x="1078" y="1244"/>
                  </a:cubicBezTo>
                  <a:cubicBezTo>
                    <a:pt x="1313" y="975"/>
                    <a:pt x="1426" y="564"/>
                    <a:pt x="1225" y="299"/>
                  </a:cubicBezTo>
                  <a:cubicBezTo>
                    <a:pt x="1058" y="73"/>
                    <a:pt x="839" y="0"/>
                    <a:pt x="657" y="0"/>
                  </a:cubicBezTo>
                  <a:close/>
                </a:path>
              </a:pathLst>
            </a:custGeom>
            <a:solidFill>
              <a:srgbClr val="F66D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959;p59">
              <a:extLst>
                <a:ext uri="{FF2B5EF4-FFF2-40B4-BE49-F238E27FC236}">
                  <a16:creationId xmlns:a16="http://schemas.microsoft.com/office/drawing/2014/main" id="{C21AED9C-1D36-E8F9-1D6C-C75B7947E58E}"/>
                </a:ext>
              </a:extLst>
            </p:cNvPr>
            <p:cNvSpPr/>
            <p:nvPr/>
          </p:nvSpPr>
          <p:spPr>
            <a:xfrm>
              <a:off x="1332800" y="437050"/>
              <a:ext cx="28175" cy="58375"/>
            </a:xfrm>
            <a:custGeom>
              <a:avLst/>
              <a:gdLst/>
              <a:ahLst/>
              <a:cxnLst/>
              <a:rect l="l" t="t" r="r" b="b"/>
              <a:pathLst>
                <a:path w="1127" h="2335" extrusionOk="0">
                  <a:moveTo>
                    <a:pt x="72" y="1"/>
                  </a:moveTo>
                  <a:cubicBezTo>
                    <a:pt x="66" y="1"/>
                    <a:pt x="60" y="1"/>
                    <a:pt x="54" y="3"/>
                  </a:cubicBezTo>
                  <a:cubicBezTo>
                    <a:pt x="19" y="17"/>
                    <a:pt x="0" y="52"/>
                    <a:pt x="14" y="86"/>
                  </a:cubicBezTo>
                  <a:cubicBezTo>
                    <a:pt x="157" y="527"/>
                    <a:pt x="382" y="1036"/>
                    <a:pt x="636" y="1502"/>
                  </a:cubicBezTo>
                  <a:cubicBezTo>
                    <a:pt x="313" y="1522"/>
                    <a:pt x="220" y="1669"/>
                    <a:pt x="195" y="1762"/>
                  </a:cubicBezTo>
                  <a:cubicBezTo>
                    <a:pt x="152" y="1943"/>
                    <a:pt x="279" y="2168"/>
                    <a:pt x="485" y="2275"/>
                  </a:cubicBezTo>
                  <a:cubicBezTo>
                    <a:pt x="539" y="2300"/>
                    <a:pt x="593" y="2320"/>
                    <a:pt x="647" y="2329"/>
                  </a:cubicBezTo>
                  <a:cubicBezTo>
                    <a:pt x="669" y="2333"/>
                    <a:pt x="691" y="2334"/>
                    <a:pt x="713" y="2334"/>
                  </a:cubicBezTo>
                  <a:cubicBezTo>
                    <a:pt x="856" y="2334"/>
                    <a:pt x="992" y="2266"/>
                    <a:pt x="1102" y="2139"/>
                  </a:cubicBezTo>
                  <a:cubicBezTo>
                    <a:pt x="1126" y="2110"/>
                    <a:pt x="1122" y="2070"/>
                    <a:pt x="1092" y="2045"/>
                  </a:cubicBezTo>
                  <a:cubicBezTo>
                    <a:pt x="1080" y="2035"/>
                    <a:pt x="1065" y="2030"/>
                    <a:pt x="1051" y="2030"/>
                  </a:cubicBezTo>
                  <a:cubicBezTo>
                    <a:pt x="1032" y="2030"/>
                    <a:pt x="1014" y="2039"/>
                    <a:pt x="999" y="2056"/>
                  </a:cubicBezTo>
                  <a:cubicBezTo>
                    <a:pt x="905" y="2168"/>
                    <a:pt x="804" y="2201"/>
                    <a:pt x="718" y="2201"/>
                  </a:cubicBezTo>
                  <a:cubicBezTo>
                    <a:pt x="644" y="2201"/>
                    <a:pt x="582" y="2176"/>
                    <a:pt x="548" y="2158"/>
                  </a:cubicBezTo>
                  <a:cubicBezTo>
                    <a:pt x="396" y="2080"/>
                    <a:pt x="294" y="1913"/>
                    <a:pt x="324" y="1796"/>
                  </a:cubicBezTo>
                  <a:cubicBezTo>
                    <a:pt x="351" y="1691"/>
                    <a:pt x="488" y="1633"/>
                    <a:pt x="697" y="1633"/>
                  </a:cubicBezTo>
                  <a:cubicBezTo>
                    <a:pt x="712" y="1633"/>
                    <a:pt x="728" y="1633"/>
                    <a:pt x="744" y="1634"/>
                  </a:cubicBezTo>
                  <a:cubicBezTo>
                    <a:pt x="769" y="1634"/>
                    <a:pt x="789" y="1619"/>
                    <a:pt x="803" y="1599"/>
                  </a:cubicBezTo>
                  <a:cubicBezTo>
                    <a:pt x="813" y="1581"/>
                    <a:pt x="813" y="1556"/>
                    <a:pt x="803" y="1536"/>
                  </a:cubicBezTo>
                  <a:cubicBezTo>
                    <a:pt x="534" y="1052"/>
                    <a:pt x="289" y="507"/>
                    <a:pt x="137" y="46"/>
                  </a:cubicBezTo>
                  <a:cubicBezTo>
                    <a:pt x="129" y="18"/>
                    <a:pt x="101" y="1"/>
                    <a:pt x="72"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960;p59">
              <a:extLst>
                <a:ext uri="{FF2B5EF4-FFF2-40B4-BE49-F238E27FC236}">
                  <a16:creationId xmlns:a16="http://schemas.microsoft.com/office/drawing/2014/main" id="{6D740887-8CE5-FED5-F4D2-8DBB5A94C362}"/>
                </a:ext>
              </a:extLst>
            </p:cNvPr>
            <p:cNvSpPr/>
            <p:nvPr/>
          </p:nvSpPr>
          <p:spPr>
            <a:xfrm>
              <a:off x="1289925" y="443325"/>
              <a:ext cx="29775" cy="23825"/>
            </a:xfrm>
            <a:custGeom>
              <a:avLst/>
              <a:gdLst/>
              <a:ahLst/>
              <a:cxnLst/>
              <a:rect l="l" t="t" r="r" b="b"/>
              <a:pathLst>
                <a:path w="1191" h="953" extrusionOk="0">
                  <a:moveTo>
                    <a:pt x="1044" y="134"/>
                  </a:moveTo>
                  <a:lnTo>
                    <a:pt x="1044" y="178"/>
                  </a:lnTo>
                  <a:cubicBezTo>
                    <a:pt x="1058" y="349"/>
                    <a:pt x="951" y="526"/>
                    <a:pt x="764" y="658"/>
                  </a:cubicBezTo>
                  <a:cubicBezTo>
                    <a:pt x="711" y="600"/>
                    <a:pt x="642" y="501"/>
                    <a:pt x="594" y="419"/>
                  </a:cubicBezTo>
                  <a:cubicBezTo>
                    <a:pt x="588" y="408"/>
                    <a:pt x="578" y="399"/>
                    <a:pt x="574" y="394"/>
                  </a:cubicBezTo>
                  <a:cubicBezTo>
                    <a:pt x="716" y="290"/>
                    <a:pt x="872" y="207"/>
                    <a:pt x="1024" y="134"/>
                  </a:cubicBezTo>
                  <a:close/>
                  <a:moveTo>
                    <a:pt x="436" y="496"/>
                  </a:moveTo>
                  <a:cubicBezTo>
                    <a:pt x="436" y="501"/>
                    <a:pt x="436" y="501"/>
                    <a:pt x="441" y="507"/>
                  </a:cubicBezTo>
                  <a:cubicBezTo>
                    <a:pt x="486" y="589"/>
                    <a:pt x="549" y="677"/>
                    <a:pt x="608" y="747"/>
                  </a:cubicBezTo>
                  <a:cubicBezTo>
                    <a:pt x="499" y="794"/>
                    <a:pt x="387" y="821"/>
                    <a:pt x="289" y="821"/>
                  </a:cubicBezTo>
                  <a:cubicBezTo>
                    <a:pt x="247" y="821"/>
                    <a:pt x="207" y="816"/>
                    <a:pt x="172" y="805"/>
                  </a:cubicBezTo>
                  <a:cubicBezTo>
                    <a:pt x="241" y="688"/>
                    <a:pt x="334" y="584"/>
                    <a:pt x="436" y="496"/>
                  </a:cubicBezTo>
                  <a:close/>
                  <a:moveTo>
                    <a:pt x="1051" y="1"/>
                  </a:moveTo>
                  <a:cubicBezTo>
                    <a:pt x="1037" y="1"/>
                    <a:pt x="1023" y="3"/>
                    <a:pt x="1010" y="7"/>
                  </a:cubicBezTo>
                  <a:cubicBezTo>
                    <a:pt x="1007" y="5"/>
                    <a:pt x="1004" y="5"/>
                    <a:pt x="1001" y="5"/>
                  </a:cubicBezTo>
                  <a:cubicBezTo>
                    <a:pt x="994" y="5"/>
                    <a:pt x="987" y="8"/>
                    <a:pt x="980" y="12"/>
                  </a:cubicBezTo>
                  <a:cubicBezTo>
                    <a:pt x="965" y="16"/>
                    <a:pt x="961" y="16"/>
                    <a:pt x="956" y="21"/>
                  </a:cubicBezTo>
                  <a:cubicBezTo>
                    <a:pt x="946" y="21"/>
                    <a:pt x="936" y="26"/>
                    <a:pt x="931" y="36"/>
                  </a:cubicBezTo>
                  <a:cubicBezTo>
                    <a:pt x="583" y="202"/>
                    <a:pt x="212" y="433"/>
                    <a:pt x="20" y="805"/>
                  </a:cubicBezTo>
                  <a:cubicBezTo>
                    <a:pt x="0" y="835"/>
                    <a:pt x="15" y="873"/>
                    <a:pt x="45" y="893"/>
                  </a:cubicBezTo>
                  <a:cubicBezTo>
                    <a:pt x="94" y="918"/>
                    <a:pt x="147" y="937"/>
                    <a:pt x="206" y="948"/>
                  </a:cubicBezTo>
                  <a:cubicBezTo>
                    <a:pt x="234" y="951"/>
                    <a:pt x="263" y="953"/>
                    <a:pt x="292" y="953"/>
                  </a:cubicBezTo>
                  <a:cubicBezTo>
                    <a:pt x="455" y="953"/>
                    <a:pt x="638" y="898"/>
                    <a:pt x="804" y="790"/>
                  </a:cubicBezTo>
                  <a:cubicBezTo>
                    <a:pt x="1053" y="629"/>
                    <a:pt x="1191" y="399"/>
                    <a:pt x="1176" y="178"/>
                  </a:cubicBezTo>
                  <a:cubicBezTo>
                    <a:pt x="1176" y="148"/>
                    <a:pt x="1182" y="66"/>
                    <a:pt x="1123" y="26"/>
                  </a:cubicBezTo>
                  <a:cubicBezTo>
                    <a:pt x="1101" y="8"/>
                    <a:pt x="1075" y="1"/>
                    <a:pt x="1051"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961;p59">
              <a:extLst>
                <a:ext uri="{FF2B5EF4-FFF2-40B4-BE49-F238E27FC236}">
                  <a16:creationId xmlns:a16="http://schemas.microsoft.com/office/drawing/2014/main" id="{09EE5A07-B34D-B002-5185-3DA0FF8AD637}"/>
                </a:ext>
              </a:extLst>
            </p:cNvPr>
            <p:cNvSpPr/>
            <p:nvPr/>
          </p:nvSpPr>
          <p:spPr>
            <a:xfrm>
              <a:off x="1294200" y="455725"/>
              <a:ext cx="10925" cy="8125"/>
            </a:xfrm>
            <a:custGeom>
              <a:avLst/>
              <a:gdLst/>
              <a:ahLst/>
              <a:cxnLst/>
              <a:rect l="l" t="t" r="r" b="b"/>
              <a:pathLst>
                <a:path w="437" h="325" extrusionOk="0">
                  <a:moveTo>
                    <a:pt x="265" y="0"/>
                  </a:moveTo>
                  <a:cubicBezTo>
                    <a:pt x="163" y="88"/>
                    <a:pt x="70" y="192"/>
                    <a:pt x="1" y="309"/>
                  </a:cubicBezTo>
                  <a:cubicBezTo>
                    <a:pt x="36" y="320"/>
                    <a:pt x="76" y="325"/>
                    <a:pt x="118" y="325"/>
                  </a:cubicBezTo>
                  <a:cubicBezTo>
                    <a:pt x="216" y="325"/>
                    <a:pt x="328" y="298"/>
                    <a:pt x="437" y="251"/>
                  </a:cubicBezTo>
                  <a:cubicBezTo>
                    <a:pt x="378" y="181"/>
                    <a:pt x="315" y="93"/>
                    <a:pt x="270" y="11"/>
                  </a:cubicBezTo>
                  <a:cubicBezTo>
                    <a:pt x="265" y="5"/>
                    <a:pt x="265" y="5"/>
                    <a:pt x="265" y="0"/>
                  </a:cubicBezTo>
                  <a:close/>
                </a:path>
              </a:pathLst>
            </a:custGeom>
            <a:solidFill>
              <a:srgbClr val="F5E0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962;p59">
              <a:extLst>
                <a:ext uri="{FF2B5EF4-FFF2-40B4-BE49-F238E27FC236}">
                  <a16:creationId xmlns:a16="http://schemas.microsoft.com/office/drawing/2014/main" id="{C5796FFF-B3AF-873D-2BDE-94218C4000D3}"/>
                </a:ext>
              </a:extLst>
            </p:cNvPr>
            <p:cNvSpPr/>
            <p:nvPr/>
          </p:nvSpPr>
          <p:spPr>
            <a:xfrm>
              <a:off x="1304250" y="446675"/>
              <a:ext cx="12150" cy="13125"/>
            </a:xfrm>
            <a:custGeom>
              <a:avLst/>
              <a:gdLst/>
              <a:ahLst/>
              <a:cxnLst/>
              <a:rect l="l" t="t" r="r" b="b"/>
              <a:pathLst>
                <a:path w="486" h="525" extrusionOk="0">
                  <a:moveTo>
                    <a:pt x="451" y="0"/>
                  </a:moveTo>
                  <a:cubicBezTo>
                    <a:pt x="299" y="73"/>
                    <a:pt x="143" y="156"/>
                    <a:pt x="1" y="260"/>
                  </a:cubicBezTo>
                  <a:cubicBezTo>
                    <a:pt x="5" y="265"/>
                    <a:pt x="15" y="274"/>
                    <a:pt x="21" y="285"/>
                  </a:cubicBezTo>
                  <a:cubicBezTo>
                    <a:pt x="69" y="367"/>
                    <a:pt x="138" y="466"/>
                    <a:pt x="191" y="524"/>
                  </a:cubicBezTo>
                  <a:cubicBezTo>
                    <a:pt x="378" y="392"/>
                    <a:pt x="485" y="215"/>
                    <a:pt x="471" y="44"/>
                  </a:cubicBezTo>
                  <a:lnTo>
                    <a:pt x="471" y="0"/>
                  </a:lnTo>
                  <a:close/>
                </a:path>
              </a:pathLst>
            </a:custGeom>
            <a:solidFill>
              <a:srgbClr val="F5E0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963;p59">
              <a:extLst>
                <a:ext uri="{FF2B5EF4-FFF2-40B4-BE49-F238E27FC236}">
                  <a16:creationId xmlns:a16="http://schemas.microsoft.com/office/drawing/2014/main" id="{12C1A12C-041E-0275-8838-998C49E622B6}"/>
                </a:ext>
              </a:extLst>
            </p:cNvPr>
            <p:cNvSpPr/>
            <p:nvPr/>
          </p:nvSpPr>
          <p:spPr>
            <a:xfrm>
              <a:off x="1347500" y="423300"/>
              <a:ext cx="43600" cy="15425"/>
            </a:xfrm>
            <a:custGeom>
              <a:avLst/>
              <a:gdLst/>
              <a:ahLst/>
              <a:cxnLst/>
              <a:rect l="l" t="t" r="r" b="b"/>
              <a:pathLst>
                <a:path w="1744" h="617" extrusionOk="0">
                  <a:moveTo>
                    <a:pt x="1033" y="132"/>
                  </a:moveTo>
                  <a:cubicBezTo>
                    <a:pt x="1219" y="132"/>
                    <a:pt x="1395" y="146"/>
                    <a:pt x="1562" y="191"/>
                  </a:cubicBezTo>
                  <a:cubicBezTo>
                    <a:pt x="1450" y="303"/>
                    <a:pt x="1249" y="397"/>
                    <a:pt x="1024" y="445"/>
                  </a:cubicBezTo>
                  <a:cubicBezTo>
                    <a:pt x="1038" y="357"/>
                    <a:pt x="1043" y="244"/>
                    <a:pt x="1038" y="151"/>
                  </a:cubicBezTo>
                  <a:cubicBezTo>
                    <a:pt x="1038" y="146"/>
                    <a:pt x="1033" y="137"/>
                    <a:pt x="1033" y="132"/>
                  </a:cubicBezTo>
                  <a:close/>
                  <a:moveTo>
                    <a:pt x="866" y="137"/>
                  </a:moveTo>
                  <a:cubicBezTo>
                    <a:pt x="866" y="146"/>
                    <a:pt x="862" y="156"/>
                    <a:pt x="862" y="161"/>
                  </a:cubicBezTo>
                  <a:cubicBezTo>
                    <a:pt x="871" y="259"/>
                    <a:pt x="862" y="381"/>
                    <a:pt x="848" y="465"/>
                  </a:cubicBezTo>
                  <a:cubicBezTo>
                    <a:pt x="842" y="469"/>
                    <a:pt x="848" y="469"/>
                    <a:pt x="842" y="474"/>
                  </a:cubicBezTo>
                  <a:cubicBezTo>
                    <a:pt x="812" y="479"/>
                    <a:pt x="783" y="479"/>
                    <a:pt x="749" y="485"/>
                  </a:cubicBezTo>
                  <a:cubicBezTo>
                    <a:pt x="740" y="485"/>
                    <a:pt x="732" y="485"/>
                    <a:pt x="723" y="485"/>
                  </a:cubicBezTo>
                  <a:cubicBezTo>
                    <a:pt x="466" y="485"/>
                    <a:pt x="266" y="416"/>
                    <a:pt x="176" y="288"/>
                  </a:cubicBezTo>
                  <a:cubicBezTo>
                    <a:pt x="172" y="284"/>
                    <a:pt x="172" y="284"/>
                    <a:pt x="166" y="279"/>
                  </a:cubicBezTo>
                  <a:cubicBezTo>
                    <a:pt x="156" y="268"/>
                    <a:pt x="152" y="264"/>
                    <a:pt x="147" y="259"/>
                  </a:cubicBezTo>
                  <a:cubicBezTo>
                    <a:pt x="156" y="254"/>
                    <a:pt x="166" y="250"/>
                    <a:pt x="186" y="239"/>
                  </a:cubicBezTo>
                  <a:cubicBezTo>
                    <a:pt x="407" y="196"/>
                    <a:pt x="636" y="156"/>
                    <a:pt x="866" y="137"/>
                  </a:cubicBezTo>
                  <a:close/>
                  <a:moveTo>
                    <a:pt x="1066" y="0"/>
                  </a:moveTo>
                  <a:cubicBezTo>
                    <a:pt x="779" y="0"/>
                    <a:pt x="483" y="47"/>
                    <a:pt x="206" y="103"/>
                  </a:cubicBezTo>
                  <a:lnTo>
                    <a:pt x="181" y="103"/>
                  </a:lnTo>
                  <a:cubicBezTo>
                    <a:pt x="172" y="107"/>
                    <a:pt x="161" y="112"/>
                    <a:pt x="152" y="112"/>
                  </a:cubicBezTo>
                  <a:lnTo>
                    <a:pt x="147" y="112"/>
                  </a:lnTo>
                  <a:cubicBezTo>
                    <a:pt x="136" y="117"/>
                    <a:pt x="127" y="122"/>
                    <a:pt x="122" y="126"/>
                  </a:cubicBezTo>
                  <a:cubicBezTo>
                    <a:pt x="73" y="146"/>
                    <a:pt x="29" y="176"/>
                    <a:pt x="14" y="225"/>
                  </a:cubicBezTo>
                  <a:cubicBezTo>
                    <a:pt x="0" y="293"/>
                    <a:pt x="48" y="347"/>
                    <a:pt x="68" y="372"/>
                  </a:cubicBezTo>
                  <a:cubicBezTo>
                    <a:pt x="161" y="494"/>
                    <a:pt x="313" y="573"/>
                    <a:pt x="514" y="602"/>
                  </a:cubicBezTo>
                  <a:cubicBezTo>
                    <a:pt x="588" y="612"/>
                    <a:pt x="665" y="616"/>
                    <a:pt x="754" y="616"/>
                  </a:cubicBezTo>
                  <a:cubicBezTo>
                    <a:pt x="1117" y="602"/>
                    <a:pt x="1567" y="455"/>
                    <a:pt x="1729" y="191"/>
                  </a:cubicBezTo>
                  <a:cubicBezTo>
                    <a:pt x="1743" y="176"/>
                    <a:pt x="1743" y="156"/>
                    <a:pt x="1739" y="137"/>
                  </a:cubicBezTo>
                  <a:cubicBezTo>
                    <a:pt x="1729" y="117"/>
                    <a:pt x="1714" y="103"/>
                    <a:pt x="1694" y="97"/>
                  </a:cubicBezTo>
                  <a:cubicBezTo>
                    <a:pt x="1497" y="27"/>
                    <a:pt x="1284" y="0"/>
                    <a:pt x="1066"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964;p59">
              <a:extLst>
                <a:ext uri="{FF2B5EF4-FFF2-40B4-BE49-F238E27FC236}">
                  <a16:creationId xmlns:a16="http://schemas.microsoft.com/office/drawing/2014/main" id="{D746A93A-5FF4-B599-CBCA-6DA50EF93FC6}"/>
                </a:ext>
              </a:extLst>
            </p:cNvPr>
            <p:cNvSpPr/>
            <p:nvPr/>
          </p:nvSpPr>
          <p:spPr>
            <a:xfrm>
              <a:off x="1351150" y="426700"/>
              <a:ext cx="18150" cy="8725"/>
            </a:xfrm>
            <a:custGeom>
              <a:avLst/>
              <a:gdLst/>
              <a:ahLst/>
              <a:cxnLst/>
              <a:rect l="l" t="t" r="r" b="b"/>
              <a:pathLst>
                <a:path w="726" h="349" extrusionOk="0">
                  <a:moveTo>
                    <a:pt x="720" y="1"/>
                  </a:moveTo>
                  <a:lnTo>
                    <a:pt x="720" y="1"/>
                  </a:lnTo>
                  <a:cubicBezTo>
                    <a:pt x="490" y="20"/>
                    <a:pt x="261" y="60"/>
                    <a:pt x="40" y="103"/>
                  </a:cubicBezTo>
                  <a:cubicBezTo>
                    <a:pt x="20" y="114"/>
                    <a:pt x="10" y="118"/>
                    <a:pt x="1" y="123"/>
                  </a:cubicBezTo>
                  <a:cubicBezTo>
                    <a:pt x="6" y="128"/>
                    <a:pt x="10" y="132"/>
                    <a:pt x="20" y="143"/>
                  </a:cubicBezTo>
                  <a:cubicBezTo>
                    <a:pt x="26" y="148"/>
                    <a:pt x="26" y="148"/>
                    <a:pt x="30" y="152"/>
                  </a:cubicBezTo>
                  <a:cubicBezTo>
                    <a:pt x="120" y="280"/>
                    <a:pt x="320" y="349"/>
                    <a:pt x="577" y="349"/>
                  </a:cubicBezTo>
                  <a:cubicBezTo>
                    <a:pt x="586" y="349"/>
                    <a:pt x="594" y="349"/>
                    <a:pt x="603" y="349"/>
                  </a:cubicBezTo>
                  <a:cubicBezTo>
                    <a:pt x="637" y="343"/>
                    <a:pt x="666" y="343"/>
                    <a:pt x="696" y="338"/>
                  </a:cubicBezTo>
                  <a:cubicBezTo>
                    <a:pt x="702" y="333"/>
                    <a:pt x="696" y="333"/>
                    <a:pt x="702" y="329"/>
                  </a:cubicBezTo>
                  <a:cubicBezTo>
                    <a:pt x="716" y="245"/>
                    <a:pt x="725" y="123"/>
                    <a:pt x="716" y="25"/>
                  </a:cubicBezTo>
                  <a:cubicBezTo>
                    <a:pt x="716" y="20"/>
                    <a:pt x="720" y="10"/>
                    <a:pt x="720" y="1"/>
                  </a:cubicBezTo>
                  <a:close/>
                </a:path>
              </a:pathLst>
            </a:custGeom>
            <a:solidFill>
              <a:srgbClr val="F5E0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65;p59">
              <a:extLst>
                <a:ext uri="{FF2B5EF4-FFF2-40B4-BE49-F238E27FC236}">
                  <a16:creationId xmlns:a16="http://schemas.microsoft.com/office/drawing/2014/main" id="{FF3F3FD2-DD28-2C7E-D4F5-75F14B74F662}"/>
                </a:ext>
              </a:extLst>
            </p:cNvPr>
            <p:cNvSpPr/>
            <p:nvPr/>
          </p:nvSpPr>
          <p:spPr>
            <a:xfrm>
              <a:off x="1373075" y="426600"/>
              <a:ext cx="13500" cy="7825"/>
            </a:xfrm>
            <a:custGeom>
              <a:avLst/>
              <a:gdLst/>
              <a:ahLst/>
              <a:cxnLst/>
              <a:rect l="l" t="t" r="r" b="b"/>
              <a:pathLst>
                <a:path w="540" h="313" extrusionOk="0">
                  <a:moveTo>
                    <a:pt x="10" y="0"/>
                  </a:moveTo>
                  <a:cubicBezTo>
                    <a:pt x="10" y="5"/>
                    <a:pt x="15" y="14"/>
                    <a:pt x="15" y="19"/>
                  </a:cubicBezTo>
                  <a:cubicBezTo>
                    <a:pt x="20" y="112"/>
                    <a:pt x="15" y="225"/>
                    <a:pt x="1" y="313"/>
                  </a:cubicBezTo>
                  <a:cubicBezTo>
                    <a:pt x="226" y="265"/>
                    <a:pt x="427" y="171"/>
                    <a:pt x="539" y="59"/>
                  </a:cubicBezTo>
                  <a:cubicBezTo>
                    <a:pt x="372" y="14"/>
                    <a:pt x="196" y="0"/>
                    <a:pt x="10" y="0"/>
                  </a:cubicBezTo>
                  <a:close/>
                </a:path>
              </a:pathLst>
            </a:custGeom>
            <a:solidFill>
              <a:srgbClr val="F5E0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966;p59">
              <a:extLst>
                <a:ext uri="{FF2B5EF4-FFF2-40B4-BE49-F238E27FC236}">
                  <a16:creationId xmlns:a16="http://schemas.microsoft.com/office/drawing/2014/main" id="{FAE56CBD-561B-F744-FB43-6286339C30CA}"/>
                </a:ext>
              </a:extLst>
            </p:cNvPr>
            <p:cNvSpPr/>
            <p:nvPr/>
          </p:nvSpPr>
          <p:spPr>
            <a:xfrm>
              <a:off x="1348850" y="501175"/>
              <a:ext cx="41625" cy="19675"/>
            </a:xfrm>
            <a:custGeom>
              <a:avLst/>
              <a:gdLst/>
              <a:ahLst/>
              <a:cxnLst/>
              <a:rect l="l" t="t" r="r" b="b"/>
              <a:pathLst>
                <a:path w="1665" h="787" extrusionOk="0">
                  <a:moveTo>
                    <a:pt x="1179" y="135"/>
                  </a:moveTo>
                  <a:cubicBezTo>
                    <a:pt x="1215" y="135"/>
                    <a:pt x="1250" y="137"/>
                    <a:pt x="1283" y="142"/>
                  </a:cubicBezTo>
                  <a:cubicBezTo>
                    <a:pt x="1366" y="156"/>
                    <a:pt x="1440" y="185"/>
                    <a:pt x="1493" y="230"/>
                  </a:cubicBezTo>
                  <a:cubicBezTo>
                    <a:pt x="1499" y="230"/>
                    <a:pt x="1499" y="235"/>
                    <a:pt x="1504" y="235"/>
                  </a:cubicBezTo>
                  <a:cubicBezTo>
                    <a:pt x="1513" y="244"/>
                    <a:pt x="1523" y="250"/>
                    <a:pt x="1528" y="255"/>
                  </a:cubicBezTo>
                  <a:cubicBezTo>
                    <a:pt x="1523" y="259"/>
                    <a:pt x="1508" y="269"/>
                    <a:pt x="1493" y="279"/>
                  </a:cubicBezTo>
                  <a:cubicBezTo>
                    <a:pt x="1097" y="467"/>
                    <a:pt x="642" y="652"/>
                    <a:pt x="216" y="652"/>
                  </a:cubicBezTo>
                  <a:cubicBezTo>
                    <a:pt x="199" y="652"/>
                    <a:pt x="182" y="651"/>
                    <a:pt x="166" y="651"/>
                  </a:cubicBezTo>
                  <a:cubicBezTo>
                    <a:pt x="283" y="460"/>
                    <a:pt x="577" y="264"/>
                    <a:pt x="887" y="176"/>
                  </a:cubicBezTo>
                  <a:cubicBezTo>
                    <a:pt x="994" y="148"/>
                    <a:pt x="1091" y="135"/>
                    <a:pt x="1179" y="135"/>
                  </a:cubicBezTo>
                  <a:close/>
                  <a:moveTo>
                    <a:pt x="1179" y="1"/>
                  </a:moveTo>
                  <a:cubicBezTo>
                    <a:pt x="1079" y="1"/>
                    <a:pt x="969" y="17"/>
                    <a:pt x="852" y="49"/>
                  </a:cubicBezTo>
                  <a:cubicBezTo>
                    <a:pt x="504" y="147"/>
                    <a:pt x="102" y="397"/>
                    <a:pt x="5" y="691"/>
                  </a:cubicBezTo>
                  <a:cubicBezTo>
                    <a:pt x="0" y="710"/>
                    <a:pt x="0" y="730"/>
                    <a:pt x="10" y="750"/>
                  </a:cubicBezTo>
                  <a:cubicBezTo>
                    <a:pt x="19" y="764"/>
                    <a:pt x="39" y="773"/>
                    <a:pt x="59" y="779"/>
                  </a:cubicBezTo>
                  <a:cubicBezTo>
                    <a:pt x="109" y="784"/>
                    <a:pt x="160" y="786"/>
                    <a:pt x="211" y="786"/>
                  </a:cubicBezTo>
                  <a:cubicBezTo>
                    <a:pt x="650" y="786"/>
                    <a:pt x="1105" y="610"/>
                    <a:pt x="1504" y="420"/>
                  </a:cubicBezTo>
                  <a:cubicBezTo>
                    <a:pt x="1513" y="416"/>
                    <a:pt x="1523" y="416"/>
                    <a:pt x="1528" y="411"/>
                  </a:cubicBezTo>
                  <a:cubicBezTo>
                    <a:pt x="1538" y="406"/>
                    <a:pt x="1547" y="402"/>
                    <a:pt x="1558" y="397"/>
                  </a:cubicBezTo>
                  <a:lnTo>
                    <a:pt x="1562" y="391"/>
                  </a:lnTo>
                  <a:cubicBezTo>
                    <a:pt x="1572" y="386"/>
                    <a:pt x="1581" y="382"/>
                    <a:pt x="1587" y="377"/>
                  </a:cubicBezTo>
                  <a:cubicBezTo>
                    <a:pt x="1626" y="343"/>
                    <a:pt x="1660" y="303"/>
                    <a:pt x="1660" y="255"/>
                  </a:cubicBezTo>
                  <a:cubicBezTo>
                    <a:pt x="1665" y="185"/>
                    <a:pt x="1601" y="142"/>
                    <a:pt x="1577" y="127"/>
                  </a:cubicBezTo>
                  <a:cubicBezTo>
                    <a:pt x="1477" y="42"/>
                    <a:pt x="1340" y="1"/>
                    <a:pt x="1179"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967;p59">
              <a:extLst>
                <a:ext uri="{FF2B5EF4-FFF2-40B4-BE49-F238E27FC236}">
                  <a16:creationId xmlns:a16="http://schemas.microsoft.com/office/drawing/2014/main" id="{5F076338-97AA-596B-F4E9-246D0F2E7358}"/>
                </a:ext>
              </a:extLst>
            </p:cNvPr>
            <p:cNvSpPr/>
            <p:nvPr/>
          </p:nvSpPr>
          <p:spPr>
            <a:xfrm>
              <a:off x="1352975" y="504550"/>
              <a:ext cx="34100" cy="12925"/>
            </a:xfrm>
            <a:custGeom>
              <a:avLst/>
              <a:gdLst/>
              <a:ahLst/>
              <a:cxnLst/>
              <a:rect l="l" t="t" r="r" b="b"/>
              <a:pathLst>
                <a:path w="1364" h="517" extrusionOk="0">
                  <a:moveTo>
                    <a:pt x="1014" y="0"/>
                  </a:moveTo>
                  <a:cubicBezTo>
                    <a:pt x="926" y="0"/>
                    <a:pt x="829" y="13"/>
                    <a:pt x="722" y="41"/>
                  </a:cubicBezTo>
                  <a:cubicBezTo>
                    <a:pt x="412" y="129"/>
                    <a:pt x="118" y="325"/>
                    <a:pt x="1" y="516"/>
                  </a:cubicBezTo>
                  <a:cubicBezTo>
                    <a:pt x="17" y="516"/>
                    <a:pt x="34" y="517"/>
                    <a:pt x="51" y="517"/>
                  </a:cubicBezTo>
                  <a:cubicBezTo>
                    <a:pt x="477" y="517"/>
                    <a:pt x="932" y="332"/>
                    <a:pt x="1328" y="144"/>
                  </a:cubicBezTo>
                  <a:cubicBezTo>
                    <a:pt x="1343" y="134"/>
                    <a:pt x="1358" y="124"/>
                    <a:pt x="1363" y="120"/>
                  </a:cubicBezTo>
                  <a:cubicBezTo>
                    <a:pt x="1358" y="115"/>
                    <a:pt x="1348" y="109"/>
                    <a:pt x="1339" y="100"/>
                  </a:cubicBezTo>
                  <a:cubicBezTo>
                    <a:pt x="1334" y="100"/>
                    <a:pt x="1334" y="95"/>
                    <a:pt x="1328" y="95"/>
                  </a:cubicBezTo>
                  <a:cubicBezTo>
                    <a:pt x="1275" y="50"/>
                    <a:pt x="1201" y="21"/>
                    <a:pt x="1118" y="7"/>
                  </a:cubicBezTo>
                  <a:cubicBezTo>
                    <a:pt x="1085" y="2"/>
                    <a:pt x="1050" y="0"/>
                    <a:pt x="1014" y="0"/>
                  </a:cubicBezTo>
                  <a:close/>
                </a:path>
              </a:pathLst>
            </a:custGeom>
            <a:solidFill>
              <a:srgbClr val="F5E0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968;p59">
              <a:extLst>
                <a:ext uri="{FF2B5EF4-FFF2-40B4-BE49-F238E27FC236}">
                  <a16:creationId xmlns:a16="http://schemas.microsoft.com/office/drawing/2014/main" id="{84F44FEC-2FE1-4B76-1CCE-BF5F6129C352}"/>
                </a:ext>
              </a:extLst>
            </p:cNvPr>
            <p:cNvSpPr/>
            <p:nvPr/>
          </p:nvSpPr>
          <p:spPr>
            <a:xfrm>
              <a:off x="1342075" y="399000"/>
              <a:ext cx="30775" cy="9000"/>
            </a:xfrm>
            <a:custGeom>
              <a:avLst/>
              <a:gdLst/>
              <a:ahLst/>
              <a:cxnLst/>
              <a:rect l="l" t="t" r="r" b="b"/>
              <a:pathLst>
                <a:path w="1231" h="360" extrusionOk="0">
                  <a:moveTo>
                    <a:pt x="72" y="1"/>
                  </a:moveTo>
                  <a:cubicBezTo>
                    <a:pt x="53" y="1"/>
                    <a:pt x="35" y="9"/>
                    <a:pt x="21" y="26"/>
                  </a:cubicBezTo>
                  <a:cubicBezTo>
                    <a:pt x="1" y="55"/>
                    <a:pt x="7" y="99"/>
                    <a:pt x="36" y="119"/>
                  </a:cubicBezTo>
                  <a:cubicBezTo>
                    <a:pt x="197" y="241"/>
                    <a:pt x="383" y="315"/>
                    <a:pt x="579" y="345"/>
                  </a:cubicBezTo>
                  <a:cubicBezTo>
                    <a:pt x="639" y="355"/>
                    <a:pt x="699" y="359"/>
                    <a:pt x="759" y="359"/>
                  </a:cubicBezTo>
                  <a:cubicBezTo>
                    <a:pt x="907" y="359"/>
                    <a:pt x="1053" y="330"/>
                    <a:pt x="1182" y="271"/>
                  </a:cubicBezTo>
                  <a:cubicBezTo>
                    <a:pt x="1216" y="256"/>
                    <a:pt x="1230" y="217"/>
                    <a:pt x="1216" y="182"/>
                  </a:cubicBezTo>
                  <a:cubicBezTo>
                    <a:pt x="1205" y="157"/>
                    <a:pt x="1181" y="143"/>
                    <a:pt x="1155" y="143"/>
                  </a:cubicBezTo>
                  <a:cubicBezTo>
                    <a:pt x="1146" y="143"/>
                    <a:pt x="1137" y="145"/>
                    <a:pt x="1128" y="148"/>
                  </a:cubicBezTo>
                  <a:cubicBezTo>
                    <a:pt x="1011" y="201"/>
                    <a:pt x="881" y="227"/>
                    <a:pt x="749" y="227"/>
                  </a:cubicBezTo>
                  <a:cubicBezTo>
                    <a:pt x="526" y="227"/>
                    <a:pt x="298" y="154"/>
                    <a:pt x="114" y="17"/>
                  </a:cubicBezTo>
                  <a:cubicBezTo>
                    <a:pt x="101" y="6"/>
                    <a:pt x="86" y="1"/>
                    <a:pt x="72"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969;p59">
              <a:extLst>
                <a:ext uri="{FF2B5EF4-FFF2-40B4-BE49-F238E27FC236}">
                  <a16:creationId xmlns:a16="http://schemas.microsoft.com/office/drawing/2014/main" id="{F5988D4E-25E4-945C-EFC0-C2C78A8F3EB3}"/>
                </a:ext>
              </a:extLst>
            </p:cNvPr>
            <p:cNvSpPr/>
            <p:nvPr/>
          </p:nvSpPr>
          <p:spPr>
            <a:xfrm>
              <a:off x="1292850" y="406750"/>
              <a:ext cx="14125" cy="28800"/>
            </a:xfrm>
            <a:custGeom>
              <a:avLst/>
              <a:gdLst/>
              <a:ahLst/>
              <a:cxnLst/>
              <a:rect l="l" t="t" r="r" b="b"/>
              <a:pathLst>
                <a:path w="565" h="1152" extrusionOk="0">
                  <a:moveTo>
                    <a:pt x="496" y="1"/>
                  </a:moveTo>
                  <a:cubicBezTo>
                    <a:pt x="461" y="1"/>
                    <a:pt x="432" y="30"/>
                    <a:pt x="432" y="64"/>
                  </a:cubicBezTo>
                  <a:cubicBezTo>
                    <a:pt x="427" y="353"/>
                    <a:pt x="300" y="779"/>
                    <a:pt x="30" y="1034"/>
                  </a:cubicBezTo>
                  <a:cubicBezTo>
                    <a:pt x="1" y="1063"/>
                    <a:pt x="1" y="1102"/>
                    <a:pt x="25" y="1131"/>
                  </a:cubicBezTo>
                  <a:cubicBezTo>
                    <a:pt x="36" y="1141"/>
                    <a:pt x="50" y="1147"/>
                    <a:pt x="65" y="1151"/>
                  </a:cubicBezTo>
                  <a:cubicBezTo>
                    <a:pt x="84" y="1151"/>
                    <a:pt x="104" y="1147"/>
                    <a:pt x="118" y="1131"/>
                  </a:cubicBezTo>
                  <a:cubicBezTo>
                    <a:pt x="423" y="847"/>
                    <a:pt x="559" y="392"/>
                    <a:pt x="559" y="64"/>
                  </a:cubicBezTo>
                  <a:cubicBezTo>
                    <a:pt x="565" y="30"/>
                    <a:pt x="536" y="1"/>
                    <a:pt x="496"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970;p59">
              <a:extLst>
                <a:ext uri="{FF2B5EF4-FFF2-40B4-BE49-F238E27FC236}">
                  <a16:creationId xmlns:a16="http://schemas.microsoft.com/office/drawing/2014/main" id="{75391E80-5BCC-69D0-40BC-45CAD11D8D04}"/>
                </a:ext>
              </a:extLst>
            </p:cNvPr>
            <p:cNvSpPr/>
            <p:nvPr/>
          </p:nvSpPr>
          <p:spPr>
            <a:xfrm>
              <a:off x="1275475" y="304125"/>
              <a:ext cx="193400" cy="133800"/>
            </a:xfrm>
            <a:custGeom>
              <a:avLst/>
              <a:gdLst/>
              <a:ahLst/>
              <a:cxnLst/>
              <a:rect l="l" t="t" r="r" b="b"/>
              <a:pathLst>
                <a:path w="7736" h="5352" extrusionOk="0">
                  <a:moveTo>
                    <a:pt x="835" y="0"/>
                  </a:moveTo>
                  <a:cubicBezTo>
                    <a:pt x="790" y="0"/>
                    <a:pt x="750" y="37"/>
                    <a:pt x="750" y="84"/>
                  </a:cubicBezTo>
                  <a:cubicBezTo>
                    <a:pt x="750" y="98"/>
                    <a:pt x="750" y="118"/>
                    <a:pt x="745" y="138"/>
                  </a:cubicBezTo>
                  <a:cubicBezTo>
                    <a:pt x="736" y="157"/>
                    <a:pt x="731" y="186"/>
                    <a:pt x="745" y="211"/>
                  </a:cubicBezTo>
                  <a:cubicBezTo>
                    <a:pt x="725" y="534"/>
                    <a:pt x="720" y="882"/>
                    <a:pt x="716" y="1249"/>
                  </a:cubicBezTo>
                  <a:cubicBezTo>
                    <a:pt x="696" y="2655"/>
                    <a:pt x="672" y="4247"/>
                    <a:pt x="30" y="5212"/>
                  </a:cubicBezTo>
                  <a:cubicBezTo>
                    <a:pt x="1" y="5252"/>
                    <a:pt x="10" y="5311"/>
                    <a:pt x="49" y="5334"/>
                  </a:cubicBezTo>
                  <a:cubicBezTo>
                    <a:pt x="64" y="5345"/>
                    <a:pt x="74" y="5349"/>
                    <a:pt x="89" y="5349"/>
                  </a:cubicBezTo>
                  <a:cubicBezTo>
                    <a:pt x="94" y="5351"/>
                    <a:pt x="99" y="5351"/>
                    <a:pt x="103" y="5351"/>
                  </a:cubicBezTo>
                  <a:cubicBezTo>
                    <a:pt x="116" y="5351"/>
                    <a:pt x="127" y="5347"/>
                    <a:pt x="137" y="5340"/>
                  </a:cubicBezTo>
                  <a:cubicBezTo>
                    <a:pt x="152" y="5334"/>
                    <a:pt x="167" y="5325"/>
                    <a:pt x="177" y="5311"/>
                  </a:cubicBezTo>
                  <a:cubicBezTo>
                    <a:pt x="191" y="5286"/>
                    <a:pt x="207" y="5261"/>
                    <a:pt x="225" y="5236"/>
                  </a:cubicBezTo>
                  <a:cubicBezTo>
                    <a:pt x="848" y="4223"/>
                    <a:pt x="872" y="2645"/>
                    <a:pt x="892" y="1255"/>
                  </a:cubicBezTo>
                  <a:cubicBezTo>
                    <a:pt x="897" y="1004"/>
                    <a:pt x="897" y="769"/>
                    <a:pt x="907" y="539"/>
                  </a:cubicBezTo>
                  <a:cubicBezTo>
                    <a:pt x="1798" y="2214"/>
                    <a:pt x="3258" y="2621"/>
                    <a:pt x="4796" y="3052"/>
                  </a:cubicBezTo>
                  <a:cubicBezTo>
                    <a:pt x="5751" y="3321"/>
                    <a:pt x="6741" y="3600"/>
                    <a:pt x="7593" y="4203"/>
                  </a:cubicBezTo>
                  <a:cubicBezTo>
                    <a:pt x="7608" y="4213"/>
                    <a:pt x="7617" y="4217"/>
                    <a:pt x="7632" y="4223"/>
                  </a:cubicBezTo>
                  <a:cubicBezTo>
                    <a:pt x="7636" y="4224"/>
                    <a:pt x="7640" y="4224"/>
                    <a:pt x="7644" y="4224"/>
                  </a:cubicBezTo>
                  <a:cubicBezTo>
                    <a:pt x="7674" y="4224"/>
                    <a:pt x="7699" y="4209"/>
                    <a:pt x="7715" y="4183"/>
                  </a:cubicBezTo>
                  <a:cubicBezTo>
                    <a:pt x="7735" y="4158"/>
                    <a:pt x="7735" y="4124"/>
                    <a:pt x="7726" y="4095"/>
                  </a:cubicBezTo>
                  <a:cubicBezTo>
                    <a:pt x="7715" y="4081"/>
                    <a:pt x="7706" y="4070"/>
                    <a:pt x="7696" y="4061"/>
                  </a:cubicBezTo>
                  <a:cubicBezTo>
                    <a:pt x="7681" y="4051"/>
                    <a:pt x="7672" y="4047"/>
                    <a:pt x="7656" y="4036"/>
                  </a:cubicBezTo>
                  <a:cubicBezTo>
                    <a:pt x="6785" y="3430"/>
                    <a:pt x="5800" y="3155"/>
                    <a:pt x="4845" y="2885"/>
                  </a:cubicBezTo>
                  <a:cubicBezTo>
                    <a:pt x="3258" y="2440"/>
                    <a:pt x="1764" y="2019"/>
                    <a:pt x="921" y="172"/>
                  </a:cubicBezTo>
                  <a:cubicBezTo>
                    <a:pt x="921" y="147"/>
                    <a:pt x="921" y="118"/>
                    <a:pt x="926" y="93"/>
                  </a:cubicBezTo>
                  <a:cubicBezTo>
                    <a:pt x="926" y="44"/>
                    <a:pt x="892" y="0"/>
                    <a:pt x="843" y="0"/>
                  </a:cubicBezTo>
                  <a:cubicBezTo>
                    <a:pt x="840" y="0"/>
                    <a:pt x="837" y="0"/>
                    <a:pt x="835"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971;p59">
              <a:extLst>
                <a:ext uri="{FF2B5EF4-FFF2-40B4-BE49-F238E27FC236}">
                  <a16:creationId xmlns:a16="http://schemas.microsoft.com/office/drawing/2014/main" id="{EB7F82DE-DD31-E95C-0871-3B59E104EA92}"/>
                </a:ext>
              </a:extLst>
            </p:cNvPr>
            <p:cNvSpPr/>
            <p:nvPr/>
          </p:nvSpPr>
          <p:spPr>
            <a:xfrm>
              <a:off x="1222700" y="238075"/>
              <a:ext cx="326750" cy="320725"/>
            </a:xfrm>
            <a:custGeom>
              <a:avLst/>
              <a:gdLst/>
              <a:ahLst/>
              <a:cxnLst/>
              <a:rect l="l" t="t" r="r" b="b"/>
              <a:pathLst>
                <a:path w="13070" h="12829" extrusionOk="0">
                  <a:moveTo>
                    <a:pt x="4454" y="0"/>
                  </a:moveTo>
                  <a:cubicBezTo>
                    <a:pt x="4254" y="0"/>
                    <a:pt x="4062" y="27"/>
                    <a:pt x="3885" y="85"/>
                  </a:cubicBezTo>
                  <a:cubicBezTo>
                    <a:pt x="3306" y="271"/>
                    <a:pt x="2924" y="752"/>
                    <a:pt x="2754" y="1510"/>
                  </a:cubicBezTo>
                  <a:cubicBezTo>
                    <a:pt x="2607" y="1483"/>
                    <a:pt x="2465" y="1469"/>
                    <a:pt x="2331" y="1469"/>
                  </a:cubicBezTo>
                  <a:cubicBezTo>
                    <a:pt x="1890" y="1469"/>
                    <a:pt x="1514" y="1616"/>
                    <a:pt x="1210" y="1912"/>
                  </a:cubicBezTo>
                  <a:cubicBezTo>
                    <a:pt x="417" y="2686"/>
                    <a:pt x="358" y="4205"/>
                    <a:pt x="520" y="5032"/>
                  </a:cubicBezTo>
                  <a:cubicBezTo>
                    <a:pt x="554" y="5224"/>
                    <a:pt x="598" y="5405"/>
                    <a:pt x="638" y="5581"/>
                  </a:cubicBezTo>
                  <a:cubicBezTo>
                    <a:pt x="755" y="6061"/>
                    <a:pt x="862" y="6517"/>
                    <a:pt x="789" y="7026"/>
                  </a:cubicBezTo>
                  <a:cubicBezTo>
                    <a:pt x="740" y="7359"/>
                    <a:pt x="593" y="7677"/>
                    <a:pt x="446" y="7991"/>
                  </a:cubicBezTo>
                  <a:cubicBezTo>
                    <a:pt x="226" y="8462"/>
                    <a:pt x="0" y="8952"/>
                    <a:pt x="109" y="9504"/>
                  </a:cubicBezTo>
                  <a:cubicBezTo>
                    <a:pt x="201" y="9965"/>
                    <a:pt x="520" y="10137"/>
                    <a:pt x="823" y="10304"/>
                  </a:cubicBezTo>
                  <a:cubicBezTo>
                    <a:pt x="1039" y="10421"/>
                    <a:pt x="1240" y="10528"/>
                    <a:pt x="1382" y="10734"/>
                  </a:cubicBezTo>
                  <a:cubicBezTo>
                    <a:pt x="1533" y="10960"/>
                    <a:pt x="1558" y="11238"/>
                    <a:pt x="1578" y="11509"/>
                  </a:cubicBezTo>
                  <a:cubicBezTo>
                    <a:pt x="1597" y="11792"/>
                    <a:pt x="1622" y="12086"/>
                    <a:pt x="1798" y="12326"/>
                  </a:cubicBezTo>
                  <a:cubicBezTo>
                    <a:pt x="1999" y="12596"/>
                    <a:pt x="2278" y="12757"/>
                    <a:pt x="2626" y="12811"/>
                  </a:cubicBezTo>
                  <a:cubicBezTo>
                    <a:pt x="2636" y="12811"/>
                    <a:pt x="2650" y="12816"/>
                    <a:pt x="2660" y="12816"/>
                  </a:cubicBezTo>
                  <a:cubicBezTo>
                    <a:pt x="2729" y="12825"/>
                    <a:pt x="2799" y="12829"/>
                    <a:pt x="2869" y="12829"/>
                  </a:cubicBezTo>
                  <a:cubicBezTo>
                    <a:pt x="3486" y="12829"/>
                    <a:pt x="4148" y="12518"/>
                    <a:pt x="4565" y="12185"/>
                  </a:cubicBezTo>
                  <a:cubicBezTo>
                    <a:pt x="4570" y="12179"/>
                    <a:pt x="4576" y="12174"/>
                    <a:pt x="4576" y="12169"/>
                  </a:cubicBezTo>
                  <a:cubicBezTo>
                    <a:pt x="4605" y="12140"/>
                    <a:pt x="4605" y="12091"/>
                    <a:pt x="4576" y="12061"/>
                  </a:cubicBezTo>
                  <a:cubicBezTo>
                    <a:pt x="4561" y="12040"/>
                    <a:pt x="4536" y="12029"/>
                    <a:pt x="4510" y="12029"/>
                  </a:cubicBezTo>
                  <a:cubicBezTo>
                    <a:pt x="4494" y="12029"/>
                    <a:pt x="4478" y="12033"/>
                    <a:pt x="4463" y="12042"/>
                  </a:cubicBezTo>
                  <a:cubicBezTo>
                    <a:pt x="4463" y="12042"/>
                    <a:pt x="4458" y="12042"/>
                    <a:pt x="4452" y="12047"/>
                  </a:cubicBezTo>
                  <a:cubicBezTo>
                    <a:pt x="4074" y="12351"/>
                    <a:pt x="3445" y="12651"/>
                    <a:pt x="2873" y="12651"/>
                  </a:cubicBezTo>
                  <a:cubicBezTo>
                    <a:pt x="2809" y="12651"/>
                    <a:pt x="2746" y="12648"/>
                    <a:pt x="2684" y="12640"/>
                  </a:cubicBezTo>
                  <a:cubicBezTo>
                    <a:pt x="2372" y="12601"/>
                    <a:pt x="2117" y="12459"/>
                    <a:pt x="1940" y="12219"/>
                  </a:cubicBezTo>
                  <a:cubicBezTo>
                    <a:pt x="1793" y="12022"/>
                    <a:pt x="1773" y="11767"/>
                    <a:pt x="1749" y="11493"/>
                  </a:cubicBezTo>
                  <a:cubicBezTo>
                    <a:pt x="1730" y="11204"/>
                    <a:pt x="1705" y="10901"/>
                    <a:pt x="1524" y="10636"/>
                  </a:cubicBezTo>
                  <a:cubicBezTo>
                    <a:pt x="1362" y="10392"/>
                    <a:pt x="1131" y="10268"/>
                    <a:pt x="907" y="10151"/>
                  </a:cubicBezTo>
                  <a:cubicBezTo>
                    <a:pt x="613" y="9990"/>
                    <a:pt x="358" y="9852"/>
                    <a:pt x="285" y="9470"/>
                  </a:cubicBezTo>
                  <a:cubicBezTo>
                    <a:pt x="182" y="8975"/>
                    <a:pt x="387" y="8530"/>
                    <a:pt x="608" y="8064"/>
                  </a:cubicBezTo>
                  <a:cubicBezTo>
                    <a:pt x="760" y="7741"/>
                    <a:pt x="912" y="7408"/>
                    <a:pt x="966" y="7051"/>
                  </a:cubicBezTo>
                  <a:cubicBezTo>
                    <a:pt x="1039" y="6512"/>
                    <a:pt x="926" y="6036"/>
                    <a:pt x="808" y="5537"/>
                  </a:cubicBezTo>
                  <a:cubicBezTo>
                    <a:pt x="769" y="5366"/>
                    <a:pt x="726" y="5184"/>
                    <a:pt x="691" y="5003"/>
                  </a:cubicBezTo>
                  <a:cubicBezTo>
                    <a:pt x="509" y="4044"/>
                    <a:pt x="672" y="2681"/>
                    <a:pt x="1332" y="2039"/>
                  </a:cubicBezTo>
                  <a:cubicBezTo>
                    <a:pt x="1602" y="1777"/>
                    <a:pt x="1940" y="1644"/>
                    <a:pt x="2337" y="1644"/>
                  </a:cubicBezTo>
                  <a:cubicBezTo>
                    <a:pt x="2481" y="1644"/>
                    <a:pt x="2633" y="1662"/>
                    <a:pt x="2792" y="1697"/>
                  </a:cubicBezTo>
                  <a:cubicBezTo>
                    <a:pt x="2797" y="1702"/>
                    <a:pt x="2797" y="1702"/>
                    <a:pt x="2802" y="1702"/>
                  </a:cubicBezTo>
                  <a:lnTo>
                    <a:pt x="2827" y="1702"/>
                  </a:lnTo>
                  <a:cubicBezTo>
                    <a:pt x="2836" y="1702"/>
                    <a:pt x="2851" y="1697"/>
                    <a:pt x="2861" y="1693"/>
                  </a:cubicBezTo>
                  <a:cubicBezTo>
                    <a:pt x="2865" y="1693"/>
                    <a:pt x="2865" y="1687"/>
                    <a:pt x="2871" y="1687"/>
                  </a:cubicBezTo>
                  <a:cubicBezTo>
                    <a:pt x="2876" y="1682"/>
                    <a:pt x="2881" y="1682"/>
                    <a:pt x="2881" y="1677"/>
                  </a:cubicBezTo>
                  <a:cubicBezTo>
                    <a:pt x="2890" y="1668"/>
                    <a:pt x="2895" y="1657"/>
                    <a:pt x="2901" y="1648"/>
                  </a:cubicBezTo>
                  <a:cubicBezTo>
                    <a:pt x="2901" y="1643"/>
                    <a:pt x="2905" y="1638"/>
                    <a:pt x="2905" y="1634"/>
                  </a:cubicBezTo>
                  <a:lnTo>
                    <a:pt x="2905" y="1628"/>
                  </a:lnTo>
                  <a:cubicBezTo>
                    <a:pt x="3057" y="888"/>
                    <a:pt x="3405" y="423"/>
                    <a:pt x="3939" y="252"/>
                  </a:cubicBezTo>
                  <a:cubicBezTo>
                    <a:pt x="4102" y="198"/>
                    <a:pt x="4279" y="174"/>
                    <a:pt x="4464" y="174"/>
                  </a:cubicBezTo>
                  <a:cubicBezTo>
                    <a:pt x="5322" y="174"/>
                    <a:pt x="6358" y="707"/>
                    <a:pt x="7059" y="1345"/>
                  </a:cubicBezTo>
                  <a:cubicBezTo>
                    <a:pt x="7789" y="2005"/>
                    <a:pt x="8180" y="2152"/>
                    <a:pt x="9116" y="2412"/>
                  </a:cubicBezTo>
                  <a:lnTo>
                    <a:pt x="9155" y="2427"/>
                  </a:lnTo>
                  <a:cubicBezTo>
                    <a:pt x="9860" y="2622"/>
                    <a:pt x="10419" y="2780"/>
                    <a:pt x="10654" y="3529"/>
                  </a:cubicBezTo>
                  <a:cubicBezTo>
                    <a:pt x="10748" y="3823"/>
                    <a:pt x="10728" y="4117"/>
                    <a:pt x="10708" y="4426"/>
                  </a:cubicBezTo>
                  <a:cubicBezTo>
                    <a:pt x="10683" y="4793"/>
                    <a:pt x="10660" y="5175"/>
                    <a:pt x="10830" y="5561"/>
                  </a:cubicBezTo>
                  <a:cubicBezTo>
                    <a:pt x="11026" y="6027"/>
                    <a:pt x="11374" y="6321"/>
                    <a:pt x="11712" y="6610"/>
                  </a:cubicBezTo>
                  <a:cubicBezTo>
                    <a:pt x="11957" y="6816"/>
                    <a:pt x="12188" y="7012"/>
                    <a:pt x="12369" y="7277"/>
                  </a:cubicBezTo>
                  <a:cubicBezTo>
                    <a:pt x="12794" y="7888"/>
                    <a:pt x="12883" y="9069"/>
                    <a:pt x="12564" y="9956"/>
                  </a:cubicBezTo>
                  <a:cubicBezTo>
                    <a:pt x="12364" y="10519"/>
                    <a:pt x="12026" y="10892"/>
                    <a:pt x="11614" y="11009"/>
                  </a:cubicBezTo>
                  <a:cubicBezTo>
                    <a:pt x="11442" y="11057"/>
                    <a:pt x="11263" y="11076"/>
                    <a:pt x="11080" y="11076"/>
                  </a:cubicBezTo>
                  <a:cubicBezTo>
                    <a:pt x="10765" y="11076"/>
                    <a:pt x="10439" y="11020"/>
                    <a:pt x="10120" y="10964"/>
                  </a:cubicBezTo>
                  <a:cubicBezTo>
                    <a:pt x="10022" y="10950"/>
                    <a:pt x="9925" y="10930"/>
                    <a:pt x="9826" y="10915"/>
                  </a:cubicBezTo>
                  <a:lnTo>
                    <a:pt x="9797" y="10915"/>
                  </a:lnTo>
                  <a:cubicBezTo>
                    <a:pt x="9792" y="10914"/>
                    <a:pt x="9786" y="10913"/>
                    <a:pt x="9781" y="10913"/>
                  </a:cubicBezTo>
                  <a:cubicBezTo>
                    <a:pt x="9766" y="10913"/>
                    <a:pt x="9749" y="10918"/>
                    <a:pt x="9738" y="10926"/>
                  </a:cubicBezTo>
                  <a:cubicBezTo>
                    <a:pt x="9719" y="10940"/>
                    <a:pt x="9704" y="10964"/>
                    <a:pt x="9699" y="10989"/>
                  </a:cubicBezTo>
                  <a:cubicBezTo>
                    <a:pt x="9690" y="11033"/>
                    <a:pt x="9724" y="11082"/>
                    <a:pt x="9772" y="11087"/>
                  </a:cubicBezTo>
                  <a:cubicBezTo>
                    <a:pt x="9880" y="11107"/>
                    <a:pt x="9984" y="11121"/>
                    <a:pt x="10091" y="11141"/>
                  </a:cubicBezTo>
                  <a:cubicBezTo>
                    <a:pt x="10203" y="11156"/>
                    <a:pt x="10312" y="11175"/>
                    <a:pt x="10424" y="11195"/>
                  </a:cubicBezTo>
                  <a:cubicBezTo>
                    <a:pt x="10638" y="11227"/>
                    <a:pt x="10853" y="11251"/>
                    <a:pt x="11066" y="11251"/>
                  </a:cubicBezTo>
                  <a:cubicBezTo>
                    <a:pt x="11268" y="11251"/>
                    <a:pt x="11468" y="11230"/>
                    <a:pt x="11664" y="11175"/>
                  </a:cubicBezTo>
                  <a:cubicBezTo>
                    <a:pt x="12129" y="11043"/>
                    <a:pt x="12511" y="10632"/>
                    <a:pt x="12731" y="10015"/>
                  </a:cubicBezTo>
                  <a:cubicBezTo>
                    <a:pt x="13070" y="9063"/>
                    <a:pt x="12975" y="7844"/>
                    <a:pt x="12516" y="7173"/>
                  </a:cubicBezTo>
                  <a:cubicBezTo>
                    <a:pt x="12320" y="6895"/>
                    <a:pt x="12070" y="6678"/>
                    <a:pt x="11825" y="6472"/>
                  </a:cubicBezTo>
                  <a:cubicBezTo>
                    <a:pt x="11492" y="6189"/>
                    <a:pt x="11173" y="5925"/>
                    <a:pt x="10988" y="5493"/>
                  </a:cubicBezTo>
                  <a:cubicBezTo>
                    <a:pt x="10841" y="5141"/>
                    <a:pt x="10859" y="4797"/>
                    <a:pt x="10884" y="4435"/>
                  </a:cubicBezTo>
                  <a:cubicBezTo>
                    <a:pt x="10904" y="4121"/>
                    <a:pt x="10924" y="3798"/>
                    <a:pt x="10821" y="3479"/>
                  </a:cubicBezTo>
                  <a:cubicBezTo>
                    <a:pt x="10561" y="2633"/>
                    <a:pt x="9930" y="2461"/>
                    <a:pt x="9204" y="2256"/>
                  </a:cubicBezTo>
                  <a:lnTo>
                    <a:pt x="9161" y="2245"/>
                  </a:lnTo>
                  <a:cubicBezTo>
                    <a:pt x="8239" y="1986"/>
                    <a:pt x="7882" y="1849"/>
                    <a:pt x="7176" y="1212"/>
                  </a:cubicBezTo>
                  <a:cubicBezTo>
                    <a:pt x="6446" y="554"/>
                    <a:pt x="5363" y="0"/>
                    <a:pt x="4454"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972;p59">
              <a:extLst>
                <a:ext uri="{FF2B5EF4-FFF2-40B4-BE49-F238E27FC236}">
                  <a16:creationId xmlns:a16="http://schemas.microsoft.com/office/drawing/2014/main" id="{E49B7995-65A7-CCF4-E78A-6FE693E975C6}"/>
                </a:ext>
              </a:extLst>
            </p:cNvPr>
            <p:cNvSpPr/>
            <p:nvPr/>
          </p:nvSpPr>
          <p:spPr>
            <a:xfrm>
              <a:off x="1465150" y="401675"/>
              <a:ext cx="28925" cy="35450"/>
            </a:xfrm>
            <a:custGeom>
              <a:avLst/>
              <a:gdLst/>
              <a:ahLst/>
              <a:cxnLst/>
              <a:rect l="l" t="t" r="r" b="b"/>
              <a:pathLst>
                <a:path w="1157" h="1418" extrusionOk="0">
                  <a:moveTo>
                    <a:pt x="374" y="0"/>
                  </a:moveTo>
                  <a:cubicBezTo>
                    <a:pt x="264" y="0"/>
                    <a:pt x="157" y="40"/>
                    <a:pt x="69" y="134"/>
                  </a:cubicBezTo>
                  <a:cubicBezTo>
                    <a:pt x="55" y="149"/>
                    <a:pt x="40" y="168"/>
                    <a:pt x="26" y="188"/>
                  </a:cubicBezTo>
                  <a:cubicBezTo>
                    <a:pt x="1" y="225"/>
                    <a:pt x="31" y="264"/>
                    <a:pt x="63" y="264"/>
                  </a:cubicBezTo>
                  <a:cubicBezTo>
                    <a:pt x="74" y="264"/>
                    <a:pt x="85" y="259"/>
                    <a:pt x="94" y="247"/>
                  </a:cubicBezTo>
                  <a:cubicBezTo>
                    <a:pt x="109" y="227"/>
                    <a:pt x="123" y="208"/>
                    <a:pt x="139" y="193"/>
                  </a:cubicBezTo>
                  <a:cubicBezTo>
                    <a:pt x="210" y="117"/>
                    <a:pt x="292" y="86"/>
                    <a:pt x="376" y="86"/>
                  </a:cubicBezTo>
                  <a:cubicBezTo>
                    <a:pt x="579" y="86"/>
                    <a:pt x="793" y="273"/>
                    <a:pt x="883" y="468"/>
                  </a:cubicBezTo>
                  <a:cubicBezTo>
                    <a:pt x="1079" y="898"/>
                    <a:pt x="530" y="1305"/>
                    <a:pt x="162" y="1330"/>
                  </a:cubicBezTo>
                  <a:cubicBezTo>
                    <a:pt x="109" y="1334"/>
                    <a:pt x="114" y="1409"/>
                    <a:pt x="157" y="1418"/>
                  </a:cubicBezTo>
                  <a:lnTo>
                    <a:pt x="173" y="1418"/>
                  </a:lnTo>
                  <a:cubicBezTo>
                    <a:pt x="197" y="1418"/>
                    <a:pt x="221" y="1413"/>
                    <a:pt x="250" y="1409"/>
                  </a:cubicBezTo>
                  <a:cubicBezTo>
                    <a:pt x="702" y="1330"/>
                    <a:pt x="1157" y="864"/>
                    <a:pt x="946" y="399"/>
                  </a:cubicBezTo>
                  <a:cubicBezTo>
                    <a:pt x="844" y="174"/>
                    <a:pt x="603" y="0"/>
                    <a:pt x="374"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973;p59">
              <a:extLst>
                <a:ext uri="{FF2B5EF4-FFF2-40B4-BE49-F238E27FC236}">
                  <a16:creationId xmlns:a16="http://schemas.microsoft.com/office/drawing/2014/main" id="{518565DB-D323-A717-5327-65AD15CBDBE0}"/>
                </a:ext>
              </a:extLst>
            </p:cNvPr>
            <p:cNvSpPr/>
            <p:nvPr/>
          </p:nvSpPr>
          <p:spPr>
            <a:xfrm>
              <a:off x="1468875" y="435400"/>
              <a:ext cx="2975" cy="2250"/>
            </a:xfrm>
            <a:custGeom>
              <a:avLst/>
              <a:gdLst/>
              <a:ahLst/>
              <a:cxnLst/>
              <a:rect l="l" t="t" r="r" b="b"/>
              <a:pathLst>
                <a:path w="119" h="90" extrusionOk="0">
                  <a:moveTo>
                    <a:pt x="61" y="0"/>
                  </a:moveTo>
                  <a:cubicBezTo>
                    <a:pt x="8" y="0"/>
                    <a:pt x="1" y="79"/>
                    <a:pt x="53" y="89"/>
                  </a:cubicBezTo>
                  <a:cubicBezTo>
                    <a:pt x="56" y="89"/>
                    <a:pt x="58" y="90"/>
                    <a:pt x="61" y="90"/>
                  </a:cubicBezTo>
                  <a:cubicBezTo>
                    <a:pt x="108" y="90"/>
                    <a:pt x="119" y="10"/>
                    <a:pt x="67" y="1"/>
                  </a:cubicBezTo>
                  <a:cubicBezTo>
                    <a:pt x="65" y="1"/>
                    <a:pt x="63" y="0"/>
                    <a:pt x="61"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974;p59">
              <a:extLst>
                <a:ext uri="{FF2B5EF4-FFF2-40B4-BE49-F238E27FC236}">
                  <a16:creationId xmlns:a16="http://schemas.microsoft.com/office/drawing/2014/main" id="{4BEF1F82-5ECE-083D-C420-3C87B2A780CE}"/>
                </a:ext>
              </a:extLst>
            </p:cNvPr>
            <p:cNvSpPr/>
            <p:nvPr/>
          </p:nvSpPr>
          <p:spPr>
            <a:xfrm>
              <a:off x="1227225" y="242400"/>
              <a:ext cx="317550" cy="311975"/>
            </a:xfrm>
            <a:custGeom>
              <a:avLst/>
              <a:gdLst/>
              <a:ahLst/>
              <a:cxnLst/>
              <a:rect l="l" t="t" r="r" b="b"/>
              <a:pathLst>
                <a:path w="12702" h="12479" extrusionOk="0">
                  <a:moveTo>
                    <a:pt x="4283" y="1"/>
                  </a:moveTo>
                  <a:cubicBezTo>
                    <a:pt x="4098" y="1"/>
                    <a:pt x="3921" y="25"/>
                    <a:pt x="3758" y="79"/>
                  </a:cubicBezTo>
                  <a:cubicBezTo>
                    <a:pt x="3224" y="250"/>
                    <a:pt x="2876" y="715"/>
                    <a:pt x="2724" y="1455"/>
                  </a:cubicBezTo>
                  <a:lnTo>
                    <a:pt x="2724" y="1461"/>
                  </a:lnTo>
                  <a:cubicBezTo>
                    <a:pt x="2724" y="1465"/>
                    <a:pt x="2720" y="1470"/>
                    <a:pt x="2720" y="1475"/>
                  </a:cubicBezTo>
                  <a:cubicBezTo>
                    <a:pt x="2714" y="1484"/>
                    <a:pt x="2709" y="1495"/>
                    <a:pt x="2700" y="1504"/>
                  </a:cubicBezTo>
                  <a:cubicBezTo>
                    <a:pt x="2700" y="1509"/>
                    <a:pt x="2695" y="1509"/>
                    <a:pt x="2690" y="1514"/>
                  </a:cubicBezTo>
                  <a:cubicBezTo>
                    <a:pt x="2684" y="1514"/>
                    <a:pt x="2684" y="1520"/>
                    <a:pt x="2680" y="1520"/>
                  </a:cubicBezTo>
                  <a:cubicBezTo>
                    <a:pt x="2670" y="1524"/>
                    <a:pt x="2655" y="1529"/>
                    <a:pt x="2646" y="1529"/>
                  </a:cubicBezTo>
                  <a:lnTo>
                    <a:pt x="2621" y="1529"/>
                  </a:lnTo>
                  <a:cubicBezTo>
                    <a:pt x="2616" y="1529"/>
                    <a:pt x="2616" y="1529"/>
                    <a:pt x="2611" y="1524"/>
                  </a:cubicBezTo>
                  <a:cubicBezTo>
                    <a:pt x="2452" y="1489"/>
                    <a:pt x="2300" y="1471"/>
                    <a:pt x="2156" y="1471"/>
                  </a:cubicBezTo>
                  <a:cubicBezTo>
                    <a:pt x="1759" y="1471"/>
                    <a:pt x="1421" y="1604"/>
                    <a:pt x="1151" y="1866"/>
                  </a:cubicBezTo>
                  <a:cubicBezTo>
                    <a:pt x="491" y="2508"/>
                    <a:pt x="328" y="3871"/>
                    <a:pt x="510" y="4830"/>
                  </a:cubicBezTo>
                  <a:cubicBezTo>
                    <a:pt x="545" y="5011"/>
                    <a:pt x="588" y="5193"/>
                    <a:pt x="627" y="5364"/>
                  </a:cubicBezTo>
                  <a:cubicBezTo>
                    <a:pt x="745" y="5863"/>
                    <a:pt x="858" y="6339"/>
                    <a:pt x="785" y="6878"/>
                  </a:cubicBezTo>
                  <a:cubicBezTo>
                    <a:pt x="731" y="7235"/>
                    <a:pt x="579" y="7568"/>
                    <a:pt x="427" y="7891"/>
                  </a:cubicBezTo>
                  <a:cubicBezTo>
                    <a:pt x="206" y="8357"/>
                    <a:pt x="1" y="8802"/>
                    <a:pt x="104" y="9297"/>
                  </a:cubicBezTo>
                  <a:cubicBezTo>
                    <a:pt x="177" y="9679"/>
                    <a:pt x="432" y="9817"/>
                    <a:pt x="726" y="9978"/>
                  </a:cubicBezTo>
                  <a:cubicBezTo>
                    <a:pt x="950" y="10095"/>
                    <a:pt x="1181" y="10219"/>
                    <a:pt x="1343" y="10463"/>
                  </a:cubicBezTo>
                  <a:cubicBezTo>
                    <a:pt x="1524" y="10728"/>
                    <a:pt x="1549" y="11031"/>
                    <a:pt x="1568" y="11320"/>
                  </a:cubicBezTo>
                  <a:cubicBezTo>
                    <a:pt x="1592" y="11594"/>
                    <a:pt x="1612" y="11849"/>
                    <a:pt x="1759" y="12046"/>
                  </a:cubicBezTo>
                  <a:cubicBezTo>
                    <a:pt x="1936" y="12286"/>
                    <a:pt x="2191" y="12428"/>
                    <a:pt x="2503" y="12467"/>
                  </a:cubicBezTo>
                  <a:cubicBezTo>
                    <a:pt x="2565" y="12475"/>
                    <a:pt x="2628" y="12478"/>
                    <a:pt x="2692" y="12478"/>
                  </a:cubicBezTo>
                  <a:cubicBezTo>
                    <a:pt x="3264" y="12478"/>
                    <a:pt x="3893" y="12178"/>
                    <a:pt x="4271" y="11874"/>
                  </a:cubicBezTo>
                  <a:cubicBezTo>
                    <a:pt x="4277" y="11869"/>
                    <a:pt x="4282" y="11869"/>
                    <a:pt x="4282" y="11869"/>
                  </a:cubicBezTo>
                  <a:cubicBezTo>
                    <a:pt x="4032" y="11541"/>
                    <a:pt x="3713" y="11286"/>
                    <a:pt x="3454" y="10968"/>
                  </a:cubicBezTo>
                  <a:cubicBezTo>
                    <a:pt x="3170" y="10624"/>
                    <a:pt x="3066" y="10297"/>
                    <a:pt x="2856" y="9905"/>
                  </a:cubicBezTo>
                  <a:cubicBezTo>
                    <a:pt x="2523" y="9278"/>
                    <a:pt x="2102" y="8533"/>
                    <a:pt x="2067" y="7809"/>
                  </a:cubicBezTo>
                  <a:cubicBezTo>
                    <a:pt x="2057" y="7816"/>
                    <a:pt x="2046" y="7820"/>
                    <a:pt x="2033" y="7820"/>
                  </a:cubicBezTo>
                  <a:cubicBezTo>
                    <a:pt x="2029" y="7820"/>
                    <a:pt x="2024" y="7820"/>
                    <a:pt x="2019" y="7818"/>
                  </a:cubicBezTo>
                  <a:cubicBezTo>
                    <a:pt x="2004" y="7818"/>
                    <a:pt x="1994" y="7814"/>
                    <a:pt x="1979" y="7803"/>
                  </a:cubicBezTo>
                  <a:cubicBezTo>
                    <a:pt x="1940" y="7780"/>
                    <a:pt x="1931" y="7721"/>
                    <a:pt x="1960" y="7681"/>
                  </a:cubicBezTo>
                  <a:cubicBezTo>
                    <a:pt x="2602" y="6716"/>
                    <a:pt x="2626" y="5124"/>
                    <a:pt x="2646" y="3718"/>
                  </a:cubicBezTo>
                  <a:cubicBezTo>
                    <a:pt x="2650" y="3351"/>
                    <a:pt x="2655" y="3003"/>
                    <a:pt x="2675" y="2680"/>
                  </a:cubicBezTo>
                  <a:cubicBezTo>
                    <a:pt x="2661" y="2655"/>
                    <a:pt x="2666" y="2626"/>
                    <a:pt x="2675" y="2607"/>
                  </a:cubicBezTo>
                  <a:cubicBezTo>
                    <a:pt x="2680" y="2587"/>
                    <a:pt x="2680" y="2567"/>
                    <a:pt x="2680" y="2553"/>
                  </a:cubicBezTo>
                  <a:cubicBezTo>
                    <a:pt x="2680" y="2506"/>
                    <a:pt x="2720" y="2469"/>
                    <a:pt x="2765" y="2469"/>
                  </a:cubicBezTo>
                  <a:cubicBezTo>
                    <a:pt x="2767" y="2469"/>
                    <a:pt x="2770" y="2469"/>
                    <a:pt x="2773" y="2469"/>
                  </a:cubicBezTo>
                  <a:cubicBezTo>
                    <a:pt x="2822" y="2469"/>
                    <a:pt x="2856" y="2513"/>
                    <a:pt x="2856" y="2562"/>
                  </a:cubicBezTo>
                  <a:cubicBezTo>
                    <a:pt x="2851" y="2587"/>
                    <a:pt x="2851" y="2616"/>
                    <a:pt x="2851" y="2641"/>
                  </a:cubicBezTo>
                  <a:cubicBezTo>
                    <a:pt x="3694" y="4488"/>
                    <a:pt x="5188" y="4909"/>
                    <a:pt x="6775" y="5354"/>
                  </a:cubicBezTo>
                  <a:cubicBezTo>
                    <a:pt x="7730" y="5624"/>
                    <a:pt x="8715" y="5899"/>
                    <a:pt x="9586" y="6505"/>
                  </a:cubicBezTo>
                  <a:cubicBezTo>
                    <a:pt x="9674" y="6411"/>
                    <a:pt x="9781" y="6371"/>
                    <a:pt x="9891" y="6371"/>
                  </a:cubicBezTo>
                  <a:cubicBezTo>
                    <a:pt x="10120" y="6371"/>
                    <a:pt x="10361" y="6545"/>
                    <a:pt x="10463" y="6770"/>
                  </a:cubicBezTo>
                  <a:cubicBezTo>
                    <a:pt x="10674" y="7235"/>
                    <a:pt x="10219" y="7701"/>
                    <a:pt x="9767" y="7780"/>
                  </a:cubicBezTo>
                  <a:cubicBezTo>
                    <a:pt x="9709" y="8019"/>
                    <a:pt x="9807" y="8298"/>
                    <a:pt x="9807" y="8544"/>
                  </a:cubicBezTo>
                  <a:cubicBezTo>
                    <a:pt x="9803" y="8808"/>
                    <a:pt x="9792" y="9073"/>
                    <a:pt x="9783" y="9337"/>
                  </a:cubicBezTo>
                  <a:cubicBezTo>
                    <a:pt x="9758" y="9812"/>
                    <a:pt x="9685" y="10341"/>
                    <a:pt x="9620" y="10807"/>
                  </a:cubicBezTo>
                  <a:cubicBezTo>
                    <a:pt x="9714" y="10821"/>
                    <a:pt x="9861" y="10807"/>
                    <a:pt x="9959" y="10826"/>
                  </a:cubicBezTo>
                  <a:cubicBezTo>
                    <a:pt x="10250" y="10874"/>
                    <a:pt x="10539" y="10914"/>
                    <a:pt x="10821" y="10914"/>
                  </a:cubicBezTo>
                  <a:cubicBezTo>
                    <a:pt x="11029" y="10914"/>
                    <a:pt x="11234" y="10892"/>
                    <a:pt x="11433" y="10836"/>
                  </a:cubicBezTo>
                  <a:cubicBezTo>
                    <a:pt x="11845" y="10719"/>
                    <a:pt x="12183" y="10346"/>
                    <a:pt x="12383" y="9783"/>
                  </a:cubicBezTo>
                  <a:cubicBezTo>
                    <a:pt x="12702" y="8896"/>
                    <a:pt x="12613" y="7715"/>
                    <a:pt x="12188" y="7104"/>
                  </a:cubicBezTo>
                  <a:cubicBezTo>
                    <a:pt x="12007" y="6839"/>
                    <a:pt x="11776" y="6643"/>
                    <a:pt x="11531" y="6437"/>
                  </a:cubicBezTo>
                  <a:cubicBezTo>
                    <a:pt x="11193" y="6148"/>
                    <a:pt x="10845" y="5854"/>
                    <a:pt x="10649" y="5388"/>
                  </a:cubicBezTo>
                  <a:cubicBezTo>
                    <a:pt x="10479" y="5002"/>
                    <a:pt x="10502" y="4620"/>
                    <a:pt x="10527" y="4253"/>
                  </a:cubicBezTo>
                  <a:cubicBezTo>
                    <a:pt x="10547" y="3944"/>
                    <a:pt x="10567" y="3650"/>
                    <a:pt x="10473" y="3356"/>
                  </a:cubicBezTo>
                  <a:cubicBezTo>
                    <a:pt x="10238" y="2607"/>
                    <a:pt x="9679" y="2449"/>
                    <a:pt x="8974" y="2254"/>
                  </a:cubicBezTo>
                  <a:lnTo>
                    <a:pt x="8935" y="2239"/>
                  </a:lnTo>
                  <a:cubicBezTo>
                    <a:pt x="7999" y="1979"/>
                    <a:pt x="7608" y="1832"/>
                    <a:pt x="6878" y="1172"/>
                  </a:cubicBezTo>
                  <a:cubicBezTo>
                    <a:pt x="6177" y="534"/>
                    <a:pt x="5141" y="1"/>
                    <a:pt x="4283"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4975;p59">
              <a:extLst>
                <a:ext uri="{FF2B5EF4-FFF2-40B4-BE49-F238E27FC236}">
                  <a16:creationId xmlns:a16="http://schemas.microsoft.com/office/drawing/2014/main" id="{30EACF9F-DC91-456F-BF32-7058877656FD}"/>
                </a:ext>
              </a:extLst>
            </p:cNvPr>
            <p:cNvSpPr/>
            <p:nvPr/>
          </p:nvSpPr>
          <p:spPr>
            <a:xfrm>
              <a:off x="1459650" y="467600"/>
              <a:ext cx="456675" cy="205000"/>
            </a:xfrm>
            <a:custGeom>
              <a:avLst/>
              <a:gdLst/>
              <a:ahLst/>
              <a:cxnLst/>
              <a:rect l="l" t="t" r="r" b="b"/>
              <a:pathLst>
                <a:path w="18267" h="8200" extrusionOk="0">
                  <a:moveTo>
                    <a:pt x="1105" y="315"/>
                  </a:moveTo>
                  <a:cubicBezTo>
                    <a:pt x="1183" y="315"/>
                    <a:pt x="1262" y="318"/>
                    <a:pt x="1343" y="323"/>
                  </a:cubicBezTo>
                  <a:cubicBezTo>
                    <a:pt x="1166" y="447"/>
                    <a:pt x="1035" y="603"/>
                    <a:pt x="946" y="789"/>
                  </a:cubicBezTo>
                  <a:cubicBezTo>
                    <a:pt x="863" y="965"/>
                    <a:pt x="888" y="1176"/>
                    <a:pt x="911" y="1387"/>
                  </a:cubicBezTo>
                  <a:cubicBezTo>
                    <a:pt x="926" y="1524"/>
                    <a:pt x="941" y="1656"/>
                    <a:pt x="926" y="1763"/>
                  </a:cubicBezTo>
                  <a:cubicBezTo>
                    <a:pt x="520" y="1587"/>
                    <a:pt x="128" y="1284"/>
                    <a:pt x="285" y="775"/>
                  </a:cubicBezTo>
                  <a:cubicBezTo>
                    <a:pt x="399" y="396"/>
                    <a:pt x="728" y="315"/>
                    <a:pt x="1105" y="315"/>
                  </a:cubicBezTo>
                  <a:close/>
                  <a:moveTo>
                    <a:pt x="705" y="1842"/>
                  </a:moveTo>
                  <a:cubicBezTo>
                    <a:pt x="760" y="1872"/>
                    <a:pt x="814" y="1896"/>
                    <a:pt x="877" y="1926"/>
                  </a:cubicBezTo>
                  <a:cubicBezTo>
                    <a:pt x="863" y="1960"/>
                    <a:pt x="843" y="1994"/>
                    <a:pt x="829" y="2034"/>
                  </a:cubicBezTo>
                  <a:cubicBezTo>
                    <a:pt x="725" y="2263"/>
                    <a:pt x="608" y="2523"/>
                    <a:pt x="730" y="2675"/>
                  </a:cubicBezTo>
                  <a:cubicBezTo>
                    <a:pt x="814" y="2773"/>
                    <a:pt x="941" y="2821"/>
                    <a:pt x="1098" y="2821"/>
                  </a:cubicBezTo>
                  <a:lnTo>
                    <a:pt x="1127" y="2821"/>
                  </a:lnTo>
                  <a:cubicBezTo>
                    <a:pt x="1440" y="2812"/>
                    <a:pt x="1818" y="2606"/>
                    <a:pt x="1946" y="2430"/>
                  </a:cubicBezTo>
                  <a:cubicBezTo>
                    <a:pt x="2068" y="2254"/>
                    <a:pt x="2156" y="2087"/>
                    <a:pt x="2204" y="1926"/>
                  </a:cubicBezTo>
                  <a:cubicBezTo>
                    <a:pt x="2312" y="1910"/>
                    <a:pt x="2416" y="1892"/>
                    <a:pt x="2509" y="1867"/>
                  </a:cubicBezTo>
                  <a:cubicBezTo>
                    <a:pt x="2891" y="2166"/>
                    <a:pt x="2837" y="2435"/>
                    <a:pt x="2812" y="2538"/>
                  </a:cubicBezTo>
                  <a:cubicBezTo>
                    <a:pt x="2812" y="2552"/>
                    <a:pt x="2807" y="2563"/>
                    <a:pt x="2807" y="2568"/>
                  </a:cubicBezTo>
                  <a:cubicBezTo>
                    <a:pt x="2758" y="2876"/>
                    <a:pt x="2073" y="2916"/>
                    <a:pt x="1740" y="2934"/>
                  </a:cubicBezTo>
                  <a:lnTo>
                    <a:pt x="1646" y="2939"/>
                  </a:lnTo>
                  <a:cubicBezTo>
                    <a:pt x="1553" y="2944"/>
                    <a:pt x="1409" y="2953"/>
                    <a:pt x="1252" y="2953"/>
                  </a:cubicBezTo>
                  <a:cubicBezTo>
                    <a:pt x="944" y="2953"/>
                    <a:pt x="586" y="2920"/>
                    <a:pt x="466" y="2769"/>
                  </a:cubicBezTo>
                  <a:cubicBezTo>
                    <a:pt x="388" y="2675"/>
                    <a:pt x="388" y="2543"/>
                    <a:pt x="402" y="2445"/>
                  </a:cubicBezTo>
                  <a:cubicBezTo>
                    <a:pt x="432" y="2210"/>
                    <a:pt x="578" y="1955"/>
                    <a:pt x="705" y="1842"/>
                  </a:cubicBezTo>
                  <a:close/>
                  <a:moveTo>
                    <a:pt x="2568" y="2974"/>
                  </a:moveTo>
                  <a:cubicBezTo>
                    <a:pt x="2572" y="2984"/>
                    <a:pt x="2582" y="2993"/>
                    <a:pt x="2586" y="2998"/>
                  </a:cubicBezTo>
                  <a:cubicBezTo>
                    <a:pt x="2832" y="3155"/>
                    <a:pt x="2945" y="3321"/>
                    <a:pt x="2916" y="3474"/>
                  </a:cubicBezTo>
                  <a:cubicBezTo>
                    <a:pt x="2880" y="3655"/>
                    <a:pt x="2640" y="3816"/>
                    <a:pt x="2303" y="3885"/>
                  </a:cubicBezTo>
                  <a:lnTo>
                    <a:pt x="2210" y="3904"/>
                  </a:lnTo>
                  <a:cubicBezTo>
                    <a:pt x="1965" y="3959"/>
                    <a:pt x="1729" y="4009"/>
                    <a:pt x="1495" y="4009"/>
                  </a:cubicBezTo>
                  <a:cubicBezTo>
                    <a:pt x="1369" y="4009"/>
                    <a:pt x="1244" y="3994"/>
                    <a:pt x="1117" y="3958"/>
                  </a:cubicBezTo>
                  <a:cubicBezTo>
                    <a:pt x="637" y="3816"/>
                    <a:pt x="667" y="3655"/>
                    <a:pt x="741" y="3253"/>
                  </a:cubicBezTo>
                  <a:cubicBezTo>
                    <a:pt x="750" y="3199"/>
                    <a:pt x="760" y="3140"/>
                    <a:pt x="770" y="3081"/>
                  </a:cubicBezTo>
                  <a:cubicBezTo>
                    <a:pt x="917" y="3111"/>
                    <a:pt x="1078" y="3121"/>
                    <a:pt x="1234" y="3121"/>
                  </a:cubicBezTo>
                  <a:cubicBezTo>
                    <a:pt x="1397" y="3121"/>
                    <a:pt x="1544" y="3111"/>
                    <a:pt x="1657" y="3101"/>
                  </a:cubicBezTo>
                  <a:lnTo>
                    <a:pt x="1749" y="3097"/>
                  </a:lnTo>
                  <a:cubicBezTo>
                    <a:pt x="1975" y="3081"/>
                    <a:pt x="2303" y="3062"/>
                    <a:pt x="2568" y="2974"/>
                  </a:cubicBezTo>
                  <a:close/>
                  <a:moveTo>
                    <a:pt x="2690" y="3929"/>
                  </a:moveTo>
                  <a:cubicBezTo>
                    <a:pt x="2695" y="3949"/>
                    <a:pt x="2710" y="3974"/>
                    <a:pt x="2733" y="3983"/>
                  </a:cubicBezTo>
                  <a:cubicBezTo>
                    <a:pt x="2896" y="4056"/>
                    <a:pt x="2974" y="4150"/>
                    <a:pt x="2974" y="4247"/>
                  </a:cubicBezTo>
                  <a:cubicBezTo>
                    <a:pt x="2974" y="4444"/>
                    <a:pt x="2640" y="4713"/>
                    <a:pt x="2322" y="4860"/>
                  </a:cubicBezTo>
                  <a:cubicBezTo>
                    <a:pt x="2170" y="4929"/>
                    <a:pt x="1987" y="4960"/>
                    <a:pt x="1801" y="4960"/>
                  </a:cubicBezTo>
                  <a:cubicBezTo>
                    <a:pt x="1699" y="4960"/>
                    <a:pt x="1597" y="4950"/>
                    <a:pt x="1499" y="4933"/>
                  </a:cubicBezTo>
                  <a:cubicBezTo>
                    <a:pt x="1490" y="4928"/>
                    <a:pt x="1470" y="4923"/>
                    <a:pt x="1455" y="4923"/>
                  </a:cubicBezTo>
                  <a:cubicBezTo>
                    <a:pt x="1254" y="4879"/>
                    <a:pt x="1078" y="4796"/>
                    <a:pt x="985" y="4679"/>
                  </a:cubicBezTo>
                  <a:cubicBezTo>
                    <a:pt x="863" y="4526"/>
                    <a:pt x="882" y="4336"/>
                    <a:pt x="1044" y="4105"/>
                  </a:cubicBezTo>
                  <a:cubicBezTo>
                    <a:pt x="1053" y="4110"/>
                    <a:pt x="1064" y="4115"/>
                    <a:pt x="1073" y="4115"/>
                  </a:cubicBezTo>
                  <a:cubicBezTo>
                    <a:pt x="1216" y="4159"/>
                    <a:pt x="1358" y="4173"/>
                    <a:pt x="1494" y="4173"/>
                  </a:cubicBezTo>
                  <a:cubicBezTo>
                    <a:pt x="1749" y="4173"/>
                    <a:pt x="1999" y="4121"/>
                    <a:pt x="2244" y="4066"/>
                  </a:cubicBezTo>
                  <a:lnTo>
                    <a:pt x="2337" y="4046"/>
                  </a:lnTo>
                  <a:cubicBezTo>
                    <a:pt x="2469" y="4017"/>
                    <a:pt x="2586" y="3978"/>
                    <a:pt x="2690" y="3929"/>
                  </a:cubicBezTo>
                  <a:close/>
                  <a:moveTo>
                    <a:pt x="2603" y="170"/>
                  </a:moveTo>
                  <a:cubicBezTo>
                    <a:pt x="3349" y="170"/>
                    <a:pt x="4107" y="403"/>
                    <a:pt x="4272" y="529"/>
                  </a:cubicBezTo>
                  <a:cubicBezTo>
                    <a:pt x="4668" y="834"/>
                    <a:pt x="4982" y="1200"/>
                    <a:pt x="5179" y="1578"/>
                  </a:cubicBezTo>
                  <a:cubicBezTo>
                    <a:pt x="5213" y="1641"/>
                    <a:pt x="5237" y="1700"/>
                    <a:pt x="5261" y="1759"/>
                  </a:cubicBezTo>
                  <a:cubicBezTo>
                    <a:pt x="5271" y="1779"/>
                    <a:pt x="5276" y="1799"/>
                    <a:pt x="5286" y="1818"/>
                  </a:cubicBezTo>
                  <a:cubicBezTo>
                    <a:pt x="5298" y="1850"/>
                    <a:pt x="5331" y="1871"/>
                    <a:pt x="5365" y="1871"/>
                  </a:cubicBezTo>
                  <a:cubicBezTo>
                    <a:pt x="5373" y="1871"/>
                    <a:pt x="5381" y="1870"/>
                    <a:pt x="5389" y="1867"/>
                  </a:cubicBezTo>
                  <a:cubicBezTo>
                    <a:pt x="5423" y="1852"/>
                    <a:pt x="5443" y="1822"/>
                    <a:pt x="5443" y="1793"/>
                  </a:cubicBezTo>
                  <a:cubicBezTo>
                    <a:pt x="5561" y="1813"/>
                    <a:pt x="5668" y="1838"/>
                    <a:pt x="5776" y="1862"/>
                  </a:cubicBezTo>
                  <a:cubicBezTo>
                    <a:pt x="7137" y="2181"/>
                    <a:pt x="16469" y="3126"/>
                    <a:pt x="17850" y="3233"/>
                  </a:cubicBezTo>
                  <a:cubicBezTo>
                    <a:pt x="18075" y="4546"/>
                    <a:pt x="18095" y="5575"/>
                    <a:pt x="17914" y="6461"/>
                  </a:cubicBezTo>
                  <a:cubicBezTo>
                    <a:pt x="17860" y="6726"/>
                    <a:pt x="17855" y="6995"/>
                    <a:pt x="17850" y="7259"/>
                  </a:cubicBezTo>
                  <a:cubicBezTo>
                    <a:pt x="17846" y="7519"/>
                    <a:pt x="17840" y="7765"/>
                    <a:pt x="17796" y="7994"/>
                  </a:cubicBezTo>
                  <a:cubicBezTo>
                    <a:pt x="17326" y="7833"/>
                    <a:pt x="15768" y="7534"/>
                    <a:pt x="13946" y="7186"/>
                  </a:cubicBezTo>
                  <a:cubicBezTo>
                    <a:pt x="13236" y="7054"/>
                    <a:pt x="12673" y="6947"/>
                    <a:pt x="12560" y="6917"/>
                  </a:cubicBezTo>
                  <a:cubicBezTo>
                    <a:pt x="12285" y="6838"/>
                    <a:pt x="12006" y="6770"/>
                    <a:pt x="11737" y="6701"/>
                  </a:cubicBezTo>
                  <a:cubicBezTo>
                    <a:pt x="11409" y="6619"/>
                    <a:pt x="11066" y="6535"/>
                    <a:pt x="10738" y="6436"/>
                  </a:cubicBezTo>
                  <a:cubicBezTo>
                    <a:pt x="10351" y="6325"/>
                    <a:pt x="9963" y="6212"/>
                    <a:pt x="9581" y="6104"/>
                  </a:cubicBezTo>
                  <a:cubicBezTo>
                    <a:pt x="9190" y="5991"/>
                    <a:pt x="8788" y="5873"/>
                    <a:pt x="8391" y="5756"/>
                  </a:cubicBezTo>
                  <a:cubicBezTo>
                    <a:pt x="7549" y="5507"/>
                    <a:pt x="6657" y="5247"/>
                    <a:pt x="5731" y="4978"/>
                  </a:cubicBezTo>
                  <a:cubicBezTo>
                    <a:pt x="5737" y="4967"/>
                    <a:pt x="5746" y="4962"/>
                    <a:pt x="5756" y="4953"/>
                  </a:cubicBezTo>
                  <a:cubicBezTo>
                    <a:pt x="5780" y="4914"/>
                    <a:pt x="5776" y="4865"/>
                    <a:pt x="5737" y="4835"/>
                  </a:cubicBezTo>
                  <a:cubicBezTo>
                    <a:pt x="5723" y="4823"/>
                    <a:pt x="5705" y="4818"/>
                    <a:pt x="5688" y="4818"/>
                  </a:cubicBezTo>
                  <a:cubicBezTo>
                    <a:pt x="5663" y="4818"/>
                    <a:pt x="5639" y="4829"/>
                    <a:pt x="5624" y="4849"/>
                  </a:cubicBezTo>
                  <a:cubicBezTo>
                    <a:pt x="5599" y="4885"/>
                    <a:pt x="5570" y="4914"/>
                    <a:pt x="5545" y="4943"/>
                  </a:cubicBezTo>
                  <a:cubicBezTo>
                    <a:pt x="5521" y="4953"/>
                    <a:pt x="5496" y="4967"/>
                    <a:pt x="5491" y="4996"/>
                  </a:cubicBezTo>
                  <a:lnTo>
                    <a:pt x="5491" y="5002"/>
                  </a:lnTo>
                  <a:cubicBezTo>
                    <a:pt x="4975" y="5532"/>
                    <a:pt x="4174" y="5642"/>
                    <a:pt x="3439" y="5642"/>
                  </a:cubicBezTo>
                  <a:cubicBezTo>
                    <a:pt x="3311" y="5642"/>
                    <a:pt x="3185" y="5639"/>
                    <a:pt x="3063" y="5634"/>
                  </a:cubicBezTo>
                  <a:cubicBezTo>
                    <a:pt x="2572" y="5614"/>
                    <a:pt x="2097" y="5428"/>
                    <a:pt x="1715" y="5124"/>
                  </a:cubicBezTo>
                  <a:lnTo>
                    <a:pt x="1788" y="5124"/>
                  </a:lnTo>
                  <a:cubicBezTo>
                    <a:pt x="2004" y="5124"/>
                    <a:pt x="2220" y="5085"/>
                    <a:pt x="2387" y="5007"/>
                  </a:cubicBezTo>
                  <a:cubicBezTo>
                    <a:pt x="2665" y="4885"/>
                    <a:pt x="3135" y="4580"/>
                    <a:pt x="3135" y="4247"/>
                  </a:cubicBezTo>
                  <a:cubicBezTo>
                    <a:pt x="3140" y="4085"/>
                    <a:pt x="3033" y="3954"/>
                    <a:pt x="2827" y="3845"/>
                  </a:cubicBezTo>
                  <a:cubicBezTo>
                    <a:pt x="2964" y="3753"/>
                    <a:pt x="3052" y="3630"/>
                    <a:pt x="3077" y="3503"/>
                  </a:cubicBezTo>
                  <a:cubicBezTo>
                    <a:pt x="3101" y="3356"/>
                    <a:pt x="3063" y="3135"/>
                    <a:pt x="2739" y="2900"/>
                  </a:cubicBezTo>
                  <a:cubicBezTo>
                    <a:pt x="2861" y="2827"/>
                    <a:pt x="2950" y="2729"/>
                    <a:pt x="2968" y="2592"/>
                  </a:cubicBezTo>
                  <a:cubicBezTo>
                    <a:pt x="2968" y="2586"/>
                    <a:pt x="2974" y="2582"/>
                    <a:pt x="2974" y="2572"/>
                  </a:cubicBezTo>
                  <a:cubicBezTo>
                    <a:pt x="2998" y="2464"/>
                    <a:pt x="3063" y="2146"/>
                    <a:pt x="2695" y="1808"/>
                  </a:cubicBezTo>
                  <a:cubicBezTo>
                    <a:pt x="3063" y="1681"/>
                    <a:pt x="3244" y="1475"/>
                    <a:pt x="3219" y="1216"/>
                  </a:cubicBezTo>
                  <a:cubicBezTo>
                    <a:pt x="3214" y="1174"/>
                    <a:pt x="3179" y="1141"/>
                    <a:pt x="3135" y="1141"/>
                  </a:cubicBezTo>
                  <a:cubicBezTo>
                    <a:pt x="3132" y="1141"/>
                    <a:pt x="3129" y="1141"/>
                    <a:pt x="3126" y="1142"/>
                  </a:cubicBezTo>
                  <a:cubicBezTo>
                    <a:pt x="3081" y="1146"/>
                    <a:pt x="3047" y="1186"/>
                    <a:pt x="3052" y="1234"/>
                  </a:cubicBezTo>
                  <a:cubicBezTo>
                    <a:pt x="3077" y="1470"/>
                    <a:pt x="2807" y="1612"/>
                    <a:pt x="2533" y="1691"/>
                  </a:cubicBezTo>
                  <a:cubicBezTo>
                    <a:pt x="2528" y="1689"/>
                    <a:pt x="2522" y="1689"/>
                    <a:pt x="2516" y="1689"/>
                  </a:cubicBezTo>
                  <a:cubicBezTo>
                    <a:pt x="2498" y="1689"/>
                    <a:pt x="2479" y="1695"/>
                    <a:pt x="2464" y="1711"/>
                  </a:cubicBezTo>
                  <a:cubicBezTo>
                    <a:pt x="2387" y="1729"/>
                    <a:pt x="2312" y="1745"/>
                    <a:pt x="2244" y="1754"/>
                  </a:cubicBezTo>
                  <a:cubicBezTo>
                    <a:pt x="2258" y="1636"/>
                    <a:pt x="2258" y="1519"/>
                    <a:pt x="2240" y="1397"/>
                  </a:cubicBezTo>
                  <a:lnTo>
                    <a:pt x="2240" y="1358"/>
                  </a:lnTo>
                  <a:cubicBezTo>
                    <a:pt x="2234" y="1316"/>
                    <a:pt x="2195" y="1283"/>
                    <a:pt x="2154" y="1283"/>
                  </a:cubicBezTo>
                  <a:cubicBezTo>
                    <a:pt x="2151" y="1283"/>
                    <a:pt x="2148" y="1284"/>
                    <a:pt x="2146" y="1284"/>
                  </a:cubicBezTo>
                  <a:cubicBezTo>
                    <a:pt x="2102" y="1289"/>
                    <a:pt x="2068" y="1333"/>
                    <a:pt x="2077" y="1377"/>
                  </a:cubicBezTo>
                  <a:cubicBezTo>
                    <a:pt x="2073" y="1392"/>
                    <a:pt x="2073" y="1406"/>
                    <a:pt x="2073" y="1426"/>
                  </a:cubicBezTo>
                  <a:cubicBezTo>
                    <a:pt x="2097" y="1564"/>
                    <a:pt x="2093" y="1700"/>
                    <a:pt x="2057" y="1838"/>
                  </a:cubicBezTo>
                  <a:cubicBezTo>
                    <a:pt x="2014" y="1999"/>
                    <a:pt x="1935" y="2161"/>
                    <a:pt x="1813" y="2332"/>
                  </a:cubicBezTo>
                  <a:cubicBezTo>
                    <a:pt x="1711" y="2475"/>
                    <a:pt x="1381" y="2651"/>
                    <a:pt x="1117" y="2660"/>
                  </a:cubicBezTo>
                  <a:cubicBezTo>
                    <a:pt x="1110" y="2661"/>
                    <a:pt x="1103" y="2661"/>
                    <a:pt x="1096" y="2661"/>
                  </a:cubicBezTo>
                  <a:cubicBezTo>
                    <a:pt x="989" y="2661"/>
                    <a:pt x="908" y="2627"/>
                    <a:pt x="858" y="2568"/>
                  </a:cubicBezTo>
                  <a:cubicBezTo>
                    <a:pt x="799" y="2498"/>
                    <a:pt x="906" y="2258"/>
                    <a:pt x="976" y="2102"/>
                  </a:cubicBezTo>
                  <a:cubicBezTo>
                    <a:pt x="995" y="2057"/>
                    <a:pt x="1015" y="2014"/>
                    <a:pt x="1035" y="1975"/>
                  </a:cubicBezTo>
                  <a:cubicBezTo>
                    <a:pt x="1053" y="1921"/>
                    <a:pt x="1069" y="1876"/>
                    <a:pt x="1078" y="1838"/>
                  </a:cubicBezTo>
                  <a:lnTo>
                    <a:pt x="1078" y="1833"/>
                  </a:lnTo>
                  <a:cubicBezTo>
                    <a:pt x="1112" y="1686"/>
                    <a:pt x="1093" y="1524"/>
                    <a:pt x="1073" y="1367"/>
                  </a:cubicBezTo>
                  <a:cubicBezTo>
                    <a:pt x="1053" y="1182"/>
                    <a:pt x="1029" y="995"/>
                    <a:pt x="1093" y="863"/>
                  </a:cubicBezTo>
                  <a:cubicBezTo>
                    <a:pt x="1200" y="637"/>
                    <a:pt x="1387" y="461"/>
                    <a:pt x="1641" y="343"/>
                  </a:cubicBezTo>
                  <a:cubicBezTo>
                    <a:pt x="1734" y="300"/>
                    <a:pt x="1842" y="265"/>
                    <a:pt x="1960" y="235"/>
                  </a:cubicBezTo>
                  <a:cubicBezTo>
                    <a:pt x="1994" y="226"/>
                    <a:pt x="2028" y="221"/>
                    <a:pt x="2068" y="216"/>
                  </a:cubicBezTo>
                  <a:cubicBezTo>
                    <a:pt x="2240" y="184"/>
                    <a:pt x="2421" y="170"/>
                    <a:pt x="2603" y="170"/>
                  </a:cubicBezTo>
                  <a:close/>
                  <a:moveTo>
                    <a:pt x="2606" y="1"/>
                  </a:moveTo>
                  <a:cubicBezTo>
                    <a:pt x="2373" y="1"/>
                    <a:pt x="2139" y="22"/>
                    <a:pt x="1921" y="74"/>
                  </a:cubicBezTo>
                  <a:cubicBezTo>
                    <a:pt x="1808" y="104"/>
                    <a:pt x="1705" y="138"/>
                    <a:pt x="1612" y="176"/>
                  </a:cubicBezTo>
                  <a:cubicBezTo>
                    <a:pt x="1593" y="176"/>
                    <a:pt x="1578" y="176"/>
                    <a:pt x="1558" y="172"/>
                  </a:cubicBezTo>
                  <a:cubicBezTo>
                    <a:pt x="1418" y="162"/>
                    <a:pt x="1269" y="151"/>
                    <a:pt x="1122" y="151"/>
                  </a:cubicBezTo>
                  <a:cubicBezTo>
                    <a:pt x="692" y="151"/>
                    <a:pt x="274" y="244"/>
                    <a:pt x="128" y="725"/>
                  </a:cubicBezTo>
                  <a:cubicBezTo>
                    <a:pt x="0" y="1137"/>
                    <a:pt x="153" y="1490"/>
                    <a:pt x="559" y="1754"/>
                  </a:cubicBezTo>
                  <a:cubicBezTo>
                    <a:pt x="417" y="1901"/>
                    <a:pt x="275" y="2166"/>
                    <a:pt x="235" y="2425"/>
                  </a:cubicBezTo>
                  <a:cubicBezTo>
                    <a:pt x="212" y="2606"/>
                    <a:pt x="246" y="2763"/>
                    <a:pt x="339" y="2876"/>
                  </a:cubicBezTo>
                  <a:cubicBezTo>
                    <a:pt x="397" y="2950"/>
                    <a:pt x="495" y="3008"/>
                    <a:pt x="608" y="3042"/>
                  </a:cubicBezTo>
                  <a:cubicBezTo>
                    <a:pt x="598" y="3106"/>
                    <a:pt x="588" y="3165"/>
                    <a:pt x="578" y="3224"/>
                  </a:cubicBezTo>
                  <a:cubicBezTo>
                    <a:pt x="515" y="3576"/>
                    <a:pt x="466" y="3861"/>
                    <a:pt x="888" y="4046"/>
                  </a:cubicBezTo>
                  <a:cubicBezTo>
                    <a:pt x="642" y="4414"/>
                    <a:pt x="760" y="4664"/>
                    <a:pt x="858" y="4781"/>
                  </a:cubicBezTo>
                  <a:cubicBezTo>
                    <a:pt x="985" y="4938"/>
                    <a:pt x="1196" y="5036"/>
                    <a:pt x="1431" y="5090"/>
                  </a:cubicBezTo>
                  <a:cubicBezTo>
                    <a:pt x="1862" y="5511"/>
                    <a:pt x="2450" y="5771"/>
                    <a:pt x="3052" y="5800"/>
                  </a:cubicBezTo>
                  <a:cubicBezTo>
                    <a:pt x="3180" y="5805"/>
                    <a:pt x="3312" y="5810"/>
                    <a:pt x="3449" y="5810"/>
                  </a:cubicBezTo>
                  <a:cubicBezTo>
                    <a:pt x="4218" y="5810"/>
                    <a:pt x="5055" y="5688"/>
                    <a:pt x="5609" y="5114"/>
                  </a:cubicBezTo>
                  <a:cubicBezTo>
                    <a:pt x="6560" y="5389"/>
                    <a:pt x="7480" y="5658"/>
                    <a:pt x="8342" y="5913"/>
                  </a:cubicBezTo>
                  <a:cubicBezTo>
                    <a:pt x="8739" y="6031"/>
                    <a:pt x="9146" y="6148"/>
                    <a:pt x="9533" y="6260"/>
                  </a:cubicBezTo>
                  <a:cubicBezTo>
                    <a:pt x="9920" y="6368"/>
                    <a:pt x="10307" y="6481"/>
                    <a:pt x="10689" y="6594"/>
                  </a:cubicBezTo>
                  <a:cubicBezTo>
                    <a:pt x="11021" y="6696"/>
                    <a:pt x="11365" y="6780"/>
                    <a:pt x="11697" y="6863"/>
                  </a:cubicBezTo>
                  <a:cubicBezTo>
                    <a:pt x="11968" y="6927"/>
                    <a:pt x="12242" y="7001"/>
                    <a:pt x="12515" y="7074"/>
                  </a:cubicBezTo>
                  <a:cubicBezTo>
                    <a:pt x="12638" y="7108"/>
                    <a:pt x="13173" y="7211"/>
                    <a:pt x="13917" y="7348"/>
                  </a:cubicBezTo>
                  <a:cubicBezTo>
                    <a:pt x="15219" y="7598"/>
                    <a:pt x="17654" y="8053"/>
                    <a:pt x="17826" y="8181"/>
                  </a:cubicBezTo>
                  <a:cubicBezTo>
                    <a:pt x="17840" y="8195"/>
                    <a:pt x="17855" y="8200"/>
                    <a:pt x="17875" y="8200"/>
                  </a:cubicBezTo>
                  <a:cubicBezTo>
                    <a:pt x="17898" y="8200"/>
                    <a:pt x="17923" y="8190"/>
                    <a:pt x="17938" y="8166"/>
                  </a:cubicBezTo>
                  <a:cubicBezTo>
                    <a:pt x="17957" y="8141"/>
                    <a:pt x="17963" y="8102"/>
                    <a:pt x="17943" y="8078"/>
                  </a:cubicBezTo>
                  <a:cubicBezTo>
                    <a:pt x="18007" y="7813"/>
                    <a:pt x="18011" y="7534"/>
                    <a:pt x="18011" y="7259"/>
                  </a:cubicBezTo>
                  <a:cubicBezTo>
                    <a:pt x="18016" y="7005"/>
                    <a:pt x="18022" y="6741"/>
                    <a:pt x="18075" y="6495"/>
                  </a:cubicBezTo>
                  <a:cubicBezTo>
                    <a:pt x="18266" y="5570"/>
                    <a:pt x="18242" y="4497"/>
                    <a:pt x="17997" y="3121"/>
                  </a:cubicBezTo>
                  <a:cubicBezTo>
                    <a:pt x="17993" y="3082"/>
                    <a:pt x="17958" y="3055"/>
                    <a:pt x="17921" y="3055"/>
                  </a:cubicBezTo>
                  <a:cubicBezTo>
                    <a:pt x="17915" y="3055"/>
                    <a:pt x="17910" y="3055"/>
                    <a:pt x="17904" y="3057"/>
                  </a:cubicBezTo>
                  <a:cubicBezTo>
                    <a:pt x="17894" y="3057"/>
                    <a:pt x="17880" y="3062"/>
                    <a:pt x="17875" y="3067"/>
                  </a:cubicBezTo>
                  <a:cubicBezTo>
                    <a:pt x="16523" y="2964"/>
                    <a:pt x="7171" y="2019"/>
                    <a:pt x="5815" y="1705"/>
                  </a:cubicBezTo>
                  <a:cubicBezTo>
                    <a:pt x="5683" y="1671"/>
                    <a:pt x="5536" y="1641"/>
                    <a:pt x="5378" y="1612"/>
                  </a:cubicBezTo>
                  <a:cubicBezTo>
                    <a:pt x="5179" y="1171"/>
                    <a:pt x="4826" y="745"/>
                    <a:pt x="4374" y="397"/>
                  </a:cubicBezTo>
                  <a:cubicBezTo>
                    <a:pt x="4167" y="243"/>
                    <a:pt x="3387" y="1"/>
                    <a:pt x="2606"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4976;p59">
              <a:extLst>
                <a:ext uri="{FF2B5EF4-FFF2-40B4-BE49-F238E27FC236}">
                  <a16:creationId xmlns:a16="http://schemas.microsoft.com/office/drawing/2014/main" id="{C9FAE948-A2DF-FA53-0D31-D37266173332}"/>
                </a:ext>
              </a:extLst>
            </p:cNvPr>
            <p:cNvSpPr/>
            <p:nvPr/>
          </p:nvSpPr>
          <p:spPr>
            <a:xfrm>
              <a:off x="1462850" y="475450"/>
              <a:ext cx="30375" cy="36250"/>
            </a:xfrm>
            <a:custGeom>
              <a:avLst/>
              <a:gdLst/>
              <a:ahLst/>
              <a:cxnLst/>
              <a:rect l="l" t="t" r="r" b="b"/>
              <a:pathLst>
                <a:path w="1215" h="1450" extrusionOk="0">
                  <a:moveTo>
                    <a:pt x="977" y="1"/>
                  </a:moveTo>
                  <a:cubicBezTo>
                    <a:pt x="600" y="1"/>
                    <a:pt x="271" y="82"/>
                    <a:pt x="157" y="461"/>
                  </a:cubicBezTo>
                  <a:cubicBezTo>
                    <a:pt x="0" y="970"/>
                    <a:pt x="392" y="1273"/>
                    <a:pt x="798" y="1449"/>
                  </a:cubicBezTo>
                  <a:cubicBezTo>
                    <a:pt x="813" y="1342"/>
                    <a:pt x="798" y="1210"/>
                    <a:pt x="783" y="1073"/>
                  </a:cubicBezTo>
                  <a:cubicBezTo>
                    <a:pt x="760" y="862"/>
                    <a:pt x="735" y="651"/>
                    <a:pt x="818" y="475"/>
                  </a:cubicBezTo>
                  <a:cubicBezTo>
                    <a:pt x="907" y="289"/>
                    <a:pt x="1038" y="133"/>
                    <a:pt x="1215" y="9"/>
                  </a:cubicBezTo>
                  <a:cubicBezTo>
                    <a:pt x="1134" y="4"/>
                    <a:pt x="1055" y="1"/>
                    <a:pt x="977"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4977;p59">
              <a:extLst>
                <a:ext uri="{FF2B5EF4-FFF2-40B4-BE49-F238E27FC236}">
                  <a16:creationId xmlns:a16="http://schemas.microsoft.com/office/drawing/2014/main" id="{83A26F7D-BA23-D165-D10F-DE7E5D7AF4B8}"/>
                </a:ext>
              </a:extLst>
            </p:cNvPr>
            <p:cNvSpPr/>
            <p:nvPr/>
          </p:nvSpPr>
          <p:spPr>
            <a:xfrm>
              <a:off x="1469350" y="513650"/>
              <a:ext cx="62575" cy="27775"/>
            </a:xfrm>
            <a:custGeom>
              <a:avLst/>
              <a:gdLst/>
              <a:ahLst/>
              <a:cxnLst/>
              <a:rect l="l" t="t" r="r" b="b"/>
              <a:pathLst>
                <a:path w="2503" h="1111" extrusionOk="0">
                  <a:moveTo>
                    <a:pt x="317" y="0"/>
                  </a:moveTo>
                  <a:cubicBezTo>
                    <a:pt x="190" y="113"/>
                    <a:pt x="44" y="368"/>
                    <a:pt x="14" y="603"/>
                  </a:cubicBezTo>
                  <a:cubicBezTo>
                    <a:pt x="0" y="701"/>
                    <a:pt x="0" y="833"/>
                    <a:pt x="78" y="927"/>
                  </a:cubicBezTo>
                  <a:cubicBezTo>
                    <a:pt x="198" y="1078"/>
                    <a:pt x="556" y="1111"/>
                    <a:pt x="864" y="1111"/>
                  </a:cubicBezTo>
                  <a:cubicBezTo>
                    <a:pt x="1021" y="1111"/>
                    <a:pt x="1165" y="1102"/>
                    <a:pt x="1258" y="1097"/>
                  </a:cubicBezTo>
                  <a:lnTo>
                    <a:pt x="1352" y="1092"/>
                  </a:lnTo>
                  <a:cubicBezTo>
                    <a:pt x="1685" y="1074"/>
                    <a:pt x="2370" y="1034"/>
                    <a:pt x="2419" y="726"/>
                  </a:cubicBezTo>
                  <a:cubicBezTo>
                    <a:pt x="2419" y="721"/>
                    <a:pt x="2424" y="710"/>
                    <a:pt x="2424" y="696"/>
                  </a:cubicBezTo>
                  <a:cubicBezTo>
                    <a:pt x="2449" y="593"/>
                    <a:pt x="2503" y="324"/>
                    <a:pt x="2121" y="25"/>
                  </a:cubicBezTo>
                  <a:cubicBezTo>
                    <a:pt x="2028" y="50"/>
                    <a:pt x="1924" y="68"/>
                    <a:pt x="1816" y="84"/>
                  </a:cubicBezTo>
                  <a:cubicBezTo>
                    <a:pt x="1768" y="245"/>
                    <a:pt x="1680" y="412"/>
                    <a:pt x="1558" y="588"/>
                  </a:cubicBezTo>
                  <a:cubicBezTo>
                    <a:pt x="1430" y="764"/>
                    <a:pt x="1052" y="970"/>
                    <a:pt x="739" y="979"/>
                  </a:cubicBezTo>
                  <a:lnTo>
                    <a:pt x="710" y="979"/>
                  </a:lnTo>
                  <a:cubicBezTo>
                    <a:pt x="553" y="979"/>
                    <a:pt x="426" y="931"/>
                    <a:pt x="342" y="833"/>
                  </a:cubicBezTo>
                  <a:cubicBezTo>
                    <a:pt x="220" y="681"/>
                    <a:pt x="337" y="421"/>
                    <a:pt x="441" y="192"/>
                  </a:cubicBezTo>
                  <a:cubicBezTo>
                    <a:pt x="455" y="152"/>
                    <a:pt x="475" y="118"/>
                    <a:pt x="489" y="84"/>
                  </a:cubicBezTo>
                  <a:cubicBezTo>
                    <a:pt x="426" y="54"/>
                    <a:pt x="372" y="30"/>
                    <a:pt x="317"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4978;p59">
              <a:extLst>
                <a:ext uri="{FF2B5EF4-FFF2-40B4-BE49-F238E27FC236}">
                  <a16:creationId xmlns:a16="http://schemas.microsoft.com/office/drawing/2014/main" id="{F9CC9EC4-131D-FF48-BF02-712DC347F6D5}"/>
                </a:ext>
              </a:extLst>
            </p:cNvPr>
            <p:cNvSpPr/>
            <p:nvPr/>
          </p:nvSpPr>
          <p:spPr>
            <a:xfrm>
              <a:off x="1475575" y="541950"/>
              <a:ext cx="57700" cy="25875"/>
            </a:xfrm>
            <a:custGeom>
              <a:avLst/>
              <a:gdLst/>
              <a:ahLst/>
              <a:cxnLst/>
              <a:rect l="l" t="t" r="r" b="b"/>
              <a:pathLst>
                <a:path w="2308" h="1035" extrusionOk="0">
                  <a:moveTo>
                    <a:pt x="1931" y="0"/>
                  </a:moveTo>
                  <a:cubicBezTo>
                    <a:pt x="1666" y="88"/>
                    <a:pt x="1338" y="107"/>
                    <a:pt x="1112" y="123"/>
                  </a:cubicBezTo>
                  <a:lnTo>
                    <a:pt x="1020" y="127"/>
                  </a:lnTo>
                  <a:cubicBezTo>
                    <a:pt x="907" y="137"/>
                    <a:pt x="760" y="147"/>
                    <a:pt x="597" y="147"/>
                  </a:cubicBezTo>
                  <a:cubicBezTo>
                    <a:pt x="441" y="147"/>
                    <a:pt x="280" y="137"/>
                    <a:pt x="133" y="107"/>
                  </a:cubicBezTo>
                  <a:cubicBezTo>
                    <a:pt x="123" y="166"/>
                    <a:pt x="113" y="225"/>
                    <a:pt x="104" y="279"/>
                  </a:cubicBezTo>
                  <a:cubicBezTo>
                    <a:pt x="30" y="681"/>
                    <a:pt x="0" y="842"/>
                    <a:pt x="480" y="984"/>
                  </a:cubicBezTo>
                  <a:cubicBezTo>
                    <a:pt x="607" y="1020"/>
                    <a:pt x="732" y="1035"/>
                    <a:pt x="858" y="1035"/>
                  </a:cubicBezTo>
                  <a:cubicBezTo>
                    <a:pt x="1092" y="1035"/>
                    <a:pt x="1328" y="985"/>
                    <a:pt x="1573" y="930"/>
                  </a:cubicBezTo>
                  <a:lnTo>
                    <a:pt x="1666" y="911"/>
                  </a:lnTo>
                  <a:cubicBezTo>
                    <a:pt x="2003" y="842"/>
                    <a:pt x="2243" y="681"/>
                    <a:pt x="2279" y="500"/>
                  </a:cubicBezTo>
                  <a:cubicBezTo>
                    <a:pt x="2308" y="347"/>
                    <a:pt x="2195" y="181"/>
                    <a:pt x="1949" y="24"/>
                  </a:cubicBezTo>
                  <a:cubicBezTo>
                    <a:pt x="1945" y="19"/>
                    <a:pt x="1935" y="10"/>
                    <a:pt x="1931"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4979;p59">
              <a:extLst>
                <a:ext uri="{FF2B5EF4-FFF2-40B4-BE49-F238E27FC236}">
                  <a16:creationId xmlns:a16="http://schemas.microsoft.com/office/drawing/2014/main" id="{EB5E8947-FD9A-184D-97E6-3458BFE5DA24}"/>
                </a:ext>
              </a:extLst>
            </p:cNvPr>
            <p:cNvSpPr/>
            <p:nvPr/>
          </p:nvSpPr>
          <p:spPr>
            <a:xfrm>
              <a:off x="1481200" y="565800"/>
              <a:ext cx="52825" cy="25800"/>
            </a:xfrm>
            <a:custGeom>
              <a:avLst/>
              <a:gdLst/>
              <a:ahLst/>
              <a:cxnLst/>
              <a:rect l="l" t="t" r="r" b="b"/>
              <a:pathLst>
                <a:path w="2113" h="1032" extrusionOk="0">
                  <a:moveTo>
                    <a:pt x="1828" y="1"/>
                  </a:moveTo>
                  <a:cubicBezTo>
                    <a:pt x="1724" y="50"/>
                    <a:pt x="1607" y="89"/>
                    <a:pt x="1475" y="118"/>
                  </a:cubicBezTo>
                  <a:lnTo>
                    <a:pt x="1382" y="138"/>
                  </a:lnTo>
                  <a:cubicBezTo>
                    <a:pt x="1137" y="193"/>
                    <a:pt x="887" y="245"/>
                    <a:pt x="632" y="245"/>
                  </a:cubicBezTo>
                  <a:cubicBezTo>
                    <a:pt x="496" y="245"/>
                    <a:pt x="354" y="231"/>
                    <a:pt x="211" y="187"/>
                  </a:cubicBezTo>
                  <a:cubicBezTo>
                    <a:pt x="202" y="187"/>
                    <a:pt x="191" y="182"/>
                    <a:pt x="182" y="177"/>
                  </a:cubicBezTo>
                  <a:cubicBezTo>
                    <a:pt x="20" y="408"/>
                    <a:pt x="1" y="598"/>
                    <a:pt x="123" y="751"/>
                  </a:cubicBezTo>
                  <a:cubicBezTo>
                    <a:pt x="216" y="868"/>
                    <a:pt x="392" y="951"/>
                    <a:pt x="593" y="995"/>
                  </a:cubicBezTo>
                  <a:cubicBezTo>
                    <a:pt x="608" y="995"/>
                    <a:pt x="628" y="1000"/>
                    <a:pt x="637" y="1005"/>
                  </a:cubicBezTo>
                  <a:cubicBezTo>
                    <a:pt x="735" y="1022"/>
                    <a:pt x="837" y="1032"/>
                    <a:pt x="939" y="1032"/>
                  </a:cubicBezTo>
                  <a:cubicBezTo>
                    <a:pt x="1125" y="1032"/>
                    <a:pt x="1308" y="1001"/>
                    <a:pt x="1460" y="932"/>
                  </a:cubicBezTo>
                  <a:cubicBezTo>
                    <a:pt x="1778" y="785"/>
                    <a:pt x="2112" y="516"/>
                    <a:pt x="2112" y="319"/>
                  </a:cubicBezTo>
                  <a:cubicBezTo>
                    <a:pt x="2112" y="222"/>
                    <a:pt x="2034" y="128"/>
                    <a:pt x="1871" y="55"/>
                  </a:cubicBezTo>
                  <a:cubicBezTo>
                    <a:pt x="1848" y="46"/>
                    <a:pt x="1833" y="21"/>
                    <a:pt x="1828"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6" name="Google Shape;4980;p59">
              <a:extLst>
                <a:ext uri="{FF2B5EF4-FFF2-40B4-BE49-F238E27FC236}">
                  <a16:creationId xmlns:a16="http://schemas.microsoft.com/office/drawing/2014/main" id="{E298D575-281F-5C59-55FC-879283BC39D9}"/>
                </a:ext>
              </a:extLst>
            </p:cNvPr>
            <p:cNvSpPr/>
            <p:nvPr/>
          </p:nvSpPr>
          <p:spPr>
            <a:xfrm>
              <a:off x="1479625" y="471825"/>
              <a:ext cx="432400" cy="195650"/>
            </a:xfrm>
            <a:custGeom>
              <a:avLst/>
              <a:gdLst/>
              <a:ahLst/>
              <a:cxnLst/>
              <a:rect l="l" t="t" r="r" b="b"/>
              <a:pathLst>
                <a:path w="17296" h="7826" extrusionOk="0">
                  <a:moveTo>
                    <a:pt x="6668" y="2500"/>
                  </a:moveTo>
                  <a:cubicBezTo>
                    <a:pt x="6671" y="2500"/>
                    <a:pt x="6674" y="2501"/>
                    <a:pt x="6677" y="2501"/>
                  </a:cubicBezTo>
                  <a:cubicBezTo>
                    <a:pt x="6799" y="2511"/>
                    <a:pt x="6912" y="2521"/>
                    <a:pt x="7029" y="2530"/>
                  </a:cubicBezTo>
                  <a:cubicBezTo>
                    <a:pt x="7073" y="2530"/>
                    <a:pt x="7107" y="2570"/>
                    <a:pt x="7107" y="2618"/>
                  </a:cubicBezTo>
                  <a:cubicBezTo>
                    <a:pt x="7102" y="2663"/>
                    <a:pt x="7068" y="2692"/>
                    <a:pt x="7025" y="2692"/>
                  </a:cubicBezTo>
                  <a:lnTo>
                    <a:pt x="7019" y="2692"/>
                  </a:lnTo>
                  <a:cubicBezTo>
                    <a:pt x="6901" y="2688"/>
                    <a:pt x="6784" y="2677"/>
                    <a:pt x="6661" y="2663"/>
                  </a:cubicBezTo>
                  <a:cubicBezTo>
                    <a:pt x="6613" y="2658"/>
                    <a:pt x="6584" y="2618"/>
                    <a:pt x="6589" y="2575"/>
                  </a:cubicBezTo>
                  <a:cubicBezTo>
                    <a:pt x="6593" y="2533"/>
                    <a:pt x="6627" y="2500"/>
                    <a:pt x="6668" y="2500"/>
                  </a:cubicBezTo>
                  <a:close/>
                  <a:moveTo>
                    <a:pt x="4241" y="2101"/>
                  </a:moveTo>
                  <a:cubicBezTo>
                    <a:pt x="4277" y="2101"/>
                    <a:pt x="4307" y="2127"/>
                    <a:pt x="4315" y="2163"/>
                  </a:cubicBezTo>
                  <a:cubicBezTo>
                    <a:pt x="4369" y="2374"/>
                    <a:pt x="4355" y="2589"/>
                    <a:pt x="4286" y="2790"/>
                  </a:cubicBezTo>
                  <a:cubicBezTo>
                    <a:pt x="4271" y="2824"/>
                    <a:pt x="4242" y="2844"/>
                    <a:pt x="4208" y="2844"/>
                  </a:cubicBezTo>
                  <a:cubicBezTo>
                    <a:pt x="4197" y="2844"/>
                    <a:pt x="4188" y="2839"/>
                    <a:pt x="4179" y="2839"/>
                  </a:cubicBezTo>
                  <a:cubicBezTo>
                    <a:pt x="4134" y="2824"/>
                    <a:pt x="4115" y="2776"/>
                    <a:pt x="4129" y="2731"/>
                  </a:cubicBezTo>
                  <a:cubicBezTo>
                    <a:pt x="4193" y="2560"/>
                    <a:pt x="4203" y="2383"/>
                    <a:pt x="4159" y="2202"/>
                  </a:cubicBezTo>
                  <a:cubicBezTo>
                    <a:pt x="4144" y="2159"/>
                    <a:pt x="4174" y="2114"/>
                    <a:pt x="4217" y="2105"/>
                  </a:cubicBezTo>
                  <a:cubicBezTo>
                    <a:pt x="4225" y="2102"/>
                    <a:pt x="4234" y="2101"/>
                    <a:pt x="4241" y="2101"/>
                  </a:cubicBezTo>
                  <a:close/>
                  <a:moveTo>
                    <a:pt x="4847" y="2678"/>
                  </a:moveTo>
                  <a:cubicBezTo>
                    <a:pt x="4867" y="2678"/>
                    <a:pt x="4886" y="2685"/>
                    <a:pt x="4903" y="2702"/>
                  </a:cubicBezTo>
                  <a:cubicBezTo>
                    <a:pt x="4932" y="2731"/>
                    <a:pt x="4938" y="2785"/>
                    <a:pt x="4903" y="2819"/>
                  </a:cubicBezTo>
                  <a:cubicBezTo>
                    <a:pt x="4844" y="2878"/>
                    <a:pt x="4791" y="2952"/>
                    <a:pt x="4756" y="3020"/>
                  </a:cubicBezTo>
                  <a:cubicBezTo>
                    <a:pt x="4742" y="3050"/>
                    <a:pt x="4712" y="3064"/>
                    <a:pt x="4683" y="3064"/>
                  </a:cubicBezTo>
                  <a:cubicBezTo>
                    <a:pt x="4668" y="3064"/>
                    <a:pt x="4653" y="3059"/>
                    <a:pt x="4644" y="3055"/>
                  </a:cubicBezTo>
                  <a:cubicBezTo>
                    <a:pt x="4604" y="3035"/>
                    <a:pt x="4590" y="2986"/>
                    <a:pt x="4609" y="2942"/>
                  </a:cubicBezTo>
                  <a:cubicBezTo>
                    <a:pt x="4653" y="2858"/>
                    <a:pt x="4717" y="2776"/>
                    <a:pt x="4785" y="2702"/>
                  </a:cubicBezTo>
                  <a:cubicBezTo>
                    <a:pt x="4803" y="2687"/>
                    <a:pt x="4825" y="2678"/>
                    <a:pt x="4847" y="2678"/>
                  </a:cubicBezTo>
                  <a:close/>
                  <a:moveTo>
                    <a:pt x="9390" y="2827"/>
                  </a:moveTo>
                  <a:cubicBezTo>
                    <a:pt x="9395" y="2827"/>
                    <a:pt x="9400" y="2828"/>
                    <a:pt x="9405" y="2829"/>
                  </a:cubicBezTo>
                  <a:cubicBezTo>
                    <a:pt x="9557" y="2849"/>
                    <a:pt x="9709" y="2888"/>
                    <a:pt x="9846" y="2952"/>
                  </a:cubicBezTo>
                  <a:cubicBezTo>
                    <a:pt x="9885" y="2971"/>
                    <a:pt x="9905" y="3020"/>
                    <a:pt x="9885" y="3059"/>
                  </a:cubicBezTo>
                  <a:cubicBezTo>
                    <a:pt x="9870" y="3093"/>
                    <a:pt x="9840" y="3109"/>
                    <a:pt x="9811" y="3109"/>
                  </a:cubicBezTo>
                  <a:cubicBezTo>
                    <a:pt x="9801" y="3109"/>
                    <a:pt x="9787" y="3109"/>
                    <a:pt x="9777" y="3104"/>
                  </a:cubicBezTo>
                  <a:cubicBezTo>
                    <a:pt x="9654" y="3045"/>
                    <a:pt x="9523" y="3005"/>
                    <a:pt x="9385" y="2991"/>
                  </a:cubicBezTo>
                  <a:cubicBezTo>
                    <a:pt x="9341" y="2986"/>
                    <a:pt x="9306" y="2942"/>
                    <a:pt x="9317" y="2898"/>
                  </a:cubicBezTo>
                  <a:cubicBezTo>
                    <a:pt x="9321" y="2859"/>
                    <a:pt x="9352" y="2827"/>
                    <a:pt x="9390" y="2827"/>
                  </a:cubicBezTo>
                  <a:close/>
                  <a:moveTo>
                    <a:pt x="12867" y="3182"/>
                  </a:moveTo>
                  <a:cubicBezTo>
                    <a:pt x="13050" y="3192"/>
                    <a:pt x="13226" y="3201"/>
                    <a:pt x="13402" y="3211"/>
                  </a:cubicBezTo>
                  <a:cubicBezTo>
                    <a:pt x="13450" y="3217"/>
                    <a:pt x="13485" y="3256"/>
                    <a:pt x="13480" y="3299"/>
                  </a:cubicBezTo>
                  <a:cubicBezTo>
                    <a:pt x="13480" y="3344"/>
                    <a:pt x="13441" y="3378"/>
                    <a:pt x="13396" y="3378"/>
                  </a:cubicBezTo>
                  <a:lnTo>
                    <a:pt x="13392" y="3378"/>
                  </a:lnTo>
                  <a:cubicBezTo>
                    <a:pt x="13215" y="3364"/>
                    <a:pt x="13039" y="3353"/>
                    <a:pt x="12863" y="3348"/>
                  </a:cubicBezTo>
                  <a:cubicBezTo>
                    <a:pt x="12814" y="3344"/>
                    <a:pt x="12779" y="3305"/>
                    <a:pt x="12785" y="3260"/>
                  </a:cubicBezTo>
                  <a:cubicBezTo>
                    <a:pt x="12785" y="3217"/>
                    <a:pt x="12824" y="3182"/>
                    <a:pt x="12867" y="3182"/>
                  </a:cubicBezTo>
                  <a:close/>
                  <a:moveTo>
                    <a:pt x="10939" y="3240"/>
                  </a:moveTo>
                  <a:cubicBezTo>
                    <a:pt x="10942" y="3240"/>
                    <a:pt x="10945" y="3240"/>
                    <a:pt x="10948" y="3240"/>
                  </a:cubicBezTo>
                  <a:lnTo>
                    <a:pt x="11158" y="3270"/>
                  </a:lnTo>
                  <a:cubicBezTo>
                    <a:pt x="11203" y="3280"/>
                    <a:pt x="11232" y="3319"/>
                    <a:pt x="11227" y="3364"/>
                  </a:cubicBezTo>
                  <a:cubicBezTo>
                    <a:pt x="11222" y="3407"/>
                    <a:pt x="11187" y="3437"/>
                    <a:pt x="11144" y="3437"/>
                  </a:cubicBezTo>
                  <a:lnTo>
                    <a:pt x="11133" y="3437"/>
                  </a:lnTo>
                  <a:lnTo>
                    <a:pt x="10928" y="3407"/>
                  </a:lnTo>
                  <a:cubicBezTo>
                    <a:pt x="10879" y="3398"/>
                    <a:pt x="10850" y="3358"/>
                    <a:pt x="10855" y="3314"/>
                  </a:cubicBezTo>
                  <a:cubicBezTo>
                    <a:pt x="10863" y="3268"/>
                    <a:pt x="10899" y="3240"/>
                    <a:pt x="10939" y="3240"/>
                  </a:cubicBezTo>
                  <a:close/>
                  <a:moveTo>
                    <a:pt x="14749" y="3339"/>
                  </a:moveTo>
                  <a:cubicBezTo>
                    <a:pt x="14753" y="3339"/>
                    <a:pt x="14756" y="3339"/>
                    <a:pt x="14759" y="3339"/>
                  </a:cubicBezTo>
                  <a:lnTo>
                    <a:pt x="14965" y="3368"/>
                  </a:lnTo>
                  <a:cubicBezTo>
                    <a:pt x="15013" y="3378"/>
                    <a:pt x="15042" y="3417"/>
                    <a:pt x="15038" y="3461"/>
                  </a:cubicBezTo>
                  <a:cubicBezTo>
                    <a:pt x="15033" y="3505"/>
                    <a:pt x="14994" y="3534"/>
                    <a:pt x="14954" y="3534"/>
                  </a:cubicBezTo>
                  <a:cubicBezTo>
                    <a:pt x="14949" y="3534"/>
                    <a:pt x="14945" y="3529"/>
                    <a:pt x="14945" y="3529"/>
                  </a:cubicBezTo>
                  <a:lnTo>
                    <a:pt x="14734" y="3500"/>
                  </a:lnTo>
                  <a:cubicBezTo>
                    <a:pt x="14690" y="3495"/>
                    <a:pt x="14660" y="3452"/>
                    <a:pt x="14666" y="3407"/>
                  </a:cubicBezTo>
                  <a:cubicBezTo>
                    <a:pt x="14670" y="3367"/>
                    <a:pt x="14708" y="3339"/>
                    <a:pt x="14749" y="3339"/>
                  </a:cubicBezTo>
                  <a:close/>
                  <a:moveTo>
                    <a:pt x="8508" y="3716"/>
                  </a:moveTo>
                  <a:cubicBezTo>
                    <a:pt x="8553" y="3716"/>
                    <a:pt x="8587" y="3750"/>
                    <a:pt x="8587" y="3799"/>
                  </a:cubicBezTo>
                  <a:cubicBezTo>
                    <a:pt x="8587" y="3843"/>
                    <a:pt x="8553" y="3877"/>
                    <a:pt x="8508" y="3877"/>
                  </a:cubicBezTo>
                  <a:lnTo>
                    <a:pt x="8004" y="3877"/>
                  </a:lnTo>
                  <a:cubicBezTo>
                    <a:pt x="7955" y="3877"/>
                    <a:pt x="7920" y="3843"/>
                    <a:pt x="7920" y="3799"/>
                  </a:cubicBezTo>
                  <a:cubicBezTo>
                    <a:pt x="7920" y="3750"/>
                    <a:pt x="7955" y="3716"/>
                    <a:pt x="8004" y="3716"/>
                  </a:cubicBezTo>
                  <a:close/>
                  <a:moveTo>
                    <a:pt x="10376" y="4100"/>
                  </a:moveTo>
                  <a:cubicBezTo>
                    <a:pt x="10383" y="4100"/>
                    <a:pt x="10391" y="4101"/>
                    <a:pt x="10399" y="4103"/>
                  </a:cubicBezTo>
                  <a:cubicBezTo>
                    <a:pt x="10461" y="4125"/>
                    <a:pt x="10527" y="4136"/>
                    <a:pt x="10595" y="4136"/>
                  </a:cubicBezTo>
                  <a:cubicBezTo>
                    <a:pt x="10617" y="4136"/>
                    <a:pt x="10640" y="4135"/>
                    <a:pt x="10663" y="4133"/>
                  </a:cubicBezTo>
                  <a:cubicBezTo>
                    <a:pt x="10666" y="4132"/>
                    <a:pt x="10669" y="4132"/>
                    <a:pt x="10672" y="4132"/>
                  </a:cubicBezTo>
                  <a:cubicBezTo>
                    <a:pt x="10713" y="4132"/>
                    <a:pt x="10747" y="4161"/>
                    <a:pt x="10751" y="4205"/>
                  </a:cubicBezTo>
                  <a:cubicBezTo>
                    <a:pt x="10757" y="4250"/>
                    <a:pt x="10722" y="4289"/>
                    <a:pt x="10678" y="4294"/>
                  </a:cubicBezTo>
                  <a:cubicBezTo>
                    <a:pt x="10649" y="4298"/>
                    <a:pt x="10620" y="4298"/>
                    <a:pt x="10590" y="4298"/>
                  </a:cubicBezTo>
                  <a:cubicBezTo>
                    <a:pt x="10507" y="4298"/>
                    <a:pt x="10428" y="4289"/>
                    <a:pt x="10350" y="4260"/>
                  </a:cubicBezTo>
                  <a:cubicBezTo>
                    <a:pt x="10306" y="4250"/>
                    <a:pt x="10281" y="4201"/>
                    <a:pt x="10296" y="4157"/>
                  </a:cubicBezTo>
                  <a:cubicBezTo>
                    <a:pt x="10308" y="4120"/>
                    <a:pt x="10340" y="4100"/>
                    <a:pt x="10376" y="4100"/>
                  </a:cubicBezTo>
                  <a:close/>
                  <a:moveTo>
                    <a:pt x="11888" y="4308"/>
                  </a:moveTo>
                  <a:cubicBezTo>
                    <a:pt x="11898" y="4308"/>
                    <a:pt x="11908" y="4310"/>
                    <a:pt x="11917" y="4314"/>
                  </a:cubicBezTo>
                  <a:cubicBezTo>
                    <a:pt x="12050" y="4372"/>
                    <a:pt x="12187" y="4397"/>
                    <a:pt x="12329" y="4397"/>
                  </a:cubicBezTo>
                  <a:cubicBezTo>
                    <a:pt x="12378" y="4397"/>
                    <a:pt x="12412" y="4436"/>
                    <a:pt x="12412" y="4481"/>
                  </a:cubicBezTo>
                  <a:cubicBezTo>
                    <a:pt x="12412" y="4524"/>
                    <a:pt x="12378" y="4563"/>
                    <a:pt x="12329" y="4563"/>
                  </a:cubicBezTo>
                  <a:cubicBezTo>
                    <a:pt x="12168" y="4563"/>
                    <a:pt x="12006" y="4529"/>
                    <a:pt x="11854" y="4465"/>
                  </a:cubicBezTo>
                  <a:cubicBezTo>
                    <a:pt x="11815" y="4451"/>
                    <a:pt x="11795" y="4402"/>
                    <a:pt x="11809" y="4357"/>
                  </a:cubicBezTo>
                  <a:cubicBezTo>
                    <a:pt x="11825" y="4327"/>
                    <a:pt x="11855" y="4308"/>
                    <a:pt x="11888" y="4308"/>
                  </a:cubicBezTo>
                  <a:close/>
                  <a:moveTo>
                    <a:pt x="15342" y="4465"/>
                  </a:moveTo>
                  <a:cubicBezTo>
                    <a:pt x="15345" y="4465"/>
                    <a:pt x="15348" y="4465"/>
                    <a:pt x="15351" y="4465"/>
                  </a:cubicBezTo>
                  <a:cubicBezTo>
                    <a:pt x="15474" y="4485"/>
                    <a:pt x="15596" y="4495"/>
                    <a:pt x="15724" y="4495"/>
                  </a:cubicBezTo>
                  <a:cubicBezTo>
                    <a:pt x="15772" y="4495"/>
                    <a:pt x="15806" y="4533"/>
                    <a:pt x="15806" y="4578"/>
                  </a:cubicBezTo>
                  <a:cubicBezTo>
                    <a:pt x="15806" y="4622"/>
                    <a:pt x="15768" y="4662"/>
                    <a:pt x="15724" y="4662"/>
                  </a:cubicBezTo>
                  <a:cubicBezTo>
                    <a:pt x="15587" y="4657"/>
                    <a:pt x="15460" y="4646"/>
                    <a:pt x="15327" y="4627"/>
                  </a:cubicBezTo>
                  <a:cubicBezTo>
                    <a:pt x="15283" y="4622"/>
                    <a:pt x="15248" y="4583"/>
                    <a:pt x="15259" y="4533"/>
                  </a:cubicBezTo>
                  <a:cubicBezTo>
                    <a:pt x="15263" y="4493"/>
                    <a:pt x="15301" y="4465"/>
                    <a:pt x="15342" y="4465"/>
                  </a:cubicBezTo>
                  <a:close/>
                  <a:moveTo>
                    <a:pt x="13775" y="4604"/>
                  </a:moveTo>
                  <a:cubicBezTo>
                    <a:pt x="13885" y="4604"/>
                    <a:pt x="13989" y="4641"/>
                    <a:pt x="14072" y="4716"/>
                  </a:cubicBezTo>
                  <a:cubicBezTo>
                    <a:pt x="14112" y="4745"/>
                    <a:pt x="14112" y="4793"/>
                    <a:pt x="14083" y="4827"/>
                  </a:cubicBezTo>
                  <a:cubicBezTo>
                    <a:pt x="14068" y="4847"/>
                    <a:pt x="14043" y="4857"/>
                    <a:pt x="14019" y="4857"/>
                  </a:cubicBezTo>
                  <a:cubicBezTo>
                    <a:pt x="13999" y="4857"/>
                    <a:pt x="13984" y="4852"/>
                    <a:pt x="13965" y="4838"/>
                  </a:cubicBezTo>
                  <a:cubicBezTo>
                    <a:pt x="13915" y="4791"/>
                    <a:pt x="13846" y="4767"/>
                    <a:pt x="13771" y="4767"/>
                  </a:cubicBezTo>
                  <a:cubicBezTo>
                    <a:pt x="13759" y="4767"/>
                    <a:pt x="13747" y="4767"/>
                    <a:pt x="13735" y="4769"/>
                  </a:cubicBezTo>
                  <a:cubicBezTo>
                    <a:pt x="13731" y="4769"/>
                    <a:pt x="13728" y="4769"/>
                    <a:pt x="13724" y="4769"/>
                  </a:cubicBezTo>
                  <a:cubicBezTo>
                    <a:pt x="13680" y="4769"/>
                    <a:pt x="13646" y="4736"/>
                    <a:pt x="13642" y="4696"/>
                  </a:cubicBezTo>
                  <a:cubicBezTo>
                    <a:pt x="13637" y="4651"/>
                    <a:pt x="13671" y="4612"/>
                    <a:pt x="13715" y="4608"/>
                  </a:cubicBezTo>
                  <a:cubicBezTo>
                    <a:pt x="13735" y="4605"/>
                    <a:pt x="13755" y="4604"/>
                    <a:pt x="13775" y="4604"/>
                  </a:cubicBezTo>
                  <a:close/>
                  <a:moveTo>
                    <a:pt x="8833" y="4989"/>
                  </a:moveTo>
                  <a:cubicBezTo>
                    <a:pt x="8836" y="4989"/>
                    <a:pt x="8838" y="4989"/>
                    <a:pt x="8841" y="4990"/>
                  </a:cubicBezTo>
                  <a:cubicBezTo>
                    <a:pt x="8924" y="4999"/>
                    <a:pt x="9003" y="5024"/>
                    <a:pt x="9076" y="5058"/>
                  </a:cubicBezTo>
                  <a:cubicBezTo>
                    <a:pt x="9116" y="5078"/>
                    <a:pt x="9135" y="5127"/>
                    <a:pt x="9116" y="5166"/>
                  </a:cubicBezTo>
                  <a:cubicBezTo>
                    <a:pt x="9101" y="5195"/>
                    <a:pt x="9071" y="5215"/>
                    <a:pt x="9042" y="5215"/>
                  </a:cubicBezTo>
                  <a:cubicBezTo>
                    <a:pt x="9028" y="5215"/>
                    <a:pt x="9017" y="5209"/>
                    <a:pt x="9003" y="5205"/>
                  </a:cubicBezTo>
                  <a:cubicBezTo>
                    <a:pt x="8949" y="5180"/>
                    <a:pt x="8886" y="5161"/>
                    <a:pt x="8822" y="5157"/>
                  </a:cubicBezTo>
                  <a:cubicBezTo>
                    <a:pt x="8777" y="5151"/>
                    <a:pt x="8743" y="5107"/>
                    <a:pt x="8748" y="5062"/>
                  </a:cubicBezTo>
                  <a:cubicBezTo>
                    <a:pt x="8752" y="5022"/>
                    <a:pt x="8792" y="4989"/>
                    <a:pt x="8833" y="4989"/>
                  </a:cubicBezTo>
                  <a:close/>
                  <a:moveTo>
                    <a:pt x="10938" y="5435"/>
                  </a:moveTo>
                  <a:cubicBezTo>
                    <a:pt x="10942" y="5435"/>
                    <a:pt x="10945" y="5435"/>
                    <a:pt x="10948" y="5435"/>
                  </a:cubicBezTo>
                  <a:cubicBezTo>
                    <a:pt x="11075" y="5455"/>
                    <a:pt x="11198" y="5465"/>
                    <a:pt x="11325" y="5465"/>
                  </a:cubicBezTo>
                  <a:cubicBezTo>
                    <a:pt x="11368" y="5465"/>
                    <a:pt x="11408" y="5503"/>
                    <a:pt x="11404" y="5548"/>
                  </a:cubicBezTo>
                  <a:cubicBezTo>
                    <a:pt x="11404" y="5591"/>
                    <a:pt x="11368" y="5631"/>
                    <a:pt x="11325" y="5631"/>
                  </a:cubicBezTo>
                  <a:lnTo>
                    <a:pt x="11320" y="5631"/>
                  </a:lnTo>
                  <a:cubicBezTo>
                    <a:pt x="11187" y="5627"/>
                    <a:pt x="11056" y="5616"/>
                    <a:pt x="10928" y="5597"/>
                  </a:cubicBezTo>
                  <a:cubicBezTo>
                    <a:pt x="10879" y="5591"/>
                    <a:pt x="10850" y="5553"/>
                    <a:pt x="10855" y="5503"/>
                  </a:cubicBezTo>
                  <a:cubicBezTo>
                    <a:pt x="10863" y="5463"/>
                    <a:pt x="10899" y="5435"/>
                    <a:pt x="10938" y="5435"/>
                  </a:cubicBezTo>
                  <a:close/>
                  <a:moveTo>
                    <a:pt x="14708" y="5629"/>
                  </a:moveTo>
                  <a:cubicBezTo>
                    <a:pt x="14715" y="5629"/>
                    <a:pt x="14722" y="5630"/>
                    <a:pt x="14729" y="5631"/>
                  </a:cubicBezTo>
                  <a:cubicBezTo>
                    <a:pt x="14792" y="5654"/>
                    <a:pt x="14858" y="5664"/>
                    <a:pt x="14924" y="5664"/>
                  </a:cubicBezTo>
                  <a:cubicBezTo>
                    <a:pt x="14946" y="5664"/>
                    <a:pt x="14967" y="5663"/>
                    <a:pt x="14989" y="5661"/>
                  </a:cubicBezTo>
                  <a:cubicBezTo>
                    <a:pt x="14993" y="5661"/>
                    <a:pt x="14996" y="5660"/>
                    <a:pt x="14999" y="5660"/>
                  </a:cubicBezTo>
                  <a:cubicBezTo>
                    <a:pt x="15043" y="5660"/>
                    <a:pt x="15078" y="5689"/>
                    <a:pt x="15082" y="5734"/>
                  </a:cubicBezTo>
                  <a:cubicBezTo>
                    <a:pt x="15087" y="5778"/>
                    <a:pt x="15053" y="5817"/>
                    <a:pt x="15008" y="5822"/>
                  </a:cubicBezTo>
                  <a:cubicBezTo>
                    <a:pt x="14979" y="5827"/>
                    <a:pt x="14949" y="5827"/>
                    <a:pt x="14920" y="5827"/>
                  </a:cubicBezTo>
                  <a:cubicBezTo>
                    <a:pt x="14836" y="5827"/>
                    <a:pt x="14754" y="5817"/>
                    <a:pt x="14680" y="5788"/>
                  </a:cubicBezTo>
                  <a:cubicBezTo>
                    <a:pt x="14637" y="5778"/>
                    <a:pt x="14612" y="5729"/>
                    <a:pt x="14626" y="5686"/>
                  </a:cubicBezTo>
                  <a:cubicBezTo>
                    <a:pt x="14635" y="5652"/>
                    <a:pt x="14671" y="5629"/>
                    <a:pt x="14708" y="5629"/>
                  </a:cubicBezTo>
                  <a:close/>
                  <a:moveTo>
                    <a:pt x="12985" y="5909"/>
                  </a:moveTo>
                  <a:cubicBezTo>
                    <a:pt x="13006" y="5909"/>
                    <a:pt x="13027" y="5918"/>
                    <a:pt x="13044" y="5935"/>
                  </a:cubicBezTo>
                  <a:cubicBezTo>
                    <a:pt x="13118" y="6018"/>
                    <a:pt x="13217" y="6059"/>
                    <a:pt x="13324" y="6059"/>
                  </a:cubicBezTo>
                  <a:cubicBezTo>
                    <a:pt x="13337" y="6059"/>
                    <a:pt x="13350" y="6058"/>
                    <a:pt x="13362" y="6057"/>
                  </a:cubicBezTo>
                  <a:cubicBezTo>
                    <a:pt x="13365" y="6057"/>
                    <a:pt x="13368" y="6057"/>
                    <a:pt x="13371" y="6057"/>
                  </a:cubicBezTo>
                  <a:cubicBezTo>
                    <a:pt x="13412" y="6057"/>
                    <a:pt x="13446" y="6089"/>
                    <a:pt x="13450" y="6131"/>
                  </a:cubicBezTo>
                  <a:cubicBezTo>
                    <a:pt x="13455" y="6179"/>
                    <a:pt x="13421" y="6219"/>
                    <a:pt x="13378" y="6224"/>
                  </a:cubicBezTo>
                  <a:lnTo>
                    <a:pt x="13328" y="6224"/>
                  </a:lnTo>
                  <a:cubicBezTo>
                    <a:pt x="13172" y="6224"/>
                    <a:pt x="13034" y="6165"/>
                    <a:pt x="12921" y="6048"/>
                  </a:cubicBezTo>
                  <a:cubicBezTo>
                    <a:pt x="12892" y="6014"/>
                    <a:pt x="12892" y="5964"/>
                    <a:pt x="12926" y="5935"/>
                  </a:cubicBezTo>
                  <a:cubicBezTo>
                    <a:pt x="12944" y="5918"/>
                    <a:pt x="12965" y="5909"/>
                    <a:pt x="12985" y="5909"/>
                  </a:cubicBezTo>
                  <a:close/>
                  <a:moveTo>
                    <a:pt x="14519" y="6400"/>
                  </a:moveTo>
                  <a:cubicBezTo>
                    <a:pt x="14522" y="6400"/>
                    <a:pt x="14525" y="6400"/>
                    <a:pt x="14528" y="6400"/>
                  </a:cubicBezTo>
                  <a:lnTo>
                    <a:pt x="14734" y="6430"/>
                  </a:lnTo>
                  <a:cubicBezTo>
                    <a:pt x="14784" y="6434"/>
                    <a:pt x="14813" y="6479"/>
                    <a:pt x="14807" y="6523"/>
                  </a:cubicBezTo>
                  <a:cubicBezTo>
                    <a:pt x="14798" y="6567"/>
                    <a:pt x="14764" y="6597"/>
                    <a:pt x="14725" y="6597"/>
                  </a:cubicBezTo>
                  <a:cubicBezTo>
                    <a:pt x="14719" y="6597"/>
                    <a:pt x="14714" y="6591"/>
                    <a:pt x="14714" y="6591"/>
                  </a:cubicBezTo>
                  <a:lnTo>
                    <a:pt x="14504" y="6561"/>
                  </a:lnTo>
                  <a:cubicBezTo>
                    <a:pt x="14460" y="6557"/>
                    <a:pt x="14431" y="6513"/>
                    <a:pt x="14436" y="6468"/>
                  </a:cubicBezTo>
                  <a:cubicBezTo>
                    <a:pt x="14440" y="6428"/>
                    <a:pt x="14478" y="6400"/>
                    <a:pt x="14519" y="6400"/>
                  </a:cubicBezTo>
                  <a:close/>
                  <a:moveTo>
                    <a:pt x="1804" y="1"/>
                  </a:moveTo>
                  <a:cubicBezTo>
                    <a:pt x="1622" y="1"/>
                    <a:pt x="1441" y="15"/>
                    <a:pt x="1269" y="47"/>
                  </a:cubicBezTo>
                  <a:cubicBezTo>
                    <a:pt x="1229" y="52"/>
                    <a:pt x="1195" y="57"/>
                    <a:pt x="1161" y="66"/>
                  </a:cubicBezTo>
                  <a:cubicBezTo>
                    <a:pt x="1043" y="96"/>
                    <a:pt x="935" y="131"/>
                    <a:pt x="842" y="174"/>
                  </a:cubicBezTo>
                  <a:cubicBezTo>
                    <a:pt x="588" y="292"/>
                    <a:pt x="401" y="468"/>
                    <a:pt x="294" y="694"/>
                  </a:cubicBezTo>
                  <a:cubicBezTo>
                    <a:pt x="230" y="826"/>
                    <a:pt x="254" y="1013"/>
                    <a:pt x="274" y="1198"/>
                  </a:cubicBezTo>
                  <a:cubicBezTo>
                    <a:pt x="294" y="1355"/>
                    <a:pt x="313" y="1517"/>
                    <a:pt x="279" y="1664"/>
                  </a:cubicBezTo>
                  <a:lnTo>
                    <a:pt x="279" y="1669"/>
                  </a:lnTo>
                  <a:cubicBezTo>
                    <a:pt x="270" y="1707"/>
                    <a:pt x="254" y="1752"/>
                    <a:pt x="236" y="1806"/>
                  </a:cubicBezTo>
                  <a:cubicBezTo>
                    <a:pt x="216" y="1845"/>
                    <a:pt x="196" y="1888"/>
                    <a:pt x="177" y="1933"/>
                  </a:cubicBezTo>
                  <a:cubicBezTo>
                    <a:pt x="107" y="2089"/>
                    <a:pt x="0" y="2329"/>
                    <a:pt x="59" y="2399"/>
                  </a:cubicBezTo>
                  <a:cubicBezTo>
                    <a:pt x="109" y="2458"/>
                    <a:pt x="190" y="2492"/>
                    <a:pt x="297" y="2492"/>
                  </a:cubicBezTo>
                  <a:cubicBezTo>
                    <a:pt x="304" y="2492"/>
                    <a:pt x="311" y="2492"/>
                    <a:pt x="318" y="2491"/>
                  </a:cubicBezTo>
                  <a:cubicBezTo>
                    <a:pt x="582" y="2482"/>
                    <a:pt x="912" y="2306"/>
                    <a:pt x="1014" y="2163"/>
                  </a:cubicBezTo>
                  <a:cubicBezTo>
                    <a:pt x="1136" y="1992"/>
                    <a:pt x="1215" y="1830"/>
                    <a:pt x="1258" y="1669"/>
                  </a:cubicBezTo>
                  <a:cubicBezTo>
                    <a:pt x="1294" y="1531"/>
                    <a:pt x="1298" y="1395"/>
                    <a:pt x="1274" y="1257"/>
                  </a:cubicBezTo>
                  <a:cubicBezTo>
                    <a:pt x="1274" y="1237"/>
                    <a:pt x="1274" y="1223"/>
                    <a:pt x="1278" y="1208"/>
                  </a:cubicBezTo>
                  <a:cubicBezTo>
                    <a:pt x="1269" y="1164"/>
                    <a:pt x="1303" y="1120"/>
                    <a:pt x="1347" y="1115"/>
                  </a:cubicBezTo>
                  <a:cubicBezTo>
                    <a:pt x="1349" y="1115"/>
                    <a:pt x="1352" y="1114"/>
                    <a:pt x="1355" y="1114"/>
                  </a:cubicBezTo>
                  <a:cubicBezTo>
                    <a:pt x="1396" y="1114"/>
                    <a:pt x="1435" y="1147"/>
                    <a:pt x="1441" y="1189"/>
                  </a:cubicBezTo>
                  <a:lnTo>
                    <a:pt x="1441" y="1228"/>
                  </a:lnTo>
                  <a:cubicBezTo>
                    <a:pt x="1459" y="1350"/>
                    <a:pt x="1459" y="1467"/>
                    <a:pt x="1445" y="1585"/>
                  </a:cubicBezTo>
                  <a:cubicBezTo>
                    <a:pt x="1513" y="1576"/>
                    <a:pt x="1588" y="1560"/>
                    <a:pt x="1665" y="1542"/>
                  </a:cubicBezTo>
                  <a:cubicBezTo>
                    <a:pt x="1680" y="1526"/>
                    <a:pt x="1699" y="1520"/>
                    <a:pt x="1717" y="1520"/>
                  </a:cubicBezTo>
                  <a:cubicBezTo>
                    <a:pt x="1723" y="1520"/>
                    <a:pt x="1729" y="1520"/>
                    <a:pt x="1734" y="1522"/>
                  </a:cubicBezTo>
                  <a:cubicBezTo>
                    <a:pt x="2008" y="1443"/>
                    <a:pt x="2278" y="1301"/>
                    <a:pt x="2253" y="1065"/>
                  </a:cubicBezTo>
                  <a:cubicBezTo>
                    <a:pt x="2248" y="1017"/>
                    <a:pt x="2282" y="977"/>
                    <a:pt x="2327" y="973"/>
                  </a:cubicBezTo>
                  <a:cubicBezTo>
                    <a:pt x="2330" y="972"/>
                    <a:pt x="2333" y="972"/>
                    <a:pt x="2336" y="972"/>
                  </a:cubicBezTo>
                  <a:cubicBezTo>
                    <a:pt x="2380" y="972"/>
                    <a:pt x="2415" y="1005"/>
                    <a:pt x="2420" y="1047"/>
                  </a:cubicBezTo>
                  <a:cubicBezTo>
                    <a:pt x="2445" y="1306"/>
                    <a:pt x="2264" y="1512"/>
                    <a:pt x="1896" y="1639"/>
                  </a:cubicBezTo>
                  <a:cubicBezTo>
                    <a:pt x="2264" y="1977"/>
                    <a:pt x="2199" y="2295"/>
                    <a:pt x="2175" y="2403"/>
                  </a:cubicBezTo>
                  <a:cubicBezTo>
                    <a:pt x="2175" y="2413"/>
                    <a:pt x="2169" y="2417"/>
                    <a:pt x="2169" y="2423"/>
                  </a:cubicBezTo>
                  <a:cubicBezTo>
                    <a:pt x="2151" y="2560"/>
                    <a:pt x="2062" y="2658"/>
                    <a:pt x="1940" y="2731"/>
                  </a:cubicBezTo>
                  <a:cubicBezTo>
                    <a:pt x="2264" y="2966"/>
                    <a:pt x="2302" y="3187"/>
                    <a:pt x="2278" y="3334"/>
                  </a:cubicBezTo>
                  <a:cubicBezTo>
                    <a:pt x="2253" y="3461"/>
                    <a:pt x="2165" y="3584"/>
                    <a:pt x="2028" y="3676"/>
                  </a:cubicBezTo>
                  <a:cubicBezTo>
                    <a:pt x="2234" y="3785"/>
                    <a:pt x="2341" y="3916"/>
                    <a:pt x="2336" y="4078"/>
                  </a:cubicBezTo>
                  <a:cubicBezTo>
                    <a:pt x="2336" y="4411"/>
                    <a:pt x="1866" y="4716"/>
                    <a:pt x="1588" y="4838"/>
                  </a:cubicBezTo>
                  <a:cubicBezTo>
                    <a:pt x="1421" y="4916"/>
                    <a:pt x="1205" y="4955"/>
                    <a:pt x="989" y="4955"/>
                  </a:cubicBezTo>
                  <a:lnTo>
                    <a:pt x="916" y="4955"/>
                  </a:lnTo>
                  <a:cubicBezTo>
                    <a:pt x="1298" y="5259"/>
                    <a:pt x="1773" y="5445"/>
                    <a:pt x="2264" y="5465"/>
                  </a:cubicBezTo>
                  <a:cubicBezTo>
                    <a:pt x="2386" y="5470"/>
                    <a:pt x="2512" y="5473"/>
                    <a:pt x="2640" y="5473"/>
                  </a:cubicBezTo>
                  <a:cubicBezTo>
                    <a:pt x="3375" y="5473"/>
                    <a:pt x="4176" y="5363"/>
                    <a:pt x="4692" y="4833"/>
                  </a:cubicBezTo>
                  <a:lnTo>
                    <a:pt x="4692" y="4827"/>
                  </a:lnTo>
                  <a:cubicBezTo>
                    <a:pt x="4697" y="4798"/>
                    <a:pt x="4722" y="4784"/>
                    <a:pt x="4746" y="4774"/>
                  </a:cubicBezTo>
                  <a:cubicBezTo>
                    <a:pt x="4771" y="4745"/>
                    <a:pt x="4800" y="4716"/>
                    <a:pt x="4825" y="4680"/>
                  </a:cubicBezTo>
                  <a:cubicBezTo>
                    <a:pt x="4840" y="4660"/>
                    <a:pt x="4864" y="4649"/>
                    <a:pt x="4889" y="4649"/>
                  </a:cubicBezTo>
                  <a:cubicBezTo>
                    <a:pt x="4906" y="4649"/>
                    <a:pt x="4924" y="4654"/>
                    <a:pt x="4938" y="4666"/>
                  </a:cubicBezTo>
                  <a:cubicBezTo>
                    <a:pt x="4977" y="4696"/>
                    <a:pt x="4981" y="4745"/>
                    <a:pt x="4957" y="4784"/>
                  </a:cubicBezTo>
                  <a:cubicBezTo>
                    <a:pt x="4947" y="4793"/>
                    <a:pt x="4938" y="4798"/>
                    <a:pt x="4932" y="4809"/>
                  </a:cubicBezTo>
                  <a:cubicBezTo>
                    <a:pt x="5858" y="5078"/>
                    <a:pt x="6750" y="5338"/>
                    <a:pt x="7592" y="5587"/>
                  </a:cubicBezTo>
                  <a:cubicBezTo>
                    <a:pt x="7989" y="5704"/>
                    <a:pt x="8391" y="5822"/>
                    <a:pt x="8782" y="5935"/>
                  </a:cubicBezTo>
                  <a:cubicBezTo>
                    <a:pt x="9164" y="6043"/>
                    <a:pt x="9552" y="6156"/>
                    <a:pt x="9939" y="6267"/>
                  </a:cubicBezTo>
                  <a:cubicBezTo>
                    <a:pt x="10267" y="6366"/>
                    <a:pt x="10610" y="6450"/>
                    <a:pt x="10938" y="6532"/>
                  </a:cubicBezTo>
                  <a:cubicBezTo>
                    <a:pt x="11207" y="6601"/>
                    <a:pt x="11486" y="6669"/>
                    <a:pt x="11761" y="6748"/>
                  </a:cubicBezTo>
                  <a:cubicBezTo>
                    <a:pt x="11874" y="6778"/>
                    <a:pt x="12437" y="6885"/>
                    <a:pt x="13147" y="7017"/>
                  </a:cubicBezTo>
                  <a:cubicBezTo>
                    <a:pt x="14969" y="7365"/>
                    <a:pt x="16527" y="7664"/>
                    <a:pt x="16997" y="7825"/>
                  </a:cubicBezTo>
                  <a:cubicBezTo>
                    <a:pt x="17041" y="7596"/>
                    <a:pt x="17047" y="7350"/>
                    <a:pt x="17051" y="7090"/>
                  </a:cubicBezTo>
                  <a:cubicBezTo>
                    <a:pt x="17056" y="6826"/>
                    <a:pt x="17061" y="6557"/>
                    <a:pt x="17115" y="6292"/>
                  </a:cubicBezTo>
                  <a:cubicBezTo>
                    <a:pt x="17296" y="5406"/>
                    <a:pt x="17276" y="4377"/>
                    <a:pt x="17051" y="3064"/>
                  </a:cubicBezTo>
                  <a:cubicBezTo>
                    <a:pt x="15670" y="2957"/>
                    <a:pt x="6338" y="2012"/>
                    <a:pt x="4977" y="1693"/>
                  </a:cubicBezTo>
                  <a:cubicBezTo>
                    <a:pt x="4869" y="1669"/>
                    <a:pt x="4762" y="1644"/>
                    <a:pt x="4644" y="1624"/>
                  </a:cubicBezTo>
                  <a:cubicBezTo>
                    <a:pt x="4644" y="1653"/>
                    <a:pt x="4624" y="1683"/>
                    <a:pt x="4590" y="1698"/>
                  </a:cubicBezTo>
                  <a:cubicBezTo>
                    <a:pt x="4582" y="1701"/>
                    <a:pt x="4574" y="1702"/>
                    <a:pt x="4566" y="1702"/>
                  </a:cubicBezTo>
                  <a:cubicBezTo>
                    <a:pt x="4532" y="1702"/>
                    <a:pt x="4499" y="1681"/>
                    <a:pt x="4487" y="1649"/>
                  </a:cubicBezTo>
                  <a:cubicBezTo>
                    <a:pt x="4477" y="1630"/>
                    <a:pt x="4472" y="1610"/>
                    <a:pt x="4462" y="1590"/>
                  </a:cubicBezTo>
                  <a:cubicBezTo>
                    <a:pt x="4438" y="1531"/>
                    <a:pt x="4414" y="1472"/>
                    <a:pt x="4380" y="1409"/>
                  </a:cubicBezTo>
                  <a:cubicBezTo>
                    <a:pt x="4183" y="1031"/>
                    <a:pt x="3869" y="665"/>
                    <a:pt x="3473" y="360"/>
                  </a:cubicBezTo>
                  <a:cubicBezTo>
                    <a:pt x="3308" y="234"/>
                    <a:pt x="2550" y="1"/>
                    <a:pt x="1804"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7" name="Google Shape;4981;p59">
              <a:extLst>
                <a:ext uri="{FF2B5EF4-FFF2-40B4-BE49-F238E27FC236}">
                  <a16:creationId xmlns:a16="http://schemas.microsoft.com/office/drawing/2014/main" id="{0463E6F8-5FDF-772F-6A70-A7C78CD2EEC3}"/>
                </a:ext>
              </a:extLst>
            </p:cNvPr>
            <p:cNvSpPr/>
            <p:nvPr/>
          </p:nvSpPr>
          <p:spPr>
            <a:xfrm>
              <a:off x="1582500" y="524325"/>
              <a:ext cx="6350" cy="18625"/>
            </a:xfrm>
            <a:custGeom>
              <a:avLst/>
              <a:gdLst/>
              <a:ahLst/>
              <a:cxnLst/>
              <a:rect l="l" t="t" r="r" b="b"/>
              <a:pathLst>
                <a:path w="254" h="745" extrusionOk="0">
                  <a:moveTo>
                    <a:pt x="126" y="1"/>
                  </a:moveTo>
                  <a:cubicBezTo>
                    <a:pt x="119" y="1"/>
                    <a:pt x="110" y="2"/>
                    <a:pt x="102" y="5"/>
                  </a:cubicBezTo>
                  <a:cubicBezTo>
                    <a:pt x="59" y="14"/>
                    <a:pt x="29" y="59"/>
                    <a:pt x="44" y="102"/>
                  </a:cubicBezTo>
                  <a:cubicBezTo>
                    <a:pt x="88" y="283"/>
                    <a:pt x="78" y="460"/>
                    <a:pt x="14" y="631"/>
                  </a:cubicBezTo>
                  <a:cubicBezTo>
                    <a:pt x="0" y="676"/>
                    <a:pt x="19" y="724"/>
                    <a:pt x="64" y="739"/>
                  </a:cubicBezTo>
                  <a:cubicBezTo>
                    <a:pt x="73" y="739"/>
                    <a:pt x="82" y="744"/>
                    <a:pt x="93" y="744"/>
                  </a:cubicBezTo>
                  <a:cubicBezTo>
                    <a:pt x="127" y="744"/>
                    <a:pt x="156" y="724"/>
                    <a:pt x="171" y="690"/>
                  </a:cubicBezTo>
                  <a:cubicBezTo>
                    <a:pt x="240" y="489"/>
                    <a:pt x="254" y="274"/>
                    <a:pt x="200" y="63"/>
                  </a:cubicBezTo>
                  <a:cubicBezTo>
                    <a:pt x="192" y="27"/>
                    <a:pt x="162" y="1"/>
                    <a:pt x="126"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8" name="Google Shape;4982;p59">
              <a:extLst>
                <a:ext uri="{FF2B5EF4-FFF2-40B4-BE49-F238E27FC236}">
                  <a16:creationId xmlns:a16="http://schemas.microsoft.com/office/drawing/2014/main" id="{6C755C83-8E87-3B1D-0871-872F0F7731EC}"/>
                </a:ext>
              </a:extLst>
            </p:cNvPr>
            <p:cNvSpPr/>
            <p:nvPr/>
          </p:nvSpPr>
          <p:spPr>
            <a:xfrm>
              <a:off x="1594375" y="538775"/>
              <a:ext cx="8700" cy="9650"/>
            </a:xfrm>
            <a:custGeom>
              <a:avLst/>
              <a:gdLst/>
              <a:ahLst/>
              <a:cxnLst/>
              <a:rect l="l" t="t" r="r" b="b"/>
              <a:pathLst>
                <a:path w="348" h="386" extrusionOk="0">
                  <a:moveTo>
                    <a:pt x="257" y="0"/>
                  </a:moveTo>
                  <a:cubicBezTo>
                    <a:pt x="235" y="0"/>
                    <a:pt x="213" y="9"/>
                    <a:pt x="195" y="24"/>
                  </a:cubicBezTo>
                  <a:cubicBezTo>
                    <a:pt x="127" y="98"/>
                    <a:pt x="63" y="180"/>
                    <a:pt x="19" y="264"/>
                  </a:cubicBezTo>
                  <a:cubicBezTo>
                    <a:pt x="0" y="308"/>
                    <a:pt x="14" y="357"/>
                    <a:pt x="54" y="377"/>
                  </a:cubicBezTo>
                  <a:cubicBezTo>
                    <a:pt x="63" y="381"/>
                    <a:pt x="78" y="386"/>
                    <a:pt x="93" y="386"/>
                  </a:cubicBezTo>
                  <a:cubicBezTo>
                    <a:pt x="122" y="386"/>
                    <a:pt x="152" y="372"/>
                    <a:pt x="166" y="342"/>
                  </a:cubicBezTo>
                  <a:cubicBezTo>
                    <a:pt x="201" y="274"/>
                    <a:pt x="254" y="200"/>
                    <a:pt x="313" y="141"/>
                  </a:cubicBezTo>
                  <a:cubicBezTo>
                    <a:pt x="348" y="107"/>
                    <a:pt x="342" y="53"/>
                    <a:pt x="313" y="24"/>
                  </a:cubicBezTo>
                  <a:cubicBezTo>
                    <a:pt x="296" y="7"/>
                    <a:pt x="277" y="0"/>
                    <a:pt x="257"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9" name="Google Shape;4983;p59">
              <a:extLst>
                <a:ext uri="{FF2B5EF4-FFF2-40B4-BE49-F238E27FC236}">
                  <a16:creationId xmlns:a16="http://schemas.microsoft.com/office/drawing/2014/main" id="{3EF30A5E-6FC7-FBB0-181C-9B2B85EF165F}"/>
                </a:ext>
              </a:extLst>
            </p:cNvPr>
            <p:cNvSpPr/>
            <p:nvPr/>
          </p:nvSpPr>
          <p:spPr>
            <a:xfrm>
              <a:off x="1750875" y="552800"/>
              <a:ext cx="9575" cy="4950"/>
            </a:xfrm>
            <a:custGeom>
              <a:avLst/>
              <a:gdLst/>
              <a:ahLst/>
              <a:cxnLst/>
              <a:rect l="l" t="t" r="r" b="b"/>
              <a:pathLst>
                <a:path w="383" h="198" extrusionOk="0">
                  <a:moveTo>
                    <a:pt x="89" y="1"/>
                  </a:moveTo>
                  <a:cubicBezTo>
                    <a:pt x="49" y="1"/>
                    <a:pt x="13" y="29"/>
                    <a:pt x="5" y="75"/>
                  </a:cubicBezTo>
                  <a:cubicBezTo>
                    <a:pt x="0" y="119"/>
                    <a:pt x="29" y="159"/>
                    <a:pt x="78" y="168"/>
                  </a:cubicBezTo>
                  <a:lnTo>
                    <a:pt x="283" y="198"/>
                  </a:lnTo>
                  <a:lnTo>
                    <a:pt x="294" y="198"/>
                  </a:lnTo>
                  <a:cubicBezTo>
                    <a:pt x="337" y="198"/>
                    <a:pt x="372" y="168"/>
                    <a:pt x="377" y="125"/>
                  </a:cubicBezTo>
                  <a:cubicBezTo>
                    <a:pt x="382" y="80"/>
                    <a:pt x="353" y="41"/>
                    <a:pt x="308" y="31"/>
                  </a:cubicBezTo>
                  <a:lnTo>
                    <a:pt x="98" y="1"/>
                  </a:lnTo>
                  <a:cubicBezTo>
                    <a:pt x="95" y="1"/>
                    <a:pt x="92" y="1"/>
                    <a:pt x="89"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0" name="Google Shape;4984;p59">
              <a:extLst>
                <a:ext uri="{FF2B5EF4-FFF2-40B4-BE49-F238E27FC236}">
                  <a16:creationId xmlns:a16="http://schemas.microsoft.com/office/drawing/2014/main" id="{9FFC2172-0E01-AE5F-9CFE-3B2C96895168}"/>
                </a:ext>
              </a:extLst>
            </p:cNvPr>
            <p:cNvSpPr/>
            <p:nvPr/>
          </p:nvSpPr>
          <p:spPr>
            <a:xfrm>
              <a:off x="1840375" y="631800"/>
              <a:ext cx="9575" cy="4950"/>
            </a:xfrm>
            <a:custGeom>
              <a:avLst/>
              <a:gdLst/>
              <a:ahLst/>
              <a:cxnLst/>
              <a:rect l="l" t="t" r="r" b="b"/>
              <a:pathLst>
                <a:path w="383" h="198" extrusionOk="0">
                  <a:moveTo>
                    <a:pt x="89" y="1"/>
                  </a:moveTo>
                  <a:cubicBezTo>
                    <a:pt x="48" y="1"/>
                    <a:pt x="10" y="29"/>
                    <a:pt x="6" y="69"/>
                  </a:cubicBezTo>
                  <a:cubicBezTo>
                    <a:pt x="1" y="114"/>
                    <a:pt x="30" y="158"/>
                    <a:pt x="74" y="162"/>
                  </a:cubicBezTo>
                  <a:lnTo>
                    <a:pt x="284" y="192"/>
                  </a:lnTo>
                  <a:cubicBezTo>
                    <a:pt x="284" y="192"/>
                    <a:pt x="289" y="198"/>
                    <a:pt x="295" y="198"/>
                  </a:cubicBezTo>
                  <a:cubicBezTo>
                    <a:pt x="334" y="198"/>
                    <a:pt x="368" y="168"/>
                    <a:pt x="377" y="124"/>
                  </a:cubicBezTo>
                  <a:cubicBezTo>
                    <a:pt x="383" y="80"/>
                    <a:pt x="354" y="35"/>
                    <a:pt x="304" y="31"/>
                  </a:cubicBezTo>
                  <a:lnTo>
                    <a:pt x="98" y="1"/>
                  </a:lnTo>
                  <a:cubicBezTo>
                    <a:pt x="95" y="1"/>
                    <a:pt x="92" y="1"/>
                    <a:pt x="89"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1" name="Google Shape;4985;p59">
              <a:extLst>
                <a:ext uri="{FF2B5EF4-FFF2-40B4-BE49-F238E27FC236}">
                  <a16:creationId xmlns:a16="http://schemas.microsoft.com/office/drawing/2014/main" id="{AA164833-497C-F379-AD76-1DF9D5910560}"/>
                </a:ext>
              </a:extLst>
            </p:cNvPr>
            <p:cNvSpPr/>
            <p:nvPr/>
          </p:nvSpPr>
          <p:spPr>
            <a:xfrm>
              <a:off x="1846125" y="555275"/>
              <a:ext cx="9575" cy="4925"/>
            </a:xfrm>
            <a:custGeom>
              <a:avLst/>
              <a:gdLst/>
              <a:ahLst/>
              <a:cxnLst/>
              <a:rect l="l" t="t" r="r" b="b"/>
              <a:pathLst>
                <a:path w="383" h="197" extrusionOk="0">
                  <a:moveTo>
                    <a:pt x="89" y="1"/>
                  </a:moveTo>
                  <a:cubicBezTo>
                    <a:pt x="48" y="1"/>
                    <a:pt x="10" y="29"/>
                    <a:pt x="6" y="69"/>
                  </a:cubicBezTo>
                  <a:cubicBezTo>
                    <a:pt x="0" y="114"/>
                    <a:pt x="30" y="157"/>
                    <a:pt x="74" y="162"/>
                  </a:cubicBezTo>
                  <a:lnTo>
                    <a:pt x="285" y="191"/>
                  </a:lnTo>
                  <a:cubicBezTo>
                    <a:pt x="285" y="191"/>
                    <a:pt x="289" y="196"/>
                    <a:pt x="294" y="196"/>
                  </a:cubicBezTo>
                  <a:cubicBezTo>
                    <a:pt x="334" y="196"/>
                    <a:pt x="373" y="167"/>
                    <a:pt x="378" y="123"/>
                  </a:cubicBezTo>
                  <a:cubicBezTo>
                    <a:pt x="382" y="79"/>
                    <a:pt x="353" y="40"/>
                    <a:pt x="305" y="30"/>
                  </a:cubicBezTo>
                  <a:lnTo>
                    <a:pt x="99" y="1"/>
                  </a:lnTo>
                  <a:cubicBezTo>
                    <a:pt x="96" y="1"/>
                    <a:pt x="93" y="1"/>
                    <a:pt x="89"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2" name="Google Shape;4986;p59">
              <a:extLst>
                <a:ext uri="{FF2B5EF4-FFF2-40B4-BE49-F238E27FC236}">
                  <a16:creationId xmlns:a16="http://schemas.microsoft.com/office/drawing/2014/main" id="{FEA4E513-80F2-0660-A075-6B5392D9A777}"/>
                </a:ext>
              </a:extLst>
            </p:cNvPr>
            <p:cNvSpPr/>
            <p:nvPr/>
          </p:nvSpPr>
          <p:spPr>
            <a:xfrm>
              <a:off x="1712275" y="542500"/>
              <a:ext cx="14975" cy="7050"/>
            </a:xfrm>
            <a:custGeom>
              <a:avLst/>
              <a:gdLst/>
              <a:ahLst/>
              <a:cxnLst/>
              <a:rect l="l" t="t" r="r" b="b"/>
              <a:pathLst>
                <a:path w="599" h="282" extrusionOk="0">
                  <a:moveTo>
                    <a:pt x="84" y="0"/>
                  </a:moveTo>
                  <a:cubicBezTo>
                    <a:pt x="46" y="0"/>
                    <a:pt x="15" y="32"/>
                    <a:pt x="11" y="71"/>
                  </a:cubicBezTo>
                  <a:cubicBezTo>
                    <a:pt x="0" y="115"/>
                    <a:pt x="35" y="159"/>
                    <a:pt x="79" y="164"/>
                  </a:cubicBezTo>
                  <a:cubicBezTo>
                    <a:pt x="217" y="178"/>
                    <a:pt x="348" y="218"/>
                    <a:pt x="471" y="277"/>
                  </a:cubicBezTo>
                  <a:cubicBezTo>
                    <a:pt x="481" y="282"/>
                    <a:pt x="495" y="282"/>
                    <a:pt x="505" y="282"/>
                  </a:cubicBezTo>
                  <a:cubicBezTo>
                    <a:pt x="534" y="282"/>
                    <a:pt x="564" y="266"/>
                    <a:pt x="579" y="232"/>
                  </a:cubicBezTo>
                  <a:cubicBezTo>
                    <a:pt x="599" y="193"/>
                    <a:pt x="579" y="144"/>
                    <a:pt x="540" y="125"/>
                  </a:cubicBezTo>
                  <a:cubicBezTo>
                    <a:pt x="403" y="61"/>
                    <a:pt x="251" y="22"/>
                    <a:pt x="99" y="2"/>
                  </a:cubicBezTo>
                  <a:cubicBezTo>
                    <a:pt x="94" y="1"/>
                    <a:pt x="89" y="0"/>
                    <a:pt x="84"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3" name="Google Shape;4987;p59">
              <a:extLst>
                <a:ext uri="{FF2B5EF4-FFF2-40B4-BE49-F238E27FC236}">
                  <a16:creationId xmlns:a16="http://schemas.microsoft.com/office/drawing/2014/main" id="{1C31CA81-98C6-E6B4-73F2-49D72E33D43E}"/>
                </a:ext>
              </a:extLst>
            </p:cNvPr>
            <p:cNvSpPr/>
            <p:nvPr/>
          </p:nvSpPr>
          <p:spPr>
            <a:xfrm>
              <a:off x="1774500" y="579525"/>
              <a:ext cx="15450" cy="6375"/>
            </a:xfrm>
            <a:custGeom>
              <a:avLst/>
              <a:gdLst/>
              <a:ahLst/>
              <a:cxnLst/>
              <a:rect l="l" t="t" r="r" b="b"/>
              <a:pathLst>
                <a:path w="618" h="255" extrusionOk="0">
                  <a:moveTo>
                    <a:pt x="93" y="0"/>
                  </a:moveTo>
                  <a:cubicBezTo>
                    <a:pt x="60" y="0"/>
                    <a:pt x="30" y="19"/>
                    <a:pt x="14" y="49"/>
                  </a:cubicBezTo>
                  <a:cubicBezTo>
                    <a:pt x="0" y="94"/>
                    <a:pt x="20" y="143"/>
                    <a:pt x="59" y="157"/>
                  </a:cubicBezTo>
                  <a:cubicBezTo>
                    <a:pt x="211" y="221"/>
                    <a:pt x="373" y="255"/>
                    <a:pt x="534" y="255"/>
                  </a:cubicBezTo>
                  <a:cubicBezTo>
                    <a:pt x="583" y="255"/>
                    <a:pt x="617" y="216"/>
                    <a:pt x="617" y="173"/>
                  </a:cubicBezTo>
                  <a:cubicBezTo>
                    <a:pt x="617" y="128"/>
                    <a:pt x="583" y="89"/>
                    <a:pt x="534" y="89"/>
                  </a:cubicBezTo>
                  <a:cubicBezTo>
                    <a:pt x="392" y="89"/>
                    <a:pt x="255" y="64"/>
                    <a:pt x="122" y="6"/>
                  </a:cubicBezTo>
                  <a:cubicBezTo>
                    <a:pt x="113" y="2"/>
                    <a:pt x="103" y="0"/>
                    <a:pt x="93"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4" name="Google Shape;4988;p59">
              <a:extLst>
                <a:ext uri="{FF2B5EF4-FFF2-40B4-BE49-F238E27FC236}">
                  <a16:creationId xmlns:a16="http://schemas.microsoft.com/office/drawing/2014/main" id="{F17E266B-11E2-F76F-7643-42709D1DA9DA}"/>
                </a:ext>
              </a:extLst>
            </p:cNvPr>
            <p:cNvSpPr/>
            <p:nvPr/>
          </p:nvSpPr>
          <p:spPr>
            <a:xfrm>
              <a:off x="1736650" y="574325"/>
              <a:ext cx="11925" cy="4975"/>
            </a:xfrm>
            <a:custGeom>
              <a:avLst/>
              <a:gdLst/>
              <a:ahLst/>
              <a:cxnLst/>
              <a:rect l="l" t="t" r="r" b="b"/>
              <a:pathLst>
                <a:path w="477" h="199" extrusionOk="0">
                  <a:moveTo>
                    <a:pt x="95" y="0"/>
                  </a:moveTo>
                  <a:cubicBezTo>
                    <a:pt x="59" y="0"/>
                    <a:pt x="27" y="20"/>
                    <a:pt x="15" y="57"/>
                  </a:cubicBezTo>
                  <a:cubicBezTo>
                    <a:pt x="0" y="101"/>
                    <a:pt x="25" y="150"/>
                    <a:pt x="69" y="160"/>
                  </a:cubicBezTo>
                  <a:cubicBezTo>
                    <a:pt x="147" y="189"/>
                    <a:pt x="226" y="198"/>
                    <a:pt x="309" y="198"/>
                  </a:cubicBezTo>
                  <a:cubicBezTo>
                    <a:pt x="339" y="198"/>
                    <a:pt x="368" y="198"/>
                    <a:pt x="397" y="194"/>
                  </a:cubicBezTo>
                  <a:cubicBezTo>
                    <a:pt x="441" y="189"/>
                    <a:pt x="476" y="150"/>
                    <a:pt x="470" y="105"/>
                  </a:cubicBezTo>
                  <a:cubicBezTo>
                    <a:pt x="466" y="61"/>
                    <a:pt x="432" y="32"/>
                    <a:pt x="391" y="32"/>
                  </a:cubicBezTo>
                  <a:cubicBezTo>
                    <a:pt x="388" y="32"/>
                    <a:pt x="385" y="32"/>
                    <a:pt x="382" y="33"/>
                  </a:cubicBezTo>
                  <a:cubicBezTo>
                    <a:pt x="359" y="35"/>
                    <a:pt x="336" y="36"/>
                    <a:pt x="314" y="36"/>
                  </a:cubicBezTo>
                  <a:cubicBezTo>
                    <a:pt x="246" y="36"/>
                    <a:pt x="180" y="25"/>
                    <a:pt x="118" y="3"/>
                  </a:cubicBezTo>
                  <a:cubicBezTo>
                    <a:pt x="110" y="1"/>
                    <a:pt x="102" y="0"/>
                    <a:pt x="95"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5" name="Google Shape;4989;p59">
              <a:extLst>
                <a:ext uri="{FF2B5EF4-FFF2-40B4-BE49-F238E27FC236}">
                  <a16:creationId xmlns:a16="http://schemas.microsoft.com/office/drawing/2014/main" id="{C00B945E-AFB6-E2D7-D093-C4D793B70DA3}"/>
                </a:ext>
              </a:extLst>
            </p:cNvPr>
            <p:cNvSpPr/>
            <p:nvPr/>
          </p:nvSpPr>
          <p:spPr>
            <a:xfrm>
              <a:off x="1844900" y="612525"/>
              <a:ext cx="11900" cy="4975"/>
            </a:xfrm>
            <a:custGeom>
              <a:avLst/>
              <a:gdLst/>
              <a:ahLst/>
              <a:cxnLst/>
              <a:rect l="l" t="t" r="r" b="b"/>
              <a:pathLst>
                <a:path w="476" h="199" extrusionOk="0">
                  <a:moveTo>
                    <a:pt x="97" y="1"/>
                  </a:moveTo>
                  <a:cubicBezTo>
                    <a:pt x="60" y="1"/>
                    <a:pt x="24" y="24"/>
                    <a:pt x="15" y="58"/>
                  </a:cubicBezTo>
                  <a:cubicBezTo>
                    <a:pt x="1" y="101"/>
                    <a:pt x="26" y="150"/>
                    <a:pt x="69" y="160"/>
                  </a:cubicBezTo>
                  <a:cubicBezTo>
                    <a:pt x="143" y="189"/>
                    <a:pt x="225" y="199"/>
                    <a:pt x="309" y="199"/>
                  </a:cubicBezTo>
                  <a:cubicBezTo>
                    <a:pt x="338" y="199"/>
                    <a:pt x="368" y="199"/>
                    <a:pt x="397" y="194"/>
                  </a:cubicBezTo>
                  <a:cubicBezTo>
                    <a:pt x="442" y="189"/>
                    <a:pt x="476" y="150"/>
                    <a:pt x="471" y="106"/>
                  </a:cubicBezTo>
                  <a:cubicBezTo>
                    <a:pt x="467" y="61"/>
                    <a:pt x="432" y="32"/>
                    <a:pt x="388" y="32"/>
                  </a:cubicBezTo>
                  <a:cubicBezTo>
                    <a:pt x="385" y="32"/>
                    <a:pt x="382" y="33"/>
                    <a:pt x="378" y="33"/>
                  </a:cubicBezTo>
                  <a:cubicBezTo>
                    <a:pt x="356" y="35"/>
                    <a:pt x="335" y="36"/>
                    <a:pt x="313" y="36"/>
                  </a:cubicBezTo>
                  <a:cubicBezTo>
                    <a:pt x="247" y="36"/>
                    <a:pt x="181" y="26"/>
                    <a:pt x="118" y="3"/>
                  </a:cubicBezTo>
                  <a:cubicBezTo>
                    <a:pt x="111" y="2"/>
                    <a:pt x="104" y="1"/>
                    <a:pt x="97"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6" name="Google Shape;4990;p59">
              <a:extLst>
                <a:ext uri="{FF2B5EF4-FFF2-40B4-BE49-F238E27FC236}">
                  <a16:creationId xmlns:a16="http://schemas.microsoft.com/office/drawing/2014/main" id="{B5F34725-A00A-0BCD-DF18-466B3ACA8E00}"/>
                </a:ext>
              </a:extLst>
            </p:cNvPr>
            <p:cNvSpPr/>
            <p:nvPr/>
          </p:nvSpPr>
          <p:spPr>
            <a:xfrm>
              <a:off x="1677625" y="564725"/>
              <a:ext cx="16700" cy="4050"/>
            </a:xfrm>
            <a:custGeom>
              <a:avLst/>
              <a:gdLst/>
              <a:ahLst/>
              <a:cxnLst/>
              <a:rect l="l" t="t" r="r" b="b"/>
              <a:pathLst>
                <a:path w="668" h="162" extrusionOk="0">
                  <a:moveTo>
                    <a:pt x="84" y="0"/>
                  </a:moveTo>
                  <a:cubicBezTo>
                    <a:pt x="35" y="0"/>
                    <a:pt x="0" y="34"/>
                    <a:pt x="0" y="83"/>
                  </a:cubicBezTo>
                  <a:cubicBezTo>
                    <a:pt x="0" y="127"/>
                    <a:pt x="35" y="161"/>
                    <a:pt x="84" y="161"/>
                  </a:cubicBezTo>
                  <a:lnTo>
                    <a:pt x="588" y="161"/>
                  </a:lnTo>
                  <a:cubicBezTo>
                    <a:pt x="633" y="161"/>
                    <a:pt x="667" y="127"/>
                    <a:pt x="667" y="83"/>
                  </a:cubicBezTo>
                  <a:cubicBezTo>
                    <a:pt x="667" y="34"/>
                    <a:pt x="633" y="0"/>
                    <a:pt x="588"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7" name="Google Shape;4991;p59">
              <a:extLst>
                <a:ext uri="{FF2B5EF4-FFF2-40B4-BE49-F238E27FC236}">
                  <a16:creationId xmlns:a16="http://schemas.microsoft.com/office/drawing/2014/main" id="{1E175192-0127-AF3A-3951-510F87E29BFD}"/>
                </a:ext>
              </a:extLst>
            </p:cNvPr>
            <p:cNvSpPr/>
            <p:nvPr/>
          </p:nvSpPr>
          <p:spPr>
            <a:xfrm>
              <a:off x="1750875" y="607675"/>
              <a:ext cx="13975" cy="4950"/>
            </a:xfrm>
            <a:custGeom>
              <a:avLst/>
              <a:gdLst/>
              <a:ahLst/>
              <a:cxnLst/>
              <a:rect l="l" t="t" r="r" b="b"/>
              <a:pathLst>
                <a:path w="559" h="198" extrusionOk="0">
                  <a:moveTo>
                    <a:pt x="88" y="1"/>
                  </a:moveTo>
                  <a:cubicBezTo>
                    <a:pt x="49" y="1"/>
                    <a:pt x="13" y="29"/>
                    <a:pt x="5" y="69"/>
                  </a:cubicBezTo>
                  <a:cubicBezTo>
                    <a:pt x="0" y="119"/>
                    <a:pt x="29" y="157"/>
                    <a:pt x="78" y="163"/>
                  </a:cubicBezTo>
                  <a:cubicBezTo>
                    <a:pt x="206" y="182"/>
                    <a:pt x="337" y="193"/>
                    <a:pt x="470" y="197"/>
                  </a:cubicBezTo>
                  <a:lnTo>
                    <a:pt x="475" y="197"/>
                  </a:lnTo>
                  <a:cubicBezTo>
                    <a:pt x="518" y="197"/>
                    <a:pt x="554" y="157"/>
                    <a:pt x="554" y="114"/>
                  </a:cubicBezTo>
                  <a:cubicBezTo>
                    <a:pt x="558" y="69"/>
                    <a:pt x="518" y="31"/>
                    <a:pt x="475" y="31"/>
                  </a:cubicBezTo>
                  <a:cubicBezTo>
                    <a:pt x="348" y="31"/>
                    <a:pt x="225" y="21"/>
                    <a:pt x="98" y="1"/>
                  </a:cubicBezTo>
                  <a:cubicBezTo>
                    <a:pt x="95" y="1"/>
                    <a:pt x="92" y="1"/>
                    <a:pt x="88"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8" name="Google Shape;4992;p59">
              <a:extLst>
                <a:ext uri="{FF2B5EF4-FFF2-40B4-BE49-F238E27FC236}">
                  <a16:creationId xmlns:a16="http://schemas.microsoft.com/office/drawing/2014/main" id="{2872D792-CD9F-10A1-C4C1-69BDF74E25FD}"/>
                </a:ext>
              </a:extLst>
            </p:cNvPr>
            <p:cNvSpPr/>
            <p:nvPr/>
          </p:nvSpPr>
          <p:spPr>
            <a:xfrm>
              <a:off x="1860800" y="583425"/>
              <a:ext cx="14000" cy="4950"/>
            </a:xfrm>
            <a:custGeom>
              <a:avLst/>
              <a:gdLst/>
              <a:ahLst/>
              <a:cxnLst/>
              <a:rect l="l" t="t" r="r" b="b"/>
              <a:pathLst>
                <a:path w="560" h="198" extrusionOk="0">
                  <a:moveTo>
                    <a:pt x="95" y="1"/>
                  </a:moveTo>
                  <a:cubicBezTo>
                    <a:pt x="54" y="1"/>
                    <a:pt x="16" y="29"/>
                    <a:pt x="12" y="69"/>
                  </a:cubicBezTo>
                  <a:cubicBezTo>
                    <a:pt x="1" y="119"/>
                    <a:pt x="36" y="158"/>
                    <a:pt x="80" y="163"/>
                  </a:cubicBezTo>
                  <a:cubicBezTo>
                    <a:pt x="213" y="182"/>
                    <a:pt x="340" y="193"/>
                    <a:pt x="477" y="198"/>
                  </a:cubicBezTo>
                  <a:cubicBezTo>
                    <a:pt x="521" y="198"/>
                    <a:pt x="559" y="158"/>
                    <a:pt x="559" y="114"/>
                  </a:cubicBezTo>
                  <a:cubicBezTo>
                    <a:pt x="559" y="69"/>
                    <a:pt x="525" y="31"/>
                    <a:pt x="477" y="31"/>
                  </a:cubicBezTo>
                  <a:cubicBezTo>
                    <a:pt x="349" y="31"/>
                    <a:pt x="227" y="21"/>
                    <a:pt x="104" y="1"/>
                  </a:cubicBezTo>
                  <a:cubicBezTo>
                    <a:pt x="101" y="1"/>
                    <a:pt x="98" y="1"/>
                    <a:pt x="95"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9" name="Google Shape;4993;p59">
              <a:extLst>
                <a:ext uri="{FF2B5EF4-FFF2-40B4-BE49-F238E27FC236}">
                  <a16:creationId xmlns:a16="http://schemas.microsoft.com/office/drawing/2014/main" id="{C9012B70-A46C-B245-EF96-582665F6FEBB}"/>
                </a:ext>
              </a:extLst>
            </p:cNvPr>
            <p:cNvSpPr/>
            <p:nvPr/>
          </p:nvSpPr>
          <p:spPr>
            <a:xfrm>
              <a:off x="1698200" y="596550"/>
              <a:ext cx="9800" cy="5675"/>
            </a:xfrm>
            <a:custGeom>
              <a:avLst/>
              <a:gdLst/>
              <a:ahLst/>
              <a:cxnLst/>
              <a:rect l="l" t="t" r="r" b="b"/>
              <a:pathLst>
                <a:path w="392" h="227" extrusionOk="0">
                  <a:moveTo>
                    <a:pt x="90" y="0"/>
                  </a:moveTo>
                  <a:cubicBezTo>
                    <a:pt x="49" y="0"/>
                    <a:pt x="9" y="33"/>
                    <a:pt x="5" y="73"/>
                  </a:cubicBezTo>
                  <a:cubicBezTo>
                    <a:pt x="0" y="118"/>
                    <a:pt x="34" y="162"/>
                    <a:pt x="79" y="168"/>
                  </a:cubicBezTo>
                  <a:cubicBezTo>
                    <a:pt x="143" y="172"/>
                    <a:pt x="206" y="191"/>
                    <a:pt x="260" y="216"/>
                  </a:cubicBezTo>
                  <a:cubicBezTo>
                    <a:pt x="274" y="220"/>
                    <a:pt x="285" y="226"/>
                    <a:pt x="299" y="226"/>
                  </a:cubicBezTo>
                  <a:cubicBezTo>
                    <a:pt x="328" y="226"/>
                    <a:pt x="358" y="206"/>
                    <a:pt x="373" y="177"/>
                  </a:cubicBezTo>
                  <a:cubicBezTo>
                    <a:pt x="392" y="138"/>
                    <a:pt x="373" y="89"/>
                    <a:pt x="333" y="69"/>
                  </a:cubicBezTo>
                  <a:cubicBezTo>
                    <a:pt x="260" y="35"/>
                    <a:pt x="181" y="10"/>
                    <a:pt x="98" y="1"/>
                  </a:cubicBezTo>
                  <a:cubicBezTo>
                    <a:pt x="95" y="0"/>
                    <a:pt x="93" y="0"/>
                    <a:pt x="90"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0" name="Google Shape;4994;p59">
              <a:extLst>
                <a:ext uri="{FF2B5EF4-FFF2-40B4-BE49-F238E27FC236}">
                  <a16:creationId xmlns:a16="http://schemas.microsoft.com/office/drawing/2014/main" id="{6579341E-BBCE-3DAC-9107-50A286787755}"/>
                </a:ext>
              </a:extLst>
            </p:cNvPr>
            <p:cNvSpPr/>
            <p:nvPr/>
          </p:nvSpPr>
          <p:spPr>
            <a:xfrm>
              <a:off x="1644200" y="534325"/>
              <a:ext cx="13100" cy="4825"/>
            </a:xfrm>
            <a:custGeom>
              <a:avLst/>
              <a:gdLst/>
              <a:ahLst/>
              <a:cxnLst/>
              <a:rect l="l" t="t" r="r" b="b"/>
              <a:pathLst>
                <a:path w="524" h="193" extrusionOk="0">
                  <a:moveTo>
                    <a:pt x="85" y="0"/>
                  </a:moveTo>
                  <a:cubicBezTo>
                    <a:pt x="44" y="0"/>
                    <a:pt x="10" y="33"/>
                    <a:pt x="6" y="75"/>
                  </a:cubicBezTo>
                  <a:cubicBezTo>
                    <a:pt x="1" y="118"/>
                    <a:pt x="30" y="158"/>
                    <a:pt x="78" y="163"/>
                  </a:cubicBezTo>
                  <a:cubicBezTo>
                    <a:pt x="201" y="177"/>
                    <a:pt x="318" y="188"/>
                    <a:pt x="436" y="192"/>
                  </a:cubicBezTo>
                  <a:lnTo>
                    <a:pt x="442" y="192"/>
                  </a:lnTo>
                  <a:cubicBezTo>
                    <a:pt x="485" y="192"/>
                    <a:pt x="519" y="163"/>
                    <a:pt x="524" y="118"/>
                  </a:cubicBezTo>
                  <a:cubicBezTo>
                    <a:pt x="524" y="70"/>
                    <a:pt x="490" y="30"/>
                    <a:pt x="446" y="30"/>
                  </a:cubicBezTo>
                  <a:cubicBezTo>
                    <a:pt x="329" y="21"/>
                    <a:pt x="216" y="11"/>
                    <a:pt x="94" y="1"/>
                  </a:cubicBezTo>
                  <a:cubicBezTo>
                    <a:pt x="91" y="1"/>
                    <a:pt x="88" y="0"/>
                    <a:pt x="85"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1" name="Google Shape;4995;p59">
              <a:extLst>
                <a:ext uri="{FF2B5EF4-FFF2-40B4-BE49-F238E27FC236}">
                  <a16:creationId xmlns:a16="http://schemas.microsoft.com/office/drawing/2014/main" id="{4F100E6D-CF05-A805-599E-3A0EF1C80B93}"/>
                </a:ext>
              </a:extLst>
            </p:cNvPr>
            <p:cNvSpPr/>
            <p:nvPr/>
          </p:nvSpPr>
          <p:spPr>
            <a:xfrm>
              <a:off x="1799100" y="551350"/>
              <a:ext cx="17650" cy="4925"/>
            </a:xfrm>
            <a:custGeom>
              <a:avLst/>
              <a:gdLst/>
              <a:ahLst/>
              <a:cxnLst/>
              <a:rect l="l" t="t" r="r" b="b"/>
              <a:pathLst>
                <a:path w="706" h="197" extrusionOk="0">
                  <a:moveTo>
                    <a:pt x="88" y="1"/>
                  </a:moveTo>
                  <a:cubicBezTo>
                    <a:pt x="45" y="1"/>
                    <a:pt x="6" y="36"/>
                    <a:pt x="6" y="79"/>
                  </a:cubicBezTo>
                  <a:cubicBezTo>
                    <a:pt x="0" y="124"/>
                    <a:pt x="35" y="163"/>
                    <a:pt x="84" y="167"/>
                  </a:cubicBezTo>
                  <a:cubicBezTo>
                    <a:pt x="260" y="172"/>
                    <a:pt x="436" y="183"/>
                    <a:pt x="613" y="197"/>
                  </a:cubicBezTo>
                  <a:lnTo>
                    <a:pt x="617" y="197"/>
                  </a:lnTo>
                  <a:cubicBezTo>
                    <a:pt x="662" y="197"/>
                    <a:pt x="701" y="163"/>
                    <a:pt x="701" y="118"/>
                  </a:cubicBezTo>
                  <a:cubicBezTo>
                    <a:pt x="706" y="75"/>
                    <a:pt x="671" y="36"/>
                    <a:pt x="623" y="30"/>
                  </a:cubicBezTo>
                  <a:cubicBezTo>
                    <a:pt x="447" y="20"/>
                    <a:pt x="271" y="11"/>
                    <a:pt x="88"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2" name="Google Shape;4996;p59">
              <a:extLst>
                <a:ext uri="{FF2B5EF4-FFF2-40B4-BE49-F238E27FC236}">
                  <a16:creationId xmlns:a16="http://schemas.microsoft.com/office/drawing/2014/main" id="{5565480E-50B5-7C26-E35C-FF2F6D882BAA}"/>
                </a:ext>
              </a:extLst>
            </p:cNvPr>
            <p:cNvSpPr/>
            <p:nvPr/>
          </p:nvSpPr>
          <p:spPr>
            <a:xfrm>
              <a:off x="1801925" y="619550"/>
              <a:ext cx="14100" cy="7875"/>
            </a:xfrm>
            <a:custGeom>
              <a:avLst/>
              <a:gdLst/>
              <a:ahLst/>
              <a:cxnLst/>
              <a:rect l="l" t="t" r="r" b="b"/>
              <a:pathLst>
                <a:path w="564" h="315" extrusionOk="0">
                  <a:moveTo>
                    <a:pt x="93" y="0"/>
                  </a:moveTo>
                  <a:cubicBezTo>
                    <a:pt x="73" y="0"/>
                    <a:pt x="52" y="9"/>
                    <a:pt x="34" y="26"/>
                  </a:cubicBezTo>
                  <a:cubicBezTo>
                    <a:pt x="0" y="55"/>
                    <a:pt x="0" y="105"/>
                    <a:pt x="29" y="139"/>
                  </a:cubicBezTo>
                  <a:cubicBezTo>
                    <a:pt x="142" y="256"/>
                    <a:pt x="280" y="315"/>
                    <a:pt x="436" y="315"/>
                  </a:cubicBezTo>
                  <a:lnTo>
                    <a:pt x="486" y="315"/>
                  </a:lnTo>
                  <a:cubicBezTo>
                    <a:pt x="529" y="310"/>
                    <a:pt x="563" y="270"/>
                    <a:pt x="558" y="222"/>
                  </a:cubicBezTo>
                  <a:cubicBezTo>
                    <a:pt x="554" y="180"/>
                    <a:pt x="520" y="148"/>
                    <a:pt x="479" y="148"/>
                  </a:cubicBezTo>
                  <a:cubicBezTo>
                    <a:pt x="476" y="148"/>
                    <a:pt x="473" y="148"/>
                    <a:pt x="470" y="148"/>
                  </a:cubicBezTo>
                  <a:cubicBezTo>
                    <a:pt x="458" y="149"/>
                    <a:pt x="445" y="150"/>
                    <a:pt x="432" y="150"/>
                  </a:cubicBezTo>
                  <a:cubicBezTo>
                    <a:pt x="325" y="150"/>
                    <a:pt x="226" y="109"/>
                    <a:pt x="152" y="26"/>
                  </a:cubicBezTo>
                  <a:cubicBezTo>
                    <a:pt x="135" y="9"/>
                    <a:pt x="114" y="0"/>
                    <a:pt x="93"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3" name="Google Shape;4997;p59">
              <a:extLst>
                <a:ext uri="{FF2B5EF4-FFF2-40B4-BE49-F238E27FC236}">
                  <a16:creationId xmlns:a16="http://schemas.microsoft.com/office/drawing/2014/main" id="{55DA31C6-9740-920C-360B-ACB0DB6D1D3A}"/>
                </a:ext>
              </a:extLst>
            </p:cNvPr>
            <p:cNvSpPr/>
            <p:nvPr/>
          </p:nvSpPr>
          <p:spPr>
            <a:xfrm>
              <a:off x="1820550" y="586925"/>
              <a:ext cx="11900" cy="6325"/>
            </a:xfrm>
            <a:custGeom>
              <a:avLst/>
              <a:gdLst/>
              <a:ahLst/>
              <a:cxnLst/>
              <a:rect l="l" t="t" r="r" b="b"/>
              <a:pathLst>
                <a:path w="476" h="253" extrusionOk="0">
                  <a:moveTo>
                    <a:pt x="138" y="0"/>
                  </a:moveTo>
                  <a:cubicBezTo>
                    <a:pt x="118" y="0"/>
                    <a:pt x="98" y="1"/>
                    <a:pt x="78" y="4"/>
                  </a:cubicBezTo>
                  <a:cubicBezTo>
                    <a:pt x="34" y="8"/>
                    <a:pt x="0" y="47"/>
                    <a:pt x="5" y="92"/>
                  </a:cubicBezTo>
                  <a:cubicBezTo>
                    <a:pt x="9" y="132"/>
                    <a:pt x="43" y="165"/>
                    <a:pt x="87" y="165"/>
                  </a:cubicBezTo>
                  <a:cubicBezTo>
                    <a:pt x="91" y="165"/>
                    <a:pt x="94" y="165"/>
                    <a:pt x="98" y="165"/>
                  </a:cubicBezTo>
                  <a:cubicBezTo>
                    <a:pt x="110" y="163"/>
                    <a:pt x="122" y="163"/>
                    <a:pt x="134" y="163"/>
                  </a:cubicBezTo>
                  <a:cubicBezTo>
                    <a:pt x="209" y="163"/>
                    <a:pt x="278" y="187"/>
                    <a:pt x="328" y="234"/>
                  </a:cubicBezTo>
                  <a:cubicBezTo>
                    <a:pt x="347" y="248"/>
                    <a:pt x="362" y="253"/>
                    <a:pt x="382" y="253"/>
                  </a:cubicBezTo>
                  <a:cubicBezTo>
                    <a:pt x="406" y="253"/>
                    <a:pt x="431" y="243"/>
                    <a:pt x="446" y="223"/>
                  </a:cubicBezTo>
                  <a:cubicBezTo>
                    <a:pt x="475" y="189"/>
                    <a:pt x="475" y="141"/>
                    <a:pt x="435" y="112"/>
                  </a:cubicBezTo>
                  <a:cubicBezTo>
                    <a:pt x="352" y="37"/>
                    <a:pt x="248" y="0"/>
                    <a:pt x="138"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54" name="Google Shape;4819;p59">
            <a:extLst>
              <a:ext uri="{FF2B5EF4-FFF2-40B4-BE49-F238E27FC236}">
                <a16:creationId xmlns:a16="http://schemas.microsoft.com/office/drawing/2014/main" id="{D807267C-89F3-B96D-52F7-2B192CDB9BEC}"/>
              </a:ext>
            </a:extLst>
          </p:cNvPr>
          <p:cNvGrpSpPr/>
          <p:nvPr/>
        </p:nvGrpSpPr>
        <p:grpSpPr>
          <a:xfrm>
            <a:off x="7776993" y="2699135"/>
            <a:ext cx="1316432" cy="1941980"/>
            <a:chOff x="4137550" y="2803550"/>
            <a:chExt cx="871925" cy="1286250"/>
          </a:xfrm>
        </p:grpSpPr>
        <p:sp>
          <p:nvSpPr>
            <p:cNvPr id="4055" name="Google Shape;4820;p59">
              <a:extLst>
                <a:ext uri="{FF2B5EF4-FFF2-40B4-BE49-F238E27FC236}">
                  <a16:creationId xmlns:a16="http://schemas.microsoft.com/office/drawing/2014/main" id="{0B4F4D5E-3909-5144-34FE-557BEA66F4F6}"/>
                </a:ext>
              </a:extLst>
            </p:cNvPr>
            <p:cNvSpPr/>
            <p:nvPr/>
          </p:nvSpPr>
          <p:spPr>
            <a:xfrm>
              <a:off x="4679550" y="3399925"/>
              <a:ext cx="141100" cy="683775"/>
            </a:xfrm>
            <a:custGeom>
              <a:avLst/>
              <a:gdLst/>
              <a:ahLst/>
              <a:cxnLst/>
              <a:rect l="l" t="t" r="r" b="b"/>
              <a:pathLst>
                <a:path w="5644" h="27351" extrusionOk="0">
                  <a:moveTo>
                    <a:pt x="426" y="233"/>
                  </a:moveTo>
                  <a:cubicBezTo>
                    <a:pt x="442" y="233"/>
                    <a:pt x="476" y="237"/>
                    <a:pt x="555" y="257"/>
                  </a:cubicBezTo>
                  <a:cubicBezTo>
                    <a:pt x="2499" y="1281"/>
                    <a:pt x="3929" y="4641"/>
                    <a:pt x="4806" y="10245"/>
                  </a:cubicBezTo>
                  <a:lnTo>
                    <a:pt x="4806" y="10250"/>
                  </a:lnTo>
                  <a:cubicBezTo>
                    <a:pt x="4478" y="10450"/>
                    <a:pt x="4054" y="10552"/>
                    <a:pt x="3606" y="10552"/>
                  </a:cubicBezTo>
                  <a:cubicBezTo>
                    <a:pt x="3331" y="10552"/>
                    <a:pt x="3046" y="10514"/>
                    <a:pt x="2768" y="10436"/>
                  </a:cubicBezTo>
                  <a:cubicBezTo>
                    <a:pt x="2592" y="9251"/>
                    <a:pt x="2341" y="7957"/>
                    <a:pt x="2009" y="6463"/>
                  </a:cubicBezTo>
                  <a:cubicBezTo>
                    <a:pt x="1857" y="5798"/>
                    <a:pt x="1583" y="5087"/>
                    <a:pt x="1294" y="4338"/>
                  </a:cubicBezTo>
                  <a:cubicBezTo>
                    <a:pt x="754" y="2952"/>
                    <a:pt x="196" y="1521"/>
                    <a:pt x="417" y="262"/>
                  </a:cubicBezTo>
                  <a:cubicBezTo>
                    <a:pt x="417" y="257"/>
                    <a:pt x="422" y="253"/>
                    <a:pt x="422" y="248"/>
                  </a:cubicBezTo>
                  <a:cubicBezTo>
                    <a:pt x="422" y="243"/>
                    <a:pt x="426" y="237"/>
                    <a:pt x="426" y="233"/>
                  </a:cubicBezTo>
                  <a:close/>
                  <a:moveTo>
                    <a:pt x="4835" y="10451"/>
                  </a:moveTo>
                  <a:cubicBezTo>
                    <a:pt x="4875" y="10700"/>
                    <a:pt x="4909" y="10950"/>
                    <a:pt x="4938" y="11206"/>
                  </a:cubicBezTo>
                  <a:cubicBezTo>
                    <a:pt x="4652" y="11346"/>
                    <a:pt x="4303" y="11417"/>
                    <a:pt x="3937" y="11417"/>
                  </a:cubicBezTo>
                  <a:cubicBezTo>
                    <a:pt x="3589" y="11417"/>
                    <a:pt x="3224" y="11353"/>
                    <a:pt x="2881" y="11224"/>
                  </a:cubicBezTo>
                  <a:cubicBezTo>
                    <a:pt x="2856" y="11034"/>
                    <a:pt x="2827" y="10838"/>
                    <a:pt x="2798" y="10637"/>
                  </a:cubicBezTo>
                  <a:lnTo>
                    <a:pt x="2798" y="10637"/>
                  </a:lnTo>
                  <a:cubicBezTo>
                    <a:pt x="3062" y="10706"/>
                    <a:pt x="3336" y="10740"/>
                    <a:pt x="3601" y="10740"/>
                  </a:cubicBezTo>
                  <a:cubicBezTo>
                    <a:pt x="4057" y="10740"/>
                    <a:pt x="4487" y="10641"/>
                    <a:pt x="4835" y="10451"/>
                  </a:cubicBezTo>
                  <a:close/>
                  <a:moveTo>
                    <a:pt x="4963" y="11401"/>
                  </a:moveTo>
                  <a:lnTo>
                    <a:pt x="4963" y="11401"/>
                  </a:lnTo>
                  <a:cubicBezTo>
                    <a:pt x="5452" y="15486"/>
                    <a:pt x="5291" y="20369"/>
                    <a:pt x="4532" y="23911"/>
                  </a:cubicBezTo>
                  <a:cubicBezTo>
                    <a:pt x="4502" y="24043"/>
                    <a:pt x="4443" y="24343"/>
                    <a:pt x="4399" y="24612"/>
                  </a:cubicBezTo>
                  <a:cubicBezTo>
                    <a:pt x="4394" y="24641"/>
                    <a:pt x="4389" y="24666"/>
                    <a:pt x="4389" y="24685"/>
                  </a:cubicBezTo>
                  <a:lnTo>
                    <a:pt x="4389" y="24690"/>
                  </a:lnTo>
                  <a:lnTo>
                    <a:pt x="4389" y="24696"/>
                  </a:lnTo>
                  <a:cubicBezTo>
                    <a:pt x="4321" y="25116"/>
                    <a:pt x="4326" y="25185"/>
                    <a:pt x="4369" y="25219"/>
                  </a:cubicBezTo>
                  <a:cubicBezTo>
                    <a:pt x="4375" y="25288"/>
                    <a:pt x="4375" y="25352"/>
                    <a:pt x="4380" y="25410"/>
                  </a:cubicBezTo>
                  <a:cubicBezTo>
                    <a:pt x="4394" y="25670"/>
                    <a:pt x="4409" y="25856"/>
                    <a:pt x="4311" y="25993"/>
                  </a:cubicBezTo>
                  <a:cubicBezTo>
                    <a:pt x="4296" y="26008"/>
                    <a:pt x="4292" y="26018"/>
                    <a:pt x="4287" y="26023"/>
                  </a:cubicBezTo>
                  <a:cubicBezTo>
                    <a:pt x="4242" y="25993"/>
                    <a:pt x="4184" y="25851"/>
                    <a:pt x="4150" y="25783"/>
                  </a:cubicBezTo>
                  <a:cubicBezTo>
                    <a:pt x="4125" y="25724"/>
                    <a:pt x="4100" y="25670"/>
                    <a:pt x="4071" y="25630"/>
                  </a:cubicBezTo>
                  <a:lnTo>
                    <a:pt x="4071" y="25625"/>
                  </a:lnTo>
                  <a:lnTo>
                    <a:pt x="4071" y="25616"/>
                  </a:lnTo>
                  <a:cubicBezTo>
                    <a:pt x="4081" y="25567"/>
                    <a:pt x="4041" y="25518"/>
                    <a:pt x="3993" y="25513"/>
                  </a:cubicBezTo>
                  <a:cubicBezTo>
                    <a:pt x="3988" y="25512"/>
                    <a:pt x="3982" y="25511"/>
                    <a:pt x="3977" y="25511"/>
                  </a:cubicBezTo>
                  <a:cubicBezTo>
                    <a:pt x="3930" y="25511"/>
                    <a:pt x="3893" y="25547"/>
                    <a:pt x="3885" y="25591"/>
                  </a:cubicBezTo>
                  <a:cubicBezTo>
                    <a:pt x="3880" y="25650"/>
                    <a:pt x="3890" y="25743"/>
                    <a:pt x="3910" y="25919"/>
                  </a:cubicBezTo>
                  <a:cubicBezTo>
                    <a:pt x="3934" y="26145"/>
                    <a:pt x="3998" y="26665"/>
                    <a:pt x="3899" y="26753"/>
                  </a:cubicBezTo>
                  <a:cubicBezTo>
                    <a:pt x="3899" y="26756"/>
                    <a:pt x="3897" y="26759"/>
                    <a:pt x="3889" y="26759"/>
                  </a:cubicBezTo>
                  <a:cubicBezTo>
                    <a:pt x="3885" y="26759"/>
                    <a:pt x="3881" y="26759"/>
                    <a:pt x="3876" y="26758"/>
                  </a:cubicBezTo>
                  <a:cubicBezTo>
                    <a:pt x="3822" y="26742"/>
                    <a:pt x="3693" y="26468"/>
                    <a:pt x="3635" y="25700"/>
                  </a:cubicBezTo>
                  <a:cubicBezTo>
                    <a:pt x="3635" y="25684"/>
                    <a:pt x="3630" y="25670"/>
                    <a:pt x="3621" y="25655"/>
                  </a:cubicBezTo>
                  <a:cubicBezTo>
                    <a:pt x="3611" y="25621"/>
                    <a:pt x="3582" y="25591"/>
                    <a:pt x="3542" y="25587"/>
                  </a:cubicBezTo>
                  <a:cubicBezTo>
                    <a:pt x="3536" y="25586"/>
                    <a:pt x="3530" y="25585"/>
                    <a:pt x="3524" y="25585"/>
                  </a:cubicBezTo>
                  <a:cubicBezTo>
                    <a:pt x="3478" y="25585"/>
                    <a:pt x="3443" y="25617"/>
                    <a:pt x="3435" y="25665"/>
                  </a:cubicBezTo>
                  <a:cubicBezTo>
                    <a:pt x="3405" y="25865"/>
                    <a:pt x="3424" y="26096"/>
                    <a:pt x="3444" y="26321"/>
                  </a:cubicBezTo>
                  <a:cubicBezTo>
                    <a:pt x="3469" y="26606"/>
                    <a:pt x="3494" y="26905"/>
                    <a:pt x="3419" y="27135"/>
                  </a:cubicBezTo>
                  <a:cubicBezTo>
                    <a:pt x="3302" y="27041"/>
                    <a:pt x="3175" y="26718"/>
                    <a:pt x="3150" y="25792"/>
                  </a:cubicBezTo>
                  <a:lnTo>
                    <a:pt x="3146" y="25704"/>
                  </a:lnTo>
                  <a:cubicBezTo>
                    <a:pt x="3141" y="25653"/>
                    <a:pt x="3097" y="25616"/>
                    <a:pt x="3054" y="25616"/>
                  </a:cubicBezTo>
                  <a:cubicBezTo>
                    <a:pt x="3052" y="25616"/>
                    <a:pt x="3049" y="25616"/>
                    <a:pt x="3047" y="25616"/>
                  </a:cubicBezTo>
                  <a:cubicBezTo>
                    <a:pt x="2994" y="25616"/>
                    <a:pt x="2954" y="25660"/>
                    <a:pt x="2954" y="25714"/>
                  </a:cubicBezTo>
                  <a:lnTo>
                    <a:pt x="2959" y="25802"/>
                  </a:lnTo>
                  <a:cubicBezTo>
                    <a:pt x="2974" y="26213"/>
                    <a:pt x="3003" y="26640"/>
                    <a:pt x="3096" y="26939"/>
                  </a:cubicBezTo>
                  <a:lnTo>
                    <a:pt x="3096" y="26943"/>
                  </a:lnTo>
                  <a:cubicBezTo>
                    <a:pt x="3072" y="27066"/>
                    <a:pt x="3047" y="27106"/>
                    <a:pt x="3033" y="27115"/>
                  </a:cubicBezTo>
                  <a:cubicBezTo>
                    <a:pt x="2969" y="27086"/>
                    <a:pt x="2841" y="26841"/>
                    <a:pt x="2802" y="26649"/>
                  </a:cubicBezTo>
                  <a:cubicBezTo>
                    <a:pt x="2675" y="25959"/>
                    <a:pt x="2685" y="24714"/>
                    <a:pt x="3017" y="24196"/>
                  </a:cubicBezTo>
                  <a:cubicBezTo>
                    <a:pt x="3047" y="24185"/>
                    <a:pt x="3067" y="24156"/>
                    <a:pt x="3072" y="24127"/>
                  </a:cubicBezTo>
                  <a:cubicBezTo>
                    <a:pt x="3449" y="21276"/>
                    <a:pt x="3277" y="16613"/>
                    <a:pt x="3067" y="13198"/>
                  </a:cubicBezTo>
                  <a:cubicBezTo>
                    <a:pt x="3033" y="12630"/>
                    <a:pt x="2979" y="12047"/>
                    <a:pt x="2906" y="11435"/>
                  </a:cubicBezTo>
                  <a:lnTo>
                    <a:pt x="2906" y="11435"/>
                  </a:lnTo>
                  <a:cubicBezTo>
                    <a:pt x="3238" y="11548"/>
                    <a:pt x="3591" y="11606"/>
                    <a:pt x="3929" y="11606"/>
                  </a:cubicBezTo>
                  <a:cubicBezTo>
                    <a:pt x="4301" y="11606"/>
                    <a:pt x="4659" y="11538"/>
                    <a:pt x="4963" y="11401"/>
                  </a:cubicBezTo>
                  <a:close/>
                  <a:moveTo>
                    <a:pt x="442" y="0"/>
                  </a:moveTo>
                  <a:cubicBezTo>
                    <a:pt x="406" y="0"/>
                    <a:pt x="372" y="21"/>
                    <a:pt x="354" y="56"/>
                  </a:cubicBezTo>
                  <a:lnTo>
                    <a:pt x="354" y="61"/>
                  </a:lnTo>
                  <a:cubicBezTo>
                    <a:pt x="304" y="76"/>
                    <a:pt x="270" y="115"/>
                    <a:pt x="245" y="178"/>
                  </a:cubicBezTo>
                  <a:lnTo>
                    <a:pt x="241" y="198"/>
                  </a:lnTo>
                  <a:cubicBezTo>
                    <a:pt x="236" y="203"/>
                    <a:pt x="236" y="214"/>
                    <a:pt x="231" y="218"/>
                  </a:cubicBezTo>
                  <a:cubicBezTo>
                    <a:pt x="1" y="1530"/>
                    <a:pt x="569" y="2995"/>
                    <a:pt x="1118" y="4406"/>
                  </a:cubicBezTo>
                  <a:cubicBezTo>
                    <a:pt x="1407" y="5151"/>
                    <a:pt x="1676" y="5851"/>
                    <a:pt x="1823" y="6508"/>
                  </a:cubicBezTo>
                  <a:cubicBezTo>
                    <a:pt x="2151" y="7957"/>
                    <a:pt x="2396" y="9221"/>
                    <a:pt x="2572" y="10377"/>
                  </a:cubicBezTo>
                  <a:cubicBezTo>
                    <a:pt x="2582" y="10446"/>
                    <a:pt x="2592" y="10514"/>
                    <a:pt x="2601" y="10583"/>
                  </a:cubicBezTo>
                  <a:cubicBezTo>
                    <a:pt x="2631" y="10799"/>
                    <a:pt x="2660" y="11009"/>
                    <a:pt x="2689" y="11220"/>
                  </a:cubicBezTo>
                  <a:cubicBezTo>
                    <a:pt x="2694" y="11269"/>
                    <a:pt x="2700" y="11313"/>
                    <a:pt x="2705" y="11357"/>
                  </a:cubicBezTo>
                  <a:cubicBezTo>
                    <a:pt x="2782" y="12004"/>
                    <a:pt x="2841" y="12610"/>
                    <a:pt x="2881" y="13209"/>
                  </a:cubicBezTo>
                  <a:cubicBezTo>
                    <a:pt x="3087" y="16593"/>
                    <a:pt x="3258" y="21208"/>
                    <a:pt x="2895" y="24043"/>
                  </a:cubicBezTo>
                  <a:lnTo>
                    <a:pt x="2895" y="24049"/>
                  </a:lnTo>
                  <a:cubicBezTo>
                    <a:pt x="2465" y="24637"/>
                    <a:pt x="2504" y="26052"/>
                    <a:pt x="2621" y="26683"/>
                  </a:cubicBezTo>
                  <a:cubicBezTo>
                    <a:pt x="2651" y="26846"/>
                    <a:pt x="2807" y="27305"/>
                    <a:pt x="3037" y="27311"/>
                  </a:cubicBezTo>
                  <a:cubicBezTo>
                    <a:pt x="3126" y="27311"/>
                    <a:pt x="3180" y="27252"/>
                    <a:pt x="3214" y="27188"/>
                  </a:cubicBezTo>
                  <a:cubicBezTo>
                    <a:pt x="3277" y="27276"/>
                    <a:pt x="3356" y="27335"/>
                    <a:pt x="3458" y="27350"/>
                  </a:cubicBezTo>
                  <a:lnTo>
                    <a:pt x="3474" y="27350"/>
                  </a:lnTo>
                  <a:cubicBezTo>
                    <a:pt x="3508" y="27350"/>
                    <a:pt x="3542" y="27330"/>
                    <a:pt x="3557" y="27296"/>
                  </a:cubicBezTo>
                  <a:cubicBezTo>
                    <a:pt x="3630" y="27140"/>
                    <a:pt x="3655" y="26963"/>
                    <a:pt x="3655" y="26776"/>
                  </a:cubicBezTo>
                  <a:cubicBezTo>
                    <a:pt x="3729" y="26919"/>
                    <a:pt x="3802" y="26934"/>
                    <a:pt x="3836" y="26943"/>
                  </a:cubicBezTo>
                  <a:cubicBezTo>
                    <a:pt x="3856" y="26943"/>
                    <a:pt x="3870" y="26948"/>
                    <a:pt x="3890" y="26948"/>
                  </a:cubicBezTo>
                  <a:cubicBezTo>
                    <a:pt x="3953" y="26948"/>
                    <a:pt x="3998" y="26919"/>
                    <a:pt x="4027" y="26894"/>
                  </a:cubicBezTo>
                  <a:cubicBezTo>
                    <a:pt x="4159" y="26772"/>
                    <a:pt x="4159" y="26493"/>
                    <a:pt x="4120" y="26120"/>
                  </a:cubicBezTo>
                  <a:lnTo>
                    <a:pt x="4120" y="26120"/>
                  </a:lnTo>
                  <a:cubicBezTo>
                    <a:pt x="4164" y="26170"/>
                    <a:pt x="4208" y="26209"/>
                    <a:pt x="4272" y="26213"/>
                  </a:cubicBezTo>
                  <a:lnTo>
                    <a:pt x="4287" y="26213"/>
                  </a:lnTo>
                  <a:cubicBezTo>
                    <a:pt x="4351" y="26213"/>
                    <a:pt x="4414" y="26174"/>
                    <a:pt x="4463" y="26100"/>
                  </a:cubicBezTo>
                  <a:cubicBezTo>
                    <a:pt x="4600" y="25910"/>
                    <a:pt x="4586" y="25675"/>
                    <a:pt x="4566" y="25401"/>
                  </a:cubicBezTo>
                  <a:cubicBezTo>
                    <a:pt x="4556" y="25205"/>
                    <a:pt x="4541" y="24979"/>
                    <a:pt x="4575" y="24719"/>
                  </a:cubicBezTo>
                  <a:lnTo>
                    <a:pt x="4575" y="24714"/>
                  </a:lnTo>
                  <a:cubicBezTo>
                    <a:pt x="4620" y="24445"/>
                    <a:pt x="4679" y="24122"/>
                    <a:pt x="4713" y="23950"/>
                  </a:cubicBezTo>
                  <a:cubicBezTo>
                    <a:pt x="5481" y="20369"/>
                    <a:pt x="5644" y="15427"/>
                    <a:pt x="5144" y="11313"/>
                  </a:cubicBezTo>
                  <a:cubicBezTo>
                    <a:pt x="5133" y="11244"/>
                    <a:pt x="5124" y="11176"/>
                    <a:pt x="5119" y="11107"/>
                  </a:cubicBezTo>
                  <a:cubicBezTo>
                    <a:pt x="5085" y="10847"/>
                    <a:pt x="5051" y="10593"/>
                    <a:pt x="5011" y="10343"/>
                  </a:cubicBezTo>
                  <a:cubicBezTo>
                    <a:pt x="5007" y="10304"/>
                    <a:pt x="4997" y="10259"/>
                    <a:pt x="4992" y="10216"/>
                  </a:cubicBezTo>
                  <a:cubicBezTo>
                    <a:pt x="4987" y="10200"/>
                    <a:pt x="4987" y="10182"/>
                    <a:pt x="4982" y="10162"/>
                  </a:cubicBezTo>
                  <a:cubicBezTo>
                    <a:pt x="4111" y="4612"/>
                    <a:pt x="2680" y="1242"/>
                    <a:pt x="725" y="135"/>
                  </a:cubicBezTo>
                  <a:cubicBezTo>
                    <a:pt x="716" y="115"/>
                    <a:pt x="696" y="101"/>
                    <a:pt x="672" y="96"/>
                  </a:cubicBezTo>
                  <a:cubicBezTo>
                    <a:pt x="657" y="86"/>
                    <a:pt x="637" y="81"/>
                    <a:pt x="623" y="76"/>
                  </a:cubicBezTo>
                  <a:cubicBezTo>
                    <a:pt x="573" y="52"/>
                    <a:pt x="530" y="32"/>
                    <a:pt x="480" y="8"/>
                  </a:cubicBezTo>
                  <a:cubicBezTo>
                    <a:pt x="468" y="3"/>
                    <a:pt x="455" y="0"/>
                    <a:pt x="442"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6" name="Google Shape;4821;p59">
              <a:extLst>
                <a:ext uri="{FF2B5EF4-FFF2-40B4-BE49-F238E27FC236}">
                  <a16:creationId xmlns:a16="http://schemas.microsoft.com/office/drawing/2014/main" id="{E3D8CAF9-30BE-819C-22F9-4EE9FF753FD0}"/>
                </a:ext>
              </a:extLst>
            </p:cNvPr>
            <p:cNvSpPr/>
            <p:nvPr/>
          </p:nvSpPr>
          <p:spPr>
            <a:xfrm>
              <a:off x="4746425" y="3684925"/>
              <a:ext cx="68825" cy="393375"/>
            </a:xfrm>
            <a:custGeom>
              <a:avLst/>
              <a:gdLst/>
              <a:ahLst/>
              <a:cxnLst/>
              <a:rect l="l" t="t" r="r" b="b"/>
              <a:pathLst>
                <a:path w="2753" h="15735" extrusionOk="0">
                  <a:moveTo>
                    <a:pt x="1521" y="3079"/>
                  </a:moveTo>
                  <a:cubicBezTo>
                    <a:pt x="1546" y="3079"/>
                    <a:pt x="1570" y="3089"/>
                    <a:pt x="1587" y="3107"/>
                  </a:cubicBezTo>
                  <a:cubicBezTo>
                    <a:pt x="1617" y="3141"/>
                    <a:pt x="1651" y="3170"/>
                    <a:pt x="1680" y="3204"/>
                  </a:cubicBezTo>
                  <a:cubicBezTo>
                    <a:pt x="1788" y="3312"/>
                    <a:pt x="1900" y="3430"/>
                    <a:pt x="1994" y="3552"/>
                  </a:cubicBezTo>
                  <a:cubicBezTo>
                    <a:pt x="2024" y="3597"/>
                    <a:pt x="2013" y="3656"/>
                    <a:pt x="1974" y="3685"/>
                  </a:cubicBezTo>
                  <a:cubicBezTo>
                    <a:pt x="1954" y="3699"/>
                    <a:pt x="1935" y="3704"/>
                    <a:pt x="1915" y="3704"/>
                  </a:cubicBezTo>
                  <a:cubicBezTo>
                    <a:pt x="1886" y="3704"/>
                    <a:pt x="1861" y="3690"/>
                    <a:pt x="1841" y="3665"/>
                  </a:cubicBezTo>
                  <a:cubicBezTo>
                    <a:pt x="1759" y="3548"/>
                    <a:pt x="1651" y="3439"/>
                    <a:pt x="1547" y="3337"/>
                  </a:cubicBezTo>
                  <a:cubicBezTo>
                    <a:pt x="1513" y="3303"/>
                    <a:pt x="1484" y="3268"/>
                    <a:pt x="1455" y="3238"/>
                  </a:cubicBezTo>
                  <a:cubicBezTo>
                    <a:pt x="1416" y="3200"/>
                    <a:pt x="1416" y="3141"/>
                    <a:pt x="1455" y="3107"/>
                  </a:cubicBezTo>
                  <a:cubicBezTo>
                    <a:pt x="1474" y="3088"/>
                    <a:pt x="1498" y="3079"/>
                    <a:pt x="1521" y="3079"/>
                  </a:cubicBezTo>
                  <a:close/>
                  <a:moveTo>
                    <a:pt x="1707" y="3855"/>
                  </a:moveTo>
                  <a:cubicBezTo>
                    <a:pt x="1731" y="3855"/>
                    <a:pt x="1756" y="3865"/>
                    <a:pt x="1773" y="3885"/>
                  </a:cubicBezTo>
                  <a:cubicBezTo>
                    <a:pt x="1803" y="3914"/>
                    <a:pt x="1837" y="3950"/>
                    <a:pt x="1866" y="3979"/>
                  </a:cubicBezTo>
                  <a:cubicBezTo>
                    <a:pt x="1974" y="4091"/>
                    <a:pt x="2087" y="4203"/>
                    <a:pt x="2180" y="4332"/>
                  </a:cubicBezTo>
                  <a:cubicBezTo>
                    <a:pt x="2209" y="4375"/>
                    <a:pt x="2200" y="4434"/>
                    <a:pt x="2155" y="4463"/>
                  </a:cubicBezTo>
                  <a:cubicBezTo>
                    <a:pt x="2141" y="4473"/>
                    <a:pt x="2121" y="4479"/>
                    <a:pt x="2101" y="4479"/>
                  </a:cubicBezTo>
                  <a:cubicBezTo>
                    <a:pt x="2072" y="4479"/>
                    <a:pt x="2042" y="4468"/>
                    <a:pt x="2024" y="4443"/>
                  </a:cubicBezTo>
                  <a:cubicBezTo>
                    <a:pt x="1940" y="4326"/>
                    <a:pt x="1837" y="4219"/>
                    <a:pt x="1730" y="4111"/>
                  </a:cubicBezTo>
                  <a:cubicBezTo>
                    <a:pt x="1700" y="4077"/>
                    <a:pt x="1665" y="4047"/>
                    <a:pt x="1636" y="4013"/>
                  </a:cubicBezTo>
                  <a:cubicBezTo>
                    <a:pt x="1601" y="3979"/>
                    <a:pt x="1601" y="3914"/>
                    <a:pt x="1641" y="3880"/>
                  </a:cubicBezTo>
                  <a:cubicBezTo>
                    <a:pt x="1660" y="3864"/>
                    <a:pt x="1684" y="3855"/>
                    <a:pt x="1707" y="3855"/>
                  </a:cubicBezTo>
                  <a:close/>
                  <a:moveTo>
                    <a:pt x="2288" y="1"/>
                  </a:moveTo>
                  <a:cubicBezTo>
                    <a:pt x="1984" y="138"/>
                    <a:pt x="1626" y="206"/>
                    <a:pt x="1254" y="206"/>
                  </a:cubicBezTo>
                  <a:cubicBezTo>
                    <a:pt x="916" y="206"/>
                    <a:pt x="563" y="148"/>
                    <a:pt x="231" y="35"/>
                  </a:cubicBezTo>
                  <a:lnTo>
                    <a:pt x="231" y="35"/>
                  </a:lnTo>
                  <a:cubicBezTo>
                    <a:pt x="245" y="143"/>
                    <a:pt x="254" y="246"/>
                    <a:pt x="265" y="353"/>
                  </a:cubicBezTo>
                  <a:cubicBezTo>
                    <a:pt x="324" y="848"/>
                    <a:pt x="362" y="1328"/>
                    <a:pt x="392" y="1798"/>
                  </a:cubicBezTo>
                  <a:cubicBezTo>
                    <a:pt x="602" y="5213"/>
                    <a:pt x="774" y="9876"/>
                    <a:pt x="397" y="12727"/>
                  </a:cubicBezTo>
                  <a:cubicBezTo>
                    <a:pt x="392" y="12756"/>
                    <a:pt x="372" y="12785"/>
                    <a:pt x="342" y="12796"/>
                  </a:cubicBezTo>
                  <a:cubicBezTo>
                    <a:pt x="10" y="13314"/>
                    <a:pt x="0" y="14559"/>
                    <a:pt x="127" y="15249"/>
                  </a:cubicBezTo>
                  <a:cubicBezTo>
                    <a:pt x="166" y="15441"/>
                    <a:pt x="294" y="15686"/>
                    <a:pt x="358" y="15715"/>
                  </a:cubicBezTo>
                  <a:cubicBezTo>
                    <a:pt x="372" y="15706"/>
                    <a:pt x="397" y="15666"/>
                    <a:pt x="421" y="15543"/>
                  </a:cubicBezTo>
                  <a:lnTo>
                    <a:pt x="421" y="15539"/>
                  </a:lnTo>
                  <a:cubicBezTo>
                    <a:pt x="328" y="15240"/>
                    <a:pt x="299" y="14813"/>
                    <a:pt x="284" y="14402"/>
                  </a:cubicBezTo>
                  <a:lnTo>
                    <a:pt x="279" y="14314"/>
                  </a:lnTo>
                  <a:cubicBezTo>
                    <a:pt x="279" y="14260"/>
                    <a:pt x="319" y="14216"/>
                    <a:pt x="372" y="14216"/>
                  </a:cubicBezTo>
                  <a:cubicBezTo>
                    <a:pt x="374" y="14216"/>
                    <a:pt x="377" y="14216"/>
                    <a:pt x="379" y="14216"/>
                  </a:cubicBezTo>
                  <a:cubicBezTo>
                    <a:pt x="422" y="14216"/>
                    <a:pt x="466" y="14253"/>
                    <a:pt x="471" y="14304"/>
                  </a:cubicBezTo>
                  <a:lnTo>
                    <a:pt x="475" y="14392"/>
                  </a:lnTo>
                  <a:cubicBezTo>
                    <a:pt x="500" y="15318"/>
                    <a:pt x="627" y="15641"/>
                    <a:pt x="744" y="15735"/>
                  </a:cubicBezTo>
                  <a:cubicBezTo>
                    <a:pt x="819" y="15505"/>
                    <a:pt x="794" y="15206"/>
                    <a:pt x="769" y="14921"/>
                  </a:cubicBezTo>
                  <a:cubicBezTo>
                    <a:pt x="749" y="14696"/>
                    <a:pt x="730" y="14465"/>
                    <a:pt x="760" y="14265"/>
                  </a:cubicBezTo>
                  <a:cubicBezTo>
                    <a:pt x="768" y="14217"/>
                    <a:pt x="803" y="14185"/>
                    <a:pt x="849" y="14185"/>
                  </a:cubicBezTo>
                  <a:cubicBezTo>
                    <a:pt x="855" y="14185"/>
                    <a:pt x="861" y="14186"/>
                    <a:pt x="867" y="14187"/>
                  </a:cubicBezTo>
                  <a:cubicBezTo>
                    <a:pt x="907" y="14191"/>
                    <a:pt x="936" y="14221"/>
                    <a:pt x="946" y="14255"/>
                  </a:cubicBezTo>
                  <a:cubicBezTo>
                    <a:pt x="955" y="14270"/>
                    <a:pt x="960" y="14284"/>
                    <a:pt x="960" y="14300"/>
                  </a:cubicBezTo>
                  <a:cubicBezTo>
                    <a:pt x="1018" y="15068"/>
                    <a:pt x="1147" y="15342"/>
                    <a:pt x="1201" y="15358"/>
                  </a:cubicBezTo>
                  <a:cubicBezTo>
                    <a:pt x="1206" y="15359"/>
                    <a:pt x="1210" y="15359"/>
                    <a:pt x="1214" y="15359"/>
                  </a:cubicBezTo>
                  <a:cubicBezTo>
                    <a:pt x="1222" y="15359"/>
                    <a:pt x="1224" y="15356"/>
                    <a:pt x="1224" y="15353"/>
                  </a:cubicBezTo>
                  <a:cubicBezTo>
                    <a:pt x="1323" y="15265"/>
                    <a:pt x="1259" y="14745"/>
                    <a:pt x="1235" y="14519"/>
                  </a:cubicBezTo>
                  <a:cubicBezTo>
                    <a:pt x="1215" y="14343"/>
                    <a:pt x="1205" y="14250"/>
                    <a:pt x="1210" y="14191"/>
                  </a:cubicBezTo>
                  <a:cubicBezTo>
                    <a:pt x="1218" y="14147"/>
                    <a:pt x="1255" y="14111"/>
                    <a:pt x="1302" y="14111"/>
                  </a:cubicBezTo>
                  <a:cubicBezTo>
                    <a:pt x="1307" y="14111"/>
                    <a:pt x="1313" y="14112"/>
                    <a:pt x="1318" y="14113"/>
                  </a:cubicBezTo>
                  <a:cubicBezTo>
                    <a:pt x="1366" y="14118"/>
                    <a:pt x="1406" y="14167"/>
                    <a:pt x="1396" y="14216"/>
                  </a:cubicBezTo>
                  <a:lnTo>
                    <a:pt x="1396" y="14225"/>
                  </a:lnTo>
                  <a:lnTo>
                    <a:pt x="1396" y="14230"/>
                  </a:lnTo>
                  <a:cubicBezTo>
                    <a:pt x="1425" y="14270"/>
                    <a:pt x="1450" y="14324"/>
                    <a:pt x="1475" y="14383"/>
                  </a:cubicBezTo>
                  <a:cubicBezTo>
                    <a:pt x="1509" y="14451"/>
                    <a:pt x="1567" y="14593"/>
                    <a:pt x="1612" y="14623"/>
                  </a:cubicBezTo>
                  <a:cubicBezTo>
                    <a:pt x="1617" y="14618"/>
                    <a:pt x="1621" y="14608"/>
                    <a:pt x="1636" y="14593"/>
                  </a:cubicBezTo>
                  <a:cubicBezTo>
                    <a:pt x="1734" y="14456"/>
                    <a:pt x="1719" y="14270"/>
                    <a:pt x="1705" y="14010"/>
                  </a:cubicBezTo>
                  <a:cubicBezTo>
                    <a:pt x="1700" y="13952"/>
                    <a:pt x="1700" y="13888"/>
                    <a:pt x="1694" y="13819"/>
                  </a:cubicBezTo>
                  <a:cubicBezTo>
                    <a:pt x="1651" y="13785"/>
                    <a:pt x="1646" y="13716"/>
                    <a:pt x="1714" y="13296"/>
                  </a:cubicBezTo>
                  <a:lnTo>
                    <a:pt x="1714" y="13290"/>
                  </a:lnTo>
                  <a:lnTo>
                    <a:pt x="1714" y="13285"/>
                  </a:lnTo>
                  <a:cubicBezTo>
                    <a:pt x="1714" y="13266"/>
                    <a:pt x="1719" y="13241"/>
                    <a:pt x="1724" y="13212"/>
                  </a:cubicBezTo>
                  <a:cubicBezTo>
                    <a:pt x="1768" y="12943"/>
                    <a:pt x="1827" y="12643"/>
                    <a:pt x="1857" y="12511"/>
                  </a:cubicBezTo>
                  <a:cubicBezTo>
                    <a:pt x="2567" y="9204"/>
                    <a:pt x="2752" y="4728"/>
                    <a:pt x="2376" y="824"/>
                  </a:cubicBezTo>
                  <a:cubicBezTo>
                    <a:pt x="2352" y="550"/>
                    <a:pt x="2322" y="270"/>
                    <a:pt x="2288" y="1"/>
                  </a:cubicBezTo>
                  <a:close/>
                </a:path>
              </a:pathLst>
            </a:custGeom>
            <a:solidFill>
              <a:srgbClr val="EC78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7" name="Google Shape;4822;p59">
              <a:extLst>
                <a:ext uri="{FF2B5EF4-FFF2-40B4-BE49-F238E27FC236}">
                  <a16:creationId xmlns:a16="http://schemas.microsoft.com/office/drawing/2014/main" id="{64F3DF37-8C41-B684-07EB-E6F7B1B2731A}"/>
                </a:ext>
              </a:extLst>
            </p:cNvPr>
            <p:cNvSpPr/>
            <p:nvPr/>
          </p:nvSpPr>
          <p:spPr>
            <a:xfrm>
              <a:off x="4684450" y="3405725"/>
              <a:ext cx="115250" cy="258025"/>
            </a:xfrm>
            <a:custGeom>
              <a:avLst/>
              <a:gdLst/>
              <a:ahLst/>
              <a:cxnLst/>
              <a:rect l="l" t="t" r="r" b="b"/>
              <a:pathLst>
                <a:path w="4610" h="10321" extrusionOk="0">
                  <a:moveTo>
                    <a:pt x="230" y="1"/>
                  </a:moveTo>
                  <a:cubicBezTo>
                    <a:pt x="230" y="5"/>
                    <a:pt x="226" y="11"/>
                    <a:pt x="226" y="16"/>
                  </a:cubicBezTo>
                  <a:cubicBezTo>
                    <a:pt x="226" y="21"/>
                    <a:pt x="221" y="25"/>
                    <a:pt x="221" y="30"/>
                  </a:cubicBezTo>
                  <a:cubicBezTo>
                    <a:pt x="0" y="1289"/>
                    <a:pt x="558" y="2720"/>
                    <a:pt x="1098" y="4106"/>
                  </a:cubicBezTo>
                  <a:cubicBezTo>
                    <a:pt x="1387" y="4855"/>
                    <a:pt x="1661" y="5566"/>
                    <a:pt x="1813" y="6231"/>
                  </a:cubicBezTo>
                  <a:cubicBezTo>
                    <a:pt x="2145" y="7725"/>
                    <a:pt x="2396" y="9019"/>
                    <a:pt x="2572" y="10204"/>
                  </a:cubicBezTo>
                  <a:cubicBezTo>
                    <a:pt x="2850" y="10282"/>
                    <a:pt x="3135" y="10320"/>
                    <a:pt x="3410" y="10320"/>
                  </a:cubicBezTo>
                  <a:cubicBezTo>
                    <a:pt x="3858" y="10320"/>
                    <a:pt x="4282" y="10218"/>
                    <a:pt x="4610" y="10018"/>
                  </a:cubicBezTo>
                  <a:lnTo>
                    <a:pt x="4610" y="10013"/>
                  </a:lnTo>
                  <a:cubicBezTo>
                    <a:pt x="3733" y="4409"/>
                    <a:pt x="2303" y="1049"/>
                    <a:pt x="359" y="25"/>
                  </a:cubicBezTo>
                  <a:cubicBezTo>
                    <a:pt x="280" y="5"/>
                    <a:pt x="246" y="1"/>
                    <a:pt x="230"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8" name="Google Shape;4823;p59">
              <a:extLst>
                <a:ext uri="{FF2B5EF4-FFF2-40B4-BE49-F238E27FC236}">
                  <a16:creationId xmlns:a16="http://schemas.microsoft.com/office/drawing/2014/main" id="{0E4C8A5F-8A20-D763-5F13-59ED404816B5}"/>
                </a:ext>
              </a:extLst>
            </p:cNvPr>
            <p:cNvSpPr/>
            <p:nvPr/>
          </p:nvSpPr>
          <p:spPr>
            <a:xfrm>
              <a:off x="4749475" y="3661175"/>
              <a:ext cx="53550" cy="24200"/>
            </a:xfrm>
            <a:custGeom>
              <a:avLst/>
              <a:gdLst/>
              <a:ahLst/>
              <a:cxnLst/>
              <a:rect l="l" t="t" r="r" b="b"/>
              <a:pathLst>
                <a:path w="2142" h="968" extrusionOk="0">
                  <a:moveTo>
                    <a:pt x="2038" y="1"/>
                  </a:moveTo>
                  <a:cubicBezTo>
                    <a:pt x="1690" y="191"/>
                    <a:pt x="1260" y="290"/>
                    <a:pt x="804" y="290"/>
                  </a:cubicBezTo>
                  <a:cubicBezTo>
                    <a:pt x="539" y="290"/>
                    <a:pt x="265" y="256"/>
                    <a:pt x="1" y="187"/>
                  </a:cubicBezTo>
                  <a:lnTo>
                    <a:pt x="1" y="187"/>
                  </a:lnTo>
                  <a:cubicBezTo>
                    <a:pt x="30" y="388"/>
                    <a:pt x="59" y="584"/>
                    <a:pt x="84" y="774"/>
                  </a:cubicBezTo>
                  <a:cubicBezTo>
                    <a:pt x="427" y="903"/>
                    <a:pt x="792" y="967"/>
                    <a:pt x="1140" y="967"/>
                  </a:cubicBezTo>
                  <a:cubicBezTo>
                    <a:pt x="1506" y="967"/>
                    <a:pt x="1855" y="896"/>
                    <a:pt x="2141" y="756"/>
                  </a:cubicBezTo>
                  <a:cubicBezTo>
                    <a:pt x="2112" y="500"/>
                    <a:pt x="2078" y="250"/>
                    <a:pt x="2038"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9" name="Google Shape;4824;p59">
              <a:extLst>
                <a:ext uri="{FF2B5EF4-FFF2-40B4-BE49-F238E27FC236}">
                  <a16:creationId xmlns:a16="http://schemas.microsoft.com/office/drawing/2014/main" id="{F8A88025-7AD3-974D-8C74-CC59BA098499}"/>
                </a:ext>
              </a:extLst>
            </p:cNvPr>
            <p:cNvSpPr/>
            <p:nvPr/>
          </p:nvSpPr>
          <p:spPr>
            <a:xfrm>
              <a:off x="4781800" y="3761900"/>
              <a:ext cx="15225" cy="15625"/>
            </a:xfrm>
            <a:custGeom>
              <a:avLst/>
              <a:gdLst/>
              <a:ahLst/>
              <a:cxnLst/>
              <a:rect l="l" t="t" r="r" b="b"/>
              <a:pathLst>
                <a:path w="609" h="625" extrusionOk="0">
                  <a:moveTo>
                    <a:pt x="106" y="0"/>
                  </a:moveTo>
                  <a:cubicBezTo>
                    <a:pt x="83" y="0"/>
                    <a:pt x="59" y="9"/>
                    <a:pt x="40" y="28"/>
                  </a:cubicBezTo>
                  <a:cubicBezTo>
                    <a:pt x="1" y="62"/>
                    <a:pt x="1" y="121"/>
                    <a:pt x="40" y="159"/>
                  </a:cubicBezTo>
                  <a:cubicBezTo>
                    <a:pt x="69" y="189"/>
                    <a:pt x="98" y="224"/>
                    <a:pt x="132" y="258"/>
                  </a:cubicBezTo>
                  <a:cubicBezTo>
                    <a:pt x="236" y="360"/>
                    <a:pt x="344" y="469"/>
                    <a:pt x="426" y="586"/>
                  </a:cubicBezTo>
                  <a:cubicBezTo>
                    <a:pt x="446" y="611"/>
                    <a:pt x="471" y="625"/>
                    <a:pt x="500" y="625"/>
                  </a:cubicBezTo>
                  <a:cubicBezTo>
                    <a:pt x="520" y="625"/>
                    <a:pt x="539" y="620"/>
                    <a:pt x="559" y="606"/>
                  </a:cubicBezTo>
                  <a:cubicBezTo>
                    <a:pt x="598" y="577"/>
                    <a:pt x="609" y="518"/>
                    <a:pt x="579" y="473"/>
                  </a:cubicBezTo>
                  <a:cubicBezTo>
                    <a:pt x="485" y="351"/>
                    <a:pt x="373" y="233"/>
                    <a:pt x="265" y="125"/>
                  </a:cubicBezTo>
                  <a:cubicBezTo>
                    <a:pt x="236" y="91"/>
                    <a:pt x="202" y="62"/>
                    <a:pt x="172" y="28"/>
                  </a:cubicBezTo>
                  <a:cubicBezTo>
                    <a:pt x="155" y="10"/>
                    <a:pt x="131" y="0"/>
                    <a:pt x="106"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0" name="Google Shape;4825;p59">
              <a:extLst>
                <a:ext uri="{FF2B5EF4-FFF2-40B4-BE49-F238E27FC236}">
                  <a16:creationId xmlns:a16="http://schemas.microsoft.com/office/drawing/2014/main" id="{DB0629CF-0868-B50D-CA6A-05DD234F8EDB}"/>
                </a:ext>
              </a:extLst>
            </p:cNvPr>
            <p:cNvSpPr/>
            <p:nvPr/>
          </p:nvSpPr>
          <p:spPr>
            <a:xfrm>
              <a:off x="4786450" y="3781300"/>
              <a:ext cx="15225" cy="15600"/>
            </a:xfrm>
            <a:custGeom>
              <a:avLst/>
              <a:gdLst/>
              <a:ahLst/>
              <a:cxnLst/>
              <a:rect l="l" t="t" r="r" b="b"/>
              <a:pathLst>
                <a:path w="609" h="624" extrusionOk="0">
                  <a:moveTo>
                    <a:pt x="106" y="0"/>
                  </a:moveTo>
                  <a:cubicBezTo>
                    <a:pt x="83" y="0"/>
                    <a:pt x="59" y="9"/>
                    <a:pt x="40" y="25"/>
                  </a:cubicBezTo>
                  <a:cubicBezTo>
                    <a:pt x="0" y="59"/>
                    <a:pt x="0" y="124"/>
                    <a:pt x="35" y="158"/>
                  </a:cubicBezTo>
                  <a:cubicBezTo>
                    <a:pt x="64" y="192"/>
                    <a:pt x="99" y="222"/>
                    <a:pt x="129" y="256"/>
                  </a:cubicBezTo>
                  <a:cubicBezTo>
                    <a:pt x="236" y="364"/>
                    <a:pt x="339" y="471"/>
                    <a:pt x="423" y="588"/>
                  </a:cubicBezTo>
                  <a:cubicBezTo>
                    <a:pt x="441" y="613"/>
                    <a:pt x="471" y="624"/>
                    <a:pt x="500" y="624"/>
                  </a:cubicBezTo>
                  <a:cubicBezTo>
                    <a:pt x="520" y="624"/>
                    <a:pt x="540" y="618"/>
                    <a:pt x="554" y="608"/>
                  </a:cubicBezTo>
                  <a:cubicBezTo>
                    <a:pt x="599" y="579"/>
                    <a:pt x="608" y="520"/>
                    <a:pt x="579" y="477"/>
                  </a:cubicBezTo>
                  <a:cubicBezTo>
                    <a:pt x="486" y="348"/>
                    <a:pt x="373" y="236"/>
                    <a:pt x="265" y="124"/>
                  </a:cubicBezTo>
                  <a:cubicBezTo>
                    <a:pt x="236" y="95"/>
                    <a:pt x="202" y="59"/>
                    <a:pt x="172" y="30"/>
                  </a:cubicBezTo>
                  <a:cubicBezTo>
                    <a:pt x="155" y="10"/>
                    <a:pt x="130" y="0"/>
                    <a:pt x="106"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826;p59">
              <a:extLst>
                <a:ext uri="{FF2B5EF4-FFF2-40B4-BE49-F238E27FC236}">
                  <a16:creationId xmlns:a16="http://schemas.microsoft.com/office/drawing/2014/main" id="{06C2B0E2-8162-C157-9DA3-9DC1A4AF4E6B}"/>
                </a:ext>
              </a:extLst>
            </p:cNvPr>
            <p:cNvSpPr/>
            <p:nvPr/>
          </p:nvSpPr>
          <p:spPr>
            <a:xfrm>
              <a:off x="4752175" y="3684925"/>
              <a:ext cx="53675" cy="20725"/>
            </a:xfrm>
            <a:custGeom>
              <a:avLst/>
              <a:gdLst/>
              <a:ahLst/>
              <a:cxnLst/>
              <a:rect l="l" t="t" r="r" b="b"/>
              <a:pathLst>
                <a:path w="2147" h="829" extrusionOk="0">
                  <a:moveTo>
                    <a:pt x="2058" y="1"/>
                  </a:moveTo>
                  <a:cubicBezTo>
                    <a:pt x="1754" y="138"/>
                    <a:pt x="1396" y="206"/>
                    <a:pt x="1024" y="206"/>
                  </a:cubicBezTo>
                  <a:cubicBezTo>
                    <a:pt x="686" y="206"/>
                    <a:pt x="333" y="148"/>
                    <a:pt x="1" y="35"/>
                  </a:cubicBezTo>
                  <a:lnTo>
                    <a:pt x="1" y="35"/>
                  </a:lnTo>
                  <a:cubicBezTo>
                    <a:pt x="15" y="143"/>
                    <a:pt x="24" y="246"/>
                    <a:pt x="35" y="353"/>
                  </a:cubicBezTo>
                  <a:cubicBezTo>
                    <a:pt x="358" y="530"/>
                    <a:pt x="1024" y="828"/>
                    <a:pt x="1993" y="828"/>
                  </a:cubicBezTo>
                  <a:cubicBezTo>
                    <a:pt x="2043" y="828"/>
                    <a:pt x="2092" y="828"/>
                    <a:pt x="2146" y="824"/>
                  </a:cubicBezTo>
                  <a:cubicBezTo>
                    <a:pt x="2122" y="550"/>
                    <a:pt x="2092" y="270"/>
                    <a:pt x="2058" y="1"/>
                  </a:cubicBezTo>
                  <a:close/>
                </a:path>
              </a:pathLst>
            </a:custGeom>
            <a:solidFill>
              <a:srgbClr val="E152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2" name="Google Shape;4827;p59">
              <a:extLst>
                <a:ext uri="{FF2B5EF4-FFF2-40B4-BE49-F238E27FC236}">
                  <a16:creationId xmlns:a16="http://schemas.microsoft.com/office/drawing/2014/main" id="{9D9F9E95-D39B-5A35-5F08-F2BE80C52A74}"/>
                </a:ext>
              </a:extLst>
            </p:cNvPr>
            <p:cNvSpPr/>
            <p:nvPr/>
          </p:nvSpPr>
          <p:spPr>
            <a:xfrm>
              <a:off x="4417500" y="3399925"/>
              <a:ext cx="141075" cy="683775"/>
            </a:xfrm>
            <a:custGeom>
              <a:avLst/>
              <a:gdLst/>
              <a:ahLst/>
              <a:cxnLst/>
              <a:rect l="l" t="t" r="r" b="b"/>
              <a:pathLst>
                <a:path w="5643" h="27351" extrusionOk="0">
                  <a:moveTo>
                    <a:pt x="5217" y="233"/>
                  </a:moveTo>
                  <a:cubicBezTo>
                    <a:pt x="5217" y="237"/>
                    <a:pt x="5217" y="243"/>
                    <a:pt x="5222" y="248"/>
                  </a:cubicBezTo>
                  <a:cubicBezTo>
                    <a:pt x="5222" y="253"/>
                    <a:pt x="5227" y="257"/>
                    <a:pt x="5227" y="262"/>
                  </a:cubicBezTo>
                  <a:cubicBezTo>
                    <a:pt x="5447" y="1521"/>
                    <a:pt x="4888" y="2952"/>
                    <a:pt x="4350" y="4338"/>
                  </a:cubicBezTo>
                  <a:cubicBezTo>
                    <a:pt x="4061" y="5087"/>
                    <a:pt x="3782" y="5798"/>
                    <a:pt x="3635" y="6463"/>
                  </a:cubicBezTo>
                  <a:cubicBezTo>
                    <a:pt x="3301" y="7957"/>
                    <a:pt x="3052" y="9251"/>
                    <a:pt x="2876" y="10436"/>
                  </a:cubicBezTo>
                  <a:lnTo>
                    <a:pt x="2871" y="10436"/>
                  </a:lnTo>
                  <a:cubicBezTo>
                    <a:pt x="2595" y="10514"/>
                    <a:pt x="2310" y="10552"/>
                    <a:pt x="2035" y="10552"/>
                  </a:cubicBezTo>
                  <a:cubicBezTo>
                    <a:pt x="1587" y="10552"/>
                    <a:pt x="1162" y="10450"/>
                    <a:pt x="838" y="10250"/>
                  </a:cubicBezTo>
                  <a:lnTo>
                    <a:pt x="838" y="10245"/>
                  </a:lnTo>
                  <a:cubicBezTo>
                    <a:pt x="1709" y="4641"/>
                    <a:pt x="3140" y="1281"/>
                    <a:pt x="5089" y="257"/>
                  </a:cubicBezTo>
                  <a:cubicBezTo>
                    <a:pt x="5168" y="237"/>
                    <a:pt x="5202" y="233"/>
                    <a:pt x="5217" y="233"/>
                  </a:cubicBezTo>
                  <a:close/>
                  <a:moveTo>
                    <a:pt x="803" y="10451"/>
                  </a:moveTo>
                  <a:cubicBezTo>
                    <a:pt x="1151" y="10641"/>
                    <a:pt x="1587" y="10740"/>
                    <a:pt x="2043" y="10740"/>
                  </a:cubicBezTo>
                  <a:cubicBezTo>
                    <a:pt x="2308" y="10740"/>
                    <a:pt x="2577" y="10706"/>
                    <a:pt x="2842" y="10637"/>
                  </a:cubicBezTo>
                  <a:lnTo>
                    <a:pt x="2846" y="10637"/>
                  </a:lnTo>
                  <a:cubicBezTo>
                    <a:pt x="2817" y="10838"/>
                    <a:pt x="2787" y="11034"/>
                    <a:pt x="2763" y="11224"/>
                  </a:cubicBezTo>
                  <a:cubicBezTo>
                    <a:pt x="2417" y="11353"/>
                    <a:pt x="2053" y="11417"/>
                    <a:pt x="1705" y="11417"/>
                  </a:cubicBezTo>
                  <a:cubicBezTo>
                    <a:pt x="1338" y="11417"/>
                    <a:pt x="990" y="11346"/>
                    <a:pt x="701" y="11206"/>
                  </a:cubicBezTo>
                  <a:cubicBezTo>
                    <a:pt x="735" y="10950"/>
                    <a:pt x="769" y="10700"/>
                    <a:pt x="803" y="10451"/>
                  </a:cubicBezTo>
                  <a:close/>
                  <a:moveTo>
                    <a:pt x="681" y="11401"/>
                  </a:moveTo>
                  <a:lnTo>
                    <a:pt x="681" y="11401"/>
                  </a:lnTo>
                  <a:cubicBezTo>
                    <a:pt x="979" y="11538"/>
                    <a:pt x="1338" y="11606"/>
                    <a:pt x="1714" y="11606"/>
                  </a:cubicBezTo>
                  <a:cubicBezTo>
                    <a:pt x="2053" y="11606"/>
                    <a:pt x="2401" y="11548"/>
                    <a:pt x="2738" y="11435"/>
                  </a:cubicBezTo>
                  <a:lnTo>
                    <a:pt x="2738" y="11435"/>
                  </a:lnTo>
                  <a:cubicBezTo>
                    <a:pt x="2665" y="12043"/>
                    <a:pt x="2611" y="12630"/>
                    <a:pt x="2577" y="13198"/>
                  </a:cubicBezTo>
                  <a:cubicBezTo>
                    <a:pt x="2367" y="16613"/>
                    <a:pt x="2195" y="21276"/>
                    <a:pt x="2572" y="24127"/>
                  </a:cubicBezTo>
                  <a:cubicBezTo>
                    <a:pt x="2577" y="24156"/>
                    <a:pt x="2596" y="24181"/>
                    <a:pt x="2620" y="24196"/>
                  </a:cubicBezTo>
                  <a:cubicBezTo>
                    <a:pt x="2959" y="24714"/>
                    <a:pt x="2968" y="25959"/>
                    <a:pt x="2837" y="26649"/>
                  </a:cubicBezTo>
                  <a:cubicBezTo>
                    <a:pt x="2802" y="26841"/>
                    <a:pt x="2675" y="27086"/>
                    <a:pt x="2606" y="27115"/>
                  </a:cubicBezTo>
                  <a:cubicBezTo>
                    <a:pt x="2596" y="27106"/>
                    <a:pt x="2572" y="27066"/>
                    <a:pt x="2548" y="26943"/>
                  </a:cubicBezTo>
                  <a:cubicBezTo>
                    <a:pt x="2548" y="26943"/>
                    <a:pt x="2548" y="26939"/>
                    <a:pt x="2543" y="26939"/>
                  </a:cubicBezTo>
                  <a:cubicBezTo>
                    <a:pt x="2640" y="26640"/>
                    <a:pt x="2670" y="26213"/>
                    <a:pt x="2684" y="25802"/>
                  </a:cubicBezTo>
                  <a:lnTo>
                    <a:pt x="2684" y="25714"/>
                  </a:lnTo>
                  <a:cubicBezTo>
                    <a:pt x="2690" y="25660"/>
                    <a:pt x="2650" y="25616"/>
                    <a:pt x="2596" y="25616"/>
                  </a:cubicBezTo>
                  <a:lnTo>
                    <a:pt x="2591" y="25616"/>
                  </a:lnTo>
                  <a:cubicBezTo>
                    <a:pt x="2543" y="25616"/>
                    <a:pt x="2498" y="25655"/>
                    <a:pt x="2498" y="25704"/>
                  </a:cubicBezTo>
                  <a:lnTo>
                    <a:pt x="2494" y="25792"/>
                  </a:lnTo>
                  <a:cubicBezTo>
                    <a:pt x="2464" y="26718"/>
                    <a:pt x="2342" y="27041"/>
                    <a:pt x="2224" y="27135"/>
                  </a:cubicBezTo>
                  <a:cubicBezTo>
                    <a:pt x="2150" y="26905"/>
                    <a:pt x="2175" y="26606"/>
                    <a:pt x="2200" y="26321"/>
                  </a:cubicBezTo>
                  <a:cubicBezTo>
                    <a:pt x="2220" y="26096"/>
                    <a:pt x="2238" y="25865"/>
                    <a:pt x="2209" y="25665"/>
                  </a:cubicBezTo>
                  <a:cubicBezTo>
                    <a:pt x="2201" y="25617"/>
                    <a:pt x="2161" y="25585"/>
                    <a:pt x="2118" y="25585"/>
                  </a:cubicBezTo>
                  <a:cubicBezTo>
                    <a:pt x="2113" y="25585"/>
                    <a:pt x="2107" y="25586"/>
                    <a:pt x="2102" y="25587"/>
                  </a:cubicBezTo>
                  <a:cubicBezTo>
                    <a:pt x="2062" y="25591"/>
                    <a:pt x="2033" y="25621"/>
                    <a:pt x="2023" y="25655"/>
                  </a:cubicBezTo>
                  <a:cubicBezTo>
                    <a:pt x="2014" y="25670"/>
                    <a:pt x="2008" y="25684"/>
                    <a:pt x="2008" y="25700"/>
                  </a:cubicBezTo>
                  <a:cubicBezTo>
                    <a:pt x="1949" y="26468"/>
                    <a:pt x="1822" y="26742"/>
                    <a:pt x="1768" y="26758"/>
                  </a:cubicBezTo>
                  <a:cubicBezTo>
                    <a:pt x="1763" y="26759"/>
                    <a:pt x="1758" y="26759"/>
                    <a:pt x="1755" y="26759"/>
                  </a:cubicBezTo>
                  <a:cubicBezTo>
                    <a:pt x="1746" y="26759"/>
                    <a:pt x="1743" y="26756"/>
                    <a:pt x="1743" y="26753"/>
                  </a:cubicBezTo>
                  <a:cubicBezTo>
                    <a:pt x="1646" y="26665"/>
                    <a:pt x="1709" y="26145"/>
                    <a:pt x="1734" y="25919"/>
                  </a:cubicBezTo>
                  <a:cubicBezTo>
                    <a:pt x="1754" y="25743"/>
                    <a:pt x="1763" y="25650"/>
                    <a:pt x="1759" y="25591"/>
                  </a:cubicBezTo>
                  <a:cubicBezTo>
                    <a:pt x="1750" y="25547"/>
                    <a:pt x="1713" y="25511"/>
                    <a:pt x="1667" y="25511"/>
                  </a:cubicBezTo>
                  <a:cubicBezTo>
                    <a:pt x="1662" y="25511"/>
                    <a:pt x="1656" y="25512"/>
                    <a:pt x="1651" y="25513"/>
                  </a:cubicBezTo>
                  <a:cubicBezTo>
                    <a:pt x="1597" y="25518"/>
                    <a:pt x="1562" y="25567"/>
                    <a:pt x="1567" y="25616"/>
                  </a:cubicBezTo>
                  <a:cubicBezTo>
                    <a:pt x="1567" y="25621"/>
                    <a:pt x="1567" y="25625"/>
                    <a:pt x="1573" y="25625"/>
                  </a:cubicBezTo>
                  <a:lnTo>
                    <a:pt x="1567" y="25630"/>
                  </a:lnTo>
                  <a:cubicBezTo>
                    <a:pt x="1544" y="25670"/>
                    <a:pt x="1519" y="25724"/>
                    <a:pt x="1494" y="25783"/>
                  </a:cubicBezTo>
                  <a:cubicBezTo>
                    <a:pt x="1460" y="25851"/>
                    <a:pt x="1397" y="25993"/>
                    <a:pt x="1357" y="26023"/>
                  </a:cubicBezTo>
                  <a:cubicBezTo>
                    <a:pt x="1352" y="26018"/>
                    <a:pt x="1343" y="26008"/>
                    <a:pt x="1332" y="25993"/>
                  </a:cubicBezTo>
                  <a:cubicBezTo>
                    <a:pt x="1234" y="25856"/>
                    <a:pt x="1244" y="25670"/>
                    <a:pt x="1264" y="25410"/>
                  </a:cubicBezTo>
                  <a:cubicBezTo>
                    <a:pt x="1264" y="25352"/>
                    <a:pt x="1269" y="25288"/>
                    <a:pt x="1273" y="25219"/>
                  </a:cubicBezTo>
                  <a:cubicBezTo>
                    <a:pt x="1293" y="25205"/>
                    <a:pt x="1303" y="25180"/>
                    <a:pt x="1303" y="25116"/>
                  </a:cubicBezTo>
                  <a:cubicBezTo>
                    <a:pt x="1303" y="25042"/>
                    <a:pt x="1289" y="24920"/>
                    <a:pt x="1254" y="24705"/>
                  </a:cubicBezTo>
                  <a:lnTo>
                    <a:pt x="1254" y="24690"/>
                  </a:lnTo>
                  <a:lnTo>
                    <a:pt x="1254" y="24685"/>
                  </a:lnTo>
                  <a:lnTo>
                    <a:pt x="1254" y="24680"/>
                  </a:lnTo>
                  <a:cubicBezTo>
                    <a:pt x="1250" y="24676"/>
                    <a:pt x="1250" y="24676"/>
                    <a:pt x="1250" y="24671"/>
                  </a:cubicBezTo>
                  <a:cubicBezTo>
                    <a:pt x="1250" y="24656"/>
                    <a:pt x="1244" y="24631"/>
                    <a:pt x="1239" y="24612"/>
                  </a:cubicBezTo>
                  <a:cubicBezTo>
                    <a:pt x="1196" y="24343"/>
                    <a:pt x="1142" y="24043"/>
                    <a:pt x="1112" y="23911"/>
                  </a:cubicBezTo>
                  <a:cubicBezTo>
                    <a:pt x="353" y="20369"/>
                    <a:pt x="192" y="15486"/>
                    <a:pt x="681" y="11401"/>
                  </a:cubicBezTo>
                  <a:close/>
                  <a:moveTo>
                    <a:pt x="5201" y="0"/>
                  </a:moveTo>
                  <a:cubicBezTo>
                    <a:pt x="5189" y="0"/>
                    <a:pt x="5176" y="3"/>
                    <a:pt x="5163" y="8"/>
                  </a:cubicBezTo>
                  <a:cubicBezTo>
                    <a:pt x="5114" y="32"/>
                    <a:pt x="5070" y="52"/>
                    <a:pt x="5021" y="76"/>
                  </a:cubicBezTo>
                  <a:lnTo>
                    <a:pt x="5021" y="81"/>
                  </a:lnTo>
                  <a:cubicBezTo>
                    <a:pt x="5006" y="86"/>
                    <a:pt x="4987" y="86"/>
                    <a:pt x="4972" y="96"/>
                  </a:cubicBezTo>
                  <a:cubicBezTo>
                    <a:pt x="4947" y="101"/>
                    <a:pt x="4928" y="115"/>
                    <a:pt x="4913" y="135"/>
                  </a:cubicBezTo>
                  <a:cubicBezTo>
                    <a:pt x="2964" y="1242"/>
                    <a:pt x="1533" y="4612"/>
                    <a:pt x="656" y="10162"/>
                  </a:cubicBezTo>
                  <a:lnTo>
                    <a:pt x="633" y="10343"/>
                  </a:lnTo>
                  <a:cubicBezTo>
                    <a:pt x="593" y="10593"/>
                    <a:pt x="559" y="10847"/>
                    <a:pt x="524" y="11107"/>
                  </a:cubicBezTo>
                  <a:cubicBezTo>
                    <a:pt x="515" y="11176"/>
                    <a:pt x="509" y="11244"/>
                    <a:pt x="500" y="11313"/>
                  </a:cubicBezTo>
                  <a:cubicBezTo>
                    <a:pt x="0" y="15427"/>
                    <a:pt x="156" y="20369"/>
                    <a:pt x="931" y="23950"/>
                  </a:cubicBezTo>
                  <a:cubicBezTo>
                    <a:pt x="965" y="24122"/>
                    <a:pt x="1024" y="24445"/>
                    <a:pt x="1068" y="24710"/>
                  </a:cubicBezTo>
                  <a:lnTo>
                    <a:pt x="1068" y="24714"/>
                  </a:lnTo>
                  <a:cubicBezTo>
                    <a:pt x="1103" y="24979"/>
                    <a:pt x="1088" y="25200"/>
                    <a:pt x="1073" y="25401"/>
                  </a:cubicBezTo>
                  <a:cubicBezTo>
                    <a:pt x="1058" y="25675"/>
                    <a:pt x="1044" y="25910"/>
                    <a:pt x="1180" y="26100"/>
                  </a:cubicBezTo>
                  <a:cubicBezTo>
                    <a:pt x="1230" y="26174"/>
                    <a:pt x="1289" y="26213"/>
                    <a:pt x="1357" y="26213"/>
                  </a:cubicBezTo>
                  <a:lnTo>
                    <a:pt x="1372" y="26213"/>
                  </a:lnTo>
                  <a:cubicBezTo>
                    <a:pt x="1431" y="26209"/>
                    <a:pt x="1479" y="26170"/>
                    <a:pt x="1524" y="26120"/>
                  </a:cubicBezTo>
                  <a:lnTo>
                    <a:pt x="1524" y="26120"/>
                  </a:lnTo>
                  <a:cubicBezTo>
                    <a:pt x="1485" y="26493"/>
                    <a:pt x="1485" y="26772"/>
                    <a:pt x="1617" y="26894"/>
                  </a:cubicBezTo>
                  <a:cubicBezTo>
                    <a:pt x="1641" y="26919"/>
                    <a:pt x="1691" y="26948"/>
                    <a:pt x="1754" y="26948"/>
                  </a:cubicBezTo>
                  <a:cubicBezTo>
                    <a:pt x="1768" y="26948"/>
                    <a:pt x="1788" y="26943"/>
                    <a:pt x="1802" y="26943"/>
                  </a:cubicBezTo>
                  <a:cubicBezTo>
                    <a:pt x="1842" y="26934"/>
                    <a:pt x="1910" y="26919"/>
                    <a:pt x="1984" y="26776"/>
                  </a:cubicBezTo>
                  <a:cubicBezTo>
                    <a:pt x="1989" y="26963"/>
                    <a:pt x="2014" y="27140"/>
                    <a:pt x="2087" y="27296"/>
                  </a:cubicBezTo>
                  <a:cubicBezTo>
                    <a:pt x="2102" y="27330"/>
                    <a:pt x="2136" y="27350"/>
                    <a:pt x="2170" y="27350"/>
                  </a:cubicBezTo>
                  <a:lnTo>
                    <a:pt x="2184" y="27350"/>
                  </a:lnTo>
                  <a:cubicBezTo>
                    <a:pt x="2283" y="27335"/>
                    <a:pt x="2367" y="27276"/>
                    <a:pt x="2430" y="27188"/>
                  </a:cubicBezTo>
                  <a:cubicBezTo>
                    <a:pt x="2464" y="27252"/>
                    <a:pt x="2518" y="27311"/>
                    <a:pt x="2602" y="27311"/>
                  </a:cubicBezTo>
                  <a:cubicBezTo>
                    <a:pt x="2719" y="27311"/>
                    <a:pt x="2817" y="27194"/>
                    <a:pt x="2890" y="27056"/>
                  </a:cubicBezTo>
                  <a:cubicBezTo>
                    <a:pt x="2959" y="26919"/>
                    <a:pt x="3007" y="26767"/>
                    <a:pt x="3023" y="26683"/>
                  </a:cubicBezTo>
                  <a:cubicBezTo>
                    <a:pt x="3140" y="26052"/>
                    <a:pt x="3179" y="24641"/>
                    <a:pt x="2749" y="24049"/>
                  </a:cubicBezTo>
                  <a:cubicBezTo>
                    <a:pt x="2385" y="21212"/>
                    <a:pt x="2557" y="16593"/>
                    <a:pt x="2763" y="13209"/>
                  </a:cubicBezTo>
                  <a:cubicBezTo>
                    <a:pt x="2880" y="11298"/>
                    <a:pt x="3204" y="9231"/>
                    <a:pt x="3816" y="6508"/>
                  </a:cubicBezTo>
                  <a:cubicBezTo>
                    <a:pt x="3963" y="5851"/>
                    <a:pt x="4237" y="5151"/>
                    <a:pt x="4526" y="4406"/>
                  </a:cubicBezTo>
                  <a:cubicBezTo>
                    <a:pt x="5075" y="2995"/>
                    <a:pt x="5643" y="1530"/>
                    <a:pt x="5408" y="218"/>
                  </a:cubicBezTo>
                  <a:cubicBezTo>
                    <a:pt x="5408" y="214"/>
                    <a:pt x="5408" y="203"/>
                    <a:pt x="5403" y="198"/>
                  </a:cubicBezTo>
                  <a:lnTo>
                    <a:pt x="5398" y="178"/>
                  </a:lnTo>
                  <a:cubicBezTo>
                    <a:pt x="5374" y="115"/>
                    <a:pt x="5335" y="76"/>
                    <a:pt x="5290" y="61"/>
                  </a:cubicBezTo>
                  <a:lnTo>
                    <a:pt x="5286" y="56"/>
                  </a:lnTo>
                  <a:cubicBezTo>
                    <a:pt x="5271" y="21"/>
                    <a:pt x="5237" y="0"/>
                    <a:pt x="5201"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3" name="Google Shape;4828;p59">
              <a:extLst>
                <a:ext uri="{FF2B5EF4-FFF2-40B4-BE49-F238E27FC236}">
                  <a16:creationId xmlns:a16="http://schemas.microsoft.com/office/drawing/2014/main" id="{9F8403AA-FACF-2188-5731-BA405ACF8A3A}"/>
                </a:ext>
              </a:extLst>
            </p:cNvPr>
            <p:cNvSpPr/>
            <p:nvPr/>
          </p:nvSpPr>
          <p:spPr>
            <a:xfrm>
              <a:off x="4438450" y="3405725"/>
              <a:ext cx="115225" cy="258025"/>
            </a:xfrm>
            <a:custGeom>
              <a:avLst/>
              <a:gdLst/>
              <a:ahLst/>
              <a:cxnLst/>
              <a:rect l="l" t="t" r="r" b="b"/>
              <a:pathLst>
                <a:path w="4609" h="10321" extrusionOk="0">
                  <a:moveTo>
                    <a:pt x="4379" y="1"/>
                  </a:moveTo>
                  <a:cubicBezTo>
                    <a:pt x="4364" y="1"/>
                    <a:pt x="4330" y="5"/>
                    <a:pt x="4251" y="25"/>
                  </a:cubicBezTo>
                  <a:cubicBezTo>
                    <a:pt x="2302" y="1049"/>
                    <a:pt x="871" y="4409"/>
                    <a:pt x="0" y="10013"/>
                  </a:cubicBezTo>
                  <a:lnTo>
                    <a:pt x="0" y="10018"/>
                  </a:lnTo>
                  <a:cubicBezTo>
                    <a:pt x="324" y="10218"/>
                    <a:pt x="749" y="10320"/>
                    <a:pt x="1197" y="10320"/>
                  </a:cubicBezTo>
                  <a:cubicBezTo>
                    <a:pt x="1472" y="10320"/>
                    <a:pt x="1757" y="10282"/>
                    <a:pt x="2033" y="10204"/>
                  </a:cubicBezTo>
                  <a:lnTo>
                    <a:pt x="2038" y="10204"/>
                  </a:lnTo>
                  <a:cubicBezTo>
                    <a:pt x="2214" y="9019"/>
                    <a:pt x="2463" y="7725"/>
                    <a:pt x="2797" y="6231"/>
                  </a:cubicBezTo>
                  <a:cubicBezTo>
                    <a:pt x="2944" y="5566"/>
                    <a:pt x="3223" y="4855"/>
                    <a:pt x="3512" y="4106"/>
                  </a:cubicBezTo>
                  <a:cubicBezTo>
                    <a:pt x="4050" y="2720"/>
                    <a:pt x="4609" y="1289"/>
                    <a:pt x="4389" y="30"/>
                  </a:cubicBezTo>
                  <a:cubicBezTo>
                    <a:pt x="4389" y="25"/>
                    <a:pt x="4384" y="21"/>
                    <a:pt x="4384" y="16"/>
                  </a:cubicBezTo>
                  <a:cubicBezTo>
                    <a:pt x="4379" y="11"/>
                    <a:pt x="4379" y="5"/>
                    <a:pt x="4379"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4" name="Google Shape;4829;p59">
              <a:extLst>
                <a:ext uri="{FF2B5EF4-FFF2-40B4-BE49-F238E27FC236}">
                  <a16:creationId xmlns:a16="http://schemas.microsoft.com/office/drawing/2014/main" id="{57D85C24-E73A-8659-7BFB-FFD49C339A56}"/>
                </a:ext>
              </a:extLst>
            </p:cNvPr>
            <p:cNvSpPr/>
            <p:nvPr/>
          </p:nvSpPr>
          <p:spPr>
            <a:xfrm>
              <a:off x="4435000" y="3661175"/>
              <a:ext cx="53675" cy="24200"/>
            </a:xfrm>
            <a:custGeom>
              <a:avLst/>
              <a:gdLst/>
              <a:ahLst/>
              <a:cxnLst/>
              <a:rect l="l" t="t" r="r" b="b"/>
              <a:pathLst>
                <a:path w="2147" h="968" extrusionOk="0">
                  <a:moveTo>
                    <a:pt x="103" y="1"/>
                  </a:moveTo>
                  <a:cubicBezTo>
                    <a:pt x="69" y="250"/>
                    <a:pt x="35" y="500"/>
                    <a:pt x="1" y="756"/>
                  </a:cubicBezTo>
                  <a:cubicBezTo>
                    <a:pt x="290" y="896"/>
                    <a:pt x="638" y="967"/>
                    <a:pt x="1005" y="967"/>
                  </a:cubicBezTo>
                  <a:cubicBezTo>
                    <a:pt x="1353" y="967"/>
                    <a:pt x="1717" y="903"/>
                    <a:pt x="2063" y="774"/>
                  </a:cubicBezTo>
                  <a:cubicBezTo>
                    <a:pt x="2087" y="584"/>
                    <a:pt x="2117" y="388"/>
                    <a:pt x="2146" y="187"/>
                  </a:cubicBezTo>
                  <a:lnTo>
                    <a:pt x="2142" y="187"/>
                  </a:lnTo>
                  <a:cubicBezTo>
                    <a:pt x="1877" y="256"/>
                    <a:pt x="1608" y="290"/>
                    <a:pt x="1343" y="290"/>
                  </a:cubicBezTo>
                  <a:cubicBezTo>
                    <a:pt x="887" y="290"/>
                    <a:pt x="451" y="191"/>
                    <a:pt x="103"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5" name="Google Shape;4830;p59">
              <a:extLst>
                <a:ext uri="{FF2B5EF4-FFF2-40B4-BE49-F238E27FC236}">
                  <a16:creationId xmlns:a16="http://schemas.microsoft.com/office/drawing/2014/main" id="{524A525F-D110-025B-6BED-881BCDEDDD39}"/>
                </a:ext>
              </a:extLst>
            </p:cNvPr>
            <p:cNvSpPr/>
            <p:nvPr/>
          </p:nvSpPr>
          <p:spPr>
            <a:xfrm>
              <a:off x="4422625" y="3684925"/>
              <a:ext cx="69100" cy="393375"/>
            </a:xfrm>
            <a:custGeom>
              <a:avLst/>
              <a:gdLst/>
              <a:ahLst/>
              <a:cxnLst/>
              <a:rect l="l" t="t" r="r" b="b"/>
              <a:pathLst>
                <a:path w="2764" h="15735" extrusionOk="0">
                  <a:moveTo>
                    <a:pt x="973" y="3681"/>
                  </a:moveTo>
                  <a:cubicBezTo>
                    <a:pt x="997" y="3681"/>
                    <a:pt x="1021" y="3691"/>
                    <a:pt x="1039" y="3709"/>
                  </a:cubicBezTo>
                  <a:cubicBezTo>
                    <a:pt x="1068" y="3744"/>
                    <a:pt x="1104" y="3773"/>
                    <a:pt x="1133" y="3807"/>
                  </a:cubicBezTo>
                  <a:cubicBezTo>
                    <a:pt x="1240" y="3920"/>
                    <a:pt x="1353" y="4032"/>
                    <a:pt x="1446" y="4160"/>
                  </a:cubicBezTo>
                  <a:cubicBezTo>
                    <a:pt x="1475" y="4199"/>
                    <a:pt x="1466" y="4258"/>
                    <a:pt x="1421" y="4292"/>
                  </a:cubicBezTo>
                  <a:cubicBezTo>
                    <a:pt x="1407" y="4302"/>
                    <a:pt x="1387" y="4307"/>
                    <a:pt x="1368" y="4307"/>
                  </a:cubicBezTo>
                  <a:cubicBezTo>
                    <a:pt x="1339" y="4307"/>
                    <a:pt x="1309" y="4292"/>
                    <a:pt x="1289" y="4267"/>
                  </a:cubicBezTo>
                  <a:cubicBezTo>
                    <a:pt x="1211" y="4155"/>
                    <a:pt x="1104" y="4042"/>
                    <a:pt x="995" y="3939"/>
                  </a:cubicBezTo>
                  <a:cubicBezTo>
                    <a:pt x="966" y="3905"/>
                    <a:pt x="937" y="3871"/>
                    <a:pt x="903" y="3841"/>
                  </a:cubicBezTo>
                  <a:cubicBezTo>
                    <a:pt x="868" y="3803"/>
                    <a:pt x="868" y="3744"/>
                    <a:pt x="907" y="3709"/>
                  </a:cubicBezTo>
                  <a:cubicBezTo>
                    <a:pt x="926" y="3690"/>
                    <a:pt x="949" y="3681"/>
                    <a:pt x="973" y="3681"/>
                  </a:cubicBezTo>
                  <a:close/>
                  <a:moveTo>
                    <a:pt x="973" y="4583"/>
                  </a:moveTo>
                  <a:cubicBezTo>
                    <a:pt x="997" y="4583"/>
                    <a:pt x="1021" y="4593"/>
                    <a:pt x="1039" y="4610"/>
                  </a:cubicBezTo>
                  <a:cubicBezTo>
                    <a:pt x="1068" y="4644"/>
                    <a:pt x="1104" y="4674"/>
                    <a:pt x="1133" y="4708"/>
                  </a:cubicBezTo>
                  <a:cubicBezTo>
                    <a:pt x="1240" y="4821"/>
                    <a:pt x="1353" y="4934"/>
                    <a:pt x="1446" y="5061"/>
                  </a:cubicBezTo>
                  <a:cubicBezTo>
                    <a:pt x="1475" y="5100"/>
                    <a:pt x="1466" y="5159"/>
                    <a:pt x="1421" y="5193"/>
                  </a:cubicBezTo>
                  <a:cubicBezTo>
                    <a:pt x="1407" y="5203"/>
                    <a:pt x="1387" y="5207"/>
                    <a:pt x="1368" y="5207"/>
                  </a:cubicBezTo>
                  <a:cubicBezTo>
                    <a:pt x="1339" y="5207"/>
                    <a:pt x="1309" y="5198"/>
                    <a:pt x="1289" y="5169"/>
                  </a:cubicBezTo>
                  <a:cubicBezTo>
                    <a:pt x="1211" y="5056"/>
                    <a:pt x="1104" y="4943"/>
                    <a:pt x="995" y="4841"/>
                  </a:cubicBezTo>
                  <a:cubicBezTo>
                    <a:pt x="966" y="4807"/>
                    <a:pt x="937" y="4777"/>
                    <a:pt x="903" y="4743"/>
                  </a:cubicBezTo>
                  <a:cubicBezTo>
                    <a:pt x="868" y="4703"/>
                    <a:pt x="868" y="4644"/>
                    <a:pt x="907" y="4610"/>
                  </a:cubicBezTo>
                  <a:cubicBezTo>
                    <a:pt x="926" y="4591"/>
                    <a:pt x="949" y="4583"/>
                    <a:pt x="973" y="4583"/>
                  </a:cubicBezTo>
                  <a:close/>
                  <a:moveTo>
                    <a:pt x="476" y="1"/>
                  </a:moveTo>
                  <a:cubicBezTo>
                    <a:pt x="457" y="152"/>
                    <a:pt x="437" y="299"/>
                    <a:pt x="422" y="452"/>
                  </a:cubicBezTo>
                  <a:cubicBezTo>
                    <a:pt x="1" y="4443"/>
                    <a:pt x="177" y="9098"/>
                    <a:pt x="907" y="12511"/>
                  </a:cubicBezTo>
                  <a:cubicBezTo>
                    <a:pt x="937" y="12643"/>
                    <a:pt x="991" y="12943"/>
                    <a:pt x="1034" y="13212"/>
                  </a:cubicBezTo>
                  <a:cubicBezTo>
                    <a:pt x="1039" y="13231"/>
                    <a:pt x="1045" y="13256"/>
                    <a:pt x="1045" y="13271"/>
                  </a:cubicBezTo>
                  <a:cubicBezTo>
                    <a:pt x="1045" y="13276"/>
                    <a:pt x="1045" y="13276"/>
                    <a:pt x="1049" y="13280"/>
                  </a:cubicBezTo>
                  <a:lnTo>
                    <a:pt x="1049" y="13285"/>
                  </a:lnTo>
                  <a:lnTo>
                    <a:pt x="1049" y="13290"/>
                  </a:lnTo>
                  <a:lnTo>
                    <a:pt x="1049" y="13305"/>
                  </a:lnTo>
                  <a:cubicBezTo>
                    <a:pt x="1084" y="13520"/>
                    <a:pt x="1098" y="13642"/>
                    <a:pt x="1098" y="13716"/>
                  </a:cubicBezTo>
                  <a:cubicBezTo>
                    <a:pt x="1098" y="13780"/>
                    <a:pt x="1088" y="13805"/>
                    <a:pt x="1068" y="13819"/>
                  </a:cubicBezTo>
                  <a:cubicBezTo>
                    <a:pt x="1064" y="13888"/>
                    <a:pt x="1059" y="13952"/>
                    <a:pt x="1059" y="14010"/>
                  </a:cubicBezTo>
                  <a:cubicBezTo>
                    <a:pt x="1039" y="14270"/>
                    <a:pt x="1029" y="14456"/>
                    <a:pt x="1127" y="14593"/>
                  </a:cubicBezTo>
                  <a:cubicBezTo>
                    <a:pt x="1138" y="14608"/>
                    <a:pt x="1147" y="14618"/>
                    <a:pt x="1152" y="14623"/>
                  </a:cubicBezTo>
                  <a:cubicBezTo>
                    <a:pt x="1192" y="14593"/>
                    <a:pt x="1255" y="14451"/>
                    <a:pt x="1289" y="14383"/>
                  </a:cubicBezTo>
                  <a:cubicBezTo>
                    <a:pt x="1314" y="14324"/>
                    <a:pt x="1339" y="14270"/>
                    <a:pt x="1362" y="14230"/>
                  </a:cubicBezTo>
                  <a:lnTo>
                    <a:pt x="1368" y="14225"/>
                  </a:lnTo>
                  <a:cubicBezTo>
                    <a:pt x="1362" y="14225"/>
                    <a:pt x="1362" y="14221"/>
                    <a:pt x="1362" y="14216"/>
                  </a:cubicBezTo>
                  <a:cubicBezTo>
                    <a:pt x="1357" y="14167"/>
                    <a:pt x="1392" y="14118"/>
                    <a:pt x="1446" y="14113"/>
                  </a:cubicBezTo>
                  <a:cubicBezTo>
                    <a:pt x="1451" y="14112"/>
                    <a:pt x="1457" y="14111"/>
                    <a:pt x="1462" y="14111"/>
                  </a:cubicBezTo>
                  <a:cubicBezTo>
                    <a:pt x="1508" y="14111"/>
                    <a:pt x="1545" y="14147"/>
                    <a:pt x="1554" y="14191"/>
                  </a:cubicBezTo>
                  <a:cubicBezTo>
                    <a:pt x="1558" y="14250"/>
                    <a:pt x="1549" y="14343"/>
                    <a:pt x="1529" y="14519"/>
                  </a:cubicBezTo>
                  <a:cubicBezTo>
                    <a:pt x="1504" y="14745"/>
                    <a:pt x="1441" y="15265"/>
                    <a:pt x="1538" y="15353"/>
                  </a:cubicBezTo>
                  <a:cubicBezTo>
                    <a:pt x="1538" y="15356"/>
                    <a:pt x="1541" y="15359"/>
                    <a:pt x="1550" y="15359"/>
                  </a:cubicBezTo>
                  <a:cubicBezTo>
                    <a:pt x="1553" y="15359"/>
                    <a:pt x="1558" y="15359"/>
                    <a:pt x="1563" y="15358"/>
                  </a:cubicBezTo>
                  <a:cubicBezTo>
                    <a:pt x="1617" y="15342"/>
                    <a:pt x="1744" y="15068"/>
                    <a:pt x="1803" y="14300"/>
                  </a:cubicBezTo>
                  <a:cubicBezTo>
                    <a:pt x="1803" y="14284"/>
                    <a:pt x="1809" y="14270"/>
                    <a:pt x="1818" y="14255"/>
                  </a:cubicBezTo>
                  <a:cubicBezTo>
                    <a:pt x="1828" y="14221"/>
                    <a:pt x="1857" y="14191"/>
                    <a:pt x="1897" y="14187"/>
                  </a:cubicBezTo>
                  <a:cubicBezTo>
                    <a:pt x="1902" y="14186"/>
                    <a:pt x="1908" y="14185"/>
                    <a:pt x="1913" y="14185"/>
                  </a:cubicBezTo>
                  <a:cubicBezTo>
                    <a:pt x="1956" y="14185"/>
                    <a:pt x="1996" y="14217"/>
                    <a:pt x="2004" y="14265"/>
                  </a:cubicBezTo>
                  <a:cubicBezTo>
                    <a:pt x="2033" y="14465"/>
                    <a:pt x="2015" y="14696"/>
                    <a:pt x="1995" y="14921"/>
                  </a:cubicBezTo>
                  <a:cubicBezTo>
                    <a:pt x="1970" y="15206"/>
                    <a:pt x="1945" y="15505"/>
                    <a:pt x="2019" y="15735"/>
                  </a:cubicBezTo>
                  <a:cubicBezTo>
                    <a:pt x="2137" y="15641"/>
                    <a:pt x="2259" y="15318"/>
                    <a:pt x="2289" y="14392"/>
                  </a:cubicBezTo>
                  <a:lnTo>
                    <a:pt x="2293" y="14304"/>
                  </a:lnTo>
                  <a:cubicBezTo>
                    <a:pt x="2293" y="14255"/>
                    <a:pt x="2338" y="14216"/>
                    <a:pt x="2386" y="14216"/>
                  </a:cubicBezTo>
                  <a:lnTo>
                    <a:pt x="2391" y="14216"/>
                  </a:lnTo>
                  <a:cubicBezTo>
                    <a:pt x="2445" y="14216"/>
                    <a:pt x="2485" y="14260"/>
                    <a:pt x="2479" y="14314"/>
                  </a:cubicBezTo>
                  <a:lnTo>
                    <a:pt x="2479" y="14402"/>
                  </a:lnTo>
                  <a:cubicBezTo>
                    <a:pt x="2465" y="14813"/>
                    <a:pt x="2435" y="15240"/>
                    <a:pt x="2338" y="15539"/>
                  </a:cubicBezTo>
                  <a:cubicBezTo>
                    <a:pt x="2343" y="15539"/>
                    <a:pt x="2343" y="15543"/>
                    <a:pt x="2343" y="15543"/>
                  </a:cubicBezTo>
                  <a:cubicBezTo>
                    <a:pt x="2367" y="15666"/>
                    <a:pt x="2391" y="15706"/>
                    <a:pt x="2401" y="15715"/>
                  </a:cubicBezTo>
                  <a:cubicBezTo>
                    <a:pt x="2470" y="15686"/>
                    <a:pt x="2597" y="15441"/>
                    <a:pt x="2632" y="15249"/>
                  </a:cubicBezTo>
                  <a:cubicBezTo>
                    <a:pt x="2763" y="14559"/>
                    <a:pt x="2754" y="13314"/>
                    <a:pt x="2415" y="12796"/>
                  </a:cubicBezTo>
                  <a:cubicBezTo>
                    <a:pt x="2391" y="12781"/>
                    <a:pt x="2372" y="12756"/>
                    <a:pt x="2367" y="12727"/>
                  </a:cubicBezTo>
                  <a:cubicBezTo>
                    <a:pt x="1990" y="9876"/>
                    <a:pt x="2162" y="5213"/>
                    <a:pt x="2372" y="1798"/>
                  </a:cubicBezTo>
                  <a:cubicBezTo>
                    <a:pt x="2391" y="1481"/>
                    <a:pt x="2415" y="1158"/>
                    <a:pt x="2445" y="824"/>
                  </a:cubicBezTo>
                  <a:cubicBezTo>
                    <a:pt x="2470" y="564"/>
                    <a:pt x="2499" y="305"/>
                    <a:pt x="2533" y="35"/>
                  </a:cubicBezTo>
                  <a:lnTo>
                    <a:pt x="2533" y="35"/>
                  </a:lnTo>
                  <a:cubicBezTo>
                    <a:pt x="2196" y="148"/>
                    <a:pt x="1848" y="206"/>
                    <a:pt x="1509" y="206"/>
                  </a:cubicBezTo>
                  <a:cubicBezTo>
                    <a:pt x="1133" y="206"/>
                    <a:pt x="774" y="138"/>
                    <a:pt x="476" y="1"/>
                  </a:cubicBezTo>
                  <a:close/>
                </a:path>
              </a:pathLst>
            </a:custGeom>
            <a:solidFill>
              <a:srgbClr val="EC78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831;p59">
              <a:extLst>
                <a:ext uri="{FF2B5EF4-FFF2-40B4-BE49-F238E27FC236}">
                  <a16:creationId xmlns:a16="http://schemas.microsoft.com/office/drawing/2014/main" id="{292F6C0D-F616-450D-8E89-FD96DE7555C9}"/>
                </a:ext>
              </a:extLst>
            </p:cNvPr>
            <p:cNvSpPr/>
            <p:nvPr/>
          </p:nvSpPr>
          <p:spPr>
            <a:xfrm>
              <a:off x="4444325" y="3776950"/>
              <a:ext cx="15200" cy="15650"/>
            </a:xfrm>
            <a:custGeom>
              <a:avLst/>
              <a:gdLst/>
              <a:ahLst/>
              <a:cxnLst/>
              <a:rect l="l" t="t" r="r" b="b"/>
              <a:pathLst>
                <a:path w="608" h="626" extrusionOk="0">
                  <a:moveTo>
                    <a:pt x="105" y="0"/>
                  </a:moveTo>
                  <a:cubicBezTo>
                    <a:pt x="81" y="0"/>
                    <a:pt x="58" y="9"/>
                    <a:pt x="39" y="28"/>
                  </a:cubicBezTo>
                  <a:cubicBezTo>
                    <a:pt x="0" y="63"/>
                    <a:pt x="0" y="122"/>
                    <a:pt x="35" y="160"/>
                  </a:cubicBezTo>
                  <a:cubicBezTo>
                    <a:pt x="69" y="190"/>
                    <a:pt x="98" y="224"/>
                    <a:pt x="127" y="258"/>
                  </a:cubicBezTo>
                  <a:cubicBezTo>
                    <a:pt x="236" y="361"/>
                    <a:pt x="343" y="474"/>
                    <a:pt x="421" y="586"/>
                  </a:cubicBezTo>
                  <a:cubicBezTo>
                    <a:pt x="441" y="611"/>
                    <a:pt x="471" y="626"/>
                    <a:pt x="500" y="626"/>
                  </a:cubicBezTo>
                  <a:cubicBezTo>
                    <a:pt x="519" y="626"/>
                    <a:pt x="539" y="621"/>
                    <a:pt x="553" y="611"/>
                  </a:cubicBezTo>
                  <a:cubicBezTo>
                    <a:pt x="598" y="577"/>
                    <a:pt x="607" y="518"/>
                    <a:pt x="578" y="479"/>
                  </a:cubicBezTo>
                  <a:cubicBezTo>
                    <a:pt x="485" y="351"/>
                    <a:pt x="372" y="239"/>
                    <a:pt x="265" y="126"/>
                  </a:cubicBezTo>
                  <a:cubicBezTo>
                    <a:pt x="236" y="92"/>
                    <a:pt x="200" y="63"/>
                    <a:pt x="171" y="28"/>
                  </a:cubicBezTo>
                  <a:cubicBezTo>
                    <a:pt x="153" y="10"/>
                    <a:pt x="129" y="0"/>
                    <a:pt x="105"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832;p59">
              <a:extLst>
                <a:ext uri="{FF2B5EF4-FFF2-40B4-BE49-F238E27FC236}">
                  <a16:creationId xmlns:a16="http://schemas.microsoft.com/office/drawing/2014/main" id="{CE30B8C8-838E-2715-74A4-ADFCC26B853A}"/>
                </a:ext>
              </a:extLst>
            </p:cNvPr>
            <p:cNvSpPr/>
            <p:nvPr/>
          </p:nvSpPr>
          <p:spPr>
            <a:xfrm>
              <a:off x="4444325" y="3799475"/>
              <a:ext cx="15200" cy="15650"/>
            </a:xfrm>
            <a:custGeom>
              <a:avLst/>
              <a:gdLst/>
              <a:ahLst/>
              <a:cxnLst/>
              <a:rect l="l" t="t" r="r" b="b"/>
              <a:pathLst>
                <a:path w="608" h="626" extrusionOk="0">
                  <a:moveTo>
                    <a:pt x="105" y="1"/>
                  </a:moveTo>
                  <a:cubicBezTo>
                    <a:pt x="81" y="1"/>
                    <a:pt x="58" y="9"/>
                    <a:pt x="39" y="28"/>
                  </a:cubicBezTo>
                  <a:cubicBezTo>
                    <a:pt x="0" y="62"/>
                    <a:pt x="0" y="121"/>
                    <a:pt x="35" y="161"/>
                  </a:cubicBezTo>
                  <a:cubicBezTo>
                    <a:pt x="69" y="195"/>
                    <a:pt x="98" y="225"/>
                    <a:pt x="127" y="259"/>
                  </a:cubicBezTo>
                  <a:cubicBezTo>
                    <a:pt x="236" y="361"/>
                    <a:pt x="343" y="474"/>
                    <a:pt x="421" y="587"/>
                  </a:cubicBezTo>
                  <a:cubicBezTo>
                    <a:pt x="441" y="616"/>
                    <a:pt x="471" y="625"/>
                    <a:pt x="500" y="625"/>
                  </a:cubicBezTo>
                  <a:cubicBezTo>
                    <a:pt x="519" y="625"/>
                    <a:pt x="539" y="621"/>
                    <a:pt x="553" y="611"/>
                  </a:cubicBezTo>
                  <a:cubicBezTo>
                    <a:pt x="598" y="577"/>
                    <a:pt x="607" y="518"/>
                    <a:pt x="578" y="479"/>
                  </a:cubicBezTo>
                  <a:cubicBezTo>
                    <a:pt x="485" y="352"/>
                    <a:pt x="372" y="239"/>
                    <a:pt x="265" y="126"/>
                  </a:cubicBezTo>
                  <a:cubicBezTo>
                    <a:pt x="236" y="92"/>
                    <a:pt x="200" y="62"/>
                    <a:pt x="171" y="28"/>
                  </a:cubicBezTo>
                  <a:cubicBezTo>
                    <a:pt x="153" y="11"/>
                    <a:pt x="129" y="1"/>
                    <a:pt x="105"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833;p59">
              <a:extLst>
                <a:ext uri="{FF2B5EF4-FFF2-40B4-BE49-F238E27FC236}">
                  <a16:creationId xmlns:a16="http://schemas.microsoft.com/office/drawing/2014/main" id="{A5225A89-7673-40FF-53EC-3CD2EB1C7865}"/>
                </a:ext>
              </a:extLst>
            </p:cNvPr>
            <p:cNvSpPr/>
            <p:nvPr/>
          </p:nvSpPr>
          <p:spPr>
            <a:xfrm>
              <a:off x="4433150" y="3684925"/>
              <a:ext cx="52825" cy="20600"/>
            </a:xfrm>
            <a:custGeom>
              <a:avLst/>
              <a:gdLst/>
              <a:ahLst/>
              <a:cxnLst/>
              <a:rect l="l" t="t" r="r" b="b"/>
              <a:pathLst>
                <a:path w="2113" h="824" extrusionOk="0">
                  <a:moveTo>
                    <a:pt x="55" y="1"/>
                  </a:moveTo>
                  <a:cubicBezTo>
                    <a:pt x="36" y="152"/>
                    <a:pt x="16" y="299"/>
                    <a:pt x="1" y="452"/>
                  </a:cubicBezTo>
                  <a:cubicBezTo>
                    <a:pt x="359" y="570"/>
                    <a:pt x="1113" y="775"/>
                    <a:pt x="2024" y="824"/>
                  </a:cubicBezTo>
                  <a:cubicBezTo>
                    <a:pt x="2049" y="564"/>
                    <a:pt x="2078" y="305"/>
                    <a:pt x="2112" y="35"/>
                  </a:cubicBezTo>
                  <a:lnTo>
                    <a:pt x="2112" y="35"/>
                  </a:lnTo>
                  <a:cubicBezTo>
                    <a:pt x="1775" y="148"/>
                    <a:pt x="1427" y="206"/>
                    <a:pt x="1088" y="206"/>
                  </a:cubicBezTo>
                  <a:cubicBezTo>
                    <a:pt x="712" y="206"/>
                    <a:pt x="353" y="138"/>
                    <a:pt x="55" y="1"/>
                  </a:cubicBezTo>
                  <a:close/>
                </a:path>
              </a:pathLst>
            </a:custGeom>
            <a:solidFill>
              <a:srgbClr val="E152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834;p59">
              <a:extLst>
                <a:ext uri="{FF2B5EF4-FFF2-40B4-BE49-F238E27FC236}">
                  <a16:creationId xmlns:a16="http://schemas.microsoft.com/office/drawing/2014/main" id="{5D535963-1DCC-F4A6-FEF0-4A3E21EB1FCD}"/>
                </a:ext>
              </a:extLst>
            </p:cNvPr>
            <p:cNvSpPr/>
            <p:nvPr/>
          </p:nvSpPr>
          <p:spPr>
            <a:xfrm>
              <a:off x="4467575" y="3279075"/>
              <a:ext cx="291250" cy="810725"/>
            </a:xfrm>
            <a:custGeom>
              <a:avLst/>
              <a:gdLst/>
              <a:ahLst/>
              <a:cxnLst/>
              <a:rect l="l" t="t" r="r" b="b"/>
              <a:pathLst>
                <a:path w="11650" h="32429" extrusionOk="0">
                  <a:moveTo>
                    <a:pt x="6297" y="189"/>
                  </a:moveTo>
                  <a:cubicBezTo>
                    <a:pt x="6498" y="189"/>
                    <a:pt x="6668" y="247"/>
                    <a:pt x="6805" y="364"/>
                  </a:cubicBezTo>
                  <a:cubicBezTo>
                    <a:pt x="7044" y="565"/>
                    <a:pt x="7182" y="952"/>
                    <a:pt x="7182" y="1422"/>
                  </a:cubicBezTo>
                  <a:cubicBezTo>
                    <a:pt x="7182" y="1452"/>
                    <a:pt x="7191" y="1472"/>
                    <a:pt x="7206" y="1486"/>
                  </a:cubicBezTo>
                  <a:lnTo>
                    <a:pt x="7206" y="1492"/>
                  </a:lnTo>
                  <a:cubicBezTo>
                    <a:pt x="7270" y="2667"/>
                    <a:pt x="7921" y="3568"/>
                    <a:pt x="8553" y="4440"/>
                  </a:cubicBezTo>
                  <a:cubicBezTo>
                    <a:pt x="8833" y="4827"/>
                    <a:pt x="9116" y="5218"/>
                    <a:pt x="9351" y="5636"/>
                  </a:cubicBezTo>
                  <a:cubicBezTo>
                    <a:pt x="8709" y="6354"/>
                    <a:pt x="7150" y="6691"/>
                    <a:pt x="5982" y="6691"/>
                  </a:cubicBezTo>
                  <a:cubicBezTo>
                    <a:pt x="5716" y="6691"/>
                    <a:pt x="5471" y="6674"/>
                    <a:pt x="5261" y="6640"/>
                  </a:cubicBezTo>
                  <a:cubicBezTo>
                    <a:pt x="4243" y="6473"/>
                    <a:pt x="3522" y="6159"/>
                    <a:pt x="3082" y="5694"/>
                  </a:cubicBezTo>
                  <a:cubicBezTo>
                    <a:pt x="3179" y="5449"/>
                    <a:pt x="3297" y="5209"/>
                    <a:pt x="3430" y="4974"/>
                  </a:cubicBezTo>
                  <a:cubicBezTo>
                    <a:pt x="3679" y="4523"/>
                    <a:pt x="3954" y="4171"/>
                    <a:pt x="4223" y="3832"/>
                  </a:cubicBezTo>
                  <a:cubicBezTo>
                    <a:pt x="4781" y="3117"/>
                    <a:pt x="5310" y="2441"/>
                    <a:pt x="5530" y="986"/>
                  </a:cubicBezTo>
                  <a:cubicBezTo>
                    <a:pt x="5541" y="938"/>
                    <a:pt x="5546" y="893"/>
                    <a:pt x="5555" y="850"/>
                  </a:cubicBezTo>
                  <a:cubicBezTo>
                    <a:pt x="5609" y="516"/>
                    <a:pt x="5654" y="276"/>
                    <a:pt x="6089" y="208"/>
                  </a:cubicBezTo>
                  <a:cubicBezTo>
                    <a:pt x="6161" y="196"/>
                    <a:pt x="6231" y="189"/>
                    <a:pt x="6297" y="189"/>
                  </a:cubicBezTo>
                  <a:close/>
                  <a:moveTo>
                    <a:pt x="9445" y="5812"/>
                  </a:moveTo>
                  <a:cubicBezTo>
                    <a:pt x="9557" y="6022"/>
                    <a:pt x="9651" y="6242"/>
                    <a:pt x="9728" y="6473"/>
                  </a:cubicBezTo>
                  <a:cubicBezTo>
                    <a:pt x="10350" y="8374"/>
                    <a:pt x="10282" y="10460"/>
                    <a:pt x="10219" y="12478"/>
                  </a:cubicBezTo>
                  <a:cubicBezTo>
                    <a:pt x="10203" y="12870"/>
                    <a:pt x="10194" y="13271"/>
                    <a:pt x="10184" y="13668"/>
                  </a:cubicBezTo>
                  <a:cubicBezTo>
                    <a:pt x="10135" y="16176"/>
                    <a:pt x="10346" y="18459"/>
                    <a:pt x="10885" y="21290"/>
                  </a:cubicBezTo>
                  <a:cubicBezTo>
                    <a:pt x="10953" y="21653"/>
                    <a:pt x="11012" y="22010"/>
                    <a:pt x="11066" y="22353"/>
                  </a:cubicBezTo>
                  <a:cubicBezTo>
                    <a:pt x="10370" y="22982"/>
                    <a:pt x="9326" y="23159"/>
                    <a:pt x="8249" y="23159"/>
                  </a:cubicBezTo>
                  <a:cubicBezTo>
                    <a:pt x="7456" y="23159"/>
                    <a:pt x="6644" y="23063"/>
                    <a:pt x="5942" y="22980"/>
                  </a:cubicBezTo>
                  <a:cubicBezTo>
                    <a:pt x="5761" y="22960"/>
                    <a:pt x="5584" y="22940"/>
                    <a:pt x="5419" y="22922"/>
                  </a:cubicBezTo>
                  <a:cubicBezTo>
                    <a:pt x="3777" y="22745"/>
                    <a:pt x="2102" y="22481"/>
                    <a:pt x="941" y="21789"/>
                  </a:cubicBezTo>
                  <a:cubicBezTo>
                    <a:pt x="1117" y="20801"/>
                    <a:pt x="1279" y="19777"/>
                    <a:pt x="1392" y="18708"/>
                  </a:cubicBezTo>
                  <a:cubicBezTo>
                    <a:pt x="1485" y="17792"/>
                    <a:pt x="1612" y="16833"/>
                    <a:pt x="1730" y="15902"/>
                  </a:cubicBezTo>
                  <a:cubicBezTo>
                    <a:pt x="1931" y="14369"/>
                    <a:pt x="2136" y="12782"/>
                    <a:pt x="2225" y="11288"/>
                  </a:cubicBezTo>
                  <a:cubicBezTo>
                    <a:pt x="2239" y="11048"/>
                    <a:pt x="2254" y="10813"/>
                    <a:pt x="2263" y="10573"/>
                  </a:cubicBezTo>
                  <a:cubicBezTo>
                    <a:pt x="2351" y="8991"/>
                    <a:pt x="2435" y="7370"/>
                    <a:pt x="3003" y="5885"/>
                  </a:cubicBezTo>
                  <a:cubicBezTo>
                    <a:pt x="3479" y="6350"/>
                    <a:pt x="4214" y="6658"/>
                    <a:pt x="5232" y="6825"/>
                  </a:cubicBezTo>
                  <a:cubicBezTo>
                    <a:pt x="5457" y="6864"/>
                    <a:pt x="5717" y="6884"/>
                    <a:pt x="5996" y="6884"/>
                  </a:cubicBezTo>
                  <a:cubicBezTo>
                    <a:pt x="7187" y="6884"/>
                    <a:pt x="8740" y="6541"/>
                    <a:pt x="9445" y="5812"/>
                  </a:cubicBezTo>
                  <a:close/>
                  <a:moveTo>
                    <a:pt x="907" y="21990"/>
                  </a:moveTo>
                  <a:cubicBezTo>
                    <a:pt x="2092" y="22671"/>
                    <a:pt x="3762" y="22931"/>
                    <a:pt x="5399" y="23107"/>
                  </a:cubicBezTo>
                  <a:cubicBezTo>
                    <a:pt x="5566" y="23127"/>
                    <a:pt x="5736" y="23146"/>
                    <a:pt x="5923" y="23166"/>
                  </a:cubicBezTo>
                  <a:cubicBezTo>
                    <a:pt x="6628" y="23250"/>
                    <a:pt x="7441" y="23347"/>
                    <a:pt x="8245" y="23347"/>
                  </a:cubicBezTo>
                  <a:cubicBezTo>
                    <a:pt x="9312" y="23347"/>
                    <a:pt x="10361" y="23175"/>
                    <a:pt x="11100" y="22574"/>
                  </a:cubicBezTo>
                  <a:cubicBezTo>
                    <a:pt x="11444" y="24832"/>
                    <a:pt x="11453" y="26654"/>
                    <a:pt x="11139" y="28226"/>
                  </a:cubicBezTo>
                  <a:lnTo>
                    <a:pt x="11130" y="28285"/>
                  </a:lnTo>
                  <a:cubicBezTo>
                    <a:pt x="10983" y="29019"/>
                    <a:pt x="10581" y="31058"/>
                    <a:pt x="10311" y="32238"/>
                  </a:cubicBezTo>
                  <a:cubicBezTo>
                    <a:pt x="8871" y="32228"/>
                    <a:pt x="7490" y="32051"/>
                    <a:pt x="6025" y="31861"/>
                  </a:cubicBezTo>
                  <a:lnTo>
                    <a:pt x="5727" y="31822"/>
                  </a:lnTo>
                  <a:cubicBezTo>
                    <a:pt x="5276" y="31765"/>
                    <a:pt x="4812" y="31748"/>
                    <a:pt x="4352" y="31748"/>
                  </a:cubicBezTo>
                  <a:cubicBezTo>
                    <a:pt x="4051" y="31748"/>
                    <a:pt x="3752" y="31755"/>
                    <a:pt x="3459" y="31763"/>
                  </a:cubicBezTo>
                  <a:cubicBezTo>
                    <a:pt x="3182" y="31770"/>
                    <a:pt x="2898" y="31776"/>
                    <a:pt x="2616" y="31776"/>
                  </a:cubicBezTo>
                  <a:cubicBezTo>
                    <a:pt x="2499" y="31776"/>
                    <a:pt x="2383" y="31775"/>
                    <a:pt x="2268" y="31773"/>
                  </a:cubicBezTo>
                  <a:cubicBezTo>
                    <a:pt x="1994" y="31768"/>
                    <a:pt x="1696" y="31734"/>
                    <a:pt x="1402" y="31699"/>
                  </a:cubicBezTo>
                  <a:cubicBezTo>
                    <a:pt x="1245" y="31680"/>
                    <a:pt x="1088" y="31660"/>
                    <a:pt x="927" y="31646"/>
                  </a:cubicBezTo>
                  <a:cubicBezTo>
                    <a:pt x="217" y="30200"/>
                    <a:pt x="240" y="25915"/>
                    <a:pt x="348" y="25199"/>
                  </a:cubicBezTo>
                  <a:cubicBezTo>
                    <a:pt x="481" y="24351"/>
                    <a:pt x="628" y="23528"/>
                    <a:pt x="769" y="22730"/>
                  </a:cubicBezTo>
                  <a:cubicBezTo>
                    <a:pt x="819" y="22485"/>
                    <a:pt x="863" y="22241"/>
                    <a:pt x="907" y="21990"/>
                  </a:cubicBezTo>
                  <a:close/>
                  <a:moveTo>
                    <a:pt x="6298" y="1"/>
                  </a:moveTo>
                  <a:cubicBezTo>
                    <a:pt x="6220" y="1"/>
                    <a:pt x="6139" y="8"/>
                    <a:pt x="6055" y="22"/>
                  </a:cubicBezTo>
                  <a:cubicBezTo>
                    <a:pt x="5487" y="115"/>
                    <a:pt x="5423" y="486"/>
                    <a:pt x="5369" y="816"/>
                  </a:cubicBezTo>
                  <a:cubicBezTo>
                    <a:pt x="5345" y="952"/>
                    <a:pt x="5320" y="1094"/>
                    <a:pt x="5266" y="1221"/>
                  </a:cubicBezTo>
                  <a:cubicBezTo>
                    <a:pt x="5247" y="1256"/>
                    <a:pt x="5256" y="1295"/>
                    <a:pt x="5281" y="1320"/>
                  </a:cubicBezTo>
                  <a:lnTo>
                    <a:pt x="5281" y="1325"/>
                  </a:lnTo>
                  <a:cubicBezTo>
                    <a:pt x="5041" y="2485"/>
                    <a:pt x="4571" y="3083"/>
                    <a:pt x="4071" y="3715"/>
                  </a:cubicBezTo>
                  <a:cubicBezTo>
                    <a:pt x="3802" y="4063"/>
                    <a:pt x="3522" y="4420"/>
                    <a:pt x="3263" y="4881"/>
                  </a:cubicBezTo>
                  <a:cubicBezTo>
                    <a:pt x="3145" y="5096"/>
                    <a:pt x="3038" y="5312"/>
                    <a:pt x="2944" y="5532"/>
                  </a:cubicBezTo>
                  <a:cubicBezTo>
                    <a:pt x="2915" y="5600"/>
                    <a:pt x="2891" y="5665"/>
                    <a:pt x="2862" y="5733"/>
                  </a:cubicBezTo>
                  <a:cubicBezTo>
                    <a:pt x="2254" y="7266"/>
                    <a:pt x="2166" y="8937"/>
                    <a:pt x="2078" y="10562"/>
                  </a:cubicBezTo>
                  <a:cubicBezTo>
                    <a:pt x="2062" y="10798"/>
                    <a:pt x="2053" y="11037"/>
                    <a:pt x="2039" y="11273"/>
                  </a:cubicBezTo>
                  <a:cubicBezTo>
                    <a:pt x="1945" y="12762"/>
                    <a:pt x="1745" y="14344"/>
                    <a:pt x="1544" y="15877"/>
                  </a:cubicBezTo>
                  <a:cubicBezTo>
                    <a:pt x="1422" y="16808"/>
                    <a:pt x="1298" y="17774"/>
                    <a:pt x="1205" y="18689"/>
                  </a:cubicBezTo>
                  <a:cubicBezTo>
                    <a:pt x="1058" y="20095"/>
                    <a:pt x="828" y="21359"/>
                    <a:pt x="588" y="22701"/>
                  </a:cubicBezTo>
                  <a:cubicBezTo>
                    <a:pt x="441" y="23494"/>
                    <a:pt x="294" y="24322"/>
                    <a:pt x="163" y="25169"/>
                  </a:cubicBezTo>
                  <a:cubicBezTo>
                    <a:pt x="70" y="25797"/>
                    <a:pt x="0" y="30000"/>
                    <a:pt x="710" y="31626"/>
                  </a:cubicBezTo>
                  <a:cubicBezTo>
                    <a:pt x="740" y="31694"/>
                    <a:pt x="769" y="31757"/>
                    <a:pt x="804" y="31816"/>
                  </a:cubicBezTo>
                  <a:cubicBezTo>
                    <a:pt x="804" y="31822"/>
                    <a:pt x="809" y="31822"/>
                    <a:pt x="809" y="31822"/>
                  </a:cubicBezTo>
                  <a:cubicBezTo>
                    <a:pt x="828" y="31851"/>
                    <a:pt x="857" y="31865"/>
                    <a:pt x="887" y="31865"/>
                  </a:cubicBezTo>
                  <a:cubicBezTo>
                    <a:pt x="902" y="31865"/>
                    <a:pt x="922" y="31861"/>
                    <a:pt x="931" y="31856"/>
                  </a:cubicBezTo>
                  <a:cubicBezTo>
                    <a:pt x="941" y="31851"/>
                    <a:pt x="951" y="31841"/>
                    <a:pt x="956" y="31836"/>
                  </a:cubicBezTo>
                  <a:cubicBezTo>
                    <a:pt x="1098" y="31851"/>
                    <a:pt x="1239" y="31865"/>
                    <a:pt x="1382" y="31885"/>
                  </a:cubicBezTo>
                  <a:cubicBezTo>
                    <a:pt x="1676" y="31920"/>
                    <a:pt x="1980" y="31954"/>
                    <a:pt x="2268" y="31963"/>
                  </a:cubicBezTo>
                  <a:cubicBezTo>
                    <a:pt x="2347" y="31964"/>
                    <a:pt x="2426" y="31965"/>
                    <a:pt x="2505" y="31965"/>
                  </a:cubicBezTo>
                  <a:cubicBezTo>
                    <a:pt x="2823" y="31965"/>
                    <a:pt x="3147" y="31956"/>
                    <a:pt x="3464" y="31949"/>
                  </a:cubicBezTo>
                  <a:cubicBezTo>
                    <a:pt x="3757" y="31943"/>
                    <a:pt x="4054" y="31936"/>
                    <a:pt x="4352" y="31936"/>
                  </a:cubicBezTo>
                  <a:cubicBezTo>
                    <a:pt x="4806" y="31936"/>
                    <a:pt x="5261" y="31952"/>
                    <a:pt x="5702" y="32008"/>
                  </a:cubicBezTo>
                  <a:lnTo>
                    <a:pt x="6001" y="32047"/>
                  </a:lnTo>
                  <a:cubicBezTo>
                    <a:pt x="6751" y="32145"/>
                    <a:pt x="7485" y="32238"/>
                    <a:pt x="8211" y="32311"/>
                  </a:cubicBezTo>
                  <a:cubicBezTo>
                    <a:pt x="8896" y="32374"/>
                    <a:pt x="9577" y="32419"/>
                    <a:pt x="10273" y="32424"/>
                  </a:cubicBezTo>
                  <a:cubicBezTo>
                    <a:pt x="10316" y="32429"/>
                    <a:pt x="10366" y="32429"/>
                    <a:pt x="10415" y="32429"/>
                  </a:cubicBezTo>
                  <a:lnTo>
                    <a:pt x="10458" y="32429"/>
                  </a:lnTo>
                  <a:cubicBezTo>
                    <a:pt x="10458" y="32429"/>
                    <a:pt x="10463" y="32429"/>
                    <a:pt x="10463" y="32424"/>
                  </a:cubicBezTo>
                  <a:cubicBezTo>
                    <a:pt x="10478" y="32370"/>
                    <a:pt x="10488" y="32311"/>
                    <a:pt x="10503" y="32252"/>
                  </a:cubicBezTo>
                  <a:cubicBezTo>
                    <a:pt x="10762" y="31117"/>
                    <a:pt x="11134" y="29245"/>
                    <a:pt x="11311" y="28325"/>
                  </a:cubicBezTo>
                  <a:lnTo>
                    <a:pt x="11326" y="28266"/>
                  </a:lnTo>
                  <a:cubicBezTo>
                    <a:pt x="11649" y="26629"/>
                    <a:pt x="11629" y="24733"/>
                    <a:pt x="11261" y="22373"/>
                  </a:cubicBezTo>
                  <a:cubicBezTo>
                    <a:pt x="11203" y="22010"/>
                    <a:pt x="11139" y="21638"/>
                    <a:pt x="11066" y="21256"/>
                  </a:cubicBezTo>
                  <a:cubicBezTo>
                    <a:pt x="10532" y="18434"/>
                    <a:pt x="10327" y="16167"/>
                    <a:pt x="10375" y="13668"/>
                  </a:cubicBezTo>
                  <a:cubicBezTo>
                    <a:pt x="10380" y="13277"/>
                    <a:pt x="10395" y="12875"/>
                    <a:pt x="10404" y="12483"/>
                  </a:cubicBezTo>
                  <a:cubicBezTo>
                    <a:pt x="10474" y="10450"/>
                    <a:pt x="10542" y="8349"/>
                    <a:pt x="9905" y="6414"/>
                  </a:cubicBezTo>
                  <a:cubicBezTo>
                    <a:pt x="9812" y="6129"/>
                    <a:pt x="9690" y="5865"/>
                    <a:pt x="9552" y="5606"/>
                  </a:cubicBezTo>
                  <a:cubicBezTo>
                    <a:pt x="9303" y="5155"/>
                    <a:pt x="9004" y="4739"/>
                    <a:pt x="8704" y="4332"/>
                  </a:cubicBezTo>
                  <a:cubicBezTo>
                    <a:pt x="8024" y="3391"/>
                    <a:pt x="7382" y="2500"/>
                    <a:pt x="7392" y="1280"/>
                  </a:cubicBezTo>
                  <a:cubicBezTo>
                    <a:pt x="7392" y="1256"/>
                    <a:pt x="7382" y="1232"/>
                    <a:pt x="7363" y="1212"/>
                  </a:cubicBezTo>
                  <a:cubicBezTo>
                    <a:pt x="7323" y="780"/>
                    <a:pt x="7171" y="423"/>
                    <a:pt x="6927" y="217"/>
                  </a:cubicBezTo>
                  <a:cubicBezTo>
                    <a:pt x="6755" y="72"/>
                    <a:pt x="6544" y="1"/>
                    <a:pt x="6298"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835;p59">
              <a:extLst>
                <a:ext uri="{FF2B5EF4-FFF2-40B4-BE49-F238E27FC236}">
                  <a16:creationId xmlns:a16="http://schemas.microsoft.com/office/drawing/2014/main" id="{6E33E998-C929-6490-42DE-A7943E7869D4}"/>
                </a:ext>
              </a:extLst>
            </p:cNvPr>
            <p:cNvSpPr/>
            <p:nvPr/>
          </p:nvSpPr>
          <p:spPr>
            <a:xfrm>
              <a:off x="4544600" y="3283750"/>
              <a:ext cx="156750" cy="162625"/>
            </a:xfrm>
            <a:custGeom>
              <a:avLst/>
              <a:gdLst/>
              <a:ahLst/>
              <a:cxnLst/>
              <a:rect l="l" t="t" r="r" b="b"/>
              <a:pathLst>
                <a:path w="6270" h="6505" extrusionOk="0">
                  <a:moveTo>
                    <a:pt x="3205" y="0"/>
                  </a:moveTo>
                  <a:cubicBezTo>
                    <a:pt x="3142" y="0"/>
                    <a:pt x="3076" y="6"/>
                    <a:pt x="3008" y="16"/>
                  </a:cubicBezTo>
                  <a:cubicBezTo>
                    <a:pt x="2573" y="89"/>
                    <a:pt x="2528" y="329"/>
                    <a:pt x="2474" y="658"/>
                  </a:cubicBezTo>
                  <a:cubicBezTo>
                    <a:pt x="2465" y="706"/>
                    <a:pt x="2460" y="751"/>
                    <a:pt x="2449" y="799"/>
                  </a:cubicBezTo>
                  <a:cubicBezTo>
                    <a:pt x="2396" y="1162"/>
                    <a:pt x="2318" y="1481"/>
                    <a:pt x="2229" y="1760"/>
                  </a:cubicBezTo>
                  <a:cubicBezTo>
                    <a:pt x="2038" y="2357"/>
                    <a:pt x="1779" y="2793"/>
                    <a:pt x="1495" y="3186"/>
                  </a:cubicBezTo>
                  <a:cubicBezTo>
                    <a:pt x="1377" y="3342"/>
                    <a:pt x="1260" y="3494"/>
                    <a:pt x="1142" y="3645"/>
                  </a:cubicBezTo>
                  <a:cubicBezTo>
                    <a:pt x="873" y="3988"/>
                    <a:pt x="598" y="4336"/>
                    <a:pt x="349" y="4787"/>
                  </a:cubicBezTo>
                  <a:cubicBezTo>
                    <a:pt x="216" y="5022"/>
                    <a:pt x="104" y="5262"/>
                    <a:pt x="1" y="5507"/>
                  </a:cubicBezTo>
                  <a:cubicBezTo>
                    <a:pt x="84" y="5596"/>
                    <a:pt x="177" y="5678"/>
                    <a:pt x="280" y="5757"/>
                  </a:cubicBezTo>
                  <a:cubicBezTo>
                    <a:pt x="726" y="6085"/>
                    <a:pt x="1352" y="6315"/>
                    <a:pt x="2180" y="6453"/>
                  </a:cubicBezTo>
                  <a:cubicBezTo>
                    <a:pt x="2391" y="6487"/>
                    <a:pt x="2639" y="6505"/>
                    <a:pt x="2906" y="6505"/>
                  </a:cubicBezTo>
                  <a:cubicBezTo>
                    <a:pt x="4074" y="6505"/>
                    <a:pt x="5629" y="6170"/>
                    <a:pt x="6270" y="5449"/>
                  </a:cubicBezTo>
                  <a:cubicBezTo>
                    <a:pt x="6035" y="5031"/>
                    <a:pt x="5752" y="4640"/>
                    <a:pt x="5472" y="4253"/>
                  </a:cubicBezTo>
                  <a:cubicBezTo>
                    <a:pt x="5026" y="3640"/>
                    <a:pt x="4576" y="3014"/>
                    <a:pt x="4321" y="2284"/>
                  </a:cubicBezTo>
                  <a:cubicBezTo>
                    <a:pt x="4219" y="1975"/>
                    <a:pt x="4144" y="1651"/>
                    <a:pt x="4125" y="1305"/>
                  </a:cubicBezTo>
                  <a:cubicBezTo>
                    <a:pt x="4110" y="1285"/>
                    <a:pt x="4101" y="1265"/>
                    <a:pt x="4101" y="1235"/>
                  </a:cubicBezTo>
                  <a:cubicBezTo>
                    <a:pt x="4101" y="765"/>
                    <a:pt x="3963" y="378"/>
                    <a:pt x="3724" y="177"/>
                  </a:cubicBezTo>
                  <a:cubicBezTo>
                    <a:pt x="3585" y="57"/>
                    <a:pt x="3411" y="0"/>
                    <a:pt x="3205" y="0"/>
                  </a:cubicBezTo>
                  <a:close/>
                </a:path>
              </a:pathLst>
            </a:custGeom>
            <a:solidFill>
              <a:srgbClr val="EC78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836;p59">
              <a:extLst>
                <a:ext uri="{FF2B5EF4-FFF2-40B4-BE49-F238E27FC236}">
                  <a16:creationId xmlns:a16="http://schemas.microsoft.com/office/drawing/2014/main" id="{783C9145-543D-CE8C-9806-B7B6AF304C12}"/>
                </a:ext>
              </a:extLst>
            </p:cNvPr>
            <p:cNvSpPr/>
            <p:nvPr/>
          </p:nvSpPr>
          <p:spPr>
            <a:xfrm>
              <a:off x="4491075" y="3424350"/>
              <a:ext cx="253175" cy="433725"/>
            </a:xfrm>
            <a:custGeom>
              <a:avLst/>
              <a:gdLst/>
              <a:ahLst/>
              <a:cxnLst/>
              <a:rect l="l" t="t" r="r" b="b"/>
              <a:pathLst>
                <a:path w="10127" h="17349" extrusionOk="0">
                  <a:moveTo>
                    <a:pt x="8505" y="1"/>
                  </a:moveTo>
                  <a:cubicBezTo>
                    <a:pt x="7800" y="730"/>
                    <a:pt x="6247" y="1073"/>
                    <a:pt x="5056" y="1073"/>
                  </a:cubicBezTo>
                  <a:cubicBezTo>
                    <a:pt x="4777" y="1073"/>
                    <a:pt x="4517" y="1053"/>
                    <a:pt x="4292" y="1014"/>
                  </a:cubicBezTo>
                  <a:cubicBezTo>
                    <a:pt x="3274" y="847"/>
                    <a:pt x="2539" y="539"/>
                    <a:pt x="2063" y="74"/>
                  </a:cubicBezTo>
                  <a:cubicBezTo>
                    <a:pt x="1960" y="343"/>
                    <a:pt x="1877" y="612"/>
                    <a:pt x="1804" y="892"/>
                  </a:cubicBezTo>
                  <a:cubicBezTo>
                    <a:pt x="1651" y="1455"/>
                    <a:pt x="1554" y="2034"/>
                    <a:pt x="1486" y="2617"/>
                  </a:cubicBezTo>
                  <a:cubicBezTo>
                    <a:pt x="1416" y="3199"/>
                    <a:pt x="1377" y="3782"/>
                    <a:pt x="1348" y="4365"/>
                  </a:cubicBezTo>
                  <a:cubicBezTo>
                    <a:pt x="1339" y="4498"/>
                    <a:pt x="1334" y="4629"/>
                    <a:pt x="1323" y="4762"/>
                  </a:cubicBezTo>
                  <a:cubicBezTo>
                    <a:pt x="1314" y="5002"/>
                    <a:pt x="1299" y="5237"/>
                    <a:pt x="1285" y="5477"/>
                  </a:cubicBezTo>
                  <a:cubicBezTo>
                    <a:pt x="1275" y="5638"/>
                    <a:pt x="1265" y="5805"/>
                    <a:pt x="1250" y="5967"/>
                  </a:cubicBezTo>
                  <a:cubicBezTo>
                    <a:pt x="1216" y="6437"/>
                    <a:pt x="1172" y="6912"/>
                    <a:pt x="1122" y="7387"/>
                  </a:cubicBezTo>
                  <a:cubicBezTo>
                    <a:pt x="1064" y="7921"/>
                    <a:pt x="1000" y="8455"/>
                    <a:pt x="932" y="8994"/>
                  </a:cubicBezTo>
                  <a:cubicBezTo>
                    <a:pt x="887" y="9361"/>
                    <a:pt x="839" y="9729"/>
                    <a:pt x="790" y="10091"/>
                  </a:cubicBezTo>
                  <a:cubicBezTo>
                    <a:pt x="775" y="10223"/>
                    <a:pt x="756" y="10356"/>
                    <a:pt x="740" y="10487"/>
                  </a:cubicBezTo>
                  <a:cubicBezTo>
                    <a:pt x="672" y="11022"/>
                    <a:pt x="604" y="11556"/>
                    <a:pt x="540" y="12090"/>
                  </a:cubicBezTo>
                  <a:cubicBezTo>
                    <a:pt x="511" y="12359"/>
                    <a:pt x="482" y="12628"/>
                    <a:pt x="452" y="12897"/>
                  </a:cubicBezTo>
                  <a:cubicBezTo>
                    <a:pt x="432" y="13055"/>
                    <a:pt x="417" y="13216"/>
                    <a:pt x="398" y="13373"/>
                  </a:cubicBezTo>
                  <a:cubicBezTo>
                    <a:pt x="335" y="13916"/>
                    <a:pt x="256" y="14450"/>
                    <a:pt x="172" y="14974"/>
                  </a:cubicBezTo>
                  <a:cubicBezTo>
                    <a:pt x="114" y="15318"/>
                    <a:pt x="60" y="15650"/>
                    <a:pt x="1" y="15978"/>
                  </a:cubicBezTo>
                  <a:cubicBezTo>
                    <a:pt x="1162" y="16670"/>
                    <a:pt x="2837" y="16934"/>
                    <a:pt x="4479" y="17111"/>
                  </a:cubicBezTo>
                  <a:cubicBezTo>
                    <a:pt x="4644" y="17129"/>
                    <a:pt x="4821" y="17149"/>
                    <a:pt x="5002" y="17169"/>
                  </a:cubicBezTo>
                  <a:cubicBezTo>
                    <a:pt x="5704" y="17252"/>
                    <a:pt x="6516" y="17348"/>
                    <a:pt x="7309" y="17348"/>
                  </a:cubicBezTo>
                  <a:cubicBezTo>
                    <a:pt x="8386" y="17348"/>
                    <a:pt x="9430" y="17171"/>
                    <a:pt x="10126" y="16542"/>
                  </a:cubicBezTo>
                  <a:cubicBezTo>
                    <a:pt x="10081" y="16263"/>
                    <a:pt x="10038" y="15978"/>
                    <a:pt x="9984" y="15689"/>
                  </a:cubicBezTo>
                  <a:cubicBezTo>
                    <a:pt x="9969" y="15621"/>
                    <a:pt x="9955" y="15548"/>
                    <a:pt x="9945" y="15479"/>
                  </a:cubicBezTo>
                  <a:cubicBezTo>
                    <a:pt x="9851" y="15009"/>
                    <a:pt x="9773" y="14558"/>
                    <a:pt x="9704" y="14117"/>
                  </a:cubicBezTo>
                  <a:cubicBezTo>
                    <a:pt x="9611" y="13544"/>
                    <a:pt x="9534" y="12996"/>
                    <a:pt x="9469" y="12452"/>
                  </a:cubicBezTo>
                  <a:cubicBezTo>
                    <a:pt x="9406" y="11909"/>
                    <a:pt x="9357" y="11369"/>
                    <a:pt x="9317" y="10840"/>
                  </a:cubicBezTo>
                  <a:cubicBezTo>
                    <a:pt x="9283" y="10351"/>
                    <a:pt x="9259" y="9865"/>
                    <a:pt x="9249" y="9376"/>
                  </a:cubicBezTo>
                  <a:cubicBezTo>
                    <a:pt x="9234" y="8871"/>
                    <a:pt x="9234" y="8371"/>
                    <a:pt x="9244" y="7857"/>
                  </a:cubicBezTo>
                  <a:cubicBezTo>
                    <a:pt x="9244" y="7819"/>
                    <a:pt x="9249" y="7783"/>
                    <a:pt x="9249" y="7745"/>
                  </a:cubicBezTo>
                  <a:cubicBezTo>
                    <a:pt x="9254" y="7387"/>
                    <a:pt x="9269" y="7019"/>
                    <a:pt x="9279" y="6667"/>
                  </a:cubicBezTo>
                  <a:cubicBezTo>
                    <a:pt x="9283" y="6549"/>
                    <a:pt x="9288" y="6437"/>
                    <a:pt x="9288" y="6320"/>
                  </a:cubicBezTo>
                  <a:cubicBezTo>
                    <a:pt x="9308" y="5771"/>
                    <a:pt x="9322" y="5222"/>
                    <a:pt x="9317" y="4674"/>
                  </a:cubicBezTo>
                  <a:cubicBezTo>
                    <a:pt x="9317" y="4076"/>
                    <a:pt x="9293" y="3478"/>
                    <a:pt x="9240" y="2891"/>
                  </a:cubicBezTo>
                  <a:cubicBezTo>
                    <a:pt x="9186" y="2352"/>
                    <a:pt x="9098" y="1823"/>
                    <a:pt x="8969" y="1299"/>
                  </a:cubicBezTo>
                  <a:cubicBezTo>
                    <a:pt x="8916" y="1088"/>
                    <a:pt x="8858" y="872"/>
                    <a:pt x="8788" y="662"/>
                  </a:cubicBezTo>
                  <a:cubicBezTo>
                    <a:pt x="8711" y="431"/>
                    <a:pt x="8617" y="211"/>
                    <a:pt x="8505"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2" name="Google Shape;4837;p59">
              <a:extLst>
                <a:ext uri="{FF2B5EF4-FFF2-40B4-BE49-F238E27FC236}">
                  <a16:creationId xmlns:a16="http://schemas.microsoft.com/office/drawing/2014/main" id="{10E57C63-4AD4-2BEC-B405-8C11CCE51BF0}"/>
                </a:ext>
              </a:extLst>
            </p:cNvPr>
            <p:cNvSpPr/>
            <p:nvPr/>
          </p:nvSpPr>
          <p:spPr>
            <a:xfrm>
              <a:off x="4472975" y="3828825"/>
              <a:ext cx="280925" cy="256225"/>
            </a:xfrm>
            <a:custGeom>
              <a:avLst/>
              <a:gdLst/>
              <a:ahLst/>
              <a:cxnLst/>
              <a:rect l="l" t="t" r="r" b="b"/>
              <a:pathLst>
                <a:path w="11237" h="10249" extrusionOk="0">
                  <a:moveTo>
                    <a:pt x="691" y="0"/>
                  </a:moveTo>
                  <a:cubicBezTo>
                    <a:pt x="647" y="251"/>
                    <a:pt x="603" y="495"/>
                    <a:pt x="553" y="740"/>
                  </a:cubicBezTo>
                  <a:cubicBezTo>
                    <a:pt x="412" y="1538"/>
                    <a:pt x="265" y="2361"/>
                    <a:pt x="132" y="3209"/>
                  </a:cubicBezTo>
                  <a:cubicBezTo>
                    <a:pt x="24" y="3925"/>
                    <a:pt x="1" y="8210"/>
                    <a:pt x="711" y="9656"/>
                  </a:cubicBezTo>
                  <a:cubicBezTo>
                    <a:pt x="872" y="9670"/>
                    <a:pt x="1029" y="9690"/>
                    <a:pt x="1186" y="9709"/>
                  </a:cubicBezTo>
                  <a:cubicBezTo>
                    <a:pt x="1480" y="9744"/>
                    <a:pt x="1778" y="9778"/>
                    <a:pt x="2052" y="9783"/>
                  </a:cubicBezTo>
                  <a:cubicBezTo>
                    <a:pt x="2167" y="9785"/>
                    <a:pt x="2283" y="9786"/>
                    <a:pt x="2400" y="9786"/>
                  </a:cubicBezTo>
                  <a:cubicBezTo>
                    <a:pt x="2682" y="9786"/>
                    <a:pt x="2966" y="9780"/>
                    <a:pt x="3243" y="9773"/>
                  </a:cubicBezTo>
                  <a:cubicBezTo>
                    <a:pt x="3536" y="9765"/>
                    <a:pt x="3835" y="9758"/>
                    <a:pt x="4136" y="9758"/>
                  </a:cubicBezTo>
                  <a:cubicBezTo>
                    <a:pt x="4596" y="9758"/>
                    <a:pt x="5060" y="9775"/>
                    <a:pt x="5511" y="9832"/>
                  </a:cubicBezTo>
                  <a:lnTo>
                    <a:pt x="5809" y="9871"/>
                  </a:lnTo>
                  <a:cubicBezTo>
                    <a:pt x="7274" y="10061"/>
                    <a:pt x="8655" y="10238"/>
                    <a:pt x="10095" y="10248"/>
                  </a:cubicBezTo>
                  <a:cubicBezTo>
                    <a:pt x="10365" y="9068"/>
                    <a:pt x="10767" y="7029"/>
                    <a:pt x="10914" y="6295"/>
                  </a:cubicBezTo>
                  <a:lnTo>
                    <a:pt x="10923" y="6236"/>
                  </a:lnTo>
                  <a:cubicBezTo>
                    <a:pt x="11237" y="4664"/>
                    <a:pt x="11228" y="2842"/>
                    <a:pt x="10884" y="584"/>
                  </a:cubicBezTo>
                  <a:cubicBezTo>
                    <a:pt x="10145" y="1185"/>
                    <a:pt x="9096" y="1357"/>
                    <a:pt x="8029" y="1357"/>
                  </a:cubicBezTo>
                  <a:cubicBezTo>
                    <a:pt x="7225" y="1357"/>
                    <a:pt x="6412" y="1260"/>
                    <a:pt x="5707" y="1176"/>
                  </a:cubicBezTo>
                  <a:cubicBezTo>
                    <a:pt x="5520" y="1156"/>
                    <a:pt x="5350" y="1137"/>
                    <a:pt x="5183" y="1117"/>
                  </a:cubicBezTo>
                  <a:cubicBezTo>
                    <a:pt x="3546" y="941"/>
                    <a:pt x="1876" y="681"/>
                    <a:pt x="691"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3" name="Google Shape;4838;p59">
              <a:extLst>
                <a:ext uri="{FF2B5EF4-FFF2-40B4-BE49-F238E27FC236}">
                  <a16:creationId xmlns:a16="http://schemas.microsoft.com/office/drawing/2014/main" id="{F32977A2-7611-0F49-4C35-05B39D74C1A9}"/>
                </a:ext>
              </a:extLst>
            </p:cNvPr>
            <p:cNvSpPr/>
            <p:nvPr/>
          </p:nvSpPr>
          <p:spPr>
            <a:xfrm>
              <a:off x="4625550" y="3283750"/>
              <a:ext cx="10300" cy="2975"/>
            </a:xfrm>
            <a:custGeom>
              <a:avLst/>
              <a:gdLst/>
              <a:ahLst/>
              <a:cxnLst/>
              <a:rect l="l" t="t" r="r" b="b"/>
              <a:pathLst>
                <a:path w="412" h="119" extrusionOk="0">
                  <a:moveTo>
                    <a:pt x="0" y="1"/>
                  </a:moveTo>
                  <a:cubicBezTo>
                    <a:pt x="158" y="6"/>
                    <a:pt x="294" y="46"/>
                    <a:pt x="412" y="118"/>
                  </a:cubicBezTo>
                  <a:cubicBezTo>
                    <a:pt x="294" y="46"/>
                    <a:pt x="158" y="6"/>
                    <a:pt x="0" y="1"/>
                  </a:cubicBezTo>
                  <a:close/>
                </a:path>
              </a:pathLst>
            </a:custGeom>
            <a:solidFill>
              <a:srgbClr val="F4AE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4" name="Google Shape;4839;p59">
              <a:extLst>
                <a:ext uri="{FF2B5EF4-FFF2-40B4-BE49-F238E27FC236}">
                  <a16:creationId xmlns:a16="http://schemas.microsoft.com/office/drawing/2014/main" id="{273C91EF-7E1C-2410-2019-5F8467AEC63C}"/>
                </a:ext>
              </a:extLst>
            </p:cNvPr>
            <p:cNvSpPr/>
            <p:nvPr/>
          </p:nvSpPr>
          <p:spPr>
            <a:xfrm>
              <a:off x="4606325" y="3295175"/>
              <a:ext cx="1125" cy="5975"/>
            </a:xfrm>
            <a:custGeom>
              <a:avLst/>
              <a:gdLst/>
              <a:ahLst/>
              <a:cxnLst/>
              <a:rect l="l" t="t" r="r" b="b"/>
              <a:pathLst>
                <a:path w="45" h="239" extrusionOk="0">
                  <a:moveTo>
                    <a:pt x="45" y="0"/>
                  </a:moveTo>
                  <a:lnTo>
                    <a:pt x="45" y="0"/>
                  </a:lnTo>
                  <a:cubicBezTo>
                    <a:pt x="31" y="59"/>
                    <a:pt x="17" y="123"/>
                    <a:pt x="7" y="191"/>
                  </a:cubicBezTo>
                  <a:lnTo>
                    <a:pt x="7" y="191"/>
                  </a:lnTo>
                  <a:cubicBezTo>
                    <a:pt x="21" y="125"/>
                    <a:pt x="30" y="61"/>
                    <a:pt x="45" y="0"/>
                  </a:cubicBezTo>
                  <a:close/>
                  <a:moveTo>
                    <a:pt x="7" y="191"/>
                  </a:moveTo>
                  <a:lnTo>
                    <a:pt x="7" y="191"/>
                  </a:lnTo>
                  <a:cubicBezTo>
                    <a:pt x="6" y="194"/>
                    <a:pt x="6" y="198"/>
                    <a:pt x="5" y="201"/>
                  </a:cubicBezTo>
                  <a:cubicBezTo>
                    <a:pt x="5" y="215"/>
                    <a:pt x="1" y="224"/>
                    <a:pt x="0" y="239"/>
                  </a:cubicBezTo>
                  <a:lnTo>
                    <a:pt x="0" y="239"/>
                  </a:lnTo>
                  <a:cubicBezTo>
                    <a:pt x="1" y="224"/>
                    <a:pt x="5" y="215"/>
                    <a:pt x="5" y="206"/>
                  </a:cubicBezTo>
                  <a:cubicBezTo>
                    <a:pt x="6" y="201"/>
                    <a:pt x="6" y="196"/>
                    <a:pt x="7" y="191"/>
                  </a:cubicBezTo>
                  <a:close/>
                </a:path>
              </a:pathLst>
            </a:custGeom>
            <a:solidFill>
              <a:srgbClr val="F4AE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5" name="Google Shape;4840;p59">
              <a:extLst>
                <a:ext uri="{FF2B5EF4-FFF2-40B4-BE49-F238E27FC236}">
                  <a16:creationId xmlns:a16="http://schemas.microsoft.com/office/drawing/2014/main" id="{D831094A-5032-31D3-4B6B-C90107E09AAD}"/>
                </a:ext>
              </a:extLst>
            </p:cNvPr>
            <p:cNvSpPr/>
            <p:nvPr/>
          </p:nvSpPr>
          <p:spPr>
            <a:xfrm>
              <a:off x="4602650" y="3303725"/>
              <a:ext cx="3200" cy="16050"/>
            </a:xfrm>
            <a:custGeom>
              <a:avLst/>
              <a:gdLst/>
              <a:ahLst/>
              <a:cxnLst/>
              <a:rect l="l" t="t" r="r" b="b"/>
              <a:pathLst>
                <a:path w="128" h="642" extrusionOk="0">
                  <a:moveTo>
                    <a:pt x="127" y="0"/>
                  </a:moveTo>
                  <a:cubicBezTo>
                    <a:pt x="93" y="231"/>
                    <a:pt x="50" y="447"/>
                    <a:pt x="0" y="642"/>
                  </a:cubicBezTo>
                  <a:cubicBezTo>
                    <a:pt x="20" y="564"/>
                    <a:pt x="39" y="481"/>
                    <a:pt x="59" y="393"/>
                  </a:cubicBezTo>
                  <a:cubicBezTo>
                    <a:pt x="84" y="270"/>
                    <a:pt x="108" y="138"/>
                    <a:pt x="127" y="0"/>
                  </a:cubicBezTo>
                  <a:close/>
                </a:path>
              </a:pathLst>
            </a:custGeom>
            <a:solidFill>
              <a:srgbClr val="F4AE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6" name="Google Shape;4841;p59">
              <a:extLst>
                <a:ext uri="{FF2B5EF4-FFF2-40B4-BE49-F238E27FC236}">
                  <a16:creationId xmlns:a16="http://schemas.microsoft.com/office/drawing/2014/main" id="{8D9C7B66-FAD2-28C7-C96A-4699A4A7059F}"/>
                </a:ext>
              </a:extLst>
            </p:cNvPr>
            <p:cNvSpPr/>
            <p:nvPr/>
          </p:nvSpPr>
          <p:spPr>
            <a:xfrm>
              <a:off x="4604125" y="3302850"/>
              <a:ext cx="1875" cy="10700"/>
            </a:xfrm>
            <a:custGeom>
              <a:avLst/>
              <a:gdLst/>
              <a:ahLst/>
              <a:cxnLst/>
              <a:rect l="l" t="t" r="r" b="b"/>
              <a:pathLst>
                <a:path w="75" h="428" extrusionOk="0">
                  <a:moveTo>
                    <a:pt x="74" y="1"/>
                  </a:moveTo>
                  <a:cubicBezTo>
                    <a:pt x="74" y="12"/>
                    <a:pt x="68" y="21"/>
                    <a:pt x="68" y="35"/>
                  </a:cubicBezTo>
                  <a:cubicBezTo>
                    <a:pt x="49" y="173"/>
                    <a:pt x="25" y="305"/>
                    <a:pt x="0" y="428"/>
                  </a:cubicBezTo>
                  <a:cubicBezTo>
                    <a:pt x="25" y="305"/>
                    <a:pt x="49" y="173"/>
                    <a:pt x="68" y="35"/>
                  </a:cubicBezTo>
                  <a:cubicBezTo>
                    <a:pt x="68" y="21"/>
                    <a:pt x="74" y="12"/>
                    <a:pt x="74" y="1"/>
                  </a:cubicBezTo>
                  <a:close/>
                </a:path>
              </a:pathLst>
            </a:custGeom>
            <a:solidFill>
              <a:srgbClr val="30142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7" name="Google Shape;4842;p59">
              <a:extLst>
                <a:ext uri="{FF2B5EF4-FFF2-40B4-BE49-F238E27FC236}">
                  <a16:creationId xmlns:a16="http://schemas.microsoft.com/office/drawing/2014/main" id="{F8044919-3282-1FE9-F75A-FFC8C96763CC}"/>
                </a:ext>
              </a:extLst>
            </p:cNvPr>
            <p:cNvSpPr/>
            <p:nvPr/>
          </p:nvSpPr>
          <p:spPr>
            <a:xfrm>
              <a:off x="4647125" y="3315150"/>
              <a:ext cx="600" cy="1225"/>
            </a:xfrm>
            <a:custGeom>
              <a:avLst/>
              <a:gdLst/>
              <a:ahLst/>
              <a:cxnLst/>
              <a:rect l="l" t="t" r="r" b="b"/>
              <a:pathLst>
                <a:path w="24" h="49" extrusionOk="0">
                  <a:moveTo>
                    <a:pt x="0" y="0"/>
                  </a:moveTo>
                  <a:cubicBezTo>
                    <a:pt x="5" y="14"/>
                    <a:pt x="14" y="34"/>
                    <a:pt x="24" y="49"/>
                  </a:cubicBezTo>
                  <a:lnTo>
                    <a:pt x="24" y="43"/>
                  </a:lnTo>
                  <a:cubicBezTo>
                    <a:pt x="14" y="34"/>
                    <a:pt x="5" y="14"/>
                    <a:pt x="0" y="0"/>
                  </a:cubicBezTo>
                  <a:close/>
                </a:path>
              </a:pathLst>
            </a:custGeom>
            <a:solidFill>
              <a:srgbClr val="F4AE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8" name="Google Shape;4843;p59">
              <a:extLst>
                <a:ext uri="{FF2B5EF4-FFF2-40B4-BE49-F238E27FC236}">
                  <a16:creationId xmlns:a16="http://schemas.microsoft.com/office/drawing/2014/main" id="{1655447A-E636-2AAE-9516-42ABBA904344}"/>
                </a:ext>
              </a:extLst>
            </p:cNvPr>
            <p:cNvSpPr/>
            <p:nvPr/>
          </p:nvSpPr>
          <p:spPr>
            <a:xfrm>
              <a:off x="4600325" y="3324050"/>
              <a:ext cx="1100" cy="3700"/>
            </a:xfrm>
            <a:custGeom>
              <a:avLst/>
              <a:gdLst/>
              <a:ahLst/>
              <a:cxnLst/>
              <a:rect l="l" t="t" r="r" b="b"/>
              <a:pathLst>
                <a:path w="44" h="148" extrusionOk="0">
                  <a:moveTo>
                    <a:pt x="44" y="1"/>
                  </a:moveTo>
                  <a:cubicBezTo>
                    <a:pt x="30" y="50"/>
                    <a:pt x="15" y="98"/>
                    <a:pt x="0" y="148"/>
                  </a:cubicBezTo>
                  <a:cubicBezTo>
                    <a:pt x="5" y="138"/>
                    <a:pt x="10" y="123"/>
                    <a:pt x="15" y="113"/>
                  </a:cubicBezTo>
                  <a:cubicBezTo>
                    <a:pt x="25" y="75"/>
                    <a:pt x="35" y="39"/>
                    <a:pt x="44" y="1"/>
                  </a:cubicBezTo>
                  <a:close/>
                </a:path>
              </a:pathLst>
            </a:custGeom>
            <a:solidFill>
              <a:srgbClr val="F4AE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9" name="Google Shape;4844;p59">
              <a:extLst>
                <a:ext uri="{FF2B5EF4-FFF2-40B4-BE49-F238E27FC236}">
                  <a16:creationId xmlns:a16="http://schemas.microsoft.com/office/drawing/2014/main" id="{E9B8109D-1F7A-6925-D9F3-4CFFF6B326EB}"/>
                </a:ext>
              </a:extLst>
            </p:cNvPr>
            <p:cNvSpPr/>
            <p:nvPr/>
          </p:nvSpPr>
          <p:spPr>
            <a:xfrm>
              <a:off x="4600325" y="3326875"/>
              <a:ext cx="375" cy="875"/>
            </a:xfrm>
            <a:custGeom>
              <a:avLst/>
              <a:gdLst/>
              <a:ahLst/>
              <a:cxnLst/>
              <a:rect l="l" t="t" r="r" b="b"/>
              <a:pathLst>
                <a:path w="15" h="35" extrusionOk="0">
                  <a:moveTo>
                    <a:pt x="15" y="0"/>
                  </a:moveTo>
                  <a:cubicBezTo>
                    <a:pt x="10" y="10"/>
                    <a:pt x="5" y="25"/>
                    <a:pt x="0" y="35"/>
                  </a:cubicBezTo>
                  <a:lnTo>
                    <a:pt x="0" y="35"/>
                  </a:lnTo>
                  <a:cubicBezTo>
                    <a:pt x="5" y="25"/>
                    <a:pt x="10" y="10"/>
                    <a:pt x="15" y="0"/>
                  </a:cubicBezTo>
                  <a:close/>
                </a:path>
              </a:pathLst>
            </a:custGeom>
            <a:solidFill>
              <a:srgbClr val="30142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0" name="Google Shape;4845;p59">
              <a:extLst>
                <a:ext uri="{FF2B5EF4-FFF2-40B4-BE49-F238E27FC236}">
                  <a16:creationId xmlns:a16="http://schemas.microsoft.com/office/drawing/2014/main" id="{CF3C39E9-E880-A2BE-8EA3-DCF560B725E3}"/>
                </a:ext>
              </a:extLst>
            </p:cNvPr>
            <p:cNvSpPr/>
            <p:nvPr/>
          </p:nvSpPr>
          <p:spPr>
            <a:xfrm>
              <a:off x="4652000" y="3339125"/>
              <a:ext cx="625" cy="1725"/>
            </a:xfrm>
            <a:custGeom>
              <a:avLst/>
              <a:gdLst/>
              <a:ahLst/>
              <a:cxnLst/>
              <a:rect l="l" t="t" r="r" b="b"/>
              <a:pathLst>
                <a:path w="25" h="69" extrusionOk="0">
                  <a:moveTo>
                    <a:pt x="0" y="1"/>
                  </a:moveTo>
                  <a:cubicBezTo>
                    <a:pt x="11" y="19"/>
                    <a:pt x="15" y="44"/>
                    <a:pt x="25" y="69"/>
                  </a:cubicBezTo>
                  <a:lnTo>
                    <a:pt x="25" y="69"/>
                  </a:lnTo>
                  <a:cubicBezTo>
                    <a:pt x="15" y="44"/>
                    <a:pt x="11" y="19"/>
                    <a:pt x="0" y="1"/>
                  </a:cubicBezTo>
                  <a:close/>
                </a:path>
              </a:pathLst>
            </a:custGeom>
            <a:solidFill>
              <a:srgbClr val="F4AE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1" name="Google Shape;4846;p59">
              <a:extLst>
                <a:ext uri="{FF2B5EF4-FFF2-40B4-BE49-F238E27FC236}">
                  <a16:creationId xmlns:a16="http://schemas.microsoft.com/office/drawing/2014/main" id="{0B884268-17DD-E354-72B7-008B29577997}"/>
                </a:ext>
              </a:extLst>
            </p:cNvPr>
            <p:cNvSpPr/>
            <p:nvPr/>
          </p:nvSpPr>
          <p:spPr>
            <a:xfrm>
              <a:off x="4600325" y="3283750"/>
              <a:ext cx="52300" cy="57100"/>
            </a:xfrm>
            <a:custGeom>
              <a:avLst/>
              <a:gdLst/>
              <a:ahLst/>
              <a:cxnLst/>
              <a:rect l="l" t="t" r="r" b="b"/>
              <a:pathLst>
                <a:path w="2092" h="2284" extrusionOk="0">
                  <a:moveTo>
                    <a:pt x="980" y="1"/>
                  </a:moveTo>
                  <a:cubicBezTo>
                    <a:pt x="916" y="1"/>
                    <a:pt x="848" y="6"/>
                    <a:pt x="779" y="21"/>
                  </a:cubicBezTo>
                  <a:cubicBezTo>
                    <a:pt x="437" y="75"/>
                    <a:pt x="338" y="231"/>
                    <a:pt x="285" y="457"/>
                  </a:cubicBezTo>
                  <a:cubicBezTo>
                    <a:pt x="270" y="520"/>
                    <a:pt x="260" y="589"/>
                    <a:pt x="245" y="658"/>
                  </a:cubicBezTo>
                  <a:cubicBezTo>
                    <a:pt x="245" y="672"/>
                    <a:pt x="240" y="682"/>
                    <a:pt x="240" y="697"/>
                  </a:cubicBezTo>
                  <a:cubicBezTo>
                    <a:pt x="236" y="717"/>
                    <a:pt x="231" y="740"/>
                    <a:pt x="226" y="765"/>
                  </a:cubicBezTo>
                  <a:cubicBezTo>
                    <a:pt x="226" y="776"/>
                    <a:pt x="220" y="785"/>
                    <a:pt x="220" y="799"/>
                  </a:cubicBezTo>
                  <a:cubicBezTo>
                    <a:pt x="186" y="1029"/>
                    <a:pt x="143" y="1246"/>
                    <a:pt x="93" y="1441"/>
                  </a:cubicBezTo>
                  <a:cubicBezTo>
                    <a:pt x="79" y="1500"/>
                    <a:pt x="64" y="1559"/>
                    <a:pt x="44" y="1613"/>
                  </a:cubicBezTo>
                  <a:cubicBezTo>
                    <a:pt x="30" y="1662"/>
                    <a:pt x="15" y="1710"/>
                    <a:pt x="0" y="1760"/>
                  </a:cubicBezTo>
                  <a:cubicBezTo>
                    <a:pt x="461" y="1902"/>
                    <a:pt x="1303" y="2142"/>
                    <a:pt x="2092" y="2284"/>
                  </a:cubicBezTo>
                  <a:cubicBezTo>
                    <a:pt x="2082" y="2259"/>
                    <a:pt x="2078" y="2234"/>
                    <a:pt x="2067" y="2216"/>
                  </a:cubicBezTo>
                  <a:cubicBezTo>
                    <a:pt x="1974" y="1926"/>
                    <a:pt x="1915" y="1628"/>
                    <a:pt x="1896" y="1305"/>
                  </a:cubicBezTo>
                  <a:cubicBezTo>
                    <a:pt x="1886" y="1289"/>
                    <a:pt x="1877" y="1269"/>
                    <a:pt x="1872" y="1255"/>
                  </a:cubicBezTo>
                  <a:lnTo>
                    <a:pt x="1872" y="1235"/>
                  </a:lnTo>
                  <a:cubicBezTo>
                    <a:pt x="1872" y="765"/>
                    <a:pt x="1734" y="378"/>
                    <a:pt x="1495" y="177"/>
                  </a:cubicBezTo>
                  <a:cubicBezTo>
                    <a:pt x="1470" y="153"/>
                    <a:pt x="1445" y="138"/>
                    <a:pt x="1421" y="118"/>
                  </a:cubicBezTo>
                  <a:cubicBezTo>
                    <a:pt x="1303" y="46"/>
                    <a:pt x="1167" y="6"/>
                    <a:pt x="1009" y="1"/>
                  </a:cubicBezTo>
                  <a:close/>
                </a:path>
              </a:pathLst>
            </a:custGeom>
            <a:solidFill>
              <a:srgbClr val="E152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2" name="Google Shape;4847;p59">
              <a:extLst>
                <a:ext uri="{FF2B5EF4-FFF2-40B4-BE49-F238E27FC236}">
                  <a16:creationId xmlns:a16="http://schemas.microsoft.com/office/drawing/2014/main" id="{A09F3235-F0B0-8CBF-A07D-8E09FFDEDF05}"/>
                </a:ext>
              </a:extLst>
            </p:cNvPr>
            <p:cNvSpPr/>
            <p:nvPr/>
          </p:nvSpPr>
          <p:spPr>
            <a:xfrm>
              <a:off x="4528200" y="3446650"/>
              <a:ext cx="193875" cy="66950"/>
            </a:xfrm>
            <a:custGeom>
              <a:avLst/>
              <a:gdLst/>
              <a:ahLst/>
              <a:cxnLst/>
              <a:rect l="l" t="t" r="r" b="b"/>
              <a:pathLst>
                <a:path w="7755" h="2678" extrusionOk="0">
                  <a:moveTo>
                    <a:pt x="319" y="0"/>
                  </a:moveTo>
                  <a:cubicBezTo>
                    <a:pt x="166" y="563"/>
                    <a:pt x="69" y="1142"/>
                    <a:pt x="1" y="1725"/>
                  </a:cubicBezTo>
                  <a:cubicBezTo>
                    <a:pt x="1120" y="2404"/>
                    <a:pt x="2454" y="2677"/>
                    <a:pt x="3813" y="2677"/>
                  </a:cubicBezTo>
                  <a:cubicBezTo>
                    <a:pt x="5166" y="2677"/>
                    <a:pt x="6542" y="2407"/>
                    <a:pt x="7755" y="1999"/>
                  </a:cubicBezTo>
                  <a:cubicBezTo>
                    <a:pt x="7701" y="1460"/>
                    <a:pt x="7613" y="931"/>
                    <a:pt x="7484" y="407"/>
                  </a:cubicBezTo>
                  <a:cubicBezTo>
                    <a:pt x="6426" y="807"/>
                    <a:pt x="5157" y="1079"/>
                    <a:pt x="3911" y="1079"/>
                  </a:cubicBezTo>
                  <a:cubicBezTo>
                    <a:pt x="2611" y="1079"/>
                    <a:pt x="1336" y="782"/>
                    <a:pt x="353" y="25"/>
                  </a:cubicBezTo>
                  <a:cubicBezTo>
                    <a:pt x="343" y="14"/>
                    <a:pt x="329" y="5"/>
                    <a:pt x="319"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3" name="Google Shape;4848;p59">
              <a:extLst>
                <a:ext uri="{FF2B5EF4-FFF2-40B4-BE49-F238E27FC236}">
                  <a16:creationId xmlns:a16="http://schemas.microsoft.com/office/drawing/2014/main" id="{02E80C28-87C3-123F-94FA-A53D9378ED6F}"/>
                </a:ext>
              </a:extLst>
            </p:cNvPr>
            <p:cNvSpPr/>
            <p:nvPr/>
          </p:nvSpPr>
          <p:spPr>
            <a:xfrm>
              <a:off x="4522325" y="3533450"/>
              <a:ext cx="201825" cy="55075"/>
            </a:xfrm>
            <a:custGeom>
              <a:avLst/>
              <a:gdLst/>
              <a:ahLst/>
              <a:cxnLst/>
              <a:rect l="l" t="t" r="r" b="b"/>
              <a:pathLst>
                <a:path w="8073" h="2203" extrusionOk="0">
                  <a:moveTo>
                    <a:pt x="98" y="1"/>
                  </a:moveTo>
                  <a:cubicBezTo>
                    <a:pt x="89" y="134"/>
                    <a:pt x="84" y="265"/>
                    <a:pt x="73" y="398"/>
                  </a:cubicBezTo>
                  <a:cubicBezTo>
                    <a:pt x="64" y="638"/>
                    <a:pt x="49" y="873"/>
                    <a:pt x="35" y="1113"/>
                  </a:cubicBezTo>
                  <a:cubicBezTo>
                    <a:pt x="25" y="1274"/>
                    <a:pt x="15" y="1441"/>
                    <a:pt x="0" y="1603"/>
                  </a:cubicBezTo>
                  <a:cubicBezTo>
                    <a:pt x="1740" y="1935"/>
                    <a:pt x="3519" y="2203"/>
                    <a:pt x="5289" y="2203"/>
                  </a:cubicBezTo>
                  <a:cubicBezTo>
                    <a:pt x="6210" y="2203"/>
                    <a:pt x="7129" y="2130"/>
                    <a:pt x="8038" y="1956"/>
                  </a:cubicBezTo>
                  <a:cubicBezTo>
                    <a:pt x="8058" y="1407"/>
                    <a:pt x="8072" y="858"/>
                    <a:pt x="8067" y="310"/>
                  </a:cubicBezTo>
                  <a:lnTo>
                    <a:pt x="8067" y="310"/>
                  </a:lnTo>
                  <a:cubicBezTo>
                    <a:pt x="7131" y="518"/>
                    <a:pt x="6181" y="603"/>
                    <a:pt x="5226" y="603"/>
                  </a:cubicBezTo>
                  <a:cubicBezTo>
                    <a:pt x="3509" y="603"/>
                    <a:pt x="1779" y="328"/>
                    <a:pt x="98"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4" name="Google Shape;4849;p59">
              <a:extLst>
                <a:ext uri="{FF2B5EF4-FFF2-40B4-BE49-F238E27FC236}">
                  <a16:creationId xmlns:a16="http://schemas.microsoft.com/office/drawing/2014/main" id="{4C32F644-7C9E-9DEE-F545-B67CD5ED3AF8}"/>
                </a:ext>
              </a:extLst>
            </p:cNvPr>
            <p:cNvSpPr/>
            <p:nvPr/>
          </p:nvSpPr>
          <p:spPr>
            <a:xfrm>
              <a:off x="4514350" y="3609025"/>
              <a:ext cx="207975" cy="58025"/>
            </a:xfrm>
            <a:custGeom>
              <a:avLst/>
              <a:gdLst/>
              <a:ahLst/>
              <a:cxnLst/>
              <a:rect l="l" t="t" r="r" b="b"/>
              <a:pathLst>
                <a:path w="8319" h="2321" extrusionOk="0">
                  <a:moveTo>
                    <a:pt x="191" y="0"/>
                  </a:moveTo>
                  <a:cubicBezTo>
                    <a:pt x="133" y="534"/>
                    <a:pt x="69" y="1068"/>
                    <a:pt x="1" y="1607"/>
                  </a:cubicBezTo>
                  <a:cubicBezTo>
                    <a:pt x="1657" y="2048"/>
                    <a:pt x="3416" y="2320"/>
                    <a:pt x="5159" y="2320"/>
                  </a:cubicBezTo>
                  <a:cubicBezTo>
                    <a:pt x="6227" y="2320"/>
                    <a:pt x="7289" y="2218"/>
                    <a:pt x="8318" y="1989"/>
                  </a:cubicBezTo>
                  <a:cubicBezTo>
                    <a:pt x="8303" y="1484"/>
                    <a:pt x="8303" y="984"/>
                    <a:pt x="8313" y="470"/>
                  </a:cubicBezTo>
                  <a:cubicBezTo>
                    <a:pt x="8313" y="432"/>
                    <a:pt x="8318" y="396"/>
                    <a:pt x="8318" y="358"/>
                  </a:cubicBezTo>
                  <a:lnTo>
                    <a:pt x="8318" y="358"/>
                  </a:lnTo>
                  <a:cubicBezTo>
                    <a:pt x="7351" y="611"/>
                    <a:pt x="6337" y="696"/>
                    <a:pt x="5334" y="696"/>
                  </a:cubicBezTo>
                  <a:cubicBezTo>
                    <a:pt x="5041" y="696"/>
                    <a:pt x="4749" y="688"/>
                    <a:pt x="4459" y="676"/>
                  </a:cubicBezTo>
                  <a:cubicBezTo>
                    <a:pt x="3019" y="613"/>
                    <a:pt x="1578" y="387"/>
                    <a:pt x="191"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5" name="Google Shape;4850;p59">
              <a:extLst>
                <a:ext uri="{FF2B5EF4-FFF2-40B4-BE49-F238E27FC236}">
                  <a16:creationId xmlns:a16="http://schemas.microsoft.com/office/drawing/2014/main" id="{25FC15F7-1854-1502-0710-394A806DEEF0}"/>
                </a:ext>
              </a:extLst>
            </p:cNvPr>
            <p:cNvSpPr/>
            <p:nvPr/>
          </p:nvSpPr>
          <p:spPr>
            <a:xfrm>
              <a:off x="4504575" y="3686525"/>
              <a:ext cx="223225" cy="57375"/>
            </a:xfrm>
            <a:custGeom>
              <a:avLst/>
              <a:gdLst/>
              <a:ahLst/>
              <a:cxnLst/>
              <a:rect l="l" t="t" r="r" b="b"/>
              <a:pathLst>
                <a:path w="8929" h="2295" extrusionOk="0">
                  <a:moveTo>
                    <a:pt x="200" y="0"/>
                  </a:moveTo>
                  <a:cubicBezTo>
                    <a:pt x="132" y="535"/>
                    <a:pt x="64" y="1069"/>
                    <a:pt x="0" y="1603"/>
                  </a:cubicBezTo>
                  <a:cubicBezTo>
                    <a:pt x="1640" y="1641"/>
                    <a:pt x="3227" y="2116"/>
                    <a:pt x="4859" y="2254"/>
                  </a:cubicBezTo>
                  <a:cubicBezTo>
                    <a:pt x="5194" y="2281"/>
                    <a:pt x="5537" y="2295"/>
                    <a:pt x="5884" y="2295"/>
                  </a:cubicBezTo>
                  <a:cubicBezTo>
                    <a:pt x="6896" y="2295"/>
                    <a:pt x="7941" y="2180"/>
                    <a:pt x="8929" y="1965"/>
                  </a:cubicBezTo>
                  <a:cubicBezTo>
                    <a:pt x="8866" y="1422"/>
                    <a:pt x="8817" y="882"/>
                    <a:pt x="8777" y="353"/>
                  </a:cubicBezTo>
                  <a:cubicBezTo>
                    <a:pt x="7805" y="574"/>
                    <a:pt x="6785" y="679"/>
                    <a:pt x="5785" y="679"/>
                  </a:cubicBezTo>
                  <a:cubicBezTo>
                    <a:pt x="5495" y="679"/>
                    <a:pt x="5207" y="670"/>
                    <a:pt x="4923" y="653"/>
                  </a:cubicBezTo>
                  <a:cubicBezTo>
                    <a:pt x="3331" y="545"/>
                    <a:pt x="1793" y="70"/>
                    <a:pt x="200"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6" name="Google Shape;4851;p59">
              <a:extLst>
                <a:ext uri="{FF2B5EF4-FFF2-40B4-BE49-F238E27FC236}">
                  <a16:creationId xmlns:a16="http://schemas.microsoft.com/office/drawing/2014/main" id="{515FE99F-79C7-7DDC-41EB-B12554F6005D}"/>
                </a:ext>
              </a:extLst>
            </p:cNvPr>
            <p:cNvSpPr/>
            <p:nvPr/>
          </p:nvSpPr>
          <p:spPr>
            <a:xfrm>
              <a:off x="4495375" y="3758675"/>
              <a:ext cx="245300" cy="63525"/>
            </a:xfrm>
            <a:custGeom>
              <a:avLst/>
              <a:gdLst/>
              <a:ahLst/>
              <a:cxnLst/>
              <a:rect l="l" t="t" r="r" b="b"/>
              <a:pathLst>
                <a:path w="9812" h="2541" extrusionOk="0">
                  <a:moveTo>
                    <a:pt x="226" y="0"/>
                  </a:moveTo>
                  <a:cubicBezTo>
                    <a:pt x="163" y="543"/>
                    <a:pt x="84" y="1077"/>
                    <a:pt x="0" y="1601"/>
                  </a:cubicBezTo>
                  <a:cubicBezTo>
                    <a:pt x="1764" y="2130"/>
                    <a:pt x="3606" y="2243"/>
                    <a:pt x="5433" y="2424"/>
                  </a:cubicBezTo>
                  <a:cubicBezTo>
                    <a:pt x="6133" y="2493"/>
                    <a:pt x="6820" y="2540"/>
                    <a:pt x="7501" y="2540"/>
                  </a:cubicBezTo>
                  <a:cubicBezTo>
                    <a:pt x="8279" y="2540"/>
                    <a:pt x="9047" y="2479"/>
                    <a:pt x="9812" y="2316"/>
                  </a:cubicBezTo>
                  <a:cubicBezTo>
                    <a:pt x="9797" y="2248"/>
                    <a:pt x="9783" y="2175"/>
                    <a:pt x="9773" y="2106"/>
                  </a:cubicBezTo>
                  <a:cubicBezTo>
                    <a:pt x="9679" y="1636"/>
                    <a:pt x="9601" y="1185"/>
                    <a:pt x="9532" y="744"/>
                  </a:cubicBezTo>
                  <a:cubicBezTo>
                    <a:pt x="8875" y="893"/>
                    <a:pt x="8212" y="949"/>
                    <a:pt x="7541" y="949"/>
                  </a:cubicBezTo>
                  <a:cubicBezTo>
                    <a:pt x="6909" y="949"/>
                    <a:pt x="6270" y="899"/>
                    <a:pt x="5623" y="833"/>
                  </a:cubicBezTo>
                  <a:cubicBezTo>
                    <a:pt x="3812" y="647"/>
                    <a:pt x="1965" y="578"/>
                    <a:pt x="226"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7" name="Google Shape;4852;p59">
              <a:extLst>
                <a:ext uri="{FF2B5EF4-FFF2-40B4-BE49-F238E27FC236}">
                  <a16:creationId xmlns:a16="http://schemas.microsoft.com/office/drawing/2014/main" id="{05A68849-E6E8-4AC6-1492-C29CE1A7129A}"/>
                </a:ext>
              </a:extLst>
            </p:cNvPr>
            <p:cNvSpPr/>
            <p:nvPr/>
          </p:nvSpPr>
          <p:spPr>
            <a:xfrm>
              <a:off x="4544600" y="3354400"/>
              <a:ext cx="90900" cy="73275"/>
            </a:xfrm>
            <a:custGeom>
              <a:avLst/>
              <a:gdLst/>
              <a:ahLst/>
              <a:cxnLst/>
              <a:rect l="l" t="t" r="r" b="b"/>
              <a:pathLst>
                <a:path w="3636" h="2931" extrusionOk="0">
                  <a:moveTo>
                    <a:pt x="2778" y="1"/>
                  </a:moveTo>
                  <a:cubicBezTo>
                    <a:pt x="2573" y="1"/>
                    <a:pt x="1979" y="193"/>
                    <a:pt x="1495" y="360"/>
                  </a:cubicBezTo>
                  <a:cubicBezTo>
                    <a:pt x="1377" y="516"/>
                    <a:pt x="1260" y="668"/>
                    <a:pt x="1142" y="819"/>
                  </a:cubicBezTo>
                  <a:cubicBezTo>
                    <a:pt x="873" y="1162"/>
                    <a:pt x="598" y="1510"/>
                    <a:pt x="349" y="1961"/>
                  </a:cubicBezTo>
                  <a:cubicBezTo>
                    <a:pt x="333" y="1985"/>
                    <a:pt x="319" y="2010"/>
                    <a:pt x="310" y="2029"/>
                  </a:cubicBezTo>
                  <a:cubicBezTo>
                    <a:pt x="285" y="2074"/>
                    <a:pt x="260" y="2117"/>
                    <a:pt x="240" y="2162"/>
                  </a:cubicBezTo>
                  <a:cubicBezTo>
                    <a:pt x="167" y="2304"/>
                    <a:pt x="98" y="2451"/>
                    <a:pt x="35" y="2603"/>
                  </a:cubicBezTo>
                  <a:cubicBezTo>
                    <a:pt x="21" y="2627"/>
                    <a:pt x="10" y="2657"/>
                    <a:pt x="1" y="2681"/>
                  </a:cubicBezTo>
                  <a:cubicBezTo>
                    <a:pt x="84" y="2770"/>
                    <a:pt x="177" y="2852"/>
                    <a:pt x="280" y="2931"/>
                  </a:cubicBezTo>
                  <a:cubicBezTo>
                    <a:pt x="1240" y="2745"/>
                    <a:pt x="2743" y="2397"/>
                    <a:pt x="3048" y="1985"/>
                  </a:cubicBezTo>
                  <a:cubicBezTo>
                    <a:pt x="3072" y="1956"/>
                    <a:pt x="3008" y="1941"/>
                    <a:pt x="2890" y="1941"/>
                  </a:cubicBezTo>
                  <a:cubicBezTo>
                    <a:pt x="2553" y="1941"/>
                    <a:pt x="1798" y="2049"/>
                    <a:pt x="1725" y="2058"/>
                  </a:cubicBezTo>
                  <a:cubicBezTo>
                    <a:pt x="1827" y="2019"/>
                    <a:pt x="3503" y="1422"/>
                    <a:pt x="3449" y="1271"/>
                  </a:cubicBezTo>
                  <a:cubicBezTo>
                    <a:pt x="3414" y="1172"/>
                    <a:pt x="3297" y="1138"/>
                    <a:pt x="3136" y="1138"/>
                  </a:cubicBezTo>
                  <a:cubicBezTo>
                    <a:pt x="2714" y="1138"/>
                    <a:pt x="2019" y="1378"/>
                    <a:pt x="1769" y="1466"/>
                  </a:cubicBezTo>
                  <a:cubicBezTo>
                    <a:pt x="2155" y="1314"/>
                    <a:pt x="3635" y="717"/>
                    <a:pt x="3532" y="516"/>
                  </a:cubicBezTo>
                  <a:cubicBezTo>
                    <a:pt x="3507" y="462"/>
                    <a:pt x="3430" y="442"/>
                    <a:pt x="3317" y="442"/>
                  </a:cubicBezTo>
                  <a:cubicBezTo>
                    <a:pt x="2842" y="442"/>
                    <a:pt x="1773" y="810"/>
                    <a:pt x="1573" y="878"/>
                  </a:cubicBezTo>
                  <a:cubicBezTo>
                    <a:pt x="1789" y="780"/>
                    <a:pt x="3014" y="231"/>
                    <a:pt x="2851" y="21"/>
                  </a:cubicBezTo>
                  <a:cubicBezTo>
                    <a:pt x="2842" y="7"/>
                    <a:pt x="2817" y="1"/>
                    <a:pt x="2778" y="1"/>
                  </a:cubicBezTo>
                  <a:close/>
                </a:path>
              </a:pathLst>
            </a:custGeom>
            <a:solidFill>
              <a:srgbClr val="E55E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8" name="Google Shape;4853;p59">
              <a:extLst>
                <a:ext uri="{FF2B5EF4-FFF2-40B4-BE49-F238E27FC236}">
                  <a16:creationId xmlns:a16="http://schemas.microsoft.com/office/drawing/2014/main" id="{6E2E09C1-6EC6-11DF-63E9-00367C0A27BE}"/>
                </a:ext>
              </a:extLst>
            </p:cNvPr>
            <p:cNvSpPr/>
            <p:nvPr/>
          </p:nvSpPr>
          <p:spPr>
            <a:xfrm>
              <a:off x="4486450" y="2992475"/>
              <a:ext cx="273575" cy="326700"/>
            </a:xfrm>
            <a:custGeom>
              <a:avLst/>
              <a:gdLst/>
              <a:ahLst/>
              <a:cxnLst/>
              <a:rect l="l" t="t" r="r" b="b"/>
              <a:pathLst>
                <a:path w="10943" h="13068" extrusionOk="0">
                  <a:moveTo>
                    <a:pt x="9925" y="5592"/>
                  </a:moveTo>
                  <a:cubicBezTo>
                    <a:pt x="10006" y="5592"/>
                    <a:pt x="10086" y="5604"/>
                    <a:pt x="10164" y="5627"/>
                  </a:cubicBezTo>
                  <a:cubicBezTo>
                    <a:pt x="10448" y="5710"/>
                    <a:pt x="10639" y="5936"/>
                    <a:pt x="10693" y="6239"/>
                  </a:cubicBezTo>
                  <a:cubicBezTo>
                    <a:pt x="10747" y="6538"/>
                    <a:pt x="10683" y="6788"/>
                    <a:pt x="10512" y="6994"/>
                  </a:cubicBezTo>
                  <a:cubicBezTo>
                    <a:pt x="10291" y="7254"/>
                    <a:pt x="9895" y="7410"/>
                    <a:pt x="9448" y="7420"/>
                  </a:cubicBezTo>
                  <a:cubicBezTo>
                    <a:pt x="9425" y="7101"/>
                    <a:pt x="9395" y="6793"/>
                    <a:pt x="9351" y="6484"/>
                  </a:cubicBezTo>
                  <a:cubicBezTo>
                    <a:pt x="9498" y="6343"/>
                    <a:pt x="9821" y="6337"/>
                    <a:pt x="9929" y="6337"/>
                  </a:cubicBezTo>
                  <a:cubicBezTo>
                    <a:pt x="9977" y="6337"/>
                    <a:pt x="10022" y="6293"/>
                    <a:pt x="10022" y="6244"/>
                  </a:cubicBezTo>
                  <a:cubicBezTo>
                    <a:pt x="10022" y="6190"/>
                    <a:pt x="9977" y="6151"/>
                    <a:pt x="9924" y="6151"/>
                  </a:cubicBezTo>
                  <a:cubicBezTo>
                    <a:pt x="9748" y="6151"/>
                    <a:pt x="9502" y="6171"/>
                    <a:pt x="9321" y="6278"/>
                  </a:cubicBezTo>
                  <a:lnTo>
                    <a:pt x="9321" y="6273"/>
                  </a:lnTo>
                  <a:cubicBezTo>
                    <a:pt x="9301" y="6142"/>
                    <a:pt x="9278" y="6009"/>
                    <a:pt x="9258" y="5873"/>
                  </a:cubicBezTo>
                  <a:cubicBezTo>
                    <a:pt x="9441" y="5692"/>
                    <a:pt x="9684" y="5592"/>
                    <a:pt x="9925" y="5592"/>
                  </a:cubicBezTo>
                  <a:close/>
                  <a:moveTo>
                    <a:pt x="890" y="6162"/>
                  </a:moveTo>
                  <a:cubicBezTo>
                    <a:pt x="1054" y="6162"/>
                    <a:pt x="1248" y="6217"/>
                    <a:pt x="1465" y="6328"/>
                  </a:cubicBezTo>
                  <a:cubicBezTo>
                    <a:pt x="1470" y="6479"/>
                    <a:pt x="1474" y="6631"/>
                    <a:pt x="1479" y="6784"/>
                  </a:cubicBezTo>
                  <a:cubicBezTo>
                    <a:pt x="1343" y="6714"/>
                    <a:pt x="1166" y="6666"/>
                    <a:pt x="1009" y="6666"/>
                  </a:cubicBezTo>
                  <a:cubicBezTo>
                    <a:pt x="902" y="6666"/>
                    <a:pt x="803" y="6685"/>
                    <a:pt x="719" y="6739"/>
                  </a:cubicBezTo>
                  <a:cubicBezTo>
                    <a:pt x="681" y="6768"/>
                    <a:pt x="667" y="6827"/>
                    <a:pt x="696" y="6872"/>
                  </a:cubicBezTo>
                  <a:cubicBezTo>
                    <a:pt x="715" y="6896"/>
                    <a:pt x="745" y="6911"/>
                    <a:pt x="776" y="6911"/>
                  </a:cubicBezTo>
                  <a:cubicBezTo>
                    <a:pt x="794" y="6911"/>
                    <a:pt x="812" y="6906"/>
                    <a:pt x="828" y="6895"/>
                  </a:cubicBezTo>
                  <a:cubicBezTo>
                    <a:pt x="872" y="6865"/>
                    <a:pt x="935" y="6852"/>
                    <a:pt x="1006" y="6852"/>
                  </a:cubicBezTo>
                  <a:cubicBezTo>
                    <a:pt x="1164" y="6852"/>
                    <a:pt x="1364" y="6917"/>
                    <a:pt x="1490" y="7008"/>
                  </a:cubicBezTo>
                  <a:cubicBezTo>
                    <a:pt x="1508" y="7366"/>
                    <a:pt x="1538" y="7704"/>
                    <a:pt x="1572" y="8027"/>
                  </a:cubicBezTo>
                  <a:cubicBezTo>
                    <a:pt x="1444" y="8085"/>
                    <a:pt x="1319" y="8114"/>
                    <a:pt x="1201" y="8114"/>
                  </a:cubicBezTo>
                  <a:cubicBezTo>
                    <a:pt x="989" y="8114"/>
                    <a:pt x="797" y="8021"/>
                    <a:pt x="637" y="7836"/>
                  </a:cubicBezTo>
                  <a:cubicBezTo>
                    <a:pt x="279" y="7420"/>
                    <a:pt x="206" y="6676"/>
                    <a:pt x="484" y="6337"/>
                  </a:cubicBezTo>
                  <a:cubicBezTo>
                    <a:pt x="582" y="6220"/>
                    <a:pt x="720" y="6162"/>
                    <a:pt x="890" y="6162"/>
                  </a:cubicBezTo>
                  <a:close/>
                  <a:moveTo>
                    <a:pt x="5139" y="190"/>
                  </a:moveTo>
                  <a:cubicBezTo>
                    <a:pt x="5173" y="190"/>
                    <a:pt x="5207" y="194"/>
                    <a:pt x="5241" y="194"/>
                  </a:cubicBezTo>
                  <a:cubicBezTo>
                    <a:pt x="5315" y="200"/>
                    <a:pt x="5388" y="205"/>
                    <a:pt x="5467" y="214"/>
                  </a:cubicBezTo>
                  <a:cubicBezTo>
                    <a:pt x="5716" y="249"/>
                    <a:pt x="5980" y="307"/>
                    <a:pt x="6251" y="396"/>
                  </a:cubicBezTo>
                  <a:cubicBezTo>
                    <a:pt x="7773" y="900"/>
                    <a:pt x="8175" y="2075"/>
                    <a:pt x="8582" y="3447"/>
                  </a:cubicBezTo>
                  <a:cubicBezTo>
                    <a:pt x="8645" y="3780"/>
                    <a:pt x="8714" y="4109"/>
                    <a:pt x="8783" y="4433"/>
                  </a:cubicBezTo>
                  <a:cubicBezTo>
                    <a:pt x="8842" y="4702"/>
                    <a:pt x="8896" y="4976"/>
                    <a:pt x="8949" y="5255"/>
                  </a:cubicBezTo>
                  <a:cubicBezTo>
                    <a:pt x="8969" y="5353"/>
                    <a:pt x="8989" y="5451"/>
                    <a:pt x="9007" y="5554"/>
                  </a:cubicBezTo>
                  <a:cubicBezTo>
                    <a:pt x="9027" y="5642"/>
                    <a:pt x="9043" y="5735"/>
                    <a:pt x="9057" y="5823"/>
                  </a:cubicBezTo>
                  <a:lnTo>
                    <a:pt x="9057" y="5828"/>
                  </a:lnTo>
                  <a:cubicBezTo>
                    <a:pt x="9052" y="5853"/>
                    <a:pt x="9057" y="5877"/>
                    <a:pt x="9066" y="5896"/>
                  </a:cubicBezTo>
                  <a:lnTo>
                    <a:pt x="9072" y="5896"/>
                  </a:lnTo>
                  <a:cubicBezTo>
                    <a:pt x="9233" y="6842"/>
                    <a:pt x="9331" y="7812"/>
                    <a:pt x="9253" y="8821"/>
                  </a:cubicBezTo>
                  <a:cubicBezTo>
                    <a:pt x="9131" y="10295"/>
                    <a:pt x="8420" y="12191"/>
                    <a:pt x="6814" y="12656"/>
                  </a:cubicBezTo>
                  <a:cubicBezTo>
                    <a:pt x="6295" y="12805"/>
                    <a:pt x="5813" y="12880"/>
                    <a:pt x="5370" y="12880"/>
                  </a:cubicBezTo>
                  <a:cubicBezTo>
                    <a:pt x="4681" y="12880"/>
                    <a:pt x="4087" y="12699"/>
                    <a:pt x="3595" y="12338"/>
                  </a:cubicBezTo>
                  <a:cubicBezTo>
                    <a:pt x="3355" y="12156"/>
                    <a:pt x="3135" y="11941"/>
                    <a:pt x="2939" y="11681"/>
                  </a:cubicBezTo>
                  <a:cubicBezTo>
                    <a:pt x="2894" y="11622"/>
                    <a:pt x="2851" y="11559"/>
                    <a:pt x="2812" y="11495"/>
                  </a:cubicBezTo>
                  <a:cubicBezTo>
                    <a:pt x="2292" y="10711"/>
                    <a:pt x="1949" y="9599"/>
                    <a:pt x="1778" y="8136"/>
                  </a:cubicBezTo>
                  <a:lnTo>
                    <a:pt x="1754" y="7939"/>
                  </a:lnTo>
                  <a:cubicBezTo>
                    <a:pt x="1725" y="7641"/>
                    <a:pt x="1700" y="7332"/>
                    <a:pt x="1680" y="7004"/>
                  </a:cubicBezTo>
                  <a:cubicBezTo>
                    <a:pt x="1689" y="6979"/>
                    <a:pt x="1689" y="6949"/>
                    <a:pt x="1675" y="6920"/>
                  </a:cubicBezTo>
                  <a:cubicBezTo>
                    <a:pt x="1666" y="6754"/>
                    <a:pt x="1660" y="6583"/>
                    <a:pt x="1655" y="6402"/>
                  </a:cubicBezTo>
                  <a:lnTo>
                    <a:pt x="1651" y="6210"/>
                  </a:lnTo>
                  <a:cubicBezTo>
                    <a:pt x="1646" y="6185"/>
                    <a:pt x="1646" y="6161"/>
                    <a:pt x="1646" y="6142"/>
                  </a:cubicBezTo>
                  <a:lnTo>
                    <a:pt x="1646" y="6054"/>
                  </a:lnTo>
                  <a:lnTo>
                    <a:pt x="1646" y="5819"/>
                  </a:lnTo>
                  <a:cubicBezTo>
                    <a:pt x="1666" y="4006"/>
                    <a:pt x="2165" y="1693"/>
                    <a:pt x="3527" y="685"/>
                  </a:cubicBezTo>
                  <a:cubicBezTo>
                    <a:pt x="3943" y="381"/>
                    <a:pt x="4418" y="214"/>
                    <a:pt x="4942" y="194"/>
                  </a:cubicBezTo>
                  <a:cubicBezTo>
                    <a:pt x="4981" y="190"/>
                    <a:pt x="5021" y="190"/>
                    <a:pt x="5064" y="190"/>
                  </a:cubicBezTo>
                  <a:close/>
                  <a:moveTo>
                    <a:pt x="5057" y="1"/>
                  </a:moveTo>
                  <a:cubicBezTo>
                    <a:pt x="5030" y="1"/>
                    <a:pt x="5003" y="2"/>
                    <a:pt x="4976" y="4"/>
                  </a:cubicBezTo>
                  <a:cubicBezTo>
                    <a:pt x="4399" y="18"/>
                    <a:pt x="3875" y="194"/>
                    <a:pt x="3414" y="533"/>
                  </a:cubicBezTo>
                  <a:cubicBezTo>
                    <a:pt x="1960" y="1611"/>
                    <a:pt x="1454" y="4080"/>
                    <a:pt x="1454" y="5955"/>
                  </a:cubicBezTo>
                  <a:cubicBezTo>
                    <a:pt x="1454" y="6009"/>
                    <a:pt x="1460" y="6063"/>
                    <a:pt x="1460" y="6112"/>
                  </a:cubicBezTo>
                  <a:cubicBezTo>
                    <a:pt x="1233" y="6009"/>
                    <a:pt x="1046" y="5970"/>
                    <a:pt x="891" y="5970"/>
                  </a:cubicBezTo>
                  <a:cubicBezTo>
                    <a:pt x="605" y="5970"/>
                    <a:pt x="433" y="6105"/>
                    <a:pt x="337" y="6219"/>
                  </a:cubicBezTo>
                  <a:cubicBezTo>
                    <a:pt x="0" y="6626"/>
                    <a:pt x="79" y="7469"/>
                    <a:pt x="495" y="7959"/>
                  </a:cubicBezTo>
                  <a:cubicBezTo>
                    <a:pt x="686" y="8184"/>
                    <a:pt x="926" y="8302"/>
                    <a:pt x="1190" y="8302"/>
                  </a:cubicBezTo>
                  <a:cubicBezTo>
                    <a:pt x="1195" y="8302"/>
                    <a:pt x="1200" y="8301"/>
                    <a:pt x="1205" y="8301"/>
                  </a:cubicBezTo>
                  <a:cubicBezTo>
                    <a:pt x="1332" y="8301"/>
                    <a:pt x="1465" y="8277"/>
                    <a:pt x="1596" y="8224"/>
                  </a:cubicBezTo>
                  <a:cubicBezTo>
                    <a:pt x="1773" y="9624"/>
                    <a:pt x="2101" y="10711"/>
                    <a:pt x="2591" y="11500"/>
                  </a:cubicBezTo>
                  <a:cubicBezTo>
                    <a:pt x="2630" y="11564"/>
                    <a:pt x="2670" y="11627"/>
                    <a:pt x="2713" y="11686"/>
                  </a:cubicBezTo>
                  <a:cubicBezTo>
                    <a:pt x="2939" y="12009"/>
                    <a:pt x="3194" y="12274"/>
                    <a:pt x="3482" y="12490"/>
                  </a:cubicBezTo>
                  <a:cubicBezTo>
                    <a:pt x="4006" y="12877"/>
                    <a:pt x="4639" y="13067"/>
                    <a:pt x="5369" y="13067"/>
                  </a:cubicBezTo>
                  <a:cubicBezTo>
                    <a:pt x="5829" y="13067"/>
                    <a:pt x="6328" y="12994"/>
                    <a:pt x="6868" y="12838"/>
                  </a:cubicBezTo>
                  <a:cubicBezTo>
                    <a:pt x="7460" y="12666"/>
                    <a:pt x="7935" y="12314"/>
                    <a:pt x="8313" y="11862"/>
                  </a:cubicBezTo>
                  <a:cubicBezTo>
                    <a:pt x="8351" y="11814"/>
                    <a:pt x="8396" y="11760"/>
                    <a:pt x="8435" y="11706"/>
                  </a:cubicBezTo>
                  <a:cubicBezTo>
                    <a:pt x="9052" y="10878"/>
                    <a:pt x="9360" y="9776"/>
                    <a:pt x="9439" y="8835"/>
                  </a:cubicBezTo>
                  <a:cubicBezTo>
                    <a:pt x="9473" y="8419"/>
                    <a:pt x="9478" y="8012"/>
                    <a:pt x="9459" y="7607"/>
                  </a:cubicBezTo>
                  <a:cubicBezTo>
                    <a:pt x="9954" y="7596"/>
                    <a:pt x="10399" y="7415"/>
                    <a:pt x="10653" y="7116"/>
                  </a:cubicBezTo>
                  <a:cubicBezTo>
                    <a:pt x="10865" y="6872"/>
                    <a:pt x="10942" y="6558"/>
                    <a:pt x="10879" y="6205"/>
                  </a:cubicBezTo>
                  <a:cubicBezTo>
                    <a:pt x="10815" y="5828"/>
                    <a:pt x="10571" y="5549"/>
                    <a:pt x="10218" y="5446"/>
                  </a:cubicBezTo>
                  <a:cubicBezTo>
                    <a:pt x="10122" y="5418"/>
                    <a:pt x="10023" y="5405"/>
                    <a:pt x="9925" y="5405"/>
                  </a:cubicBezTo>
                  <a:cubicBezTo>
                    <a:pt x="9675" y="5405"/>
                    <a:pt x="9425" y="5491"/>
                    <a:pt x="9219" y="5656"/>
                  </a:cubicBezTo>
                  <a:cubicBezTo>
                    <a:pt x="9204" y="5588"/>
                    <a:pt x="9194" y="5520"/>
                    <a:pt x="9179" y="5451"/>
                  </a:cubicBezTo>
                  <a:cubicBezTo>
                    <a:pt x="9116" y="5093"/>
                    <a:pt x="9043" y="4741"/>
                    <a:pt x="8969" y="4393"/>
                  </a:cubicBezTo>
                  <a:cubicBezTo>
                    <a:pt x="8935" y="4227"/>
                    <a:pt x="8896" y="4060"/>
                    <a:pt x="8860" y="3888"/>
                  </a:cubicBezTo>
                  <a:cubicBezTo>
                    <a:pt x="8885" y="3864"/>
                    <a:pt x="8896" y="3829"/>
                    <a:pt x="8885" y="3800"/>
                  </a:cubicBezTo>
                  <a:lnTo>
                    <a:pt x="8817" y="3570"/>
                  </a:lnTo>
                  <a:cubicBezTo>
                    <a:pt x="8390" y="2130"/>
                    <a:pt x="7994" y="773"/>
                    <a:pt x="6309" y="219"/>
                  </a:cubicBezTo>
                  <a:cubicBezTo>
                    <a:pt x="5980" y="106"/>
                    <a:pt x="5663" y="43"/>
                    <a:pt x="5358" y="13"/>
                  </a:cubicBezTo>
                  <a:cubicBezTo>
                    <a:pt x="5295" y="9"/>
                    <a:pt x="5231" y="4"/>
                    <a:pt x="5168" y="4"/>
                  </a:cubicBezTo>
                  <a:lnTo>
                    <a:pt x="5139" y="4"/>
                  </a:lnTo>
                  <a:cubicBezTo>
                    <a:pt x="5112" y="2"/>
                    <a:pt x="5084" y="1"/>
                    <a:pt x="5057"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9" name="Google Shape;4854;p59">
              <a:extLst>
                <a:ext uri="{FF2B5EF4-FFF2-40B4-BE49-F238E27FC236}">
                  <a16:creationId xmlns:a16="http://schemas.microsoft.com/office/drawing/2014/main" id="{0363CD87-B923-2F2C-C5EF-2B3CC90D100C}"/>
                </a:ext>
              </a:extLst>
            </p:cNvPr>
            <p:cNvSpPr/>
            <p:nvPr/>
          </p:nvSpPr>
          <p:spPr>
            <a:xfrm>
              <a:off x="4491575" y="3146500"/>
              <a:ext cx="34175" cy="48850"/>
            </a:xfrm>
            <a:custGeom>
              <a:avLst/>
              <a:gdLst/>
              <a:ahLst/>
              <a:cxnLst/>
              <a:rect l="l" t="t" r="r" b="b"/>
              <a:pathLst>
                <a:path w="1367" h="1954" extrusionOk="0">
                  <a:moveTo>
                    <a:pt x="685" y="1"/>
                  </a:moveTo>
                  <a:cubicBezTo>
                    <a:pt x="515" y="1"/>
                    <a:pt x="377" y="59"/>
                    <a:pt x="279" y="176"/>
                  </a:cubicBezTo>
                  <a:cubicBezTo>
                    <a:pt x="1" y="515"/>
                    <a:pt x="74" y="1259"/>
                    <a:pt x="432" y="1675"/>
                  </a:cubicBezTo>
                  <a:cubicBezTo>
                    <a:pt x="592" y="1860"/>
                    <a:pt x="784" y="1953"/>
                    <a:pt x="996" y="1953"/>
                  </a:cubicBezTo>
                  <a:cubicBezTo>
                    <a:pt x="1114" y="1953"/>
                    <a:pt x="1239" y="1924"/>
                    <a:pt x="1367" y="1866"/>
                  </a:cubicBezTo>
                  <a:cubicBezTo>
                    <a:pt x="1333" y="1543"/>
                    <a:pt x="1303" y="1205"/>
                    <a:pt x="1285" y="847"/>
                  </a:cubicBezTo>
                  <a:cubicBezTo>
                    <a:pt x="1159" y="756"/>
                    <a:pt x="959" y="691"/>
                    <a:pt x="801" y="691"/>
                  </a:cubicBezTo>
                  <a:cubicBezTo>
                    <a:pt x="730" y="691"/>
                    <a:pt x="667" y="704"/>
                    <a:pt x="623" y="734"/>
                  </a:cubicBezTo>
                  <a:cubicBezTo>
                    <a:pt x="607" y="745"/>
                    <a:pt x="589" y="750"/>
                    <a:pt x="571" y="750"/>
                  </a:cubicBezTo>
                  <a:cubicBezTo>
                    <a:pt x="540" y="750"/>
                    <a:pt x="510" y="735"/>
                    <a:pt x="491" y="711"/>
                  </a:cubicBezTo>
                  <a:cubicBezTo>
                    <a:pt x="462" y="666"/>
                    <a:pt x="476" y="607"/>
                    <a:pt x="514" y="578"/>
                  </a:cubicBezTo>
                  <a:cubicBezTo>
                    <a:pt x="598" y="524"/>
                    <a:pt x="697" y="505"/>
                    <a:pt x="804" y="505"/>
                  </a:cubicBezTo>
                  <a:cubicBezTo>
                    <a:pt x="961" y="505"/>
                    <a:pt x="1138" y="553"/>
                    <a:pt x="1274" y="623"/>
                  </a:cubicBezTo>
                  <a:cubicBezTo>
                    <a:pt x="1269" y="470"/>
                    <a:pt x="1265" y="318"/>
                    <a:pt x="1260" y="167"/>
                  </a:cubicBezTo>
                  <a:cubicBezTo>
                    <a:pt x="1043" y="56"/>
                    <a:pt x="849" y="1"/>
                    <a:pt x="685" y="1"/>
                  </a:cubicBezTo>
                  <a:close/>
                </a:path>
              </a:pathLst>
            </a:custGeom>
            <a:solidFill>
              <a:srgbClr val="EC78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0" name="Google Shape;4855;p59">
              <a:extLst>
                <a:ext uri="{FF2B5EF4-FFF2-40B4-BE49-F238E27FC236}">
                  <a16:creationId xmlns:a16="http://schemas.microsoft.com/office/drawing/2014/main" id="{17F07313-AC8E-99E0-E02E-7B276CEA792C}"/>
                </a:ext>
              </a:extLst>
            </p:cNvPr>
            <p:cNvSpPr/>
            <p:nvPr/>
          </p:nvSpPr>
          <p:spPr>
            <a:xfrm>
              <a:off x="4717875" y="3132275"/>
              <a:ext cx="37275" cy="45700"/>
            </a:xfrm>
            <a:custGeom>
              <a:avLst/>
              <a:gdLst/>
              <a:ahLst/>
              <a:cxnLst/>
              <a:rect l="l" t="t" r="r" b="b"/>
              <a:pathLst>
                <a:path w="1491" h="1828" extrusionOk="0">
                  <a:moveTo>
                    <a:pt x="668" y="0"/>
                  </a:moveTo>
                  <a:cubicBezTo>
                    <a:pt x="427" y="0"/>
                    <a:pt x="184" y="100"/>
                    <a:pt x="1" y="281"/>
                  </a:cubicBezTo>
                  <a:cubicBezTo>
                    <a:pt x="21" y="417"/>
                    <a:pt x="44" y="550"/>
                    <a:pt x="64" y="681"/>
                  </a:cubicBezTo>
                  <a:lnTo>
                    <a:pt x="64" y="686"/>
                  </a:lnTo>
                  <a:cubicBezTo>
                    <a:pt x="245" y="579"/>
                    <a:pt x="491" y="559"/>
                    <a:pt x="667" y="559"/>
                  </a:cubicBezTo>
                  <a:cubicBezTo>
                    <a:pt x="720" y="559"/>
                    <a:pt x="765" y="598"/>
                    <a:pt x="765" y="652"/>
                  </a:cubicBezTo>
                  <a:cubicBezTo>
                    <a:pt x="765" y="701"/>
                    <a:pt x="720" y="745"/>
                    <a:pt x="672" y="745"/>
                  </a:cubicBezTo>
                  <a:cubicBezTo>
                    <a:pt x="564" y="745"/>
                    <a:pt x="241" y="751"/>
                    <a:pt x="94" y="892"/>
                  </a:cubicBezTo>
                  <a:cubicBezTo>
                    <a:pt x="138" y="1201"/>
                    <a:pt x="168" y="1509"/>
                    <a:pt x="191" y="1828"/>
                  </a:cubicBezTo>
                  <a:cubicBezTo>
                    <a:pt x="638" y="1818"/>
                    <a:pt x="1034" y="1662"/>
                    <a:pt x="1255" y="1402"/>
                  </a:cubicBezTo>
                  <a:cubicBezTo>
                    <a:pt x="1426" y="1196"/>
                    <a:pt x="1490" y="946"/>
                    <a:pt x="1436" y="647"/>
                  </a:cubicBezTo>
                  <a:cubicBezTo>
                    <a:pt x="1382" y="344"/>
                    <a:pt x="1191" y="118"/>
                    <a:pt x="907" y="35"/>
                  </a:cubicBezTo>
                  <a:cubicBezTo>
                    <a:pt x="829" y="12"/>
                    <a:pt x="749" y="0"/>
                    <a:pt x="668" y="0"/>
                  </a:cubicBezTo>
                  <a:close/>
                </a:path>
              </a:pathLst>
            </a:custGeom>
            <a:solidFill>
              <a:srgbClr val="EC78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1" name="Google Shape;4856;p59">
              <a:extLst>
                <a:ext uri="{FF2B5EF4-FFF2-40B4-BE49-F238E27FC236}">
                  <a16:creationId xmlns:a16="http://schemas.microsoft.com/office/drawing/2014/main" id="{7D4FE06B-D77C-C58A-3236-8BEB8CBA3446}"/>
                </a:ext>
              </a:extLst>
            </p:cNvPr>
            <p:cNvSpPr/>
            <p:nvPr/>
          </p:nvSpPr>
          <p:spPr>
            <a:xfrm>
              <a:off x="4527575" y="2997200"/>
              <a:ext cx="192300" cy="317300"/>
            </a:xfrm>
            <a:custGeom>
              <a:avLst/>
              <a:gdLst/>
              <a:ahLst/>
              <a:cxnLst/>
              <a:rect l="l" t="t" r="r" b="b"/>
              <a:pathLst>
                <a:path w="7692" h="12692" extrusionOk="0">
                  <a:moveTo>
                    <a:pt x="3297" y="1"/>
                  </a:moveTo>
                  <a:cubicBezTo>
                    <a:pt x="2768" y="25"/>
                    <a:pt x="2298" y="192"/>
                    <a:pt x="1882" y="496"/>
                  </a:cubicBezTo>
                  <a:cubicBezTo>
                    <a:pt x="520" y="1504"/>
                    <a:pt x="26" y="3817"/>
                    <a:pt x="1" y="5630"/>
                  </a:cubicBezTo>
                  <a:lnTo>
                    <a:pt x="1" y="5865"/>
                  </a:lnTo>
                  <a:lnTo>
                    <a:pt x="1" y="5953"/>
                  </a:lnTo>
                  <a:cubicBezTo>
                    <a:pt x="1" y="5972"/>
                    <a:pt x="1" y="6001"/>
                    <a:pt x="6" y="6021"/>
                  </a:cubicBezTo>
                  <a:lnTo>
                    <a:pt x="10" y="6213"/>
                  </a:lnTo>
                  <a:cubicBezTo>
                    <a:pt x="15" y="6394"/>
                    <a:pt x="21" y="6565"/>
                    <a:pt x="30" y="6731"/>
                  </a:cubicBezTo>
                  <a:cubicBezTo>
                    <a:pt x="40" y="6746"/>
                    <a:pt x="40" y="6760"/>
                    <a:pt x="40" y="6776"/>
                  </a:cubicBezTo>
                  <a:cubicBezTo>
                    <a:pt x="40" y="6790"/>
                    <a:pt x="40" y="6805"/>
                    <a:pt x="35" y="6815"/>
                  </a:cubicBezTo>
                  <a:cubicBezTo>
                    <a:pt x="55" y="7143"/>
                    <a:pt x="80" y="7456"/>
                    <a:pt x="109" y="7750"/>
                  </a:cubicBezTo>
                  <a:lnTo>
                    <a:pt x="133" y="7947"/>
                  </a:lnTo>
                  <a:cubicBezTo>
                    <a:pt x="304" y="9410"/>
                    <a:pt x="647" y="10522"/>
                    <a:pt x="1167" y="11306"/>
                  </a:cubicBezTo>
                  <a:cubicBezTo>
                    <a:pt x="1206" y="11370"/>
                    <a:pt x="1249" y="11433"/>
                    <a:pt x="1294" y="11492"/>
                  </a:cubicBezTo>
                  <a:cubicBezTo>
                    <a:pt x="1441" y="11689"/>
                    <a:pt x="1602" y="11860"/>
                    <a:pt x="1774" y="12007"/>
                  </a:cubicBezTo>
                  <a:cubicBezTo>
                    <a:pt x="1832" y="12055"/>
                    <a:pt x="1891" y="12105"/>
                    <a:pt x="1950" y="12149"/>
                  </a:cubicBezTo>
                  <a:cubicBezTo>
                    <a:pt x="2156" y="12301"/>
                    <a:pt x="2381" y="12419"/>
                    <a:pt x="2621" y="12507"/>
                  </a:cubicBezTo>
                  <a:cubicBezTo>
                    <a:pt x="2956" y="12630"/>
                    <a:pt x="3324" y="12691"/>
                    <a:pt x="3724" y="12691"/>
                  </a:cubicBezTo>
                  <a:cubicBezTo>
                    <a:pt x="4167" y="12691"/>
                    <a:pt x="4649" y="12616"/>
                    <a:pt x="5169" y="12467"/>
                  </a:cubicBezTo>
                  <a:cubicBezTo>
                    <a:pt x="6775" y="12002"/>
                    <a:pt x="7486" y="10106"/>
                    <a:pt x="7608" y="8632"/>
                  </a:cubicBezTo>
                  <a:cubicBezTo>
                    <a:pt x="7692" y="7623"/>
                    <a:pt x="7588" y="6653"/>
                    <a:pt x="7427" y="5707"/>
                  </a:cubicBezTo>
                  <a:lnTo>
                    <a:pt x="7421" y="5707"/>
                  </a:lnTo>
                  <a:cubicBezTo>
                    <a:pt x="7412" y="5688"/>
                    <a:pt x="7407" y="5664"/>
                    <a:pt x="7412" y="5639"/>
                  </a:cubicBezTo>
                  <a:cubicBezTo>
                    <a:pt x="7398" y="5546"/>
                    <a:pt x="7382" y="5453"/>
                    <a:pt x="7362" y="5365"/>
                  </a:cubicBezTo>
                  <a:cubicBezTo>
                    <a:pt x="7344" y="5262"/>
                    <a:pt x="7324" y="5164"/>
                    <a:pt x="7304" y="5066"/>
                  </a:cubicBezTo>
                  <a:cubicBezTo>
                    <a:pt x="7251" y="4787"/>
                    <a:pt x="7197" y="4513"/>
                    <a:pt x="7138" y="4244"/>
                  </a:cubicBezTo>
                  <a:cubicBezTo>
                    <a:pt x="7069" y="3920"/>
                    <a:pt x="7000" y="3586"/>
                    <a:pt x="6937" y="3258"/>
                  </a:cubicBezTo>
                  <a:cubicBezTo>
                    <a:pt x="6530" y="1886"/>
                    <a:pt x="6128" y="711"/>
                    <a:pt x="4606" y="211"/>
                  </a:cubicBezTo>
                  <a:cubicBezTo>
                    <a:pt x="4331" y="118"/>
                    <a:pt x="4071" y="60"/>
                    <a:pt x="3822" y="25"/>
                  </a:cubicBezTo>
                  <a:cubicBezTo>
                    <a:pt x="3743" y="16"/>
                    <a:pt x="3670" y="11"/>
                    <a:pt x="3596" y="5"/>
                  </a:cubicBezTo>
                  <a:cubicBezTo>
                    <a:pt x="3562" y="1"/>
                    <a:pt x="3528" y="1"/>
                    <a:pt x="3494" y="1"/>
                  </a:cubicBezTo>
                  <a:close/>
                </a:path>
              </a:pathLst>
            </a:custGeom>
            <a:solidFill>
              <a:srgbClr val="EC78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2" name="Google Shape;4857;p59">
              <a:extLst>
                <a:ext uri="{FF2B5EF4-FFF2-40B4-BE49-F238E27FC236}">
                  <a16:creationId xmlns:a16="http://schemas.microsoft.com/office/drawing/2014/main" id="{E168DA05-8C6C-7CF1-6207-D8B3120270AD}"/>
                </a:ext>
              </a:extLst>
            </p:cNvPr>
            <p:cNvSpPr/>
            <p:nvPr/>
          </p:nvSpPr>
          <p:spPr>
            <a:xfrm>
              <a:off x="4571900" y="3169650"/>
              <a:ext cx="34325" cy="140225"/>
            </a:xfrm>
            <a:custGeom>
              <a:avLst/>
              <a:gdLst/>
              <a:ahLst/>
              <a:cxnLst/>
              <a:rect l="l" t="t" r="r" b="b"/>
              <a:pathLst>
                <a:path w="1373" h="5609" extrusionOk="0">
                  <a:moveTo>
                    <a:pt x="280" y="0"/>
                  </a:moveTo>
                  <a:cubicBezTo>
                    <a:pt x="280" y="0"/>
                    <a:pt x="231" y="642"/>
                    <a:pt x="398" y="1029"/>
                  </a:cubicBezTo>
                  <a:cubicBezTo>
                    <a:pt x="570" y="1411"/>
                    <a:pt x="16" y="1440"/>
                    <a:pt x="89" y="1935"/>
                  </a:cubicBezTo>
                  <a:cubicBezTo>
                    <a:pt x="158" y="2430"/>
                    <a:pt x="500" y="2331"/>
                    <a:pt x="608" y="2699"/>
                  </a:cubicBezTo>
                  <a:cubicBezTo>
                    <a:pt x="717" y="3071"/>
                    <a:pt x="59" y="3086"/>
                    <a:pt x="104" y="3708"/>
                  </a:cubicBezTo>
                  <a:cubicBezTo>
                    <a:pt x="143" y="4334"/>
                    <a:pt x="417" y="4252"/>
                    <a:pt x="270" y="4531"/>
                  </a:cubicBezTo>
                  <a:cubicBezTo>
                    <a:pt x="192" y="4698"/>
                    <a:pt x="79" y="4938"/>
                    <a:pt x="1" y="5109"/>
                  </a:cubicBezTo>
                  <a:cubicBezTo>
                    <a:pt x="59" y="5157"/>
                    <a:pt x="118" y="5207"/>
                    <a:pt x="177" y="5251"/>
                  </a:cubicBezTo>
                  <a:cubicBezTo>
                    <a:pt x="383" y="5403"/>
                    <a:pt x="608" y="5521"/>
                    <a:pt x="848" y="5609"/>
                  </a:cubicBezTo>
                  <a:cubicBezTo>
                    <a:pt x="848" y="5530"/>
                    <a:pt x="848" y="5398"/>
                    <a:pt x="839" y="5202"/>
                  </a:cubicBezTo>
                  <a:cubicBezTo>
                    <a:pt x="824" y="4786"/>
                    <a:pt x="1264" y="4605"/>
                    <a:pt x="1079" y="4291"/>
                  </a:cubicBezTo>
                  <a:cubicBezTo>
                    <a:pt x="893" y="3977"/>
                    <a:pt x="995" y="3782"/>
                    <a:pt x="1181" y="3253"/>
                  </a:cubicBezTo>
                  <a:cubicBezTo>
                    <a:pt x="1373" y="2729"/>
                    <a:pt x="1353" y="2616"/>
                    <a:pt x="1181" y="2317"/>
                  </a:cubicBezTo>
                  <a:cubicBezTo>
                    <a:pt x="1015" y="2019"/>
                    <a:pt x="868" y="1719"/>
                    <a:pt x="1040" y="1440"/>
                  </a:cubicBezTo>
                  <a:cubicBezTo>
                    <a:pt x="1210" y="1156"/>
                    <a:pt x="1250" y="759"/>
                    <a:pt x="1040" y="441"/>
                  </a:cubicBezTo>
                  <a:cubicBezTo>
                    <a:pt x="824" y="122"/>
                    <a:pt x="839" y="49"/>
                    <a:pt x="839" y="49"/>
                  </a:cubicBezTo>
                  <a:lnTo>
                    <a:pt x="280" y="0"/>
                  </a:ln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3" name="Google Shape;4858;p59">
              <a:extLst>
                <a:ext uri="{FF2B5EF4-FFF2-40B4-BE49-F238E27FC236}">
                  <a16:creationId xmlns:a16="http://schemas.microsoft.com/office/drawing/2014/main" id="{C6A1BF5A-0597-97B1-BD7B-A0AEC7D077DA}"/>
                </a:ext>
              </a:extLst>
            </p:cNvPr>
            <p:cNvSpPr/>
            <p:nvPr/>
          </p:nvSpPr>
          <p:spPr>
            <a:xfrm>
              <a:off x="4569975" y="3134950"/>
              <a:ext cx="37350" cy="38000"/>
            </a:xfrm>
            <a:custGeom>
              <a:avLst/>
              <a:gdLst/>
              <a:ahLst/>
              <a:cxnLst/>
              <a:rect l="l" t="t" r="r" b="b"/>
              <a:pathLst>
                <a:path w="1494" h="1520" extrusionOk="0">
                  <a:moveTo>
                    <a:pt x="1273" y="0"/>
                  </a:moveTo>
                  <a:cubicBezTo>
                    <a:pt x="1266" y="0"/>
                    <a:pt x="1260" y="1"/>
                    <a:pt x="1253" y="2"/>
                  </a:cubicBezTo>
                  <a:cubicBezTo>
                    <a:pt x="1205" y="11"/>
                    <a:pt x="1170" y="61"/>
                    <a:pt x="1180" y="109"/>
                  </a:cubicBezTo>
                  <a:cubicBezTo>
                    <a:pt x="1287" y="721"/>
                    <a:pt x="1117" y="1099"/>
                    <a:pt x="921" y="1250"/>
                  </a:cubicBezTo>
                  <a:cubicBezTo>
                    <a:pt x="849" y="1302"/>
                    <a:pt x="773" y="1329"/>
                    <a:pt x="698" y="1329"/>
                  </a:cubicBezTo>
                  <a:cubicBezTo>
                    <a:pt x="651" y="1329"/>
                    <a:pt x="604" y="1318"/>
                    <a:pt x="558" y="1295"/>
                  </a:cubicBezTo>
                  <a:cubicBezTo>
                    <a:pt x="333" y="1187"/>
                    <a:pt x="195" y="839"/>
                    <a:pt x="191" y="364"/>
                  </a:cubicBezTo>
                  <a:cubicBezTo>
                    <a:pt x="191" y="315"/>
                    <a:pt x="147" y="271"/>
                    <a:pt x="98" y="271"/>
                  </a:cubicBezTo>
                  <a:cubicBezTo>
                    <a:pt x="44" y="271"/>
                    <a:pt x="0" y="315"/>
                    <a:pt x="5" y="369"/>
                  </a:cubicBezTo>
                  <a:cubicBezTo>
                    <a:pt x="9" y="922"/>
                    <a:pt x="181" y="1325"/>
                    <a:pt x="475" y="1467"/>
                  </a:cubicBezTo>
                  <a:cubicBezTo>
                    <a:pt x="548" y="1501"/>
                    <a:pt x="622" y="1520"/>
                    <a:pt x="700" y="1520"/>
                  </a:cubicBezTo>
                  <a:cubicBezTo>
                    <a:pt x="812" y="1520"/>
                    <a:pt x="930" y="1476"/>
                    <a:pt x="1033" y="1397"/>
                  </a:cubicBezTo>
                  <a:cubicBezTo>
                    <a:pt x="1278" y="1216"/>
                    <a:pt x="1493" y="771"/>
                    <a:pt x="1366" y="75"/>
                  </a:cubicBezTo>
                  <a:cubicBezTo>
                    <a:pt x="1358" y="32"/>
                    <a:pt x="1319" y="0"/>
                    <a:pt x="1273"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4" name="Google Shape;4859;p59">
              <a:extLst>
                <a:ext uri="{FF2B5EF4-FFF2-40B4-BE49-F238E27FC236}">
                  <a16:creationId xmlns:a16="http://schemas.microsoft.com/office/drawing/2014/main" id="{CB513532-2664-1C2D-BBF9-E6A7F9EA1EAC}"/>
                </a:ext>
              </a:extLst>
            </p:cNvPr>
            <p:cNvSpPr/>
            <p:nvPr/>
          </p:nvSpPr>
          <p:spPr>
            <a:xfrm>
              <a:off x="4655300" y="3131550"/>
              <a:ext cx="30775" cy="43250"/>
            </a:xfrm>
            <a:custGeom>
              <a:avLst/>
              <a:gdLst/>
              <a:ahLst/>
              <a:cxnLst/>
              <a:rect l="l" t="t" r="r" b="b"/>
              <a:pathLst>
                <a:path w="1231" h="1730" extrusionOk="0">
                  <a:moveTo>
                    <a:pt x="1107" y="0"/>
                  </a:moveTo>
                  <a:cubicBezTo>
                    <a:pt x="1059" y="0"/>
                    <a:pt x="1014" y="39"/>
                    <a:pt x="1014" y="93"/>
                  </a:cubicBezTo>
                  <a:cubicBezTo>
                    <a:pt x="1014" y="127"/>
                    <a:pt x="1014" y="172"/>
                    <a:pt x="1019" y="226"/>
                  </a:cubicBezTo>
                  <a:cubicBezTo>
                    <a:pt x="1025" y="539"/>
                    <a:pt x="1044" y="1274"/>
                    <a:pt x="784" y="1485"/>
                  </a:cubicBezTo>
                  <a:cubicBezTo>
                    <a:pt x="735" y="1523"/>
                    <a:pt x="678" y="1542"/>
                    <a:pt x="612" y="1542"/>
                  </a:cubicBezTo>
                  <a:cubicBezTo>
                    <a:pt x="586" y="1542"/>
                    <a:pt x="559" y="1539"/>
                    <a:pt x="530" y="1533"/>
                  </a:cubicBezTo>
                  <a:cubicBezTo>
                    <a:pt x="324" y="1485"/>
                    <a:pt x="211" y="1063"/>
                    <a:pt x="191" y="662"/>
                  </a:cubicBezTo>
                  <a:cubicBezTo>
                    <a:pt x="191" y="612"/>
                    <a:pt x="149" y="574"/>
                    <a:pt x="104" y="574"/>
                  </a:cubicBezTo>
                  <a:cubicBezTo>
                    <a:pt x="100" y="574"/>
                    <a:pt x="97" y="574"/>
                    <a:pt x="94" y="574"/>
                  </a:cubicBezTo>
                  <a:cubicBezTo>
                    <a:pt x="44" y="574"/>
                    <a:pt x="1" y="618"/>
                    <a:pt x="6" y="672"/>
                  </a:cubicBezTo>
                  <a:cubicBezTo>
                    <a:pt x="20" y="956"/>
                    <a:pt x="94" y="1632"/>
                    <a:pt x="485" y="1714"/>
                  </a:cubicBezTo>
                  <a:cubicBezTo>
                    <a:pt x="535" y="1725"/>
                    <a:pt x="574" y="1730"/>
                    <a:pt x="618" y="1730"/>
                  </a:cubicBezTo>
                  <a:cubicBezTo>
                    <a:pt x="725" y="1730"/>
                    <a:pt x="824" y="1696"/>
                    <a:pt x="901" y="1632"/>
                  </a:cubicBezTo>
                  <a:cubicBezTo>
                    <a:pt x="1231" y="1362"/>
                    <a:pt x="1215" y="618"/>
                    <a:pt x="1206" y="221"/>
                  </a:cubicBezTo>
                  <a:lnTo>
                    <a:pt x="1206" y="93"/>
                  </a:lnTo>
                  <a:cubicBezTo>
                    <a:pt x="1206" y="39"/>
                    <a:pt x="1161" y="0"/>
                    <a:pt x="1107"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5" name="Google Shape;4860;p59">
              <a:extLst>
                <a:ext uri="{FF2B5EF4-FFF2-40B4-BE49-F238E27FC236}">
                  <a16:creationId xmlns:a16="http://schemas.microsoft.com/office/drawing/2014/main" id="{504E3DA7-BB85-7CC8-BDF0-97E348642797}"/>
                </a:ext>
              </a:extLst>
            </p:cNvPr>
            <p:cNvSpPr/>
            <p:nvPr/>
          </p:nvSpPr>
          <p:spPr>
            <a:xfrm>
              <a:off x="4633750" y="3073650"/>
              <a:ext cx="50700" cy="44825"/>
            </a:xfrm>
            <a:custGeom>
              <a:avLst/>
              <a:gdLst/>
              <a:ahLst/>
              <a:cxnLst/>
              <a:rect l="l" t="t" r="r" b="b"/>
              <a:pathLst>
                <a:path w="2028" h="1793" extrusionOk="0">
                  <a:moveTo>
                    <a:pt x="427" y="191"/>
                  </a:moveTo>
                  <a:cubicBezTo>
                    <a:pt x="447" y="191"/>
                    <a:pt x="466" y="200"/>
                    <a:pt x="486" y="225"/>
                  </a:cubicBezTo>
                  <a:cubicBezTo>
                    <a:pt x="481" y="245"/>
                    <a:pt x="486" y="269"/>
                    <a:pt x="500" y="289"/>
                  </a:cubicBezTo>
                  <a:lnTo>
                    <a:pt x="506" y="298"/>
                  </a:lnTo>
                  <a:cubicBezTo>
                    <a:pt x="780" y="709"/>
                    <a:pt x="965" y="984"/>
                    <a:pt x="1528" y="1234"/>
                  </a:cubicBezTo>
                  <a:cubicBezTo>
                    <a:pt x="1582" y="1258"/>
                    <a:pt x="1637" y="1274"/>
                    <a:pt x="1686" y="1283"/>
                  </a:cubicBezTo>
                  <a:cubicBezTo>
                    <a:pt x="1799" y="1303"/>
                    <a:pt x="1822" y="1312"/>
                    <a:pt x="1833" y="1401"/>
                  </a:cubicBezTo>
                  <a:cubicBezTo>
                    <a:pt x="1833" y="1425"/>
                    <a:pt x="1838" y="1503"/>
                    <a:pt x="1793" y="1552"/>
                  </a:cubicBezTo>
                  <a:cubicBezTo>
                    <a:pt x="1763" y="1582"/>
                    <a:pt x="1720" y="1602"/>
                    <a:pt x="1657" y="1606"/>
                  </a:cubicBezTo>
                  <a:cubicBezTo>
                    <a:pt x="1646" y="1607"/>
                    <a:pt x="1635" y="1607"/>
                    <a:pt x="1625" y="1607"/>
                  </a:cubicBezTo>
                  <a:cubicBezTo>
                    <a:pt x="1139" y="1607"/>
                    <a:pt x="429" y="1069"/>
                    <a:pt x="300" y="686"/>
                  </a:cubicBezTo>
                  <a:cubicBezTo>
                    <a:pt x="251" y="544"/>
                    <a:pt x="192" y="293"/>
                    <a:pt x="348" y="216"/>
                  </a:cubicBezTo>
                  <a:cubicBezTo>
                    <a:pt x="382" y="200"/>
                    <a:pt x="407" y="191"/>
                    <a:pt x="427" y="191"/>
                  </a:cubicBezTo>
                  <a:close/>
                  <a:moveTo>
                    <a:pt x="431" y="1"/>
                  </a:moveTo>
                  <a:cubicBezTo>
                    <a:pt x="385" y="1"/>
                    <a:pt x="332" y="13"/>
                    <a:pt x="270" y="44"/>
                  </a:cubicBezTo>
                  <a:cubicBezTo>
                    <a:pt x="54" y="151"/>
                    <a:pt x="0" y="397"/>
                    <a:pt x="124" y="745"/>
                  </a:cubicBezTo>
                  <a:cubicBezTo>
                    <a:pt x="275" y="1200"/>
                    <a:pt x="1049" y="1792"/>
                    <a:pt x="1627" y="1792"/>
                  </a:cubicBezTo>
                  <a:lnTo>
                    <a:pt x="1666" y="1792"/>
                  </a:lnTo>
                  <a:cubicBezTo>
                    <a:pt x="1813" y="1783"/>
                    <a:pt x="1892" y="1724"/>
                    <a:pt x="1935" y="1675"/>
                  </a:cubicBezTo>
                  <a:cubicBezTo>
                    <a:pt x="1999" y="1602"/>
                    <a:pt x="2028" y="1494"/>
                    <a:pt x="2019" y="1381"/>
                  </a:cubicBezTo>
                  <a:cubicBezTo>
                    <a:pt x="1994" y="1150"/>
                    <a:pt x="1838" y="1121"/>
                    <a:pt x="1725" y="1097"/>
                  </a:cubicBezTo>
                  <a:cubicBezTo>
                    <a:pt x="1681" y="1087"/>
                    <a:pt x="1641" y="1077"/>
                    <a:pt x="1602" y="1062"/>
                  </a:cubicBezTo>
                  <a:cubicBezTo>
                    <a:pt x="1205" y="886"/>
                    <a:pt x="1019" y="700"/>
                    <a:pt x="834" y="440"/>
                  </a:cubicBezTo>
                  <a:cubicBezTo>
                    <a:pt x="834" y="421"/>
                    <a:pt x="823" y="406"/>
                    <a:pt x="814" y="386"/>
                  </a:cubicBezTo>
                  <a:cubicBezTo>
                    <a:pt x="775" y="338"/>
                    <a:pt x="745" y="289"/>
                    <a:pt x="716" y="239"/>
                  </a:cubicBezTo>
                  <a:cubicBezTo>
                    <a:pt x="652" y="132"/>
                    <a:pt x="577" y="1"/>
                    <a:pt x="431"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0" name="Google Shape;4861;p59">
              <a:extLst>
                <a:ext uri="{FF2B5EF4-FFF2-40B4-BE49-F238E27FC236}">
                  <a16:creationId xmlns:a16="http://schemas.microsoft.com/office/drawing/2014/main" id="{095CE9EE-4A00-4970-E1E7-45A064000B2C}"/>
                </a:ext>
              </a:extLst>
            </p:cNvPr>
            <p:cNvSpPr/>
            <p:nvPr/>
          </p:nvSpPr>
          <p:spPr>
            <a:xfrm>
              <a:off x="4638525" y="3078400"/>
              <a:ext cx="41175" cy="35450"/>
            </a:xfrm>
            <a:custGeom>
              <a:avLst/>
              <a:gdLst/>
              <a:ahLst/>
              <a:cxnLst/>
              <a:rect l="l" t="t" r="r" b="b"/>
              <a:pathLst>
                <a:path w="1647" h="1418" extrusionOk="0">
                  <a:moveTo>
                    <a:pt x="236" y="1"/>
                  </a:moveTo>
                  <a:cubicBezTo>
                    <a:pt x="216" y="1"/>
                    <a:pt x="191" y="10"/>
                    <a:pt x="157" y="26"/>
                  </a:cubicBezTo>
                  <a:cubicBezTo>
                    <a:pt x="1" y="103"/>
                    <a:pt x="60" y="354"/>
                    <a:pt x="109" y="496"/>
                  </a:cubicBezTo>
                  <a:cubicBezTo>
                    <a:pt x="238" y="879"/>
                    <a:pt x="948" y="1417"/>
                    <a:pt x="1434" y="1417"/>
                  </a:cubicBezTo>
                  <a:cubicBezTo>
                    <a:pt x="1444" y="1417"/>
                    <a:pt x="1455" y="1417"/>
                    <a:pt x="1466" y="1416"/>
                  </a:cubicBezTo>
                  <a:cubicBezTo>
                    <a:pt x="1529" y="1412"/>
                    <a:pt x="1572" y="1392"/>
                    <a:pt x="1602" y="1362"/>
                  </a:cubicBezTo>
                  <a:cubicBezTo>
                    <a:pt x="1647" y="1313"/>
                    <a:pt x="1642" y="1235"/>
                    <a:pt x="1642" y="1211"/>
                  </a:cubicBezTo>
                  <a:cubicBezTo>
                    <a:pt x="1631" y="1122"/>
                    <a:pt x="1608" y="1113"/>
                    <a:pt x="1495" y="1093"/>
                  </a:cubicBezTo>
                  <a:cubicBezTo>
                    <a:pt x="1446" y="1084"/>
                    <a:pt x="1391" y="1068"/>
                    <a:pt x="1337" y="1044"/>
                  </a:cubicBezTo>
                  <a:cubicBezTo>
                    <a:pt x="774" y="794"/>
                    <a:pt x="589" y="519"/>
                    <a:pt x="315" y="108"/>
                  </a:cubicBezTo>
                  <a:lnTo>
                    <a:pt x="309" y="99"/>
                  </a:lnTo>
                  <a:cubicBezTo>
                    <a:pt x="295" y="79"/>
                    <a:pt x="290" y="55"/>
                    <a:pt x="295" y="35"/>
                  </a:cubicBezTo>
                  <a:cubicBezTo>
                    <a:pt x="275" y="10"/>
                    <a:pt x="256" y="1"/>
                    <a:pt x="236"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1" name="Google Shape;4862;p59">
              <a:extLst>
                <a:ext uri="{FF2B5EF4-FFF2-40B4-BE49-F238E27FC236}">
                  <a16:creationId xmlns:a16="http://schemas.microsoft.com/office/drawing/2014/main" id="{5E8E5CB1-CAFD-3478-C6A1-530E279E74E1}"/>
                </a:ext>
              </a:extLst>
            </p:cNvPr>
            <p:cNvSpPr/>
            <p:nvPr/>
          </p:nvSpPr>
          <p:spPr>
            <a:xfrm>
              <a:off x="4562350" y="3079700"/>
              <a:ext cx="50725" cy="44750"/>
            </a:xfrm>
            <a:custGeom>
              <a:avLst/>
              <a:gdLst/>
              <a:ahLst/>
              <a:cxnLst/>
              <a:rect l="l" t="t" r="r" b="b"/>
              <a:pathLst>
                <a:path w="2029" h="1790" extrusionOk="0">
                  <a:moveTo>
                    <a:pt x="1605" y="189"/>
                  </a:moveTo>
                  <a:cubicBezTo>
                    <a:pt x="1625" y="189"/>
                    <a:pt x="1648" y="197"/>
                    <a:pt x="1681" y="213"/>
                  </a:cubicBezTo>
                  <a:cubicBezTo>
                    <a:pt x="1838" y="291"/>
                    <a:pt x="1779" y="541"/>
                    <a:pt x="1730" y="684"/>
                  </a:cubicBezTo>
                  <a:cubicBezTo>
                    <a:pt x="1601" y="1067"/>
                    <a:pt x="889" y="1605"/>
                    <a:pt x="405" y="1605"/>
                  </a:cubicBezTo>
                  <a:cubicBezTo>
                    <a:pt x="394" y="1605"/>
                    <a:pt x="384" y="1605"/>
                    <a:pt x="373" y="1604"/>
                  </a:cubicBezTo>
                  <a:cubicBezTo>
                    <a:pt x="310" y="1599"/>
                    <a:pt x="265" y="1580"/>
                    <a:pt x="236" y="1550"/>
                  </a:cubicBezTo>
                  <a:cubicBezTo>
                    <a:pt x="192" y="1502"/>
                    <a:pt x="197" y="1428"/>
                    <a:pt x="202" y="1398"/>
                  </a:cubicBezTo>
                  <a:cubicBezTo>
                    <a:pt x="206" y="1310"/>
                    <a:pt x="231" y="1306"/>
                    <a:pt x="344" y="1281"/>
                  </a:cubicBezTo>
                  <a:cubicBezTo>
                    <a:pt x="393" y="1272"/>
                    <a:pt x="446" y="1261"/>
                    <a:pt x="500" y="1232"/>
                  </a:cubicBezTo>
                  <a:cubicBezTo>
                    <a:pt x="1069" y="982"/>
                    <a:pt x="1250" y="708"/>
                    <a:pt x="1524" y="297"/>
                  </a:cubicBezTo>
                  <a:lnTo>
                    <a:pt x="1529" y="286"/>
                  </a:lnTo>
                  <a:cubicBezTo>
                    <a:pt x="1544" y="268"/>
                    <a:pt x="1549" y="248"/>
                    <a:pt x="1544" y="223"/>
                  </a:cubicBezTo>
                  <a:cubicBezTo>
                    <a:pt x="1565" y="200"/>
                    <a:pt x="1583" y="189"/>
                    <a:pt x="1605" y="189"/>
                  </a:cubicBezTo>
                  <a:close/>
                  <a:moveTo>
                    <a:pt x="1597" y="1"/>
                  </a:moveTo>
                  <a:cubicBezTo>
                    <a:pt x="1451" y="1"/>
                    <a:pt x="1377" y="131"/>
                    <a:pt x="1314" y="238"/>
                  </a:cubicBezTo>
                  <a:cubicBezTo>
                    <a:pt x="1284" y="286"/>
                    <a:pt x="1255" y="336"/>
                    <a:pt x="1216" y="390"/>
                  </a:cubicBezTo>
                  <a:cubicBezTo>
                    <a:pt x="1206" y="404"/>
                    <a:pt x="1201" y="424"/>
                    <a:pt x="1196" y="438"/>
                  </a:cubicBezTo>
                  <a:cubicBezTo>
                    <a:pt x="1010" y="703"/>
                    <a:pt x="824" y="885"/>
                    <a:pt x="427" y="1061"/>
                  </a:cubicBezTo>
                  <a:cubicBezTo>
                    <a:pt x="387" y="1080"/>
                    <a:pt x="349" y="1085"/>
                    <a:pt x="305" y="1095"/>
                  </a:cubicBezTo>
                  <a:cubicBezTo>
                    <a:pt x="192" y="1120"/>
                    <a:pt x="35" y="1154"/>
                    <a:pt x="11" y="1378"/>
                  </a:cubicBezTo>
                  <a:cubicBezTo>
                    <a:pt x="1" y="1491"/>
                    <a:pt x="30" y="1599"/>
                    <a:pt x="93" y="1672"/>
                  </a:cubicBezTo>
                  <a:cubicBezTo>
                    <a:pt x="138" y="1722"/>
                    <a:pt x="222" y="1785"/>
                    <a:pt x="364" y="1790"/>
                  </a:cubicBezTo>
                  <a:lnTo>
                    <a:pt x="403" y="1790"/>
                  </a:lnTo>
                  <a:cubicBezTo>
                    <a:pt x="981" y="1790"/>
                    <a:pt x="1755" y="1197"/>
                    <a:pt x="1911" y="747"/>
                  </a:cubicBezTo>
                  <a:cubicBezTo>
                    <a:pt x="2028" y="399"/>
                    <a:pt x="1974" y="150"/>
                    <a:pt x="1764" y="47"/>
                  </a:cubicBezTo>
                  <a:cubicBezTo>
                    <a:pt x="1699" y="14"/>
                    <a:pt x="1645" y="1"/>
                    <a:pt x="1597"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2" name="Google Shape;4863;p59">
              <a:extLst>
                <a:ext uri="{FF2B5EF4-FFF2-40B4-BE49-F238E27FC236}">
                  <a16:creationId xmlns:a16="http://schemas.microsoft.com/office/drawing/2014/main" id="{707DBAD5-8963-AD9A-67C1-8266BDAED06D}"/>
                </a:ext>
              </a:extLst>
            </p:cNvPr>
            <p:cNvSpPr/>
            <p:nvPr/>
          </p:nvSpPr>
          <p:spPr>
            <a:xfrm>
              <a:off x="4567150" y="3084400"/>
              <a:ext cx="41175" cy="35425"/>
            </a:xfrm>
            <a:custGeom>
              <a:avLst/>
              <a:gdLst/>
              <a:ahLst/>
              <a:cxnLst/>
              <a:rect l="l" t="t" r="r" b="b"/>
              <a:pathLst>
                <a:path w="1647" h="1417" extrusionOk="0">
                  <a:moveTo>
                    <a:pt x="1413" y="1"/>
                  </a:moveTo>
                  <a:cubicBezTo>
                    <a:pt x="1391" y="1"/>
                    <a:pt x="1373" y="12"/>
                    <a:pt x="1352" y="35"/>
                  </a:cubicBezTo>
                  <a:cubicBezTo>
                    <a:pt x="1357" y="60"/>
                    <a:pt x="1352" y="80"/>
                    <a:pt x="1337" y="98"/>
                  </a:cubicBezTo>
                  <a:lnTo>
                    <a:pt x="1332" y="109"/>
                  </a:lnTo>
                  <a:cubicBezTo>
                    <a:pt x="1058" y="520"/>
                    <a:pt x="877" y="794"/>
                    <a:pt x="308" y="1044"/>
                  </a:cubicBezTo>
                  <a:cubicBezTo>
                    <a:pt x="254" y="1073"/>
                    <a:pt x="201" y="1084"/>
                    <a:pt x="152" y="1093"/>
                  </a:cubicBezTo>
                  <a:cubicBezTo>
                    <a:pt x="39" y="1118"/>
                    <a:pt x="14" y="1122"/>
                    <a:pt x="10" y="1210"/>
                  </a:cubicBezTo>
                  <a:cubicBezTo>
                    <a:pt x="5" y="1240"/>
                    <a:pt x="0" y="1314"/>
                    <a:pt x="44" y="1362"/>
                  </a:cubicBezTo>
                  <a:cubicBezTo>
                    <a:pt x="73" y="1392"/>
                    <a:pt x="118" y="1411"/>
                    <a:pt x="181" y="1416"/>
                  </a:cubicBezTo>
                  <a:cubicBezTo>
                    <a:pt x="192" y="1417"/>
                    <a:pt x="202" y="1417"/>
                    <a:pt x="213" y="1417"/>
                  </a:cubicBezTo>
                  <a:cubicBezTo>
                    <a:pt x="697" y="1417"/>
                    <a:pt x="1409" y="879"/>
                    <a:pt x="1538" y="496"/>
                  </a:cubicBezTo>
                  <a:cubicBezTo>
                    <a:pt x="1587" y="353"/>
                    <a:pt x="1646" y="103"/>
                    <a:pt x="1489" y="25"/>
                  </a:cubicBezTo>
                  <a:cubicBezTo>
                    <a:pt x="1456" y="9"/>
                    <a:pt x="1433" y="1"/>
                    <a:pt x="1413"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3" name="Google Shape;4864;p59">
              <a:extLst>
                <a:ext uri="{FF2B5EF4-FFF2-40B4-BE49-F238E27FC236}">
                  <a16:creationId xmlns:a16="http://schemas.microsoft.com/office/drawing/2014/main" id="{975C4B62-5C07-742C-991F-96B49BFE6C36}"/>
                </a:ext>
              </a:extLst>
            </p:cNvPr>
            <p:cNvSpPr/>
            <p:nvPr/>
          </p:nvSpPr>
          <p:spPr>
            <a:xfrm>
              <a:off x="4627275" y="3158850"/>
              <a:ext cx="17150" cy="51850"/>
            </a:xfrm>
            <a:custGeom>
              <a:avLst/>
              <a:gdLst/>
              <a:ahLst/>
              <a:cxnLst/>
              <a:rect l="l" t="t" r="r" b="b"/>
              <a:pathLst>
                <a:path w="686" h="2074" extrusionOk="0">
                  <a:moveTo>
                    <a:pt x="98" y="1"/>
                  </a:moveTo>
                  <a:cubicBezTo>
                    <a:pt x="49" y="1"/>
                    <a:pt x="5" y="41"/>
                    <a:pt x="5" y="93"/>
                  </a:cubicBezTo>
                  <a:lnTo>
                    <a:pt x="5" y="520"/>
                  </a:lnTo>
                  <a:cubicBezTo>
                    <a:pt x="0" y="839"/>
                    <a:pt x="0" y="1167"/>
                    <a:pt x="10" y="1490"/>
                  </a:cubicBezTo>
                  <a:cubicBezTo>
                    <a:pt x="10" y="1529"/>
                    <a:pt x="35" y="1558"/>
                    <a:pt x="69" y="1574"/>
                  </a:cubicBezTo>
                  <a:cubicBezTo>
                    <a:pt x="81" y="1578"/>
                    <a:pt x="93" y="1580"/>
                    <a:pt x="104" y="1580"/>
                  </a:cubicBezTo>
                  <a:cubicBezTo>
                    <a:pt x="130" y="1580"/>
                    <a:pt x="155" y="1569"/>
                    <a:pt x="171" y="1549"/>
                  </a:cubicBezTo>
                  <a:cubicBezTo>
                    <a:pt x="207" y="1509"/>
                    <a:pt x="269" y="1450"/>
                    <a:pt x="332" y="1450"/>
                  </a:cubicBezTo>
                  <a:cubicBezTo>
                    <a:pt x="347" y="1450"/>
                    <a:pt x="362" y="1453"/>
                    <a:pt x="377" y="1461"/>
                  </a:cubicBezTo>
                  <a:cubicBezTo>
                    <a:pt x="441" y="1490"/>
                    <a:pt x="485" y="1592"/>
                    <a:pt x="471" y="1686"/>
                  </a:cubicBezTo>
                  <a:cubicBezTo>
                    <a:pt x="451" y="1798"/>
                    <a:pt x="358" y="1867"/>
                    <a:pt x="211" y="1886"/>
                  </a:cubicBezTo>
                  <a:cubicBezTo>
                    <a:pt x="162" y="1892"/>
                    <a:pt x="123" y="1936"/>
                    <a:pt x="127" y="1990"/>
                  </a:cubicBezTo>
                  <a:cubicBezTo>
                    <a:pt x="137" y="2039"/>
                    <a:pt x="177" y="2073"/>
                    <a:pt x="220" y="2073"/>
                  </a:cubicBezTo>
                  <a:lnTo>
                    <a:pt x="236" y="2073"/>
                  </a:lnTo>
                  <a:cubicBezTo>
                    <a:pt x="465" y="2044"/>
                    <a:pt x="622" y="1911"/>
                    <a:pt x="656" y="1716"/>
                  </a:cubicBezTo>
                  <a:cubicBezTo>
                    <a:pt x="686" y="1544"/>
                    <a:pt x="598" y="1357"/>
                    <a:pt x="455" y="1289"/>
                  </a:cubicBezTo>
                  <a:cubicBezTo>
                    <a:pt x="430" y="1277"/>
                    <a:pt x="386" y="1261"/>
                    <a:pt x="329" y="1261"/>
                  </a:cubicBezTo>
                  <a:cubicBezTo>
                    <a:pt x="289" y="1261"/>
                    <a:pt x="242" y="1269"/>
                    <a:pt x="191" y="1294"/>
                  </a:cubicBezTo>
                  <a:lnTo>
                    <a:pt x="191" y="525"/>
                  </a:lnTo>
                  <a:cubicBezTo>
                    <a:pt x="191" y="378"/>
                    <a:pt x="196" y="236"/>
                    <a:pt x="196" y="93"/>
                  </a:cubicBezTo>
                  <a:cubicBezTo>
                    <a:pt x="196" y="41"/>
                    <a:pt x="152" y="1"/>
                    <a:pt x="98"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4" name="Google Shape;4865;p59">
              <a:extLst>
                <a:ext uri="{FF2B5EF4-FFF2-40B4-BE49-F238E27FC236}">
                  <a16:creationId xmlns:a16="http://schemas.microsoft.com/office/drawing/2014/main" id="{FBE00D9B-55F0-CDED-8534-94C3469C8E85}"/>
                </a:ext>
              </a:extLst>
            </p:cNvPr>
            <p:cNvSpPr/>
            <p:nvPr/>
          </p:nvSpPr>
          <p:spPr>
            <a:xfrm>
              <a:off x="4542775" y="3156125"/>
              <a:ext cx="10175" cy="13550"/>
            </a:xfrm>
            <a:custGeom>
              <a:avLst/>
              <a:gdLst/>
              <a:ahLst/>
              <a:cxnLst/>
              <a:rect l="l" t="t" r="r" b="b"/>
              <a:pathLst>
                <a:path w="407" h="542" extrusionOk="0">
                  <a:moveTo>
                    <a:pt x="297" y="0"/>
                  </a:moveTo>
                  <a:cubicBezTo>
                    <a:pt x="265" y="0"/>
                    <a:pt x="232" y="17"/>
                    <a:pt x="216" y="46"/>
                  </a:cubicBezTo>
                  <a:cubicBezTo>
                    <a:pt x="152" y="154"/>
                    <a:pt x="83" y="286"/>
                    <a:pt x="19" y="408"/>
                  </a:cubicBezTo>
                  <a:cubicBezTo>
                    <a:pt x="1" y="453"/>
                    <a:pt x="15" y="512"/>
                    <a:pt x="64" y="532"/>
                  </a:cubicBezTo>
                  <a:cubicBezTo>
                    <a:pt x="78" y="541"/>
                    <a:pt x="94" y="541"/>
                    <a:pt x="108" y="541"/>
                  </a:cubicBezTo>
                  <a:cubicBezTo>
                    <a:pt x="142" y="541"/>
                    <a:pt x="171" y="521"/>
                    <a:pt x="191" y="492"/>
                  </a:cubicBezTo>
                  <a:cubicBezTo>
                    <a:pt x="250" y="374"/>
                    <a:pt x="318" y="247"/>
                    <a:pt x="377" y="139"/>
                  </a:cubicBezTo>
                  <a:cubicBezTo>
                    <a:pt x="406" y="95"/>
                    <a:pt x="387" y="37"/>
                    <a:pt x="343" y="12"/>
                  </a:cubicBezTo>
                  <a:cubicBezTo>
                    <a:pt x="329" y="4"/>
                    <a:pt x="313" y="0"/>
                    <a:pt x="297"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5" name="Google Shape;4866;p59">
              <a:extLst>
                <a:ext uri="{FF2B5EF4-FFF2-40B4-BE49-F238E27FC236}">
                  <a16:creationId xmlns:a16="http://schemas.microsoft.com/office/drawing/2014/main" id="{B2D623E3-958E-14DE-487F-5EA0C97D65E9}"/>
                </a:ext>
              </a:extLst>
            </p:cNvPr>
            <p:cNvSpPr/>
            <p:nvPr/>
          </p:nvSpPr>
          <p:spPr>
            <a:xfrm>
              <a:off x="4548500" y="3174850"/>
              <a:ext cx="7775" cy="11600"/>
            </a:xfrm>
            <a:custGeom>
              <a:avLst/>
              <a:gdLst/>
              <a:ahLst/>
              <a:cxnLst/>
              <a:rect l="l" t="t" r="r" b="b"/>
              <a:pathLst>
                <a:path w="311" h="464" extrusionOk="0">
                  <a:moveTo>
                    <a:pt x="211" y="1"/>
                  </a:moveTo>
                  <a:cubicBezTo>
                    <a:pt x="166" y="1"/>
                    <a:pt x="127" y="28"/>
                    <a:pt x="114" y="71"/>
                  </a:cubicBezTo>
                  <a:cubicBezTo>
                    <a:pt x="89" y="154"/>
                    <a:pt x="60" y="247"/>
                    <a:pt x="21" y="330"/>
                  </a:cubicBezTo>
                  <a:cubicBezTo>
                    <a:pt x="1" y="380"/>
                    <a:pt x="26" y="434"/>
                    <a:pt x="70" y="453"/>
                  </a:cubicBezTo>
                  <a:cubicBezTo>
                    <a:pt x="84" y="463"/>
                    <a:pt x="95" y="463"/>
                    <a:pt x="109" y="463"/>
                  </a:cubicBezTo>
                  <a:cubicBezTo>
                    <a:pt x="143" y="463"/>
                    <a:pt x="183" y="443"/>
                    <a:pt x="197" y="404"/>
                  </a:cubicBezTo>
                  <a:cubicBezTo>
                    <a:pt x="236" y="312"/>
                    <a:pt x="271" y="213"/>
                    <a:pt x="295" y="120"/>
                  </a:cubicBezTo>
                  <a:cubicBezTo>
                    <a:pt x="310" y="71"/>
                    <a:pt x="281" y="18"/>
                    <a:pt x="231" y="2"/>
                  </a:cubicBezTo>
                  <a:cubicBezTo>
                    <a:pt x="225" y="1"/>
                    <a:pt x="218" y="1"/>
                    <a:pt x="211"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6" name="Google Shape;4867;p59">
              <a:extLst>
                <a:ext uri="{FF2B5EF4-FFF2-40B4-BE49-F238E27FC236}">
                  <a16:creationId xmlns:a16="http://schemas.microsoft.com/office/drawing/2014/main" id="{88D71A39-AB82-28B8-2AE4-3EBA4BAE6F2E}"/>
                </a:ext>
              </a:extLst>
            </p:cNvPr>
            <p:cNvSpPr/>
            <p:nvPr/>
          </p:nvSpPr>
          <p:spPr>
            <a:xfrm>
              <a:off x="4603150" y="3045800"/>
              <a:ext cx="14950" cy="21500"/>
            </a:xfrm>
            <a:custGeom>
              <a:avLst/>
              <a:gdLst/>
              <a:ahLst/>
              <a:cxnLst/>
              <a:rect l="l" t="t" r="r" b="b"/>
              <a:pathLst>
                <a:path w="598" h="860" extrusionOk="0">
                  <a:moveTo>
                    <a:pt x="489" y="0"/>
                  </a:moveTo>
                  <a:cubicBezTo>
                    <a:pt x="452" y="0"/>
                    <a:pt x="416" y="23"/>
                    <a:pt x="401" y="60"/>
                  </a:cubicBezTo>
                  <a:cubicBezTo>
                    <a:pt x="348" y="213"/>
                    <a:pt x="260" y="344"/>
                    <a:pt x="172" y="487"/>
                  </a:cubicBezTo>
                  <a:cubicBezTo>
                    <a:pt x="123" y="560"/>
                    <a:pt x="68" y="638"/>
                    <a:pt x="25" y="717"/>
                  </a:cubicBezTo>
                  <a:cubicBezTo>
                    <a:pt x="0" y="761"/>
                    <a:pt x="14" y="819"/>
                    <a:pt x="64" y="844"/>
                  </a:cubicBezTo>
                  <a:cubicBezTo>
                    <a:pt x="78" y="854"/>
                    <a:pt x="93" y="859"/>
                    <a:pt x="107" y="859"/>
                  </a:cubicBezTo>
                  <a:cubicBezTo>
                    <a:pt x="143" y="859"/>
                    <a:pt x="172" y="839"/>
                    <a:pt x="191" y="810"/>
                  </a:cubicBezTo>
                  <a:cubicBezTo>
                    <a:pt x="231" y="736"/>
                    <a:pt x="279" y="663"/>
                    <a:pt x="328" y="589"/>
                  </a:cubicBezTo>
                  <a:cubicBezTo>
                    <a:pt x="421" y="442"/>
                    <a:pt x="519" y="295"/>
                    <a:pt x="578" y="125"/>
                  </a:cubicBezTo>
                  <a:cubicBezTo>
                    <a:pt x="598" y="75"/>
                    <a:pt x="573" y="21"/>
                    <a:pt x="525" y="7"/>
                  </a:cubicBezTo>
                  <a:cubicBezTo>
                    <a:pt x="513" y="2"/>
                    <a:pt x="501" y="0"/>
                    <a:pt x="489"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7" name="Google Shape;4868;p59">
              <a:extLst>
                <a:ext uri="{FF2B5EF4-FFF2-40B4-BE49-F238E27FC236}">
                  <a16:creationId xmlns:a16="http://schemas.microsoft.com/office/drawing/2014/main" id="{40F92D77-032B-8427-FA9C-B26763D7A3FF}"/>
                </a:ext>
              </a:extLst>
            </p:cNvPr>
            <p:cNvSpPr/>
            <p:nvPr/>
          </p:nvSpPr>
          <p:spPr>
            <a:xfrm>
              <a:off x="4611700" y="3065900"/>
              <a:ext cx="9850" cy="8475"/>
            </a:xfrm>
            <a:custGeom>
              <a:avLst/>
              <a:gdLst/>
              <a:ahLst/>
              <a:cxnLst/>
              <a:rect l="l" t="t" r="r" b="b"/>
              <a:pathLst>
                <a:path w="394" h="339" extrusionOk="0">
                  <a:moveTo>
                    <a:pt x="284" y="0"/>
                  </a:moveTo>
                  <a:cubicBezTo>
                    <a:pt x="270" y="0"/>
                    <a:pt x="255" y="4"/>
                    <a:pt x="241" y="11"/>
                  </a:cubicBezTo>
                  <a:cubicBezTo>
                    <a:pt x="163" y="55"/>
                    <a:pt x="84" y="119"/>
                    <a:pt x="30" y="192"/>
                  </a:cubicBezTo>
                  <a:cubicBezTo>
                    <a:pt x="0" y="232"/>
                    <a:pt x="11" y="291"/>
                    <a:pt x="50" y="320"/>
                  </a:cubicBezTo>
                  <a:cubicBezTo>
                    <a:pt x="70" y="334"/>
                    <a:pt x="89" y="339"/>
                    <a:pt x="109" y="339"/>
                  </a:cubicBezTo>
                  <a:cubicBezTo>
                    <a:pt x="138" y="339"/>
                    <a:pt x="167" y="329"/>
                    <a:pt x="183" y="305"/>
                  </a:cubicBezTo>
                  <a:cubicBezTo>
                    <a:pt x="221" y="255"/>
                    <a:pt x="276" y="207"/>
                    <a:pt x="330" y="178"/>
                  </a:cubicBezTo>
                  <a:cubicBezTo>
                    <a:pt x="373" y="158"/>
                    <a:pt x="393" y="99"/>
                    <a:pt x="368" y="55"/>
                  </a:cubicBezTo>
                  <a:cubicBezTo>
                    <a:pt x="351" y="20"/>
                    <a:pt x="319" y="0"/>
                    <a:pt x="284"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6" name="Google Shape;4869;p59">
              <a:extLst>
                <a:ext uri="{FF2B5EF4-FFF2-40B4-BE49-F238E27FC236}">
                  <a16:creationId xmlns:a16="http://schemas.microsoft.com/office/drawing/2014/main" id="{217A6CE4-CEE1-2F73-D3E8-D9113DBF275D}"/>
                </a:ext>
              </a:extLst>
            </p:cNvPr>
            <p:cNvSpPr/>
            <p:nvPr/>
          </p:nvSpPr>
          <p:spPr>
            <a:xfrm>
              <a:off x="4695100" y="3205625"/>
              <a:ext cx="15225" cy="15575"/>
            </a:xfrm>
            <a:custGeom>
              <a:avLst/>
              <a:gdLst/>
              <a:ahLst/>
              <a:cxnLst/>
              <a:rect l="l" t="t" r="r" b="b"/>
              <a:pathLst>
                <a:path w="609" h="623" extrusionOk="0">
                  <a:moveTo>
                    <a:pt x="106" y="1"/>
                  </a:moveTo>
                  <a:cubicBezTo>
                    <a:pt x="83" y="1"/>
                    <a:pt x="59" y="9"/>
                    <a:pt x="40" y="26"/>
                  </a:cubicBezTo>
                  <a:cubicBezTo>
                    <a:pt x="1" y="60"/>
                    <a:pt x="1" y="123"/>
                    <a:pt x="35" y="157"/>
                  </a:cubicBezTo>
                  <a:cubicBezTo>
                    <a:pt x="69" y="192"/>
                    <a:pt x="98" y="221"/>
                    <a:pt x="132" y="256"/>
                  </a:cubicBezTo>
                  <a:cubicBezTo>
                    <a:pt x="236" y="363"/>
                    <a:pt x="344" y="471"/>
                    <a:pt x="426" y="584"/>
                  </a:cubicBezTo>
                  <a:cubicBezTo>
                    <a:pt x="442" y="614"/>
                    <a:pt x="471" y="623"/>
                    <a:pt x="500" y="623"/>
                  </a:cubicBezTo>
                  <a:cubicBezTo>
                    <a:pt x="520" y="623"/>
                    <a:pt x="539" y="618"/>
                    <a:pt x="554" y="609"/>
                  </a:cubicBezTo>
                  <a:cubicBezTo>
                    <a:pt x="598" y="580"/>
                    <a:pt x="609" y="521"/>
                    <a:pt x="579" y="476"/>
                  </a:cubicBezTo>
                  <a:cubicBezTo>
                    <a:pt x="485" y="349"/>
                    <a:pt x="373" y="236"/>
                    <a:pt x="265" y="123"/>
                  </a:cubicBezTo>
                  <a:cubicBezTo>
                    <a:pt x="236" y="94"/>
                    <a:pt x="202" y="60"/>
                    <a:pt x="172" y="31"/>
                  </a:cubicBezTo>
                  <a:cubicBezTo>
                    <a:pt x="155" y="10"/>
                    <a:pt x="131" y="1"/>
                    <a:pt x="106"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7" name="Google Shape;4870;p59">
              <a:extLst>
                <a:ext uri="{FF2B5EF4-FFF2-40B4-BE49-F238E27FC236}">
                  <a16:creationId xmlns:a16="http://schemas.microsoft.com/office/drawing/2014/main" id="{F98090AB-8C72-608A-8EF0-B81FAA2C940E}"/>
                </a:ext>
              </a:extLst>
            </p:cNvPr>
            <p:cNvSpPr/>
            <p:nvPr/>
          </p:nvSpPr>
          <p:spPr>
            <a:xfrm>
              <a:off x="4515950" y="2971600"/>
              <a:ext cx="205025" cy="176525"/>
            </a:xfrm>
            <a:custGeom>
              <a:avLst/>
              <a:gdLst/>
              <a:ahLst/>
              <a:cxnLst/>
              <a:rect l="l" t="t" r="r" b="b"/>
              <a:pathLst>
                <a:path w="8201" h="7061" extrusionOk="0">
                  <a:moveTo>
                    <a:pt x="3948" y="1"/>
                  </a:moveTo>
                  <a:cubicBezTo>
                    <a:pt x="3900" y="7"/>
                    <a:pt x="3855" y="46"/>
                    <a:pt x="3855" y="100"/>
                  </a:cubicBezTo>
                  <a:cubicBezTo>
                    <a:pt x="3860" y="217"/>
                    <a:pt x="3855" y="335"/>
                    <a:pt x="3846" y="457"/>
                  </a:cubicBezTo>
                  <a:cubicBezTo>
                    <a:pt x="3807" y="486"/>
                    <a:pt x="3792" y="536"/>
                    <a:pt x="3816" y="579"/>
                  </a:cubicBezTo>
                  <a:cubicBezTo>
                    <a:pt x="3821" y="589"/>
                    <a:pt x="3826" y="599"/>
                    <a:pt x="3830" y="609"/>
                  </a:cubicBezTo>
                  <a:cubicBezTo>
                    <a:pt x="3660" y="2029"/>
                    <a:pt x="2738" y="3920"/>
                    <a:pt x="2044" y="4880"/>
                  </a:cubicBezTo>
                  <a:cubicBezTo>
                    <a:pt x="1426" y="5732"/>
                    <a:pt x="975" y="6355"/>
                    <a:pt x="93" y="6907"/>
                  </a:cubicBezTo>
                  <a:cubicBezTo>
                    <a:pt x="74" y="6923"/>
                    <a:pt x="50" y="6937"/>
                    <a:pt x="30" y="6952"/>
                  </a:cubicBezTo>
                  <a:cubicBezTo>
                    <a:pt x="16" y="6957"/>
                    <a:pt x="5" y="6972"/>
                    <a:pt x="0" y="6982"/>
                  </a:cubicBezTo>
                  <a:lnTo>
                    <a:pt x="211" y="7060"/>
                  </a:lnTo>
                  <a:cubicBezTo>
                    <a:pt x="245" y="7040"/>
                    <a:pt x="274" y="7020"/>
                    <a:pt x="299" y="7002"/>
                  </a:cubicBezTo>
                  <a:lnTo>
                    <a:pt x="304" y="7002"/>
                  </a:lnTo>
                  <a:cubicBezTo>
                    <a:pt x="1142" y="6443"/>
                    <a:pt x="1592" y="5826"/>
                    <a:pt x="2200" y="4988"/>
                  </a:cubicBezTo>
                  <a:cubicBezTo>
                    <a:pt x="2842" y="4101"/>
                    <a:pt x="3733" y="2343"/>
                    <a:pt x="3983" y="888"/>
                  </a:cubicBezTo>
                  <a:cubicBezTo>
                    <a:pt x="4047" y="1000"/>
                    <a:pt x="4106" y="1118"/>
                    <a:pt x="4174" y="1235"/>
                  </a:cubicBezTo>
                  <a:cubicBezTo>
                    <a:pt x="5247" y="3210"/>
                    <a:pt x="6353" y="5248"/>
                    <a:pt x="8048" y="6565"/>
                  </a:cubicBezTo>
                  <a:cubicBezTo>
                    <a:pt x="8063" y="6579"/>
                    <a:pt x="8083" y="6584"/>
                    <a:pt x="8103" y="6584"/>
                  </a:cubicBezTo>
                  <a:cubicBezTo>
                    <a:pt x="8132" y="6584"/>
                    <a:pt x="8161" y="6575"/>
                    <a:pt x="8180" y="6550"/>
                  </a:cubicBezTo>
                  <a:cubicBezTo>
                    <a:pt x="8191" y="6531"/>
                    <a:pt x="8200" y="6511"/>
                    <a:pt x="8200" y="6491"/>
                  </a:cubicBezTo>
                  <a:cubicBezTo>
                    <a:pt x="8200" y="6462"/>
                    <a:pt x="8186" y="6437"/>
                    <a:pt x="8161" y="6418"/>
                  </a:cubicBezTo>
                  <a:cubicBezTo>
                    <a:pt x="8161" y="6414"/>
                    <a:pt x="8157" y="6414"/>
                    <a:pt x="8151" y="6408"/>
                  </a:cubicBezTo>
                  <a:cubicBezTo>
                    <a:pt x="6495" y="5115"/>
                    <a:pt x="5399" y="3097"/>
                    <a:pt x="4336" y="1142"/>
                  </a:cubicBezTo>
                  <a:lnTo>
                    <a:pt x="4027" y="570"/>
                  </a:lnTo>
                  <a:cubicBezTo>
                    <a:pt x="4042" y="408"/>
                    <a:pt x="4051" y="247"/>
                    <a:pt x="4047" y="95"/>
                  </a:cubicBezTo>
                  <a:cubicBezTo>
                    <a:pt x="4047" y="46"/>
                    <a:pt x="4002" y="1"/>
                    <a:pt x="3948"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8" name="Google Shape;4871;p59">
              <a:extLst>
                <a:ext uri="{FF2B5EF4-FFF2-40B4-BE49-F238E27FC236}">
                  <a16:creationId xmlns:a16="http://schemas.microsoft.com/office/drawing/2014/main" id="{2BD89A72-5D1D-7894-2549-5D78A249680E}"/>
                </a:ext>
              </a:extLst>
            </p:cNvPr>
            <p:cNvSpPr/>
            <p:nvPr/>
          </p:nvSpPr>
          <p:spPr>
            <a:xfrm>
              <a:off x="4444550" y="2803550"/>
              <a:ext cx="347800" cy="486375"/>
            </a:xfrm>
            <a:custGeom>
              <a:avLst/>
              <a:gdLst/>
              <a:ahLst/>
              <a:cxnLst/>
              <a:rect l="l" t="t" r="r" b="b"/>
              <a:pathLst>
                <a:path w="13912" h="19455" extrusionOk="0">
                  <a:moveTo>
                    <a:pt x="6883" y="189"/>
                  </a:moveTo>
                  <a:cubicBezTo>
                    <a:pt x="7206" y="189"/>
                    <a:pt x="7510" y="282"/>
                    <a:pt x="7784" y="469"/>
                  </a:cubicBezTo>
                  <a:cubicBezTo>
                    <a:pt x="8426" y="910"/>
                    <a:pt x="8827" y="1850"/>
                    <a:pt x="8759" y="2751"/>
                  </a:cubicBezTo>
                  <a:cubicBezTo>
                    <a:pt x="8710" y="3329"/>
                    <a:pt x="8479" y="3819"/>
                    <a:pt x="8108" y="4157"/>
                  </a:cubicBezTo>
                  <a:cubicBezTo>
                    <a:pt x="7784" y="4033"/>
                    <a:pt x="7316" y="3945"/>
                    <a:pt x="6857" y="3945"/>
                  </a:cubicBezTo>
                  <a:cubicBezTo>
                    <a:pt x="6460" y="3945"/>
                    <a:pt x="6070" y="4011"/>
                    <a:pt x="5786" y="4177"/>
                  </a:cubicBezTo>
                  <a:cubicBezTo>
                    <a:pt x="5296" y="3437"/>
                    <a:pt x="4929" y="2344"/>
                    <a:pt x="5115" y="1497"/>
                  </a:cubicBezTo>
                  <a:cubicBezTo>
                    <a:pt x="5223" y="1007"/>
                    <a:pt x="5501" y="645"/>
                    <a:pt x="5947" y="429"/>
                  </a:cubicBezTo>
                  <a:cubicBezTo>
                    <a:pt x="6269" y="269"/>
                    <a:pt x="6584" y="189"/>
                    <a:pt x="6883" y="189"/>
                  </a:cubicBezTo>
                  <a:close/>
                  <a:moveTo>
                    <a:pt x="6858" y="4132"/>
                  </a:moveTo>
                  <a:cubicBezTo>
                    <a:pt x="7240" y="4132"/>
                    <a:pt x="7635" y="4196"/>
                    <a:pt x="7936" y="4294"/>
                  </a:cubicBezTo>
                  <a:cubicBezTo>
                    <a:pt x="7862" y="4348"/>
                    <a:pt x="7784" y="4392"/>
                    <a:pt x="7706" y="4436"/>
                  </a:cubicBezTo>
                  <a:cubicBezTo>
                    <a:pt x="7696" y="4430"/>
                    <a:pt x="7692" y="4430"/>
                    <a:pt x="7686" y="4430"/>
                  </a:cubicBezTo>
                  <a:cubicBezTo>
                    <a:pt x="7627" y="4428"/>
                    <a:pt x="7567" y="4427"/>
                    <a:pt x="7506" y="4427"/>
                  </a:cubicBezTo>
                  <a:cubicBezTo>
                    <a:pt x="7067" y="4427"/>
                    <a:pt x="6573" y="4485"/>
                    <a:pt x="6104" y="4593"/>
                  </a:cubicBezTo>
                  <a:cubicBezTo>
                    <a:pt x="6099" y="4588"/>
                    <a:pt x="6089" y="4577"/>
                    <a:pt x="6085" y="4577"/>
                  </a:cubicBezTo>
                  <a:cubicBezTo>
                    <a:pt x="6080" y="4568"/>
                    <a:pt x="6075" y="4563"/>
                    <a:pt x="6069" y="4559"/>
                  </a:cubicBezTo>
                  <a:cubicBezTo>
                    <a:pt x="6046" y="4529"/>
                    <a:pt x="6026" y="4500"/>
                    <a:pt x="6001" y="4470"/>
                  </a:cubicBezTo>
                  <a:cubicBezTo>
                    <a:pt x="5962" y="4426"/>
                    <a:pt x="5928" y="4378"/>
                    <a:pt x="5893" y="4328"/>
                  </a:cubicBezTo>
                  <a:cubicBezTo>
                    <a:pt x="6144" y="4190"/>
                    <a:pt x="6495" y="4132"/>
                    <a:pt x="6858" y="4132"/>
                  </a:cubicBezTo>
                  <a:close/>
                  <a:moveTo>
                    <a:pt x="6879" y="1"/>
                  </a:moveTo>
                  <a:cubicBezTo>
                    <a:pt x="6584" y="1"/>
                    <a:pt x="6245" y="72"/>
                    <a:pt x="5863" y="257"/>
                  </a:cubicBezTo>
                  <a:cubicBezTo>
                    <a:pt x="5364" y="503"/>
                    <a:pt x="5051" y="904"/>
                    <a:pt x="4929" y="1457"/>
                  </a:cubicBezTo>
                  <a:cubicBezTo>
                    <a:pt x="4733" y="2359"/>
                    <a:pt x="5119" y="3510"/>
                    <a:pt x="5634" y="4289"/>
                  </a:cubicBezTo>
                  <a:cubicBezTo>
                    <a:pt x="5614" y="4319"/>
                    <a:pt x="5614" y="4362"/>
                    <a:pt x="5639" y="4392"/>
                  </a:cubicBezTo>
                  <a:cubicBezTo>
                    <a:pt x="5658" y="4416"/>
                    <a:pt x="5687" y="4426"/>
                    <a:pt x="5717" y="4426"/>
                  </a:cubicBezTo>
                  <a:lnTo>
                    <a:pt x="5727" y="4426"/>
                  </a:lnTo>
                  <a:cubicBezTo>
                    <a:pt x="5761" y="4475"/>
                    <a:pt x="5800" y="4519"/>
                    <a:pt x="5834" y="4563"/>
                  </a:cubicBezTo>
                  <a:cubicBezTo>
                    <a:pt x="5829" y="4563"/>
                    <a:pt x="5824" y="4563"/>
                    <a:pt x="5819" y="4563"/>
                  </a:cubicBezTo>
                  <a:cubicBezTo>
                    <a:pt x="974" y="4563"/>
                    <a:pt x="363" y="12130"/>
                    <a:pt x="64" y="15800"/>
                  </a:cubicBezTo>
                  <a:lnTo>
                    <a:pt x="50" y="16025"/>
                  </a:lnTo>
                  <a:cubicBezTo>
                    <a:pt x="30" y="16245"/>
                    <a:pt x="1" y="16951"/>
                    <a:pt x="26" y="17617"/>
                  </a:cubicBezTo>
                  <a:cubicBezTo>
                    <a:pt x="69" y="18773"/>
                    <a:pt x="241" y="18944"/>
                    <a:pt x="408" y="18964"/>
                  </a:cubicBezTo>
                  <a:lnTo>
                    <a:pt x="412" y="18964"/>
                  </a:lnTo>
                  <a:cubicBezTo>
                    <a:pt x="426" y="18964"/>
                    <a:pt x="437" y="18960"/>
                    <a:pt x="446" y="18955"/>
                  </a:cubicBezTo>
                  <a:cubicBezTo>
                    <a:pt x="980" y="19229"/>
                    <a:pt x="1818" y="19297"/>
                    <a:pt x="2655" y="19297"/>
                  </a:cubicBezTo>
                  <a:cubicBezTo>
                    <a:pt x="3096" y="19297"/>
                    <a:pt x="3532" y="19278"/>
                    <a:pt x="3924" y="19263"/>
                  </a:cubicBezTo>
                  <a:cubicBezTo>
                    <a:pt x="4086" y="19254"/>
                    <a:pt x="4242" y="19249"/>
                    <a:pt x="4389" y="19243"/>
                  </a:cubicBezTo>
                  <a:cubicBezTo>
                    <a:pt x="4468" y="19238"/>
                    <a:pt x="4547" y="19238"/>
                    <a:pt x="4615" y="19238"/>
                  </a:cubicBezTo>
                  <a:cubicBezTo>
                    <a:pt x="4570" y="19179"/>
                    <a:pt x="4527" y="19116"/>
                    <a:pt x="4488" y="19052"/>
                  </a:cubicBezTo>
                  <a:lnTo>
                    <a:pt x="4439" y="19052"/>
                  </a:lnTo>
                  <a:cubicBezTo>
                    <a:pt x="4400" y="19052"/>
                    <a:pt x="4355" y="19057"/>
                    <a:pt x="4316" y="19057"/>
                  </a:cubicBezTo>
                  <a:lnTo>
                    <a:pt x="4267" y="19057"/>
                  </a:lnTo>
                  <a:cubicBezTo>
                    <a:pt x="4154" y="19062"/>
                    <a:pt x="4037" y="19067"/>
                    <a:pt x="3919" y="19072"/>
                  </a:cubicBezTo>
                  <a:cubicBezTo>
                    <a:pt x="3527" y="19089"/>
                    <a:pt x="3085" y="19108"/>
                    <a:pt x="2644" y="19108"/>
                  </a:cubicBezTo>
                  <a:cubicBezTo>
                    <a:pt x="1781" y="19108"/>
                    <a:pt x="920" y="19036"/>
                    <a:pt x="437" y="18734"/>
                  </a:cubicBezTo>
                  <a:cubicBezTo>
                    <a:pt x="417" y="18725"/>
                    <a:pt x="397" y="18720"/>
                    <a:pt x="378" y="18720"/>
                  </a:cubicBezTo>
                  <a:cubicBezTo>
                    <a:pt x="324" y="18621"/>
                    <a:pt x="241" y="18352"/>
                    <a:pt x="211" y="17608"/>
                  </a:cubicBezTo>
                  <a:cubicBezTo>
                    <a:pt x="187" y="16956"/>
                    <a:pt x="216" y="16260"/>
                    <a:pt x="236" y="16039"/>
                  </a:cubicBezTo>
                  <a:lnTo>
                    <a:pt x="256" y="15815"/>
                  </a:lnTo>
                  <a:cubicBezTo>
                    <a:pt x="548" y="12201"/>
                    <a:pt x="1145" y="4748"/>
                    <a:pt x="5821" y="4748"/>
                  </a:cubicBezTo>
                  <a:cubicBezTo>
                    <a:pt x="5848" y="4748"/>
                    <a:pt x="5876" y="4749"/>
                    <a:pt x="5903" y="4749"/>
                  </a:cubicBezTo>
                  <a:cubicBezTo>
                    <a:pt x="5918" y="4789"/>
                    <a:pt x="5952" y="4808"/>
                    <a:pt x="5987" y="4808"/>
                  </a:cubicBezTo>
                  <a:lnTo>
                    <a:pt x="6010" y="4808"/>
                  </a:lnTo>
                  <a:cubicBezTo>
                    <a:pt x="6016" y="4808"/>
                    <a:pt x="6021" y="4803"/>
                    <a:pt x="6026" y="4803"/>
                  </a:cubicBezTo>
                  <a:lnTo>
                    <a:pt x="6030" y="4808"/>
                  </a:lnTo>
                  <a:cubicBezTo>
                    <a:pt x="6046" y="4828"/>
                    <a:pt x="6075" y="4837"/>
                    <a:pt x="6099" y="4837"/>
                  </a:cubicBezTo>
                  <a:cubicBezTo>
                    <a:pt x="6119" y="4837"/>
                    <a:pt x="6143" y="4828"/>
                    <a:pt x="6163" y="4812"/>
                  </a:cubicBezTo>
                  <a:cubicBezTo>
                    <a:pt x="6177" y="4798"/>
                    <a:pt x="6182" y="4783"/>
                    <a:pt x="6187" y="4764"/>
                  </a:cubicBezTo>
                  <a:cubicBezTo>
                    <a:pt x="6629" y="4666"/>
                    <a:pt x="7088" y="4616"/>
                    <a:pt x="7496" y="4616"/>
                  </a:cubicBezTo>
                  <a:cubicBezTo>
                    <a:pt x="7535" y="4616"/>
                    <a:pt x="7574" y="4616"/>
                    <a:pt x="7613" y="4617"/>
                  </a:cubicBezTo>
                  <a:lnTo>
                    <a:pt x="7617" y="4617"/>
                  </a:lnTo>
                  <a:cubicBezTo>
                    <a:pt x="7622" y="4622"/>
                    <a:pt x="7627" y="4627"/>
                    <a:pt x="7633" y="4631"/>
                  </a:cubicBezTo>
                  <a:cubicBezTo>
                    <a:pt x="7637" y="4631"/>
                    <a:pt x="7642" y="4636"/>
                    <a:pt x="7647" y="4636"/>
                  </a:cubicBezTo>
                  <a:cubicBezTo>
                    <a:pt x="7652" y="4642"/>
                    <a:pt x="7656" y="4642"/>
                    <a:pt x="7667" y="4642"/>
                  </a:cubicBezTo>
                  <a:cubicBezTo>
                    <a:pt x="7672" y="4647"/>
                    <a:pt x="7676" y="4647"/>
                    <a:pt x="7681" y="4647"/>
                  </a:cubicBezTo>
                  <a:cubicBezTo>
                    <a:pt x="7686" y="4647"/>
                    <a:pt x="7692" y="4647"/>
                    <a:pt x="7701" y="4642"/>
                  </a:cubicBezTo>
                  <a:lnTo>
                    <a:pt x="7715" y="4642"/>
                  </a:lnTo>
                  <a:cubicBezTo>
                    <a:pt x="7933" y="4563"/>
                    <a:pt x="8154" y="4524"/>
                    <a:pt x="8379" y="4524"/>
                  </a:cubicBezTo>
                  <a:cubicBezTo>
                    <a:pt x="8756" y="4524"/>
                    <a:pt x="9141" y="4634"/>
                    <a:pt x="9528" y="4852"/>
                  </a:cubicBezTo>
                  <a:cubicBezTo>
                    <a:pt x="10748" y="5543"/>
                    <a:pt x="11718" y="7170"/>
                    <a:pt x="11953" y="8345"/>
                  </a:cubicBezTo>
                  <a:cubicBezTo>
                    <a:pt x="12408" y="10588"/>
                    <a:pt x="12795" y="12881"/>
                    <a:pt x="13172" y="15094"/>
                  </a:cubicBezTo>
                  <a:lnTo>
                    <a:pt x="13236" y="15476"/>
                  </a:lnTo>
                  <a:cubicBezTo>
                    <a:pt x="13276" y="15697"/>
                    <a:pt x="13324" y="15932"/>
                    <a:pt x="13368" y="16152"/>
                  </a:cubicBezTo>
                  <a:cubicBezTo>
                    <a:pt x="13540" y="17015"/>
                    <a:pt x="13716" y="17906"/>
                    <a:pt x="13511" y="18709"/>
                  </a:cubicBezTo>
                  <a:cubicBezTo>
                    <a:pt x="13280" y="18759"/>
                    <a:pt x="13045" y="18827"/>
                    <a:pt x="12795" y="18906"/>
                  </a:cubicBezTo>
                  <a:cubicBezTo>
                    <a:pt x="12383" y="19028"/>
                    <a:pt x="11953" y="19155"/>
                    <a:pt x="11522" y="19190"/>
                  </a:cubicBezTo>
                  <a:cubicBezTo>
                    <a:pt x="11042" y="19229"/>
                    <a:pt x="10572" y="19263"/>
                    <a:pt x="10082" y="19268"/>
                  </a:cubicBezTo>
                  <a:lnTo>
                    <a:pt x="10057" y="19268"/>
                  </a:lnTo>
                  <a:cubicBezTo>
                    <a:pt x="10007" y="19268"/>
                    <a:pt x="9964" y="19308"/>
                    <a:pt x="9964" y="19361"/>
                  </a:cubicBezTo>
                  <a:lnTo>
                    <a:pt x="9964" y="19366"/>
                  </a:lnTo>
                  <a:cubicBezTo>
                    <a:pt x="9969" y="19415"/>
                    <a:pt x="10007" y="19455"/>
                    <a:pt x="10057" y="19455"/>
                  </a:cubicBezTo>
                  <a:cubicBezTo>
                    <a:pt x="10561" y="19455"/>
                    <a:pt x="11047" y="19419"/>
                    <a:pt x="11536" y="19376"/>
                  </a:cubicBezTo>
                  <a:cubicBezTo>
                    <a:pt x="11992" y="19342"/>
                    <a:pt x="12428" y="19209"/>
                    <a:pt x="12849" y="19082"/>
                  </a:cubicBezTo>
                  <a:cubicBezTo>
                    <a:pt x="13093" y="19014"/>
                    <a:pt x="13324" y="18944"/>
                    <a:pt x="13545" y="18896"/>
                  </a:cubicBezTo>
                  <a:cubicBezTo>
                    <a:pt x="13550" y="18901"/>
                    <a:pt x="13554" y="18906"/>
                    <a:pt x="13559" y="18906"/>
                  </a:cubicBezTo>
                  <a:lnTo>
                    <a:pt x="13584" y="18906"/>
                  </a:lnTo>
                  <a:cubicBezTo>
                    <a:pt x="13613" y="18906"/>
                    <a:pt x="13642" y="18890"/>
                    <a:pt x="13662" y="18867"/>
                  </a:cubicBezTo>
                  <a:cubicBezTo>
                    <a:pt x="13692" y="18847"/>
                    <a:pt x="13711" y="18808"/>
                    <a:pt x="13701" y="18768"/>
                  </a:cubicBezTo>
                  <a:cubicBezTo>
                    <a:pt x="13701" y="18763"/>
                    <a:pt x="13696" y="18759"/>
                    <a:pt x="13696" y="18754"/>
                  </a:cubicBezTo>
                  <a:cubicBezTo>
                    <a:pt x="13912" y="17906"/>
                    <a:pt x="13731" y="16995"/>
                    <a:pt x="13554" y="16118"/>
                  </a:cubicBezTo>
                  <a:cubicBezTo>
                    <a:pt x="13511" y="15892"/>
                    <a:pt x="13461" y="15663"/>
                    <a:pt x="13423" y="15442"/>
                  </a:cubicBezTo>
                  <a:lnTo>
                    <a:pt x="13358" y="15065"/>
                  </a:lnTo>
                  <a:cubicBezTo>
                    <a:pt x="12982" y="12847"/>
                    <a:pt x="12589" y="10554"/>
                    <a:pt x="12139" y="8310"/>
                  </a:cubicBezTo>
                  <a:cubicBezTo>
                    <a:pt x="11894" y="7091"/>
                    <a:pt x="10884" y="5406"/>
                    <a:pt x="9621" y="4690"/>
                  </a:cubicBezTo>
                  <a:cubicBezTo>
                    <a:pt x="9210" y="4454"/>
                    <a:pt x="8798" y="4337"/>
                    <a:pt x="8393" y="4337"/>
                  </a:cubicBezTo>
                  <a:cubicBezTo>
                    <a:pt x="8320" y="4337"/>
                    <a:pt x="8248" y="4341"/>
                    <a:pt x="8176" y="4348"/>
                  </a:cubicBezTo>
                  <a:cubicBezTo>
                    <a:pt x="8617" y="3971"/>
                    <a:pt x="8891" y="3422"/>
                    <a:pt x="8945" y="2770"/>
                  </a:cubicBezTo>
                  <a:cubicBezTo>
                    <a:pt x="9023" y="1785"/>
                    <a:pt x="8597" y="797"/>
                    <a:pt x="7887" y="316"/>
                  </a:cubicBezTo>
                  <a:cubicBezTo>
                    <a:pt x="7646" y="151"/>
                    <a:pt x="7308" y="1"/>
                    <a:pt x="6879"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9" name="Google Shape;4872;p59">
              <a:extLst>
                <a:ext uri="{FF2B5EF4-FFF2-40B4-BE49-F238E27FC236}">
                  <a16:creationId xmlns:a16="http://schemas.microsoft.com/office/drawing/2014/main" id="{D805D283-699A-9718-E686-04C316DE07A8}"/>
                </a:ext>
              </a:extLst>
            </p:cNvPr>
            <p:cNvSpPr/>
            <p:nvPr/>
          </p:nvSpPr>
          <p:spPr>
            <a:xfrm>
              <a:off x="4591850" y="2906850"/>
              <a:ext cx="51125" cy="11525"/>
            </a:xfrm>
            <a:custGeom>
              <a:avLst/>
              <a:gdLst/>
              <a:ahLst/>
              <a:cxnLst/>
              <a:rect l="l" t="t" r="r" b="b"/>
              <a:pathLst>
                <a:path w="2045" h="461" extrusionOk="0">
                  <a:moveTo>
                    <a:pt x="966" y="0"/>
                  </a:moveTo>
                  <a:cubicBezTo>
                    <a:pt x="603" y="0"/>
                    <a:pt x="252" y="58"/>
                    <a:pt x="1" y="196"/>
                  </a:cubicBezTo>
                  <a:cubicBezTo>
                    <a:pt x="36" y="246"/>
                    <a:pt x="70" y="294"/>
                    <a:pt x="109" y="338"/>
                  </a:cubicBezTo>
                  <a:cubicBezTo>
                    <a:pt x="134" y="368"/>
                    <a:pt x="154" y="397"/>
                    <a:pt x="177" y="427"/>
                  </a:cubicBezTo>
                  <a:cubicBezTo>
                    <a:pt x="183" y="431"/>
                    <a:pt x="188" y="436"/>
                    <a:pt x="193" y="445"/>
                  </a:cubicBezTo>
                  <a:cubicBezTo>
                    <a:pt x="197" y="445"/>
                    <a:pt x="207" y="456"/>
                    <a:pt x="212" y="461"/>
                  </a:cubicBezTo>
                  <a:cubicBezTo>
                    <a:pt x="681" y="353"/>
                    <a:pt x="1175" y="295"/>
                    <a:pt x="1614" y="295"/>
                  </a:cubicBezTo>
                  <a:cubicBezTo>
                    <a:pt x="1675" y="295"/>
                    <a:pt x="1735" y="296"/>
                    <a:pt x="1794" y="298"/>
                  </a:cubicBezTo>
                  <a:cubicBezTo>
                    <a:pt x="1800" y="298"/>
                    <a:pt x="1804" y="298"/>
                    <a:pt x="1814" y="304"/>
                  </a:cubicBezTo>
                  <a:cubicBezTo>
                    <a:pt x="1892" y="260"/>
                    <a:pt x="1970" y="216"/>
                    <a:pt x="2044" y="162"/>
                  </a:cubicBezTo>
                  <a:cubicBezTo>
                    <a:pt x="1743" y="64"/>
                    <a:pt x="1348" y="0"/>
                    <a:pt x="966"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0" name="Google Shape;4873;p59">
              <a:extLst>
                <a:ext uri="{FF2B5EF4-FFF2-40B4-BE49-F238E27FC236}">
                  <a16:creationId xmlns:a16="http://schemas.microsoft.com/office/drawing/2014/main" id="{238A5AF4-9409-06F9-F0E0-720693C8CDF7}"/>
                </a:ext>
              </a:extLst>
            </p:cNvPr>
            <p:cNvSpPr/>
            <p:nvPr/>
          </p:nvSpPr>
          <p:spPr>
            <a:xfrm>
              <a:off x="4567750" y="2808275"/>
              <a:ext cx="97500" cy="99700"/>
            </a:xfrm>
            <a:custGeom>
              <a:avLst/>
              <a:gdLst/>
              <a:ahLst/>
              <a:cxnLst/>
              <a:rect l="l" t="t" r="r" b="b"/>
              <a:pathLst>
                <a:path w="3900" h="3988" extrusionOk="0">
                  <a:moveTo>
                    <a:pt x="1955" y="0"/>
                  </a:moveTo>
                  <a:cubicBezTo>
                    <a:pt x="1656" y="0"/>
                    <a:pt x="1341" y="80"/>
                    <a:pt x="1019" y="240"/>
                  </a:cubicBezTo>
                  <a:cubicBezTo>
                    <a:pt x="573" y="456"/>
                    <a:pt x="295" y="818"/>
                    <a:pt x="187" y="1308"/>
                  </a:cubicBezTo>
                  <a:cubicBezTo>
                    <a:pt x="1" y="2155"/>
                    <a:pt x="368" y="3248"/>
                    <a:pt x="858" y="3988"/>
                  </a:cubicBezTo>
                  <a:cubicBezTo>
                    <a:pt x="1142" y="3822"/>
                    <a:pt x="1532" y="3756"/>
                    <a:pt x="1929" y="3756"/>
                  </a:cubicBezTo>
                  <a:cubicBezTo>
                    <a:pt x="2388" y="3756"/>
                    <a:pt x="2856" y="3844"/>
                    <a:pt x="3180" y="3968"/>
                  </a:cubicBezTo>
                  <a:cubicBezTo>
                    <a:pt x="3551" y="3630"/>
                    <a:pt x="3782" y="3140"/>
                    <a:pt x="3831" y="2562"/>
                  </a:cubicBezTo>
                  <a:cubicBezTo>
                    <a:pt x="3899" y="1661"/>
                    <a:pt x="3498" y="721"/>
                    <a:pt x="2856" y="280"/>
                  </a:cubicBezTo>
                  <a:cubicBezTo>
                    <a:pt x="2582" y="93"/>
                    <a:pt x="2278" y="0"/>
                    <a:pt x="1955"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1" name="Google Shape;4874;p59">
              <a:extLst>
                <a:ext uri="{FF2B5EF4-FFF2-40B4-BE49-F238E27FC236}">
                  <a16:creationId xmlns:a16="http://schemas.microsoft.com/office/drawing/2014/main" id="{01D0EEB7-DE04-E32B-975F-FAEC4CA21B44}"/>
                </a:ext>
              </a:extLst>
            </p:cNvPr>
            <p:cNvSpPr/>
            <p:nvPr/>
          </p:nvSpPr>
          <p:spPr>
            <a:xfrm>
              <a:off x="4716250" y="3127675"/>
              <a:ext cx="41225" cy="53875"/>
            </a:xfrm>
            <a:custGeom>
              <a:avLst/>
              <a:gdLst/>
              <a:ahLst/>
              <a:cxnLst/>
              <a:rect l="l" t="t" r="r" b="b"/>
              <a:pathLst>
                <a:path w="1649" h="2155" extrusionOk="0">
                  <a:moveTo>
                    <a:pt x="692" y="0"/>
                  </a:moveTo>
                  <a:cubicBezTo>
                    <a:pt x="500" y="0"/>
                    <a:pt x="310" y="66"/>
                    <a:pt x="139" y="165"/>
                  </a:cubicBezTo>
                  <a:cubicBezTo>
                    <a:pt x="105" y="185"/>
                    <a:pt x="75" y="205"/>
                    <a:pt x="41" y="229"/>
                  </a:cubicBezTo>
                  <a:cubicBezTo>
                    <a:pt x="1" y="257"/>
                    <a:pt x="23" y="318"/>
                    <a:pt x="62" y="318"/>
                  </a:cubicBezTo>
                  <a:cubicBezTo>
                    <a:pt x="71" y="318"/>
                    <a:pt x="80" y="315"/>
                    <a:pt x="91" y="307"/>
                  </a:cubicBezTo>
                  <a:cubicBezTo>
                    <a:pt x="120" y="288"/>
                    <a:pt x="154" y="268"/>
                    <a:pt x="188" y="248"/>
                  </a:cubicBezTo>
                  <a:cubicBezTo>
                    <a:pt x="348" y="158"/>
                    <a:pt x="515" y="114"/>
                    <a:pt x="675" y="114"/>
                  </a:cubicBezTo>
                  <a:cubicBezTo>
                    <a:pt x="1019" y="114"/>
                    <a:pt x="1330" y="321"/>
                    <a:pt x="1467" y="729"/>
                  </a:cubicBezTo>
                  <a:cubicBezTo>
                    <a:pt x="1555" y="988"/>
                    <a:pt x="1520" y="1272"/>
                    <a:pt x="1388" y="1512"/>
                  </a:cubicBezTo>
                  <a:cubicBezTo>
                    <a:pt x="1158" y="1905"/>
                    <a:pt x="654" y="2022"/>
                    <a:pt x="237" y="2061"/>
                  </a:cubicBezTo>
                  <a:cubicBezTo>
                    <a:pt x="203" y="2061"/>
                    <a:pt x="188" y="2095"/>
                    <a:pt x="193" y="2120"/>
                  </a:cubicBezTo>
                  <a:cubicBezTo>
                    <a:pt x="197" y="2138"/>
                    <a:pt x="210" y="2155"/>
                    <a:pt x="230" y="2155"/>
                  </a:cubicBezTo>
                  <a:cubicBezTo>
                    <a:pt x="232" y="2155"/>
                    <a:pt x="235" y="2154"/>
                    <a:pt x="237" y="2154"/>
                  </a:cubicBezTo>
                  <a:cubicBezTo>
                    <a:pt x="252" y="2154"/>
                    <a:pt x="267" y="2149"/>
                    <a:pt x="286" y="2149"/>
                  </a:cubicBezTo>
                  <a:cubicBezTo>
                    <a:pt x="712" y="2105"/>
                    <a:pt x="1149" y="1982"/>
                    <a:pt x="1422" y="1625"/>
                  </a:cubicBezTo>
                  <a:cubicBezTo>
                    <a:pt x="1614" y="1376"/>
                    <a:pt x="1648" y="1037"/>
                    <a:pt x="1569" y="739"/>
                  </a:cubicBezTo>
                  <a:cubicBezTo>
                    <a:pt x="1491" y="449"/>
                    <a:pt x="1291" y="194"/>
                    <a:pt x="1020" y="72"/>
                  </a:cubicBezTo>
                  <a:cubicBezTo>
                    <a:pt x="913" y="22"/>
                    <a:pt x="802" y="0"/>
                    <a:pt x="692"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2" name="Google Shape;4875;p59">
              <a:extLst>
                <a:ext uri="{FF2B5EF4-FFF2-40B4-BE49-F238E27FC236}">
                  <a16:creationId xmlns:a16="http://schemas.microsoft.com/office/drawing/2014/main" id="{77706791-9ABD-5D55-29F3-C39E050F73DD}"/>
                </a:ext>
              </a:extLst>
            </p:cNvPr>
            <p:cNvSpPr/>
            <p:nvPr/>
          </p:nvSpPr>
          <p:spPr>
            <a:xfrm>
              <a:off x="4693525" y="3180025"/>
              <a:ext cx="29875" cy="108350"/>
            </a:xfrm>
            <a:custGeom>
              <a:avLst/>
              <a:gdLst/>
              <a:ahLst/>
              <a:cxnLst/>
              <a:rect l="l" t="t" r="r" b="b"/>
              <a:pathLst>
                <a:path w="1195" h="4334" extrusionOk="0">
                  <a:moveTo>
                    <a:pt x="1147" y="0"/>
                  </a:moveTo>
                  <a:cubicBezTo>
                    <a:pt x="1129" y="0"/>
                    <a:pt x="1110" y="9"/>
                    <a:pt x="1102" y="26"/>
                  </a:cubicBezTo>
                  <a:lnTo>
                    <a:pt x="1102" y="46"/>
                  </a:lnTo>
                  <a:cubicBezTo>
                    <a:pt x="1058" y="829"/>
                    <a:pt x="970" y="1613"/>
                    <a:pt x="783" y="2377"/>
                  </a:cubicBezTo>
                  <a:cubicBezTo>
                    <a:pt x="690" y="2754"/>
                    <a:pt x="568" y="3121"/>
                    <a:pt x="416" y="3479"/>
                  </a:cubicBezTo>
                  <a:cubicBezTo>
                    <a:pt x="294" y="3754"/>
                    <a:pt x="73" y="3978"/>
                    <a:pt x="0" y="4272"/>
                  </a:cubicBezTo>
                  <a:cubicBezTo>
                    <a:pt x="0" y="4287"/>
                    <a:pt x="0" y="4302"/>
                    <a:pt x="5" y="4307"/>
                  </a:cubicBezTo>
                  <a:cubicBezTo>
                    <a:pt x="15" y="4324"/>
                    <a:pt x="33" y="4333"/>
                    <a:pt x="51" y="4333"/>
                  </a:cubicBezTo>
                  <a:cubicBezTo>
                    <a:pt x="70" y="4333"/>
                    <a:pt x="88" y="4322"/>
                    <a:pt x="93" y="4297"/>
                  </a:cubicBezTo>
                  <a:cubicBezTo>
                    <a:pt x="98" y="4267"/>
                    <a:pt x="107" y="4238"/>
                    <a:pt x="123" y="4209"/>
                  </a:cubicBezTo>
                  <a:cubicBezTo>
                    <a:pt x="215" y="3935"/>
                    <a:pt x="421" y="3704"/>
                    <a:pt x="534" y="3440"/>
                  </a:cubicBezTo>
                  <a:cubicBezTo>
                    <a:pt x="686" y="3073"/>
                    <a:pt x="803" y="2700"/>
                    <a:pt x="896" y="2318"/>
                  </a:cubicBezTo>
                  <a:cubicBezTo>
                    <a:pt x="1077" y="1579"/>
                    <a:pt x="1151" y="815"/>
                    <a:pt x="1195" y="55"/>
                  </a:cubicBezTo>
                  <a:lnTo>
                    <a:pt x="1195" y="46"/>
                  </a:lnTo>
                  <a:cubicBezTo>
                    <a:pt x="1195" y="15"/>
                    <a:pt x="1171" y="0"/>
                    <a:pt x="1147"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3" name="Google Shape;4876;p59">
              <a:extLst>
                <a:ext uri="{FF2B5EF4-FFF2-40B4-BE49-F238E27FC236}">
                  <a16:creationId xmlns:a16="http://schemas.microsoft.com/office/drawing/2014/main" id="{1A03AF3F-8EB8-7C13-D7C6-31808CF82333}"/>
                </a:ext>
              </a:extLst>
            </p:cNvPr>
            <p:cNvSpPr/>
            <p:nvPr/>
          </p:nvSpPr>
          <p:spPr>
            <a:xfrm>
              <a:off x="4527700" y="3194125"/>
              <a:ext cx="30850" cy="89900"/>
            </a:xfrm>
            <a:custGeom>
              <a:avLst/>
              <a:gdLst/>
              <a:ahLst/>
              <a:cxnLst/>
              <a:rect l="l" t="t" r="r" b="b"/>
              <a:pathLst>
                <a:path w="1234" h="3596" extrusionOk="0">
                  <a:moveTo>
                    <a:pt x="59" y="0"/>
                  </a:moveTo>
                  <a:cubicBezTo>
                    <a:pt x="50" y="0"/>
                    <a:pt x="35" y="0"/>
                    <a:pt x="25" y="5"/>
                  </a:cubicBezTo>
                  <a:cubicBezTo>
                    <a:pt x="10" y="16"/>
                    <a:pt x="1" y="25"/>
                    <a:pt x="1" y="45"/>
                  </a:cubicBezTo>
                  <a:cubicBezTo>
                    <a:pt x="1" y="64"/>
                    <a:pt x="1" y="84"/>
                    <a:pt x="5" y="104"/>
                  </a:cubicBezTo>
                  <a:cubicBezTo>
                    <a:pt x="21" y="794"/>
                    <a:pt x="236" y="1426"/>
                    <a:pt x="417" y="2087"/>
                  </a:cubicBezTo>
                  <a:cubicBezTo>
                    <a:pt x="539" y="2553"/>
                    <a:pt x="677" y="3057"/>
                    <a:pt x="990" y="3434"/>
                  </a:cubicBezTo>
                  <a:cubicBezTo>
                    <a:pt x="1034" y="3488"/>
                    <a:pt x="1079" y="3538"/>
                    <a:pt x="1133" y="3581"/>
                  </a:cubicBezTo>
                  <a:cubicBezTo>
                    <a:pt x="1143" y="3591"/>
                    <a:pt x="1154" y="3596"/>
                    <a:pt x="1165" y="3596"/>
                  </a:cubicBezTo>
                  <a:cubicBezTo>
                    <a:pt x="1201" y="3596"/>
                    <a:pt x="1233" y="3548"/>
                    <a:pt x="1196" y="3518"/>
                  </a:cubicBezTo>
                  <a:cubicBezTo>
                    <a:pt x="1167" y="3488"/>
                    <a:pt x="1137" y="3459"/>
                    <a:pt x="1113" y="3429"/>
                  </a:cubicBezTo>
                  <a:cubicBezTo>
                    <a:pt x="769" y="3062"/>
                    <a:pt x="638" y="2538"/>
                    <a:pt x="505" y="2062"/>
                  </a:cubicBezTo>
                  <a:cubicBezTo>
                    <a:pt x="329" y="1406"/>
                    <a:pt x="113" y="775"/>
                    <a:pt x="98" y="88"/>
                  </a:cubicBezTo>
                  <a:cubicBezTo>
                    <a:pt x="93" y="74"/>
                    <a:pt x="93" y="59"/>
                    <a:pt x="93" y="45"/>
                  </a:cubicBezTo>
                  <a:cubicBezTo>
                    <a:pt x="93" y="20"/>
                    <a:pt x="79" y="5"/>
                    <a:pt x="59"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4" name="Google Shape;4877;p59">
              <a:extLst>
                <a:ext uri="{FF2B5EF4-FFF2-40B4-BE49-F238E27FC236}">
                  <a16:creationId xmlns:a16="http://schemas.microsoft.com/office/drawing/2014/main" id="{A55D0542-65CB-7F55-3CF3-6A62D040EE78}"/>
                </a:ext>
              </a:extLst>
            </p:cNvPr>
            <p:cNvSpPr/>
            <p:nvPr/>
          </p:nvSpPr>
          <p:spPr>
            <a:xfrm>
              <a:off x="4449200" y="2916625"/>
              <a:ext cx="338275" cy="368625"/>
            </a:xfrm>
            <a:custGeom>
              <a:avLst/>
              <a:gdLst/>
              <a:ahLst/>
              <a:cxnLst/>
              <a:rect l="l" t="t" r="r" b="b"/>
              <a:pathLst>
                <a:path w="13531" h="14745" extrusionOk="0">
                  <a:moveTo>
                    <a:pt x="8193" y="1"/>
                  </a:moveTo>
                  <a:cubicBezTo>
                    <a:pt x="7968" y="1"/>
                    <a:pt x="7747" y="40"/>
                    <a:pt x="7529" y="119"/>
                  </a:cubicBezTo>
                  <a:lnTo>
                    <a:pt x="7515" y="119"/>
                  </a:lnTo>
                  <a:cubicBezTo>
                    <a:pt x="7506" y="124"/>
                    <a:pt x="7500" y="124"/>
                    <a:pt x="7495" y="124"/>
                  </a:cubicBezTo>
                  <a:cubicBezTo>
                    <a:pt x="7490" y="124"/>
                    <a:pt x="7486" y="124"/>
                    <a:pt x="7481" y="119"/>
                  </a:cubicBezTo>
                  <a:cubicBezTo>
                    <a:pt x="7470" y="119"/>
                    <a:pt x="7466" y="119"/>
                    <a:pt x="7461" y="113"/>
                  </a:cubicBezTo>
                  <a:cubicBezTo>
                    <a:pt x="7456" y="113"/>
                    <a:pt x="7451" y="108"/>
                    <a:pt x="7447" y="108"/>
                  </a:cubicBezTo>
                  <a:cubicBezTo>
                    <a:pt x="7441" y="104"/>
                    <a:pt x="7436" y="99"/>
                    <a:pt x="7431" y="94"/>
                  </a:cubicBezTo>
                  <a:lnTo>
                    <a:pt x="7427" y="94"/>
                  </a:lnTo>
                  <a:cubicBezTo>
                    <a:pt x="7388" y="93"/>
                    <a:pt x="7349" y="93"/>
                    <a:pt x="7310" y="93"/>
                  </a:cubicBezTo>
                  <a:cubicBezTo>
                    <a:pt x="6902" y="93"/>
                    <a:pt x="6443" y="143"/>
                    <a:pt x="6001" y="241"/>
                  </a:cubicBezTo>
                  <a:cubicBezTo>
                    <a:pt x="5996" y="260"/>
                    <a:pt x="5991" y="275"/>
                    <a:pt x="5977" y="289"/>
                  </a:cubicBezTo>
                  <a:cubicBezTo>
                    <a:pt x="5957" y="305"/>
                    <a:pt x="5933" y="314"/>
                    <a:pt x="5913" y="314"/>
                  </a:cubicBezTo>
                  <a:cubicBezTo>
                    <a:pt x="5889" y="314"/>
                    <a:pt x="5860" y="305"/>
                    <a:pt x="5844" y="285"/>
                  </a:cubicBezTo>
                  <a:lnTo>
                    <a:pt x="5840" y="280"/>
                  </a:lnTo>
                  <a:cubicBezTo>
                    <a:pt x="5835" y="280"/>
                    <a:pt x="5830" y="285"/>
                    <a:pt x="5824" y="285"/>
                  </a:cubicBezTo>
                  <a:lnTo>
                    <a:pt x="5801" y="285"/>
                  </a:lnTo>
                  <a:cubicBezTo>
                    <a:pt x="5766" y="285"/>
                    <a:pt x="5732" y="266"/>
                    <a:pt x="5717" y="226"/>
                  </a:cubicBezTo>
                  <a:cubicBezTo>
                    <a:pt x="5690" y="226"/>
                    <a:pt x="5662" y="225"/>
                    <a:pt x="5635" y="225"/>
                  </a:cubicBezTo>
                  <a:cubicBezTo>
                    <a:pt x="959" y="225"/>
                    <a:pt x="362" y="7678"/>
                    <a:pt x="70" y="11292"/>
                  </a:cubicBezTo>
                  <a:lnTo>
                    <a:pt x="50" y="11516"/>
                  </a:lnTo>
                  <a:cubicBezTo>
                    <a:pt x="30" y="11737"/>
                    <a:pt x="1" y="12433"/>
                    <a:pt x="25" y="13085"/>
                  </a:cubicBezTo>
                  <a:cubicBezTo>
                    <a:pt x="55" y="13829"/>
                    <a:pt x="138" y="14098"/>
                    <a:pt x="192" y="14197"/>
                  </a:cubicBezTo>
                  <a:cubicBezTo>
                    <a:pt x="211" y="14197"/>
                    <a:pt x="231" y="14202"/>
                    <a:pt x="251" y="14211"/>
                  </a:cubicBezTo>
                  <a:cubicBezTo>
                    <a:pt x="734" y="14513"/>
                    <a:pt x="1595" y="14585"/>
                    <a:pt x="2458" y="14585"/>
                  </a:cubicBezTo>
                  <a:cubicBezTo>
                    <a:pt x="2899" y="14585"/>
                    <a:pt x="3341" y="14566"/>
                    <a:pt x="3733" y="14549"/>
                  </a:cubicBezTo>
                  <a:cubicBezTo>
                    <a:pt x="3851" y="14544"/>
                    <a:pt x="3968" y="14539"/>
                    <a:pt x="4081" y="14534"/>
                  </a:cubicBezTo>
                  <a:lnTo>
                    <a:pt x="4130" y="14534"/>
                  </a:lnTo>
                  <a:cubicBezTo>
                    <a:pt x="3817" y="14157"/>
                    <a:pt x="3679" y="13653"/>
                    <a:pt x="3557" y="13187"/>
                  </a:cubicBezTo>
                  <a:cubicBezTo>
                    <a:pt x="3376" y="12526"/>
                    <a:pt x="3161" y="11894"/>
                    <a:pt x="3145" y="11204"/>
                  </a:cubicBezTo>
                  <a:cubicBezTo>
                    <a:pt x="3018" y="11222"/>
                    <a:pt x="2883" y="11237"/>
                    <a:pt x="2750" y="11237"/>
                  </a:cubicBezTo>
                  <a:cubicBezTo>
                    <a:pt x="2527" y="11237"/>
                    <a:pt x="2308" y="11194"/>
                    <a:pt x="2137" y="11046"/>
                  </a:cubicBezTo>
                  <a:cubicBezTo>
                    <a:pt x="1847" y="10802"/>
                    <a:pt x="1696" y="10406"/>
                    <a:pt x="1662" y="10033"/>
                  </a:cubicBezTo>
                  <a:cubicBezTo>
                    <a:pt x="1632" y="9680"/>
                    <a:pt x="1710" y="9312"/>
                    <a:pt x="2063" y="9151"/>
                  </a:cubicBezTo>
                  <a:cubicBezTo>
                    <a:pt x="2184" y="9098"/>
                    <a:pt x="2331" y="9069"/>
                    <a:pt x="2479" y="9069"/>
                  </a:cubicBezTo>
                  <a:cubicBezTo>
                    <a:pt x="2575" y="9069"/>
                    <a:pt x="2672" y="9081"/>
                    <a:pt x="2763" y="9106"/>
                  </a:cubicBezTo>
                  <a:cubicBezTo>
                    <a:pt x="3645" y="8554"/>
                    <a:pt x="4096" y="7931"/>
                    <a:pt x="4714" y="7079"/>
                  </a:cubicBezTo>
                  <a:cubicBezTo>
                    <a:pt x="5408" y="6119"/>
                    <a:pt x="6330" y="4228"/>
                    <a:pt x="6500" y="2808"/>
                  </a:cubicBezTo>
                  <a:cubicBezTo>
                    <a:pt x="6496" y="2798"/>
                    <a:pt x="6491" y="2788"/>
                    <a:pt x="6486" y="2778"/>
                  </a:cubicBezTo>
                  <a:cubicBezTo>
                    <a:pt x="6462" y="2735"/>
                    <a:pt x="6477" y="2685"/>
                    <a:pt x="6516" y="2656"/>
                  </a:cubicBezTo>
                  <a:cubicBezTo>
                    <a:pt x="6525" y="2534"/>
                    <a:pt x="6530" y="2416"/>
                    <a:pt x="6525" y="2299"/>
                  </a:cubicBezTo>
                  <a:cubicBezTo>
                    <a:pt x="6525" y="2245"/>
                    <a:pt x="6570" y="2206"/>
                    <a:pt x="6618" y="2200"/>
                  </a:cubicBezTo>
                  <a:cubicBezTo>
                    <a:pt x="6672" y="2200"/>
                    <a:pt x="6717" y="2245"/>
                    <a:pt x="6717" y="2294"/>
                  </a:cubicBezTo>
                  <a:cubicBezTo>
                    <a:pt x="6721" y="2446"/>
                    <a:pt x="6712" y="2607"/>
                    <a:pt x="6697" y="2769"/>
                  </a:cubicBezTo>
                  <a:lnTo>
                    <a:pt x="7006" y="3341"/>
                  </a:lnTo>
                  <a:cubicBezTo>
                    <a:pt x="8069" y="5296"/>
                    <a:pt x="9165" y="7314"/>
                    <a:pt x="10821" y="8607"/>
                  </a:cubicBezTo>
                  <a:cubicBezTo>
                    <a:pt x="10992" y="8508"/>
                    <a:pt x="11182" y="8442"/>
                    <a:pt x="11374" y="8442"/>
                  </a:cubicBezTo>
                  <a:cubicBezTo>
                    <a:pt x="11484" y="8442"/>
                    <a:pt x="11595" y="8464"/>
                    <a:pt x="11702" y="8514"/>
                  </a:cubicBezTo>
                  <a:cubicBezTo>
                    <a:pt x="11973" y="8636"/>
                    <a:pt x="12173" y="8891"/>
                    <a:pt x="12251" y="9181"/>
                  </a:cubicBezTo>
                  <a:cubicBezTo>
                    <a:pt x="12330" y="9479"/>
                    <a:pt x="12296" y="9818"/>
                    <a:pt x="12104" y="10067"/>
                  </a:cubicBezTo>
                  <a:cubicBezTo>
                    <a:pt x="11831" y="10424"/>
                    <a:pt x="11394" y="10547"/>
                    <a:pt x="10968" y="10591"/>
                  </a:cubicBezTo>
                  <a:cubicBezTo>
                    <a:pt x="10924" y="11351"/>
                    <a:pt x="10850" y="12115"/>
                    <a:pt x="10669" y="12854"/>
                  </a:cubicBezTo>
                  <a:cubicBezTo>
                    <a:pt x="10576" y="13236"/>
                    <a:pt x="10459" y="13609"/>
                    <a:pt x="10307" y="13976"/>
                  </a:cubicBezTo>
                  <a:cubicBezTo>
                    <a:pt x="10194" y="14240"/>
                    <a:pt x="9988" y="14471"/>
                    <a:pt x="9896" y="14745"/>
                  </a:cubicBezTo>
                  <a:cubicBezTo>
                    <a:pt x="10386" y="14740"/>
                    <a:pt x="10856" y="14706"/>
                    <a:pt x="11336" y="14667"/>
                  </a:cubicBezTo>
                  <a:cubicBezTo>
                    <a:pt x="11767" y="14632"/>
                    <a:pt x="12197" y="14505"/>
                    <a:pt x="12609" y="14383"/>
                  </a:cubicBezTo>
                  <a:cubicBezTo>
                    <a:pt x="12859" y="14304"/>
                    <a:pt x="13094" y="14236"/>
                    <a:pt x="13325" y="14186"/>
                  </a:cubicBezTo>
                  <a:cubicBezTo>
                    <a:pt x="13530" y="13383"/>
                    <a:pt x="13354" y="12492"/>
                    <a:pt x="13182" y="11629"/>
                  </a:cubicBezTo>
                  <a:cubicBezTo>
                    <a:pt x="13138" y="11409"/>
                    <a:pt x="13090" y="11174"/>
                    <a:pt x="13050" y="10953"/>
                  </a:cubicBezTo>
                  <a:lnTo>
                    <a:pt x="12986" y="10571"/>
                  </a:lnTo>
                  <a:cubicBezTo>
                    <a:pt x="12609" y="8358"/>
                    <a:pt x="12222" y="6065"/>
                    <a:pt x="11767" y="3822"/>
                  </a:cubicBezTo>
                  <a:cubicBezTo>
                    <a:pt x="11532" y="2647"/>
                    <a:pt x="10562" y="1020"/>
                    <a:pt x="9342" y="329"/>
                  </a:cubicBezTo>
                  <a:cubicBezTo>
                    <a:pt x="8955" y="111"/>
                    <a:pt x="8570" y="1"/>
                    <a:pt x="8193"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5" name="Google Shape;4878;p59">
              <a:extLst>
                <a:ext uri="{FF2B5EF4-FFF2-40B4-BE49-F238E27FC236}">
                  <a16:creationId xmlns:a16="http://schemas.microsoft.com/office/drawing/2014/main" id="{0BB3F3C0-6D05-3907-37E2-5A5D7A608A95}"/>
                </a:ext>
              </a:extLst>
            </p:cNvPr>
            <p:cNvSpPr/>
            <p:nvPr/>
          </p:nvSpPr>
          <p:spPr>
            <a:xfrm>
              <a:off x="4490000" y="3143350"/>
              <a:ext cx="41450" cy="54225"/>
            </a:xfrm>
            <a:custGeom>
              <a:avLst/>
              <a:gdLst/>
              <a:ahLst/>
              <a:cxnLst/>
              <a:rect l="l" t="t" r="r" b="b"/>
              <a:pathLst>
                <a:path w="1658" h="2169" extrusionOk="0">
                  <a:moveTo>
                    <a:pt x="847" y="0"/>
                  </a:moveTo>
                  <a:cubicBezTo>
                    <a:pt x="699" y="0"/>
                    <a:pt x="552" y="29"/>
                    <a:pt x="431" y="82"/>
                  </a:cubicBezTo>
                  <a:cubicBezTo>
                    <a:pt x="78" y="243"/>
                    <a:pt x="0" y="611"/>
                    <a:pt x="30" y="964"/>
                  </a:cubicBezTo>
                  <a:cubicBezTo>
                    <a:pt x="64" y="1337"/>
                    <a:pt x="215" y="1733"/>
                    <a:pt x="505" y="1977"/>
                  </a:cubicBezTo>
                  <a:cubicBezTo>
                    <a:pt x="676" y="2125"/>
                    <a:pt x="895" y="2168"/>
                    <a:pt x="1118" y="2168"/>
                  </a:cubicBezTo>
                  <a:cubicBezTo>
                    <a:pt x="1251" y="2168"/>
                    <a:pt x="1386" y="2153"/>
                    <a:pt x="1513" y="2135"/>
                  </a:cubicBezTo>
                  <a:cubicBezTo>
                    <a:pt x="1543" y="2130"/>
                    <a:pt x="1572" y="2124"/>
                    <a:pt x="1601" y="2119"/>
                  </a:cubicBezTo>
                  <a:lnTo>
                    <a:pt x="1606" y="2119"/>
                  </a:lnTo>
                  <a:cubicBezTo>
                    <a:pt x="1657" y="2111"/>
                    <a:pt x="1634" y="2031"/>
                    <a:pt x="1585" y="2031"/>
                  </a:cubicBezTo>
                  <a:cubicBezTo>
                    <a:pt x="1582" y="2031"/>
                    <a:pt x="1579" y="2031"/>
                    <a:pt x="1577" y="2031"/>
                  </a:cubicBezTo>
                  <a:lnTo>
                    <a:pt x="1567" y="2031"/>
                  </a:lnTo>
                  <a:cubicBezTo>
                    <a:pt x="1558" y="2036"/>
                    <a:pt x="1543" y="2036"/>
                    <a:pt x="1533" y="2036"/>
                  </a:cubicBezTo>
                  <a:cubicBezTo>
                    <a:pt x="1402" y="2056"/>
                    <a:pt x="1267" y="2072"/>
                    <a:pt x="1135" y="2072"/>
                  </a:cubicBezTo>
                  <a:cubicBezTo>
                    <a:pt x="967" y="2072"/>
                    <a:pt x="802" y="2045"/>
                    <a:pt x="652" y="1963"/>
                  </a:cubicBezTo>
                  <a:cubicBezTo>
                    <a:pt x="367" y="1807"/>
                    <a:pt x="235" y="1463"/>
                    <a:pt x="161" y="1170"/>
                  </a:cubicBezTo>
                  <a:cubicBezTo>
                    <a:pt x="84" y="871"/>
                    <a:pt x="78" y="503"/>
                    <a:pt x="313" y="268"/>
                  </a:cubicBezTo>
                  <a:cubicBezTo>
                    <a:pt x="432" y="150"/>
                    <a:pt x="635" y="93"/>
                    <a:pt x="840" y="93"/>
                  </a:cubicBezTo>
                  <a:cubicBezTo>
                    <a:pt x="907" y="93"/>
                    <a:pt x="974" y="99"/>
                    <a:pt x="1038" y="112"/>
                  </a:cubicBezTo>
                  <a:lnTo>
                    <a:pt x="1249" y="190"/>
                  </a:lnTo>
                  <a:cubicBezTo>
                    <a:pt x="1283" y="204"/>
                    <a:pt x="1308" y="220"/>
                    <a:pt x="1332" y="238"/>
                  </a:cubicBezTo>
                  <a:cubicBezTo>
                    <a:pt x="1343" y="247"/>
                    <a:pt x="1355" y="251"/>
                    <a:pt x="1366" y="251"/>
                  </a:cubicBezTo>
                  <a:cubicBezTo>
                    <a:pt x="1406" y="251"/>
                    <a:pt x="1439" y="205"/>
                    <a:pt x="1400" y="175"/>
                  </a:cubicBezTo>
                  <a:cubicBezTo>
                    <a:pt x="1382" y="161"/>
                    <a:pt x="1362" y="141"/>
                    <a:pt x="1342" y="132"/>
                  </a:cubicBezTo>
                  <a:lnTo>
                    <a:pt x="1337" y="132"/>
                  </a:lnTo>
                  <a:cubicBezTo>
                    <a:pt x="1278" y="92"/>
                    <a:pt x="1210" y="62"/>
                    <a:pt x="1131" y="37"/>
                  </a:cubicBezTo>
                  <a:cubicBezTo>
                    <a:pt x="1040" y="12"/>
                    <a:pt x="943" y="0"/>
                    <a:pt x="847"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6" name="Google Shape;4879;p59">
              <a:extLst>
                <a:ext uri="{FF2B5EF4-FFF2-40B4-BE49-F238E27FC236}">
                  <a16:creationId xmlns:a16="http://schemas.microsoft.com/office/drawing/2014/main" id="{AE3D4ECE-0FBB-45F3-BB3B-E2978E363A68}"/>
                </a:ext>
              </a:extLst>
            </p:cNvPr>
            <p:cNvSpPr/>
            <p:nvPr/>
          </p:nvSpPr>
          <p:spPr>
            <a:xfrm>
              <a:off x="4581450" y="2825950"/>
              <a:ext cx="18175" cy="39300"/>
            </a:xfrm>
            <a:custGeom>
              <a:avLst/>
              <a:gdLst/>
              <a:ahLst/>
              <a:cxnLst/>
              <a:rect l="l" t="t" r="r" b="b"/>
              <a:pathLst>
                <a:path w="727" h="1572" extrusionOk="0">
                  <a:moveTo>
                    <a:pt x="617" y="0"/>
                  </a:moveTo>
                  <a:cubicBezTo>
                    <a:pt x="605" y="0"/>
                    <a:pt x="592" y="3"/>
                    <a:pt x="579" y="8"/>
                  </a:cubicBezTo>
                  <a:cubicBezTo>
                    <a:pt x="138" y="204"/>
                    <a:pt x="1" y="704"/>
                    <a:pt x="177" y="1497"/>
                  </a:cubicBezTo>
                  <a:cubicBezTo>
                    <a:pt x="188" y="1542"/>
                    <a:pt x="226" y="1571"/>
                    <a:pt x="270" y="1571"/>
                  </a:cubicBezTo>
                  <a:lnTo>
                    <a:pt x="290" y="1571"/>
                  </a:lnTo>
                  <a:cubicBezTo>
                    <a:pt x="344" y="1561"/>
                    <a:pt x="373" y="1507"/>
                    <a:pt x="364" y="1458"/>
                  </a:cubicBezTo>
                  <a:cubicBezTo>
                    <a:pt x="206" y="767"/>
                    <a:pt x="305" y="337"/>
                    <a:pt x="658" y="184"/>
                  </a:cubicBezTo>
                  <a:cubicBezTo>
                    <a:pt x="701" y="160"/>
                    <a:pt x="726" y="106"/>
                    <a:pt x="701" y="57"/>
                  </a:cubicBezTo>
                  <a:cubicBezTo>
                    <a:pt x="687" y="20"/>
                    <a:pt x="653" y="0"/>
                    <a:pt x="617"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7" name="Google Shape;4880;p59">
              <a:extLst>
                <a:ext uri="{FF2B5EF4-FFF2-40B4-BE49-F238E27FC236}">
                  <a16:creationId xmlns:a16="http://schemas.microsoft.com/office/drawing/2014/main" id="{59C36C1A-3E3C-B993-E1E5-033872434DF0}"/>
                </a:ext>
              </a:extLst>
            </p:cNvPr>
            <p:cNvSpPr/>
            <p:nvPr/>
          </p:nvSpPr>
          <p:spPr>
            <a:xfrm>
              <a:off x="4589650" y="2877075"/>
              <a:ext cx="7650" cy="13375"/>
            </a:xfrm>
            <a:custGeom>
              <a:avLst/>
              <a:gdLst/>
              <a:ahLst/>
              <a:cxnLst/>
              <a:rect l="l" t="t" r="r" b="b"/>
              <a:pathLst>
                <a:path w="306" h="535" extrusionOk="0">
                  <a:moveTo>
                    <a:pt x="97" y="1"/>
                  </a:moveTo>
                  <a:cubicBezTo>
                    <a:pt x="50" y="1"/>
                    <a:pt x="7" y="42"/>
                    <a:pt x="7" y="89"/>
                  </a:cubicBezTo>
                  <a:cubicBezTo>
                    <a:pt x="1" y="232"/>
                    <a:pt x="41" y="368"/>
                    <a:pt x="114" y="490"/>
                  </a:cubicBezTo>
                  <a:cubicBezTo>
                    <a:pt x="134" y="520"/>
                    <a:pt x="163" y="535"/>
                    <a:pt x="197" y="535"/>
                  </a:cubicBezTo>
                  <a:cubicBezTo>
                    <a:pt x="212" y="535"/>
                    <a:pt x="231" y="530"/>
                    <a:pt x="246" y="520"/>
                  </a:cubicBezTo>
                  <a:cubicBezTo>
                    <a:pt x="290" y="490"/>
                    <a:pt x="305" y="431"/>
                    <a:pt x="276" y="388"/>
                  </a:cubicBezTo>
                  <a:cubicBezTo>
                    <a:pt x="217" y="300"/>
                    <a:pt x="192" y="202"/>
                    <a:pt x="197" y="99"/>
                  </a:cubicBezTo>
                  <a:cubicBezTo>
                    <a:pt x="197" y="45"/>
                    <a:pt x="158" y="1"/>
                    <a:pt x="104" y="1"/>
                  </a:cubicBezTo>
                  <a:cubicBezTo>
                    <a:pt x="102" y="1"/>
                    <a:pt x="99" y="1"/>
                    <a:pt x="97"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8" name="Google Shape;4881;p59">
              <a:extLst>
                <a:ext uri="{FF2B5EF4-FFF2-40B4-BE49-F238E27FC236}">
                  <a16:creationId xmlns:a16="http://schemas.microsoft.com/office/drawing/2014/main" id="{203CD629-1350-6A79-407C-F0B51DBF065D}"/>
                </a:ext>
              </a:extLst>
            </p:cNvPr>
            <p:cNvSpPr/>
            <p:nvPr/>
          </p:nvSpPr>
          <p:spPr>
            <a:xfrm>
              <a:off x="4605825" y="2852725"/>
              <a:ext cx="7025" cy="26700"/>
            </a:xfrm>
            <a:custGeom>
              <a:avLst/>
              <a:gdLst/>
              <a:ahLst/>
              <a:cxnLst/>
              <a:rect l="l" t="t" r="r" b="b"/>
              <a:pathLst>
                <a:path w="281" h="1068" extrusionOk="0">
                  <a:moveTo>
                    <a:pt x="118" y="1"/>
                  </a:moveTo>
                  <a:cubicBezTo>
                    <a:pt x="65" y="1"/>
                    <a:pt x="20" y="39"/>
                    <a:pt x="20" y="89"/>
                  </a:cubicBezTo>
                  <a:cubicBezTo>
                    <a:pt x="6" y="406"/>
                    <a:pt x="0" y="715"/>
                    <a:pt x="84" y="1000"/>
                  </a:cubicBezTo>
                  <a:cubicBezTo>
                    <a:pt x="99" y="1043"/>
                    <a:pt x="138" y="1068"/>
                    <a:pt x="177" y="1068"/>
                  </a:cubicBezTo>
                  <a:cubicBezTo>
                    <a:pt x="187" y="1068"/>
                    <a:pt x="197" y="1068"/>
                    <a:pt x="206" y="1063"/>
                  </a:cubicBezTo>
                  <a:cubicBezTo>
                    <a:pt x="255" y="1048"/>
                    <a:pt x="280" y="994"/>
                    <a:pt x="265" y="946"/>
                  </a:cubicBezTo>
                  <a:cubicBezTo>
                    <a:pt x="187" y="686"/>
                    <a:pt x="192" y="397"/>
                    <a:pt x="206" y="98"/>
                  </a:cubicBezTo>
                  <a:cubicBezTo>
                    <a:pt x="212" y="44"/>
                    <a:pt x="172" y="1"/>
                    <a:pt x="118" y="1"/>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9" name="Google Shape;4882;p59">
              <a:extLst>
                <a:ext uri="{FF2B5EF4-FFF2-40B4-BE49-F238E27FC236}">
                  <a16:creationId xmlns:a16="http://schemas.microsoft.com/office/drawing/2014/main" id="{8C36504A-B667-2544-F868-BE6FE2404ECB}"/>
                </a:ext>
              </a:extLst>
            </p:cNvPr>
            <p:cNvSpPr/>
            <p:nvPr/>
          </p:nvSpPr>
          <p:spPr>
            <a:xfrm>
              <a:off x="4503825" y="2953300"/>
              <a:ext cx="43125" cy="61325"/>
            </a:xfrm>
            <a:custGeom>
              <a:avLst/>
              <a:gdLst/>
              <a:ahLst/>
              <a:cxnLst/>
              <a:rect l="l" t="t" r="r" b="b"/>
              <a:pathLst>
                <a:path w="1725" h="2453" extrusionOk="0">
                  <a:moveTo>
                    <a:pt x="1619" y="0"/>
                  </a:moveTo>
                  <a:cubicBezTo>
                    <a:pt x="1597" y="0"/>
                    <a:pt x="1576" y="7"/>
                    <a:pt x="1559" y="23"/>
                  </a:cubicBezTo>
                  <a:cubicBezTo>
                    <a:pt x="917" y="547"/>
                    <a:pt x="343" y="1409"/>
                    <a:pt x="20" y="2326"/>
                  </a:cubicBezTo>
                  <a:cubicBezTo>
                    <a:pt x="1" y="2374"/>
                    <a:pt x="30" y="2428"/>
                    <a:pt x="79" y="2448"/>
                  </a:cubicBezTo>
                  <a:cubicBezTo>
                    <a:pt x="89" y="2448"/>
                    <a:pt x="99" y="2453"/>
                    <a:pt x="108" y="2453"/>
                  </a:cubicBezTo>
                  <a:cubicBezTo>
                    <a:pt x="148" y="2453"/>
                    <a:pt x="182" y="2428"/>
                    <a:pt x="196" y="2389"/>
                  </a:cubicBezTo>
                  <a:cubicBezTo>
                    <a:pt x="510" y="1503"/>
                    <a:pt x="1064" y="669"/>
                    <a:pt x="1676" y="165"/>
                  </a:cubicBezTo>
                  <a:cubicBezTo>
                    <a:pt x="1715" y="131"/>
                    <a:pt x="1724" y="72"/>
                    <a:pt x="1690" y="33"/>
                  </a:cubicBezTo>
                  <a:cubicBezTo>
                    <a:pt x="1672" y="11"/>
                    <a:pt x="1645" y="0"/>
                    <a:pt x="1619"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0" name="Google Shape;4883;p59">
              <a:extLst>
                <a:ext uri="{FF2B5EF4-FFF2-40B4-BE49-F238E27FC236}">
                  <a16:creationId xmlns:a16="http://schemas.microsoft.com/office/drawing/2014/main" id="{E8A8F49B-AB91-1246-8EC2-09924A6A2A81}"/>
                </a:ext>
              </a:extLst>
            </p:cNvPr>
            <p:cNvSpPr/>
            <p:nvPr/>
          </p:nvSpPr>
          <p:spPr>
            <a:xfrm>
              <a:off x="4492825" y="3024750"/>
              <a:ext cx="10900" cy="16575"/>
            </a:xfrm>
            <a:custGeom>
              <a:avLst/>
              <a:gdLst/>
              <a:ahLst/>
              <a:cxnLst/>
              <a:rect l="l" t="t" r="r" b="b"/>
              <a:pathLst>
                <a:path w="436" h="663" extrusionOk="0">
                  <a:moveTo>
                    <a:pt x="330" y="0"/>
                  </a:moveTo>
                  <a:cubicBezTo>
                    <a:pt x="296" y="0"/>
                    <a:pt x="262" y="19"/>
                    <a:pt x="245" y="50"/>
                  </a:cubicBezTo>
                  <a:cubicBezTo>
                    <a:pt x="161" y="203"/>
                    <a:pt x="82" y="368"/>
                    <a:pt x="19" y="535"/>
                  </a:cubicBezTo>
                  <a:cubicBezTo>
                    <a:pt x="0" y="579"/>
                    <a:pt x="24" y="637"/>
                    <a:pt x="73" y="653"/>
                  </a:cubicBezTo>
                  <a:cubicBezTo>
                    <a:pt x="82" y="657"/>
                    <a:pt x="98" y="662"/>
                    <a:pt x="107" y="662"/>
                  </a:cubicBezTo>
                  <a:cubicBezTo>
                    <a:pt x="147" y="662"/>
                    <a:pt x="181" y="637"/>
                    <a:pt x="195" y="599"/>
                  </a:cubicBezTo>
                  <a:cubicBezTo>
                    <a:pt x="259" y="442"/>
                    <a:pt x="328" y="285"/>
                    <a:pt x="412" y="144"/>
                  </a:cubicBezTo>
                  <a:cubicBezTo>
                    <a:pt x="435" y="94"/>
                    <a:pt x="421" y="36"/>
                    <a:pt x="372" y="11"/>
                  </a:cubicBezTo>
                  <a:cubicBezTo>
                    <a:pt x="359" y="4"/>
                    <a:pt x="344" y="0"/>
                    <a:pt x="330"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1" name="Google Shape;4884;p59">
              <a:extLst>
                <a:ext uri="{FF2B5EF4-FFF2-40B4-BE49-F238E27FC236}">
                  <a16:creationId xmlns:a16="http://schemas.microsoft.com/office/drawing/2014/main" id="{5F13F27E-2C07-46C4-C962-ED0F45906683}"/>
                </a:ext>
              </a:extLst>
            </p:cNvPr>
            <p:cNvSpPr/>
            <p:nvPr/>
          </p:nvSpPr>
          <p:spPr>
            <a:xfrm>
              <a:off x="4469425" y="3137100"/>
              <a:ext cx="10650" cy="40150"/>
            </a:xfrm>
            <a:custGeom>
              <a:avLst/>
              <a:gdLst/>
              <a:ahLst/>
              <a:cxnLst/>
              <a:rect l="l" t="t" r="r" b="b"/>
              <a:pathLst>
                <a:path w="426" h="1606" extrusionOk="0">
                  <a:moveTo>
                    <a:pt x="321" y="0"/>
                  </a:moveTo>
                  <a:cubicBezTo>
                    <a:pt x="281" y="0"/>
                    <a:pt x="242" y="27"/>
                    <a:pt x="231" y="68"/>
                  </a:cubicBezTo>
                  <a:cubicBezTo>
                    <a:pt x="137" y="362"/>
                    <a:pt x="103" y="685"/>
                    <a:pt x="69" y="999"/>
                  </a:cubicBezTo>
                  <a:cubicBezTo>
                    <a:pt x="54" y="1164"/>
                    <a:pt x="34" y="1336"/>
                    <a:pt x="10" y="1492"/>
                  </a:cubicBezTo>
                  <a:cubicBezTo>
                    <a:pt x="0" y="1547"/>
                    <a:pt x="34" y="1596"/>
                    <a:pt x="89" y="1601"/>
                  </a:cubicBezTo>
                  <a:cubicBezTo>
                    <a:pt x="93" y="1605"/>
                    <a:pt x="98" y="1605"/>
                    <a:pt x="103" y="1605"/>
                  </a:cubicBezTo>
                  <a:cubicBezTo>
                    <a:pt x="147" y="1605"/>
                    <a:pt x="186" y="1571"/>
                    <a:pt x="196" y="1528"/>
                  </a:cubicBezTo>
                  <a:cubicBezTo>
                    <a:pt x="220" y="1361"/>
                    <a:pt x="240" y="1184"/>
                    <a:pt x="260" y="1018"/>
                  </a:cubicBezTo>
                  <a:cubicBezTo>
                    <a:pt x="290" y="714"/>
                    <a:pt x="324" y="400"/>
                    <a:pt x="412" y="126"/>
                  </a:cubicBezTo>
                  <a:cubicBezTo>
                    <a:pt x="426" y="72"/>
                    <a:pt x="401" y="23"/>
                    <a:pt x="348" y="4"/>
                  </a:cubicBezTo>
                  <a:cubicBezTo>
                    <a:pt x="339" y="1"/>
                    <a:pt x="330" y="0"/>
                    <a:pt x="321" y="0"/>
                  </a:cubicBezTo>
                  <a:close/>
                </a:path>
              </a:pathLst>
            </a:custGeom>
            <a:solidFill>
              <a:srgbClr val="FBDF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2" name="Google Shape;4885;p59">
              <a:extLst>
                <a:ext uri="{FF2B5EF4-FFF2-40B4-BE49-F238E27FC236}">
                  <a16:creationId xmlns:a16="http://schemas.microsoft.com/office/drawing/2014/main" id="{C8BC2E6C-CAC7-FFC9-6647-8AE3113E5C72}"/>
                </a:ext>
              </a:extLst>
            </p:cNvPr>
            <p:cNvSpPr/>
            <p:nvPr/>
          </p:nvSpPr>
          <p:spPr>
            <a:xfrm>
              <a:off x="4539950" y="3178125"/>
              <a:ext cx="469525" cy="159950"/>
            </a:xfrm>
            <a:custGeom>
              <a:avLst/>
              <a:gdLst/>
              <a:ahLst/>
              <a:cxnLst/>
              <a:rect l="l" t="t" r="r" b="b"/>
              <a:pathLst>
                <a:path w="18781" h="6398" extrusionOk="0">
                  <a:moveTo>
                    <a:pt x="17619" y="258"/>
                  </a:moveTo>
                  <a:cubicBezTo>
                    <a:pt x="17732" y="719"/>
                    <a:pt x="17894" y="1203"/>
                    <a:pt x="18046" y="1680"/>
                  </a:cubicBezTo>
                  <a:cubicBezTo>
                    <a:pt x="18266" y="2345"/>
                    <a:pt x="18472" y="2977"/>
                    <a:pt x="18560" y="3525"/>
                  </a:cubicBezTo>
                  <a:cubicBezTo>
                    <a:pt x="18056" y="3790"/>
                    <a:pt x="14832" y="4339"/>
                    <a:pt x="14269" y="4407"/>
                  </a:cubicBezTo>
                  <a:cubicBezTo>
                    <a:pt x="14044" y="4432"/>
                    <a:pt x="13819" y="4466"/>
                    <a:pt x="13598" y="4501"/>
                  </a:cubicBezTo>
                  <a:cubicBezTo>
                    <a:pt x="13353" y="4540"/>
                    <a:pt x="13098" y="4579"/>
                    <a:pt x="12849" y="4608"/>
                  </a:cubicBezTo>
                  <a:cubicBezTo>
                    <a:pt x="12564" y="4642"/>
                    <a:pt x="12286" y="4671"/>
                    <a:pt x="12006" y="4707"/>
                  </a:cubicBezTo>
                  <a:cubicBezTo>
                    <a:pt x="11458" y="4775"/>
                    <a:pt x="10884" y="4838"/>
                    <a:pt x="10321" y="4892"/>
                  </a:cubicBezTo>
                  <a:cubicBezTo>
                    <a:pt x="9910" y="4931"/>
                    <a:pt x="9571" y="4961"/>
                    <a:pt x="9243" y="4985"/>
                  </a:cubicBezTo>
                  <a:cubicBezTo>
                    <a:pt x="8788" y="5019"/>
                    <a:pt x="8357" y="5049"/>
                    <a:pt x="7794" y="5118"/>
                  </a:cubicBezTo>
                  <a:lnTo>
                    <a:pt x="7789" y="5118"/>
                  </a:lnTo>
                  <a:cubicBezTo>
                    <a:pt x="7789" y="5118"/>
                    <a:pt x="7784" y="5118"/>
                    <a:pt x="7779" y="5123"/>
                  </a:cubicBezTo>
                  <a:cubicBezTo>
                    <a:pt x="7755" y="5128"/>
                    <a:pt x="7735" y="5137"/>
                    <a:pt x="7720" y="5157"/>
                  </a:cubicBezTo>
                  <a:cubicBezTo>
                    <a:pt x="6996" y="6107"/>
                    <a:pt x="5016" y="6127"/>
                    <a:pt x="3709" y="6141"/>
                  </a:cubicBezTo>
                  <a:cubicBezTo>
                    <a:pt x="3512" y="6141"/>
                    <a:pt x="3331" y="6141"/>
                    <a:pt x="3170" y="6147"/>
                  </a:cubicBezTo>
                  <a:cubicBezTo>
                    <a:pt x="3116" y="6151"/>
                    <a:pt x="3037" y="6156"/>
                    <a:pt x="2949" y="6166"/>
                  </a:cubicBezTo>
                  <a:cubicBezTo>
                    <a:pt x="2825" y="6176"/>
                    <a:pt x="2655" y="6191"/>
                    <a:pt x="2492" y="6191"/>
                  </a:cubicBezTo>
                  <a:cubicBezTo>
                    <a:pt x="2262" y="6191"/>
                    <a:pt x="2044" y="6161"/>
                    <a:pt x="1984" y="6043"/>
                  </a:cubicBezTo>
                  <a:cubicBezTo>
                    <a:pt x="1955" y="5985"/>
                    <a:pt x="1950" y="5935"/>
                    <a:pt x="1970" y="5906"/>
                  </a:cubicBezTo>
                  <a:cubicBezTo>
                    <a:pt x="2029" y="5794"/>
                    <a:pt x="2332" y="5759"/>
                    <a:pt x="2518" y="5740"/>
                  </a:cubicBezTo>
                  <a:cubicBezTo>
                    <a:pt x="2572" y="5729"/>
                    <a:pt x="2631" y="5725"/>
                    <a:pt x="2675" y="5715"/>
                  </a:cubicBezTo>
                  <a:cubicBezTo>
                    <a:pt x="2818" y="5691"/>
                    <a:pt x="2944" y="5671"/>
                    <a:pt x="3057" y="5647"/>
                  </a:cubicBezTo>
                  <a:cubicBezTo>
                    <a:pt x="3381" y="5588"/>
                    <a:pt x="3616" y="5544"/>
                    <a:pt x="3998" y="5539"/>
                  </a:cubicBezTo>
                  <a:cubicBezTo>
                    <a:pt x="4057" y="5539"/>
                    <a:pt x="4100" y="5494"/>
                    <a:pt x="4100" y="5436"/>
                  </a:cubicBezTo>
                  <a:cubicBezTo>
                    <a:pt x="4100" y="5377"/>
                    <a:pt x="4052" y="5333"/>
                    <a:pt x="3993" y="5333"/>
                  </a:cubicBezTo>
                  <a:cubicBezTo>
                    <a:pt x="3596" y="5338"/>
                    <a:pt x="3356" y="5383"/>
                    <a:pt x="3017" y="5446"/>
                  </a:cubicBezTo>
                  <a:cubicBezTo>
                    <a:pt x="2906" y="5465"/>
                    <a:pt x="2782" y="5490"/>
                    <a:pt x="2641" y="5514"/>
                  </a:cubicBezTo>
                  <a:cubicBezTo>
                    <a:pt x="2596" y="5519"/>
                    <a:pt x="2547" y="5530"/>
                    <a:pt x="2494" y="5534"/>
                  </a:cubicBezTo>
                  <a:lnTo>
                    <a:pt x="2474" y="5534"/>
                  </a:lnTo>
                  <a:cubicBezTo>
                    <a:pt x="2465" y="5530"/>
                    <a:pt x="2445" y="5524"/>
                    <a:pt x="2430" y="5524"/>
                  </a:cubicBezTo>
                  <a:cubicBezTo>
                    <a:pt x="2271" y="5528"/>
                    <a:pt x="2036" y="5535"/>
                    <a:pt x="1804" y="5535"/>
                  </a:cubicBezTo>
                  <a:cubicBezTo>
                    <a:pt x="1513" y="5535"/>
                    <a:pt x="1226" y="5525"/>
                    <a:pt x="1093" y="5490"/>
                  </a:cubicBezTo>
                  <a:cubicBezTo>
                    <a:pt x="784" y="5417"/>
                    <a:pt x="681" y="5318"/>
                    <a:pt x="681" y="5259"/>
                  </a:cubicBezTo>
                  <a:cubicBezTo>
                    <a:pt x="686" y="5171"/>
                    <a:pt x="882" y="5024"/>
                    <a:pt x="1195" y="4981"/>
                  </a:cubicBezTo>
                  <a:lnTo>
                    <a:pt x="1387" y="4951"/>
                  </a:lnTo>
                  <a:cubicBezTo>
                    <a:pt x="2221" y="4828"/>
                    <a:pt x="2945" y="4719"/>
                    <a:pt x="3781" y="4719"/>
                  </a:cubicBezTo>
                  <a:cubicBezTo>
                    <a:pt x="3849" y="4719"/>
                    <a:pt x="3918" y="4719"/>
                    <a:pt x="3987" y="4721"/>
                  </a:cubicBezTo>
                  <a:cubicBezTo>
                    <a:pt x="4046" y="4721"/>
                    <a:pt x="4095" y="4677"/>
                    <a:pt x="4095" y="4623"/>
                  </a:cubicBezTo>
                  <a:cubicBezTo>
                    <a:pt x="4095" y="4564"/>
                    <a:pt x="4052" y="4515"/>
                    <a:pt x="3993" y="4515"/>
                  </a:cubicBezTo>
                  <a:cubicBezTo>
                    <a:pt x="3923" y="4514"/>
                    <a:pt x="3853" y="4513"/>
                    <a:pt x="3784" y="4513"/>
                  </a:cubicBezTo>
                  <a:cubicBezTo>
                    <a:pt x="2934" y="4513"/>
                    <a:pt x="2196" y="4623"/>
                    <a:pt x="1357" y="4750"/>
                  </a:cubicBezTo>
                  <a:lnTo>
                    <a:pt x="1181" y="4775"/>
                  </a:lnTo>
                  <a:cubicBezTo>
                    <a:pt x="1160" y="4776"/>
                    <a:pt x="1131" y="4777"/>
                    <a:pt x="1096" y="4777"/>
                  </a:cubicBezTo>
                  <a:cubicBezTo>
                    <a:pt x="890" y="4777"/>
                    <a:pt x="483" y="4755"/>
                    <a:pt x="408" y="4725"/>
                  </a:cubicBezTo>
                  <a:cubicBezTo>
                    <a:pt x="275" y="4637"/>
                    <a:pt x="231" y="4569"/>
                    <a:pt x="241" y="4535"/>
                  </a:cubicBezTo>
                  <a:cubicBezTo>
                    <a:pt x="250" y="4481"/>
                    <a:pt x="368" y="4329"/>
                    <a:pt x="1260" y="4133"/>
                  </a:cubicBezTo>
                  <a:cubicBezTo>
                    <a:pt x="2210" y="3918"/>
                    <a:pt x="3101" y="3790"/>
                    <a:pt x="3905" y="3742"/>
                  </a:cubicBezTo>
                  <a:cubicBezTo>
                    <a:pt x="3958" y="3742"/>
                    <a:pt x="4003" y="3692"/>
                    <a:pt x="3998" y="3633"/>
                  </a:cubicBezTo>
                  <a:cubicBezTo>
                    <a:pt x="3998" y="3577"/>
                    <a:pt x="3953" y="3535"/>
                    <a:pt x="3898" y="3535"/>
                  </a:cubicBezTo>
                  <a:cubicBezTo>
                    <a:pt x="3895" y="3535"/>
                    <a:pt x="3893" y="3536"/>
                    <a:pt x="3890" y="3536"/>
                  </a:cubicBezTo>
                  <a:cubicBezTo>
                    <a:pt x="3076" y="3584"/>
                    <a:pt x="2176" y="3717"/>
                    <a:pt x="1210" y="3932"/>
                  </a:cubicBezTo>
                  <a:cubicBezTo>
                    <a:pt x="1152" y="3947"/>
                    <a:pt x="1098" y="3957"/>
                    <a:pt x="1044" y="3972"/>
                  </a:cubicBezTo>
                  <a:cubicBezTo>
                    <a:pt x="1039" y="3966"/>
                    <a:pt x="1039" y="3957"/>
                    <a:pt x="1034" y="3952"/>
                  </a:cubicBezTo>
                  <a:cubicBezTo>
                    <a:pt x="937" y="3844"/>
                    <a:pt x="941" y="3780"/>
                    <a:pt x="955" y="3737"/>
                  </a:cubicBezTo>
                  <a:cubicBezTo>
                    <a:pt x="1161" y="3193"/>
                    <a:pt x="3899" y="2894"/>
                    <a:pt x="4801" y="2790"/>
                  </a:cubicBezTo>
                  <a:cubicBezTo>
                    <a:pt x="5095" y="2761"/>
                    <a:pt x="5227" y="2742"/>
                    <a:pt x="5271" y="2732"/>
                  </a:cubicBezTo>
                  <a:cubicBezTo>
                    <a:pt x="5325" y="2718"/>
                    <a:pt x="5359" y="2659"/>
                    <a:pt x="5345" y="2605"/>
                  </a:cubicBezTo>
                  <a:cubicBezTo>
                    <a:pt x="5332" y="2558"/>
                    <a:pt x="5290" y="2530"/>
                    <a:pt x="5244" y="2530"/>
                  </a:cubicBezTo>
                  <a:cubicBezTo>
                    <a:pt x="5236" y="2530"/>
                    <a:pt x="5229" y="2530"/>
                    <a:pt x="5222" y="2532"/>
                  </a:cubicBezTo>
                  <a:lnTo>
                    <a:pt x="5217" y="2532"/>
                  </a:lnTo>
                  <a:cubicBezTo>
                    <a:pt x="5173" y="2541"/>
                    <a:pt x="4982" y="2566"/>
                    <a:pt x="4781" y="2591"/>
                  </a:cubicBezTo>
                  <a:cubicBezTo>
                    <a:pt x="4737" y="2591"/>
                    <a:pt x="4698" y="2595"/>
                    <a:pt x="4658" y="2600"/>
                  </a:cubicBezTo>
                  <a:cubicBezTo>
                    <a:pt x="4419" y="2370"/>
                    <a:pt x="4071" y="2350"/>
                    <a:pt x="3738" y="2335"/>
                  </a:cubicBezTo>
                  <a:cubicBezTo>
                    <a:pt x="3444" y="2320"/>
                    <a:pt x="3170" y="2306"/>
                    <a:pt x="2994" y="2150"/>
                  </a:cubicBezTo>
                  <a:cubicBezTo>
                    <a:pt x="2832" y="2012"/>
                    <a:pt x="2793" y="1919"/>
                    <a:pt x="2802" y="1885"/>
                  </a:cubicBezTo>
                  <a:cubicBezTo>
                    <a:pt x="2862" y="1737"/>
                    <a:pt x="3483" y="1716"/>
                    <a:pt x="3923" y="1716"/>
                  </a:cubicBezTo>
                  <a:cubicBezTo>
                    <a:pt x="4024" y="1716"/>
                    <a:pt x="4115" y="1717"/>
                    <a:pt x="4188" y="1718"/>
                  </a:cubicBezTo>
                  <a:cubicBezTo>
                    <a:pt x="4277" y="1718"/>
                    <a:pt x="4358" y="1719"/>
                    <a:pt x="4430" y="1719"/>
                  </a:cubicBezTo>
                  <a:cubicBezTo>
                    <a:pt x="4538" y="1719"/>
                    <a:pt x="4625" y="1717"/>
                    <a:pt x="4683" y="1709"/>
                  </a:cubicBezTo>
                  <a:cubicBezTo>
                    <a:pt x="4875" y="1684"/>
                    <a:pt x="5061" y="1650"/>
                    <a:pt x="5242" y="1615"/>
                  </a:cubicBezTo>
                  <a:cubicBezTo>
                    <a:pt x="5538" y="1559"/>
                    <a:pt x="5820" y="1506"/>
                    <a:pt x="6083" y="1506"/>
                  </a:cubicBezTo>
                  <a:cubicBezTo>
                    <a:pt x="6533" y="1506"/>
                    <a:pt x="6928" y="1660"/>
                    <a:pt x="7249" y="2213"/>
                  </a:cubicBezTo>
                  <a:lnTo>
                    <a:pt x="7249" y="2223"/>
                  </a:lnTo>
                  <a:cubicBezTo>
                    <a:pt x="7249" y="2261"/>
                    <a:pt x="7274" y="2291"/>
                    <a:pt x="7308" y="2306"/>
                  </a:cubicBezTo>
                  <a:cubicBezTo>
                    <a:pt x="7327" y="2324"/>
                    <a:pt x="7350" y="2334"/>
                    <a:pt x="7376" y="2334"/>
                  </a:cubicBezTo>
                  <a:cubicBezTo>
                    <a:pt x="7384" y="2334"/>
                    <a:pt x="7393" y="2333"/>
                    <a:pt x="7402" y="2331"/>
                  </a:cubicBezTo>
                  <a:cubicBezTo>
                    <a:pt x="7412" y="2331"/>
                    <a:pt x="7416" y="2326"/>
                    <a:pt x="7426" y="2320"/>
                  </a:cubicBezTo>
                  <a:cubicBezTo>
                    <a:pt x="7432" y="2320"/>
                    <a:pt x="7436" y="2316"/>
                    <a:pt x="7441" y="2311"/>
                  </a:cubicBezTo>
                  <a:cubicBezTo>
                    <a:pt x="9180" y="2198"/>
                    <a:pt x="11928" y="1757"/>
                    <a:pt x="14309" y="1209"/>
                  </a:cubicBezTo>
                  <a:cubicBezTo>
                    <a:pt x="15591" y="909"/>
                    <a:pt x="16767" y="582"/>
                    <a:pt x="17619" y="258"/>
                  </a:cubicBezTo>
                  <a:close/>
                  <a:moveTo>
                    <a:pt x="17688" y="1"/>
                  </a:moveTo>
                  <a:cubicBezTo>
                    <a:pt x="17680" y="1"/>
                    <a:pt x="17672" y="2"/>
                    <a:pt x="17664" y="4"/>
                  </a:cubicBezTo>
                  <a:cubicBezTo>
                    <a:pt x="17639" y="9"/>
                    <a:pt x="17624" y="23"/>
                    <a:pt x="17610" y="43"/>
                  </a:cubicBezTo>
                  <a:cubicBezTo>
                    <a:pt x="15209" y="979"/>
                    <a:pt x="10116" y="1929"/>
                    <a:pt x="7426" y="2105"/>
                  </a:cubicBezTo>
                  <a:cubicBezTo>
                    <a:pt x="7057" y="1472"/>
                    <a:pt x="6587" y="1303"/>
                    <a:pt x="6088" y="1303"/>
                  </a:cubicBezTo>
                  <a:cubicBezTo>
                    <a:pt x="5800" y="1303"/>
                    <a:pt x="5501" y="1359"/>
                    <a:pt x="5207" y="1415"/>
                  </a:cubicBezTo>
                  <a:cubicBezTo>
                    <a:pt x="5026" y="1449"/>
                    <a:pt x="4840" y="1483"/>
                    <a:pt x="4658" y="1503"/>
                  </a:cubicBezTo>
                  <a:cubicBezTo>
                    <a:pt x="4606" y="1512"/>
                    <a:pt x="4523" y="1513"/>
                    <a:pt x="4420" y="1513"/>
                  </a:cubicBezTo>
                  <a:cubicBezTo>
                    <a:pt x="4352" y="1513"/>
                    <a:pt x="4275" y="1513"/>
                    <a:pt x="4193" y="1513"/>
                  </a:cubicBezTo>
                  <a:cubicBezTo>
                    <a:pt x="4093" y="1511"/>
                    <a:pt x="3996" y="1511"/>
                    <a:pt x="3902" y="1511"/>
                  </a:cubicBezTo>
                  <a:cubicBezTo>
                    <a:pt x="3218" y="1511"/>
                    <a:pt x="2710" y="1553"/>
                    <a:pt x="2612" y="1811"/>
                  </a:cubicBezTo>
                  <a:cubicBezTo>
                    <a:pt x="2533" y="2022"/>
                    <a:pt x="2778" y="2238"/>
                    <a:pt x="2856" y="2306"/>
                  </a:cubicBezTo>
                  <a:cubicBezTo>
                    <a:pt x="3087" y="2507"/>
                    <a:pt x="3415" y="2521"/>
                    <a:pt x="3729" y="2541"/>
                  </a:cubicBezTo>
                  <a:cubicBezTo>
                    <a:pt x="3953" y="2551"/>
                    <a:pt x="4169" y="2566"/>
                    <a:pt x="4346" y="2639"/>
                  </a:cubicBezTo>
                  <a:cubicBezTo>
                    <a:pt x="2626" y="2840"/>
                    <a:pt x="971" y="3129"/>
                    <a:pt x="765" y="3667"/>
                  </a:cubicBezTo>
                  <a:cubicBezTo>
                    <a:pt x="736" y="3751"/>
                    <a:pt x="725" y="3878"/>
                    <a:pt x="828" y="4025"/>
                  </a:cubicBezTo>
                  <a:cubicBezTo>
                    <a:pt x="304" y="4167"/>
                    <a:pt x="69" y="4314"/>
                    <a:pt x="35" y="4501"/>
                  </a:cubicBezTo>
                  <a:cubicBezTo>
                    <a:pt x="1" y="4701"/>
                    <a:pt x="231" y="4854"/>
                    <a:pt x="304" y="4902"/>
                  </a:cubicBezTo>
                  <a:cubicBezTo>
                    <a:pt x="349" y="4931"/>
                    <a:pt x="496" y="4951"/>
                    <a:pt x="661" y="4965"/>
                  </a:cubicBezTo>
                  <a:cubicBezTo>
                    <a:pt x="554" y="5044"/>
                    <a:pt x="480" y="5137"/>
                    <a:pt x="476" y="5250"/>
                  </a:cubicBezTo>
                  <a:cubicBezTo>
                    <a:pt x="466" y="5446"/>
                    <a:pt x="657" y="5593"/>
                    <a:pt x="1044" y="5691"/>
                  </a:cubicBezTo>
                  <a:cubicBezTo>
                    <a:pt x="1201" y="5729"/>
                    <a:pt x="1500" y="5740"/>
                    <a:pt x="1837" y="5740"/>
                  </a:cubicBezTo>
                  <a:cubicBezTo>
                    <a:pt x="1818" y="5759"/>
                    <a:pt x="1798" y="5784"/>
                    <a:pt x="1789" y="5808"/>
                  </a:cubicBezTo>
                  <a:cubicBezTo>
                    <a:pt x="1735" y="5901"/>
                    <a:pt x="1739" y="6009"/>
                    <a:pt x="1803" y="6136"/>
                  </a:cubicBezTo>
                  <a:cubicBezTo>
                    <a:pt x="1909" y="6347"/>
                    <a:pt x="2202" y="6397"/>
                    <a:pt x="2504" y="6397"/>
                  </a:cubicBezTo>
                  <a:cubicBezTo>
                    <a:pt x="2666" y="6397"/>
                    <a:pt x="2829" y="6383"/>
                    <a:pt x="2969" y="6371"/>
                  </a:cubicBezTo>
                  <a:cubicBezTo>
                    <a:pt x="3053" y="6362"/>
                    <a:pt x="3126" y="6357"/>
                    <a:pt x="3180" y="6353"/>
                  </a:cubicBezTo>
                  <a:cubicBezTo>
                    <a:pt x="3336" y="6347"/>
                    <a:pt x="3517" y="6347"/>
                    <a:pt x="3709" y="6347"/>
                  </a:cubicBezTo>
                  <a:cubicBezTo>
                    <a:pt x="4477" y="6337"/>
                    <a:pt x="5472" y="6328"/>
                    <a:pt x="6329" y="6127"/>
                  </a:cubicBezTo>
                  <a:cubicBezTo>
                    <a:pt x="6961" y="5985"/>
                    <a:pt x="7514" y="5735"/>
                    <a:pt x="7857" y="5313"/>
                  </a:cubicBezTo>
                  <a:cubicBezTo>
                    <a:pt x="8396" y="5254"/>
                    <a:pt x="8818" y="5220"/>
                    <a:pt x="9259" y="5186"/>
                  </a:cubicBezTo>
                  <a:cubicBezTo>
                    <a:pt x="9587" y="5162"/>
                    <a:pt x="9924" y="5137"/>
                    <a:pt x="10341" y="5098"/>
                  </a:cubicBezTo>
                  <a:cubicBezTo>
                    <a:pt x="10909" y="5044"/>
                    <a:pt x="11477" y="4976"/>
                    <a:pt x="12031" y="4912"/>
                  </a:cubicBezTo>
                  <a:cubicBezTo>
                    <a:pt x="12310" y="4877"/>
                    <a:pt x="12589" y="4843"/>
                    <a:pt x="12869" y="4814"/>
                  </a:cubicBezTo>
                  <a:cubicBezTo>
                    <a:pt x="13123" y="4784"/>
                    <a:pt x="13383" y="4745"/>
                    <a:pt x="13633" y="4707"/>
                  </a:cubicBezTo>
                  <a:cubicBezTo>
                    <a:pt x="13848" y="4671"/>
                    <a:pt x="14074" y="4637"/>
                    <a:pt x="14294" y="4608"/>
                  </a:cubicBezTo>
                  <a:cubicBezTo>
                    <a:pt x="14642" y="4564"/>
                    <a:pt x="16503" y="4266"/>
                    <a:pt x="17708" y="3986"/>
                  </a:cubicBezTo>
                  <a:cubicBezTo>
                    <a:pt x="18178" y="3878"/>
                    <a:pt x="18546" y="3771"/>
                    <a:pt x="18682" y="3687"/>
                  </a:cubicBezTo>
                  <a:cubicBezTo>
                    <a:pt x="18697" y="3683"/>
                    <a:pt x="18707" y="3672"/>
                    <a:pt x="18717" y="3658"/>
                  </a:cubicBezTo>
                  <a:cubicBezTo>
                    <a:pt x="18756" y="3638"/>
                    <a:pt x="18781" y="3599"/>
                    <a:pt x="18770" y="3555"/>
                  </a:cubicBezTo>
                  <a:cubicBezTo>
                    <a:pt x="18688" y="2977"/>
                    <a:pt x="18462" y="2286"/>
                    <a:pt x="18241" y="1615"/>
                  </a:cubicBezTo>
                  <a:cubicBezTo>
                    <a:pt x="18076" y="1101"/>
                    <a:pt x="17899" y="567"/>
                    <a:pt x="17786" y="82"/>
                  </a:cubicBezTo>
                  <a:cubicBezTo>
                    <a:pt x="17778" y="36"/>
                    <a:pt x="17735" y="1"/>
                    <a:pt x="17688"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3" name="Google Shape;4886;p59">
              <a:extLst>
                <a:ext uri="{FF2B5EF4-FFF2-40B4-BE49-F238E27FC236}">
                  <a16:creationId xmlns:a16="http://schemas.microsoft.com/office/drawing/2014/main" id="{0CB9E00A-81A5-C2D7-53E0-E1853B9B4500}"/>
                </a:ext>
              </a:extLst>
            </p:cNvPr>
            <p:cNvSpPr/>
            <p:nvPr/>
          </p:nvSpPr>
          <p:spPr>
            <a:xfrm>
              <a:off x="4545725" y="3184575"/>
              <a:ext cx="458225" cy="148350"/>
            </a:xfrm>
            <a:custGeom>
              <a:avLst/>
              <a:gdLst/>
              <a:ahLst/>
              <a:cxnLst/>
              <a:rect l="l" t="t" r="r" b="b"/>
              <a:pathLst>
                <a:path w="18329" h="5934" extrusionOk="0">
                  <a:moveTo>
                    <a:pt x="14578" y="1366"/>
                  </a:moveTo>
                  <a:cubicBezTo>
                    <a:pt x="14588" y="1366"/>
                    <a:pt x="14598" y="1367"/>
                    <a:pt x="14607" y="1367"/>
                  </a:cubicBezTo>
                  <a:cubicBezTo>
                    <a:pt x="14666" y="1372"/>
                    <a:pt x="14705" y="1422"/>
                    <a:pt x="14700" y="1480"/>
                  </a:cubicBezTo>
                  <a:cubicBezTo>
                    <a:pt x="14695" y="1536"/>
                    <a:pt x="14651" y="1574"/>
                    <a:pt x="14597" y="1574"/>
                  </a:cubicBezTo>
                  <a:cubicBezTo>
                    <a:pt x="14593" y="1574"/>
                    <a:pt x="14590" y="1573"/>
                    <a:pt x="14587" y="1573"/>
                  </a:cubicBezTo>
                  <a:cubicBezTo>
                    <a:pt x="14583" y="1573"/>
                    <a:pt x="14579" y="1573"/>
                    <a:pt x="14575" y="1573"/>
                  </a:cubicBezTo>
                  <a:cubicBezTo>
                    <a:pt x="14529" y="1573"/>
                    <a:pt x="14455" y="1597"/>
                    <a:pt x="14395" y="1657"/>
                  </a:cubicBezTo>
                  <a:cubicBezTo>
                    <a:pt x="14381" y="1666"/>
                    <a:pt x="14366" y="1675"/>
                    <a:pt x="14347" y="1680"/>
                  </a:cubicBezTo>
                  <a:cubicBezTo>
                    <a:pt x="14341" y="1681"/>
                    <a:pt x="14335" y="1682"/>
                    <a:pt x="14329" y="1682"/>
                  </a:cubicBezTo>
                  <a:cubicBezTo>
                    <a:pt x="14299" y="1682"/>
                    <a:pt x="14269" y="1670"/>
                    <a:pt x="14248" y="1646"/>
                  </a:cubicBezTo>
                  <a:cubicBezTo>
                    <a:pt x="14210" y="1607"/>
                    <a:pt x="14214" y="1544"/>
                    <a:pt x="14254" y="1499"/>
                  </a:cubicBezTo>
                  <a:cubicBezTo>
                    <a:pt x="14348" y="1418"/>
                    <a:pt x="14471" y="1366"/>
                    <a:pt x="14578" y="1366"/>
                  </a:cubicBezTo>
                  <a:close/>
                  <a:moveTo>
                    <a:pt x="13139" y="1795"/>
                  </a:moveTo>
                  <a:cubicBezTo>
                    <a:pt x="13187" y="1795"/>
                    <a:pt x="13227" y="1827"/>
                    <a:pt x="13235" y="1876"/>
                  </a:cubicBezTo>
                  <a:cubicBezTo>
                    <a:pt x="13249" y="1931"/>
                    <a:pt x="13215" y="1985"/>
                    <a:pt x="13161" y="1999"/>
                  </a:cubicBezTo>
                  <a:lnTo>
                    <a:pt x="13147" y="2003"/>
                  </a:lnTo>
                  <a:cubicBezTo>
                    <a:pt x="13045" y="2025"/>
                    <a:pt x="12941" y="2036"/>
                    <a:pt x="12838" y="2036"/>
                  </a:cubicBezTo>
                  <a:cubicBezTo>
                    <a:pt x="12748" y="2036"/>
                    <a:pt x="12658" y="2027"/>
                    <a:pt x="12568" y="2009"/>
                  </a:cubicBezTo>
                  <a:cubicBezTo>
                    <a:pt x="12514" y="1999"/>
                    <a:pt x="12476" y="1945"/>
                    <a:pt x="12491" y="1892"/>
                  </a:cubicBezTo>
                  <a:cubicBezTo>
                    <a:pt x="12499" y="1840"/>
                    <a:pt x="12542" y="1806"/>
                    <a:pt x="12589" y="1806"/>
                  </a:cubicBezTo>
                  <a:cubicBezTo>
                    <a:pt x="12596" y="1806"/>
                    <a:pt x="12602" y="1807"/>
                    <a:pt x="12608" y="1808"/>
                  </a:cubicBezTo>
                  <a:cubicBezTo>
                    <a:pt x="12683" y="1824"/>
                    <a:pt x="12761" y="1832"/>
                    <a:pt x="12838" y="1832"/>
                  </a:cubicBezTo>
                  <a:cubicBezTo>
                    <a:pt x="12926" y="1832"/>
                    <a:pt x="13014" y="1822"/>
                    <a:pt x="13097" y="1804"/>
                  </a:cubicBezTo>
                  <a:lnTo>
                    <a:pt x="13113" y="1798"/>
                  </a:lnTo>
                  <a:cubicBezTo>
                    <a:pt x="13122" y="1796"/>
                    <a:pt x="13131" y="1795"/>
                    <a:pt x="13139" y="1795"/>
                  </a:cubicBezTo>
                  <a:close/>
                  <a:moveTo>
                    <a:pt x="11402" y="2012"/>
                  </a:moveTo>
                  <a:cubicBezTo>
                    <a:pt x="11452" y="2012"/>
                    <a:pt x="11493" y="2050"/>
                    <a:pt x="11501" y="2102"/>
                  </a:cubicBezTo>
                  <a:cubicBezTo>
                    <a:pt x="11510" y="2156"/>
                    <a:pt x="11472" y="2204"/>
                    <a:pt x="11422" y="2215"/>
                  </a:cubicBezTo>
                  <a:lnTo>
                    <a:pt x="11413" y="2220"/>
                  </a:lnTo>
                  <a:cubicBezTo>
                    <a:pt x="11305" y="2234"/>
                    <a:pt x="11198" y="2254"/>
                    <a:pt x="11085" y="2268"/>
                  </a:cubicBezTo>
                  <a:cubicBezTo>
                    <a:pt x="11078" y="2269"/>
                    <a:pt x="11072" y="2270"/>
                    <a:pt x="11065" y="2270"/>
                  </a:cubicBezTo>
                  <a:cubicBezTo>
                    <a:pt x="11018" y="2270"/>
                    <a:pt x="10976" y="2237"/>
                    <a:pt x="10967" y="2186"/>
                  </a:cubicBezTo>
                  <a:cubicBezTo>
                    <a:pt x="10957" y="2132"/>
                    <a:pt x="10992" y="2077"/>
                    <a:pt x="11051" y="2068"/>
                  </a:cubicBezTo>
                  <a:cubicBezTo>
                    <a:pt x="11162" y="2048"/>
                    <a:pt x="11271" y="2028"/>
                    <a:pt x="11383" y="2014"/>
                  </a:cubicBezTo>
                  <a:cubicBezTo>
                    <a:pt x="11390" y="2013"/>
                    <a:pt x="11396" y="2012"/>
                    <a:pt x="11402" y="2012"/>
                  </a:cubicBezTo>
                  <a:close/>
                  <a:moveTo>
                    <a:pt x="9934" y="2327"/>
                  </a:moveTo>
                  <a:cubicBezTo>
                    <a:pt x="9993" y="2327"/>
                    <a:pt x="10036" y="2376"/>
                    <a:pt x="10041" y="2430"/>
                  </a:cubicBezTo>
                  <a:cubicBezTo>
                    <a:pt x="10036" y="2480"/>
                    <a:pt x="10002" y="2518"/>
                    <a:pt x="9957" y="2532"/>
                  </a:cubicBezTo>
                  <a:lnTo>
                    <a:pt x="9934" y="2532"/>
                  </a:lnTo>
                  <a:cubicBezTo>
                    <a:pt x="9846" y="2532"/>
                    <a:pt x="9747" y="2543"/>
                    <a:pt x="9659" y="2552"/>
                  </a:cubicBezTo>
                  <a:cubicBezTo>
                    <a:pt x="9653" y="2553"/>
                    <a:pt x="9647" y="2554"/>
                    <a:pt x="9641" y="2554"/>
                  </a:cubicBezTo>
                  <a:cubicBezTo>
                    <a:pt x="9591" y="2554"/>
                    <a:pt x="9551" y="2518"/>
                    <a:pt x="9541" y="2469"/>
                  </a:cubicBezTo>
                  <a:cubicBezTo>
                    <a:pt x="9532" y="2410"/>
                    <a:pt x="9571" y="2362"/>
                    <a:pt x="9629" y="2351"/>
                  </a:cubicBezTo>
                  <a:cubicBezTo>
                    <a:pt x="9728" y="2337"/>
                    <a:pt x="9835" y="2327"/>
                    <a:pt x="9934" y="2327"/>
                  </a:cubicBezTo>
                  <a:close/>
                  <a:moveTo>
                    <a:pt x="14738" y="2778"/>
                  </a:moveTo>
                  <a:cubicBezTo>
                    <a:pt x="14777" y="2778"/>
                    <a:pt x="14813" y="2801"/>
                    <a:pt x="14831" y="2837"/>
                  </a:cubicBezTo>
                  <a:cubicBezTo>
                    <a:pt x="14856" y="2891"/>
                    <a:pt x="14836" y="2950"/>
                    <a:pt x="14783" y="2973"/>
                  </a:cubicBezTo>
                  <a:cubicBezTo>
                    <a:pt x="14700" y="3013"/>
                    <a:pt x="14582" y="3052"/>
                    <a:pt x="14465" y="3077"/>
                  </a:cubicBezTo>
                  <a:cubicBezTo>
                    <a:pt x="14420" y="3091"/>
                    <a:pt x="14372" y="3097"/>
                    <a:pt x="14322" y="3106"/>
                  </a:cubicBezTo>
                  <a:cubicBezTo>
                    <a:pt x="14317" y="3107"/>
                    <a:pt x="14312" y="3108"/>
                    <a:pt x="14306" y="3108"/>
                  </a:cubicBezTo>
                  <a:cubicBezTo>
                    <a:pt x="14258" y="3108"/>
                    <a:pt x="14214" y="3071"/>
                    <a:pt x="14210" y="3018"/>
                  </a:cubicBezTo>
                  <a:cubicBezTo>
                    <a:pt x="14200" y="2959"/>
                    <a:pt x="14239" y="2910"/>
                    <a:pt x="14293" y="2900"/>
                  </a:cubicBezTo>
                  <a:cubicBezTo>
                    <a:pt x="14425" y="2885"/>
                    <a:pt x="14596" y="2837"/>
                    <a:pt x="14695" y="2788"/>
                  </a:cubicBezTo>
                  <a:cubicBezTo>
                    <a:pt x="14709" y="2781"/>
                    <a:pt x="14724" y="2778"/>
                    <a:pt x="14738" y="2778"/>
                  </a:cubicBezTo>
                  <a:close/>
                  <a:moveTo>
                    <a:pt x="8677" y="2900"/>
                  </a:moveTo>
                  <a:cubicBezTo>
                    <a:pt x="8702" y="2900"/>
                    <a:pt x="8725" y="2902"/>
                    <a:pt x="8748" y="2905"/>
                  </a:cubicBezTo>
                  <a:cubicBezTo>
                    <a:pt x="8807" y="2910"/>
                    <a:pt x="8847" y="2959"/>
                    <a:pt x="8841" y="3018"/>
                  </a:cubicBezTo>
                  <a:cubicBezTo>
                    <a:pt x="8836" y="3061"/>
                    <a:pt x="8802" y="3097"/>
                    <a:pt x="8763" y="3106"/>
                  </a:cubicBezTo>
                  <a:cubicBezTo>
                    <a:pt x="8756" y="3106"/>
                    <a:pt x="8747" y="3108"/>
                    <a:pt x="8740" y="3108"/>
                  </a:cubicBezTo>
                  <a:cubicBezTo>
                    <a:pt x="8736" y="3108"/>
                    <a:pt x="8732" y="3108"/>
                    <a:pt x="8729" y="3106"/>
                  </a:cubicBezTo>
                  <a:cubicBezTo>
                    <a:pt x="8719" y="3105"/>
                    <a:pt x="8709" y="3105"/>
                    <a:pt x="8698" y="3105"/>
                  </a:cubicBezTo>
                  <a:cubicBezTo>
                    <a:pt x="8645" y="3105"/>
                    <a:pt x="8581" y="3115"/>
                    <a:pt x="8528" y="3136"/>
                  </a:cubicBezTo>
                  <a:cubicBezTo>
                    <a:pt x="8516" y="3140"/>
                    <a:pt x="8504" y="3142"/>
                    <a:pt x="8493" y="3142"/>
                  </a:cubicBezTo>
                  <a:cubicBezTo>
                    <a:pt x="8453" y="3142"/>
                    <a:pt x="8415" y="3118"/>
                    <a:pt x="8400" y="3077"/>
                  </a:cubicBezTo>
                  <a:cubicBezTo>
                    <a:pt x="8376" y="3023"/>
                    <a:pt x="8406" y="2964"/>
                    <a:pt x="8459" y="2944"/>
                  </a:cubicBezTo>
                  <a:cubicBezTo>
                    <a:pt x="8529" y="2915"/>
                    <a:pt x="8606" y="2900"/>
                    <a:pt x="8677" y="2900"/>
                  </a:cubicBezTo>
                  <a:close/>
                  <a:moveTo>
                    <a:pt x="12872" y="2924"/>
                  </a:moveTo>
                  <a:cubicBezTo>
                    <a:pt x="12889" y="2924"/>
                    <a:pt x="12906" y="2924"/>
                    <a:pt x="12921" y="2925"/>
                  </a:cubicBezTo>
                  <a:cubicBezTo>
                    <a:pt x="12980" y="2930"/>
                    <a:pt x="13025" y="2979"/>
                    <a:pt x="13020" y="3032"/>
                  </a:cubicBezTo>
                  <a:cubicBezTo>
                    <a:pt x="13014" y="3081"/>
                    <a:pt x="12980" y="3116"/>
                    <a:pt x="12941" y="3126"/>
                  </a:cubicBezTo>
                  <a:cubicBezTo>
                    <a:pt x="12932" y="3131"/>
                    <a:pt x="12921" y="3131"/>
                    <a:pt x="12912" y="3131"/>
                  </a:cubicBezTo>
                  <a:cubicBezTo>
                    <a:pt x="12898" y="3130"/>
                    <a:pt x="12884" y="3130"/>
                    <a:pt x="12868" y="3130"/>
                  </a:cubicBezTo>
                  <a:cubicBezTo>
                    <a:pt x="12794" y="3130"/>
                    <a:pt x="12700" y="3139"/>
                    <a:pt x="12623" y="3156"/>
                  </a:cubicBezTo>
                  <a:cubicBezTo>
                    <a:pt x="12617" y="3157"/>
                    <a:pt x="12610" y="3157"/>
                    <a:pt x="12605" y="3157"/>
                  </a:cubicBezTo>
                  <a:cubicBezTo>
                    <a:pt x="12557" y="3157"/>
                    <a:pt x="12513" y="3125"/>
                    <a:pt x="12500" y="3077"/>
                  </a:cubicBezTo>
                  <a:cubicBezTo>
                    <a:pt x="12491" y="3023"/>
                    <a:pt x="12525" y="2964"/>
                    <a:pt x="12579" y="2954"/>
                  </a:cubicBezTo>
                  <a:cubicBezTo>
                    <a:pt x="12672" y="2934"/>
                    <a:pt x="12783" y="2924"/>
                    <a:pt x="12872" y="2924"/>
                  </a:cubicBezTo>
                  <a:close/>
                  <a:moveTo>
                    <a:pt x="10348" y="2942"/>
                  </a:moveTo>
                  <a:cubicBezTo>
                    <a:pt x="10396" y="2942"/>
                    <a:pt x="10440" y="2975"/>
                    <a:pt x="10452" y="3023"/>
                  </a:cubicBezTo>
                  <a:cubicBezTo>
                    <a:pt x="10468" y="3077"/>
                    <a:pt x="10434" y="3131"/>
                    <a:pt x="10375" y="3145"/>
                  </a:cubicBezTo>
                  <a:lnTo>
                    <a:pt x="10178" y="3190"/>
                  </a:lnTo>
                  <a:cubicBezTo>
                    <a:pt x="10170" y="3192"/>
                    <a:pt x="10162" y="3193"/>
                    <a:pt x="10154" y="3193"/>
                  </a:cubicBezTo>
                  <a:cubicBezTo>
                    <a:pt x="10109" y="3193"/>
                    <a:pt x="10068" y="3161"/>
                    <a:pt x="10056" y="3116"/>
                  </a:cubicBezTo>
                  <a:cubicBezTo>
                    <a:pt x="10041" y="3057"/>
                    <a:pt x="10081" y="3003"/>
                    <a:pt x="10134" y="2989"/>
                  </a:cubicBezTo>
                  <a:lnTo>
                    <a:pt x="10330" y="2944"/>
                  </a:lnTo>
                  <a:cubicBezTo>
                    <a:pt x="10336" y="2943"/>
                    <a:pt x="10342" y="2942"/>
                    <a:pt x="10348" y="2942"/>
                  </a:cubicBezTo>
                  <a:close/>
                  <a:moveTo>
                    <a:pt x="5904" y="3120"/>
                  </a:moveTo>
                  <a:cubicBezTo>
                    <a:pt x="5907" y="3120"/>
                    <a:pt x="5909" y="3120"/>
                    <a:pt x="5912" y="3120"/>
                  </a:cubicBezTo>
                  <a:cubicBezTo>
                    <a:pt x="5966" y="3131"/>
                    <a:pt x="6010" y="3179"/>
                    <a:pt x="6000" y="3233"/>
                  </a:cubicBezTo>
                  <a:cubicBezTo>
                    <a:pt x="5985" y="3375"/>
                    <a:pt x="5966" y="3518"/>
                    <a:pt x="5931" y="3655"/>
                  </a:cubicBezTo>
                  <a:cubicBezTo>
                    <a:pt x="5922" y="3694"/>
                    <a:pt x="5892" y="3723"/>
                    <a:pt x="5853" y="3728"/>
                  </a:cubicBezTo>
                  <a:cubicBezTo>
                    <a:pt x="5848" y="3730"/>
                    <a:pt x="5841" y="3732"/>
                    <a:pt x="5833" y="3732"/>
                  </a:cubicBezTo>
                  <a:cubicBezTo>
                    <a:pt x="5825" y="3732"/>
                    <a:pt x="5816" y="3730"/>
                    <a:pt x="5809" y="3728"/>
                  </a:cubicBezTo>
                  <a:cubicBezTo>
                    <a:pt x="5755" y="3719"/>
                    <a:pt x="5721" y="3665"/>
                    <a:pt x="5731" y="3606"/>
                  </a:cubicBezTo>
                  <a:cubicBezTo>
                    <a:pt x="5765" y="3479"/>
                    <a:pt x="5784" y="3346"/>
                    <a:pt x="5799" y="3214"/>
                  </a:cubicBezTo>
                  <a:cubicBezTo>
                    <a:pt x="5804" y="3163"/>
                    <a:pt x="5849" y="3120"/>
                    <a:pt x="5904" y="3120"/>
                  </a:cubicBezTo>
                  <a:close/>
                  <a:moveTo>
                    <a:pt x="13442" y="3420"/>
                  </a:moveTo>
                  <a:cubicBezTo>
                    <a:pt x="13481" y="3420"/>
                    <a:pt x="13520" y="3444"/>
                    <a:pt x="13538" y="3484"/>
                  </a:cubicBezTo>
                  <a:cubicBezTo>
                    <a:pt x="13558" y="3532"/>
                    <a:pt x="13538" y="3596"/>
                    <a:pt x="13484" y="3615"/>
                  </a:cubicBezTo>
                  <a:cubicBezTo>
                    <a:pt x="13402" y="3660"/>
                    <a:pt x="13274" y="3699"/>
                    <a:pt x="13156" y="3723"/>
                  </a:cubicBezTo>
                  <a:cubicBezTo>
                    <a:pt x="13102" y="3737"/>
                    <a:pt x="13054" y="3748"/>
                    <a:pt x="13005" y="3753"/>
                  </a:cubicBezTo>
                  <a:cubicBezTo>
                    <a:pt x="12999" y="3754"/>
                    <a:pt x="12994" y="3754"/>
                    <a:pt x="12988" y="3754"/>
                  </a:cubicBezTo>
                  <a:cubicBezTo>
                    <a:pt x="12940" y="3754"/>
                    <a:pt x="12896" y="3717"/>
                    <a:pt x="12892" y="3665"/>
                  </a:cubicBezTo>
                  <a:cubicBezTo>
                    <a:pt x="12882" y="3610"/>
                    <a:pt x="12921" y="3561"/>
                    <a:pt x="12975" y="3552"/>
                  </a:cubicBezTo>
                  <a:cubicBezTo>
                    <a:pt x="13117" y="3527"/>
                    <a:pt x="13299" y="3479"/>
                    <a:pt x="13402" y="3429"/>
                  </a:cubicBezTo>
                  <a:cubicBezTo>
                    <a:pt x="13415" y="3423"/>
                    <a:pt x="13428" y="3420"/>
                    <a:pt x="13442" y="3420"/>
                  </a:cubicBezTo>
                  <a:close/>
                  <a:moveTo>
                    <a:pt x="6304" y="3579"/>
                  </a:moveTo>
                  <a:cubicBezTo>
                    <a:pt x="6328" y="3579"/>
                    <a:pt x="6352" y="3588"/>
                    <a:pt x="6372" y="3606"/>
                  </a:cubicBezTo>
                  <a:cubicBezTo>
                    <a:pt x="6417" y="3645"/>
                    <a:pt x="6417" y="3708"/>
                    <a:pt x="6382" y="3748"/>
                  </a:cubicBezTo>
                  <a:cubicBezTo>
                    <a:pt x="6372" y="3757"/>
                    <a:pt x="6363" y="3782"/>
                    <a:pt x="6358" y="3802"/>
                  </a:cubicBezTo>
                  <a:cubicBezTo>
                    <a:pt x="6353" y="3841"/>
                    <a:pt x="6324" y="3875"/>
                    <a:pt x="6279" y="3884"/>
                  </a:cubicBezTo>
                  <a:cubicBezTo>
                    <a:pt x="6276" y="3886"/>
                    <a:pt x="6272" y="3887"/>
                    <a:pt x="6268" y="3887"/>
                  </a:cubicBezTo>
                  <a:cubicBezTo>
                    <a:pt x="6260" y="3887"/>
                    <a:pt x="6251" y="3884"/>
                    <a:pt x="6245" y="3884"/>
                  </a:cubicBezTo>
                  <a:cubicBezTo>
                    <a:pt x="6186" y="3880"/>
                    <a:pt x="6147" y="3826"/>
                    <a:pt x="6157" y="3767"/>
                  </a:cubicBezTo>
                  <a:cubicBezTo>
                    <a:pt x="6166" y="3714"/>
                    <a:pt x="6191" y="3655"/>
                    <a:pt x="6225" y="3615"/>
                  </a:cubicBezTo>
                  <a:cubicBezTo>
                    <a:pt x="6247" y="3592"/>
                    <a:pt x="6275" y="3579"/>
                    <a:pt x="6304" y="3579"/>
                  </a:cubicBezTo>
                  <a:close/>
                  <a:moveTo>
                    <a:pt x="11599" y="3778"/>
                  </a:moveTo>
                  <a:cubicBezTo>
                    <a:pt x="11636" y="3778"/>
                    <a:pt x="11671" y="3798"/>
                    <a:pt x="11691" y="3831"/>
                  </a:cubicBezTo>
                  <a:cubicBezTo>
                    <a:pt x="11716" y="3880"/>
                    <a:pt x="11702" y="3943"/>
                    <a:pt x="11648" y="3973"/>
                  </a:cubicBezTo>
                  <a:cubicBezTo>
                    <a:pt x="11584" y="4008"/>
                    <a:pt x="11506" y="4037"/>
                    <a:pt x="11427" y="4056"/>
                  </a:cubicBezTo>
                  <a:cubicBezTo>
                    <a:pt x="11345" y="4071"/>
                    <a:pt x="11266" y="4081"/>
                    <a:pt x="11182" y="4081"/>
                  </a:cubicBezTo>
                  <a:cubicBezTo>
                    <a:pt x="11128" y="4076"/>
                    <a:pt x="11080" y="4031"/>
                    <a:pt x="11085" y="3973"/>
                  </a:cubicBezTo>
                  <a:cubicBezTo>
                    <a:pt x="11085" y="3922"/>
                    <a:pt x="11129" y="3875"/>
                    <a:pt x="11180" y="3875"/>
                  </a:cubicBezTo>
                  <a:cubicBezTo>
                    <a:pt x="11182" y="3875"/>
                    <a:pt x="11185" y="3875"/>
                    <a:pt x="11187" y="3875"/>
                  </a:cubicBezTo>
                  <a:cubicBezTo>
                    <a:pt x="11315" y="3875"/>
                    <a:pt x="11452" y="3846"/>
                    <a:pt x="11550" y="3792"/>
                  </a:cubicBezTo>
                  <a:cubicBezTo>
                    <a:pt x="11566" y="3782"/>
                    <a:pt x="11583" y="3778"/>
                    <a:pt x="11599" y="3778"/>
                  </a:cubicBezTo>
                  <a:close/>
                  <a:moveTo>
                    <a:pt x="9485" y="4061"/>
                  </a:moveTo>
                  <a:cubicBezTo>
                    <a:pt x="9496" y="4061"/>
                    <a:pt x="9506" y="4063"/>
                    <a:pt x="9517" y="4067"/>
                  </a:cubicBezTo>
                  <a:cubicBezTo>
                    <a:pt x="9539" y="4072"/>
                    <a:pt x="9563" y="4076"/>
                    <a:pt x="9587" y="4076"/>
                  </a:cubicBezTo>
                  <a:cubicBezTo>
                    <a:pt x="9607" y="4076"/>
                    <a:pt x="9627" y="4073"/>
                    <a:pt x="9645" y="4067"/>
                  </a:cubicBezTo>
                  <a:cubicBezTo>
                    <a:pt x="9654" y="4064"/>
                    <a:pt x="9664" y="4063"/>
                    <a:pt x="9673" y="4063"/>
                  </a:cubicBezTo>
                  <a:cubicBezTo>
                    <a:pt x="9720" y="4063"/>
                    <a:pt x="9760" y="4094"/>
                    <a:pt x="9772" y="4139"/>
                  </a:cubicBezTo>
                  <a:cubicBezTo>
                    <a:pt x="9787" y="4194"/>
                    <a:pt x="9752" y="4252"/>
                    <a:pt x="9699" y="4266"/>
                  </a:cubicBezTo>
                  <a:lnTo>
                    <a:pt x="9688" y="4266"/>
                  </a:lnTo>
                  <a:cubicBezTo>
                    <a:pt x="9654" y="4275"/>
                    <a:pt x="9619" y="4279"/>
                    <a:pt x="9585" y="4279"/>
                  </a:cubicBezTo>
                  <a:cubicBezTo>
                    <a:pt x="9542" y="4279"/>
                    <a:pt x="9499" y="4273"/>
                    <a:pt x="9458" y="4262"/>
                  </a:cubicBezTo>
                  <a:cubicBezTo>
                    <a:pt x="9405" y="4248"/>
                    <a:pt x="9370" y="4189"/>
                    <a:pt x="9390" y="4135"/>
                  </a:cubicBezTo>
                  <a:cubicBezTo>
                    <a:pt x="9402" y="4091"/>
                    <a:pt x="9442" y="4061"/>
                    <a:pt x="9485" y="4061"/>
                  </a:cubicBezTo>
                  <a:close/>
                  <a:moveTo>
                    <a:pt x="17388" y="0"/>
                  </a:moveTo>
                  <a:cubicBezTo>
                    <a:pt x="16536" y="324"/>
                    <a:pt x="15360" y="651"/>
                    <a:pt x="14078" y="951"/>
                  </a:cubicBezTo>
                  <a:cubicBezTo>
                    <a:pt x="11697" y="1499"/>
                    <a:pt x="8949" y="1940"/>
                    <a:pt x="7210" y="2053"/>
                  </a:cubicBezTo>
                  <a:cubicBezTo>
                    <a:pt x="7205" y="2058"/>
                    <a:pt x="7201" y="2062"/>
                    <a:pt x="7195" y="2062"/>
                  </a:cubicBezTo>
                  <a:cubicBezTo>
                    <a:pt x="7185" y="2068"/>
                    <a:pt x="7181" y="2073"/>
                    <a:pt x="7171" y="2073"/>
                  </a:cubicBezTo>
                  <a:cubicBezTo>
                    <a:pt x="7162" y="2075"/>
                    <a:pt x="7153" y="2076"/>
                    <a:pt x="7145" y="2076"/>
                  </a:cubicBezTo>
                  <a:cubicBezTo>
                    <a:pt x="7119" y="2076"/>
                    <a:pt x="7096" y="2066"/>
                    <a:pt x="7077" y="2048"/>
                  </a:cubicBezTo>
                  <a:cubicBezTo>
                    <a:pt x="7043" y="2033"/>
                    <a:pt x="7018" y="2003"/>
                    <a:pt x="7018" y="1965"/>
                  </a:cubicBezTo>
                  <a:lnTo>
                    <a:pt x="7018" y="1955"/>
                  </a:lnTo>
                  <a:cubicBezTo>
                    <a:pt x="6697" y="1402"/>
                    <a:pt x="6302" y="1248"/>
                    <a:pt x="5852" y="1248"/>
                  </a:cubicBezTo>
                  <a:cubicBezTo>
                    <a:pt x="5589" y="1248"/>
                    <a:pt x="5307" y="1301"/>
                    <a:pt x="5011" y="1357"/>
                  </a:cubicBezTo>
                  <a:cubicBezTo>
                    <a:pt x="4830" y="1392"/>
                    <a:pt x="4644" y="1426"/>
                    <a:pt x="4452" y="1451"/>
                  </a:cubicBezTo>
                  <a:cubicBezTo>
                    <a:pt x="4394" y="1459"/>
                    <a:pt x="4307" y="1461"/>
                    <a:pt x="4199" y="1461"/>
                  </a:cubicBezTo>
                  <a:cubicBezTo>
                    <a:pt x="4127" y="1461"/>
                    <a:pt x="4046" y="1460"/>
                    <a:pt x="3957" y="1460"/>
                  </a:cubicBezTo>
                  <a:cubicBezTo>
                    <a:pt x="3884" y="1459"/>
                    <a:pt x="3793" y="1458"/>
                    <a:pt x="3692" y="1458"/>
                  </a:cubicBezTo>
                  <a:cubicBezTo>
                    <a:pt x="3252" y="1458"/>
                    <a:pt x="2631" y="1479"/>
                    <a:pt x="2571" y="1627"/>
                  </a:cubicBezTo>
                  <a:cubicBezTo>
                    <a:pt x="2562" y="1661"/>
                    <a:pt x="2601" y="1754"/>
                    <a:pt x="2763" y="1892"/>
                  </a:cubicBezTo>
                  <a:cubicBezTo>
                    <a:pt x="2939" y="2048"/>
                    <a:pt x="3213" y="2062"/>
                    <a:pt x="3507" y="2077"/>
                  </a:cubicBezTo>
                  <a:cubicBezTo>
                    <a:pt x="3840" y="2092"/>
                    <a:pt x="4188" y="2112"/>
                    <a:pt x="4427" y="2342"/>
                  </a:cubicBezTo>
                  <a:cubicBezTo>
                    <a:pt x="4467" y="2337"/>
                    <a:pt x="4506" y="2333"/>
                    <a:pt x="4550" y="2333"/>
                  </a:cubicBezTo>
                  <a:cubicBezTo>
                    <a:pt x="4751" y="2308"/>
                    <a:pt x="4942" y="2283"/>
                    <a:pt x="4986" y="2274"/>
                  </a:cubicBezTo>
                  <a:lnTo>
                    <a:pt x="4991" y="2274"/>
                  </a:lnTo>
                  <a:cubicBezTo>
                    <a:pt x="4998" y="2272"/>
                    <a:pt x="5005" y="2272"/>
                    <a:pt x="5013" y="2272"/>
                  </a:cubicBezTo>
                  <a:cubicBezTo>
                    <a:pt x="5059" y="2272"/>
                    <a:pt x="5101" y="2300"/>
                    <a:pt x="5114" y="2347"/>
                  </a:cubicBezTo>
                  <a:cubicBezTo>
                    <a:pt x="5128" y="2401"/>
                    <a:pt x="5094" y="2460"/>
                    <a:pt x="5040" y="2474"/>
                  </a:cubicBezTo>
                  <a:cubicBezTo>
                    <a:pt x="4996" y="2484"/>
                    <a:pt x="4864" y="2503"/>
                    <a:pt x="4570" y="2532"/>
                  </a:cubicBezTo>
                  <a:cubicBezTo>
                    <a:pt x="3668" y="2636"/>
                    <a:pt x="930" y="2935"/>
                    <a:pt x="724" y="3479"/>
                  </a:cubicBezTo>
                  <a:cubicBezTo>
                    <a:pt x="710" y="3522"/>
                    <a:pt x="706" y="3586"/>
                    <a:pt x="803" y="3694"/>
                  </a:cubicBezTo>
                  <a:cubicBezTo>
                    <a:pt x="808" y="3699"/>
                    <a:pt x="808" y="3708"/>
                    <a:pt x="813" y="3714"/>
                  </a:cubicBezTo>
                  <a:cubicBezTo>
                    <a:pt x="867" y="3699"/>
                    <a:pt x="921" y="3689"/>
                    <a:pt x="979" y="3674"/>
                  </a:cubicBezTo>
                  <a:cubicBezTo>
                    <a:pt x="1945" y="3459"/>
                    <a:pt x="2845" y="3326"/>
                    <a:pt x="3659" y="3278"/>
                  </a:cubicBezTo>
                  <a:cubicBezTo>
                    <a:pt x="3662" y="3278"/>
                    <a:pt x="3664" y="3277"/>
                    <a:pt x="3667" y="3277"/>
                  </a:cubicBezTo>
                  <a:cubicBezTo>
                    <a:pt x="3722" y="3277"/>
                    <a:pt x="3767" y="3319"/>
                    <a:pt x="3767" y="3375"/>
                  </a:cubicBezTo>
                  <a:cubicBezTo>
                    <a:pt x="3772" y="3434"/>
                    <a:pt x="3727" y="3484"/>
                    <a:pt x="3674" y="3484"/>
                  </a:cubicBezTo>
                  <a:cubicBezTo>
                    <a:pt x="2870" y="3532"/>
                    <a:pt x="1979" y="3660"/>
                    <a:pt x="1029" y="3875"/>
                  </a:cubicBezTo>
                  <a:cubicBezTo>
                    <a:pt x="137" y="4071"/>
                    <a:pt x="19" y="4223"/>
                    <a:pt x="10" y="4277"/>
                  </a:cubicBezTo>
                  <a:cubicBezTo>
                    <a:pt x="0" y="4311"/>
                    <a:pt x="44" y="4379"/>
                    <a:pt x="177" y="4467"/>
                  </a:cubicBezTo>
                  <a:cubicBezTo>
                    <a:pt x="252" y="4497"/>
                    <a:pt x="659" y="4519"/>
                    <a:pt x="865" y="4519"/>
                  </a:cubicBezTo>
                  <a:cubicBezTo>
                    <a:pt x="900" y="4519"/>
                    <a:pt x="929" y="4518"/>
                    <a:pt x="950" y="4517"/>
                  </a:cubicBezTo>
                  <a:lnTo>
                    <a:pt x="1126" y="4492"/>
                  </a:lnTo>
                  <a:cubicBezTo>
                    <a:pt x="1965" y="4365"/>
                    <a:pt x="2703" y="4255"/>
                    <a:pt x="3553" y="4255"/>
                  </a:cubicBezTo>
                  <a:cubicBezTo>
                    <a:pt x="3622" y="4255"/>
                    <a:pt x="3692" y="4256"/>
                    <a:pt x="3762" y="4257"/>
                  </a:cubicBezTo>
                  <a:cubicBezTo>
                    <a:pt x="3821" y="4257"/>
                    <a:pt x="3864" y="4306"/>
                    <a:pt x="3864" y="4365"/>
                  </a:cubicBezTo>
                  <a:cubicBezTo>
                    <a:pt x="3864" y="4419"/>
                    <a:pt x="3815" y="4463"/>
                    <a:pt x="3756" y="4463"/>
                  </a:cubicBezTo>
                  <a:cubicBezTo>
                    <a:pt x="3687" y="4461"/>
                    <a:pt x="3618" y="4461"/>
                    <a:pt x="3550" y="4461"/>
                  </a:cubicBezTo>
                  <a:cubicBezTo>
                    <a:pt x="2714" y="4461"/>
                    <a:pt x="1990" y="4570"/>
                    <a:pt x="1156" y="4693"/>
                  </a:cubicBezTo>
                  <a:lnTo>
                    <a:pt x="964" y="4723"/>
                  </a:lnTo>
                  <a:cubicBezTo>
                    <a:pt x="651" y="4766"/>
                    <a:pt x="455" y="4913"/>
                    <a:pt x="450" y="5001"/>
                  </a:cubicBezTo>
                  <a:cubicBezTo>
                    <a:pt x="450" y="5060"/>
                    <a:pt x="553" y="5159"/>
                    <a:pt x="862" y="5232"/>
                  </a:cubicBezTo>
                  <a:cubicBezTo>
                    <a:pt x="995" y="5267"/>
                    <a:pt x="1282" y="5277"/>
                    <a:pt x="1573" y="5277"/>
                  </a:cubicBezTo>
                  <a:cubicBezTo>
                    <a:pt x="1805" y="5277"/>
                    <a:pt x="2040" y="5270"/>
                    <a:pt x="2199" y="5266"/>
                  </a:cubicBezTo>
                  <a:cubicBezTo>
                    <a:pt x="2214" y="5266"/>
                    <a:pt x="2234" y="5272"/>
                    <a:pt x="2243" y="5276"/>
                  </a:cubicBezTo>
                  <a:lnTo>
                    <a:pt x="2263" y="5276"/>
                  </a:lnTo>
                  <a:cubicBezTo>
                    <a:pt x="2316" y="5272"/>
                    <a:pt x="2365" y="5261"/>
                    <a:pt x="2410" y="5256"/>
                  </a:cubicBezTo>
                  <a:cubicBezTo>
                    <a:pt x="2551" y="5232"/>
                    <a:pt x="2675" y="5207"/>
                    <a:pt x="2786" y="5188"/>
                  </a:cubicBezTo>
                  <a:cubicBezTo>
                    <a:pt x="3125" y="5125"/>
                    <a:pt x="3365" y="5080"/>
                    <a:pt x="3762" y="5075"/>
                  </a:cubicBezTo>
                  <a:cubicBezTo>
                    <a:pt x="3821" y="5075"/>
                    <a:pt x="3869" y="5119"/>
                    <a:pt x="3869" y="5178"/>
                  </a:cubicBezTo>
                  <a:cubicBezTo>
                    <a:pt x="3869" y="5236"/>
                    <a:pt x="3826" y="5281"/>
                    <a:pt x="3767" y="5281"/>
                  </a:cubicBezTo>
                  <a:cubicBezTo>
                    <a:pt x="3385" y="5286"/>
                    <a:pt x="3150" y="5330"/>
                    <a:pt x="2826" y="5389"/>
                  </a:cubicBezTo>
                  <a:cubicBezTo>
                    <a:pt x="2713" y="5413"/>
                    <a:pt x="2587" y="5433"/>
                    <a:pt x="2444" y="5457"/>
                  </a:cubicBezTo>
                  <a:cubicBezTo>
                    <a:pt x="2400" y="5467"/>
                    <a:pt x="2341" y="5471"/>
                    <a:pt x="2287" y="5482"/>
                  </a:cubicBezTo>
                  <a:cubicBezTo>
                    <a:pt x="2101" y="5501"/>
                    <a:pt x="1798" y="5536"/>
                    <a:pt x="1739" y="5648"/>
                  </a:cubicBezTo>
                  <a:cubicBezTo>
                    <a:pt x="1719" y="5677"/>
                    <a:pt x="1724" y="5727"/>
                    <a:pt x="1753" y="5785"/>
                  </a:cubicBezTo>
                  <a:cubicBezTo>
                    <a:pt x="1813" y="5903"/>
                    <a:pt x="2031" y="5933"/>
                    <a:pt x="2261" y="5933"/>
                  </a:cubicBezTo>
                  <a:cubicBezTo>
                    <a:pt x="2424" y="5933"/>
                    <a:pt x="2594" y="5918"/>
                    <a:pt x="2718" y="5908"/>
                  </a:cubicBezTo>
                  <a:cubicBezTo>
                    <a:pt x="2806" y="5898"/>
                    <a:pt x="2885" y="5893"/>
                    <a:pt x="2939" y="5889"/>
                  </a:cubicBezTo>
                  <a:cubicBezTo>
                    <a:pt x="3100" y="5883"/>
                    <a:pt x="3281" y="5883"/>
                    <a:pt x="3478" y="5883"/>
                  </a:cubicBezTo>
                  <a:cubicBezTo>
                    <a:pt x="4785" y="5869"/>
                    <a:pt x="6765" y="5849"/>
                    <a:pt x="7489" y="4899"/>
                  </a:cubicBezTo>
                  <a:cubicBezTo>
                    <a:pt x="7504" y="4879"/>
                    <a:pt x="7524" y="4870"/>
                    <a:pt x="7548" y="4865"/>
                  </a:cubicBezTo>
                  <a:cubicBezTo>
                    <a:pt x="7553" y="4860"/>
                    <a:pt x="7558" y="4860"/>
                    <a:pt x="7558" y="4860"/>
                  </a:cubicBezTo>
                  <a:lnTo>
                    <a:pt x="7563" y="4860"/>
                  </a:lnTo>
                  <a:cubicBezTo>
                    <a:pt x="8126" y="4791"/>
                    <a:pt x="8557" y="4761"/>
                    <a:pt x="9012" y="4727"/>
                  </a:cubicBezTo>
                  <a:cubicBezTo>
                    <a:pt x="9340" y="4703"/>
                    <a:pt x="9679" y="4673"/>
                    <a:pt x="10090" y="4634"/>
                  </a:cubicBezTo>
                  <a:cubicBezTo>
                    <a:pt x="10653" y="4580"/>
                    <a:pt x="11227" y="4517"/>
                    <a:pt x="11775" y="4449"/>
                  </a:cubicBezTo>
                  <a:cubicBezTo>
                    <a:pt x="12055" y="4413"/>
                    <a:pt x="12333" y="4384"/>
                    <a:pt x="12618" y="4350"/>
                  </a:cubicBezTo>
                  <a:cubicBezTo>
                    <a:pt x="12867" y="4321"/>
                    <a:pt x="13122" y="4282"/>
                    <a:pt x="13367" y="4243"/>
                  </a:cubicBezTo>
                  <a:cubicBezTo>
                    <a:pt x="13588" y="4208"/>
                    <a:pt x="13813" y="4174"/>
                    <a:pt x="14038" y="4149"/>
                  </a:cubicBezTo>
                  <a:cubicBezTo>
                    <a:pt x="14601" y="4081"/>
                    <a:pt x="17825" y="3532"/>
                    <a:pt x="18329" y="3267"/>
                  </a:cubicBezTo>
                  <a:cubicBezTo>
                    <a:pt x="18241" y="2719"/>
                    <a:pt x="18035" y="2087"/>
                    <a:pt x="17815" y="1422"/>
                  </a:cubicBezTo>
                  <a:cubicBezTo>
                    <a:pt x="17663" y="945"/>
                    <a:pt x="17501" y="461"/>
                    <a:pt x="17388"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4" name="Google Shape;4887;p59">
              <a:extLst>
                <a:ext uri="{FF2B5EF4-FFF2-40B4-BE49-F238E27FC236}">
                  <a16:creationId xmlns:a16="http://schemas.microsoft.com/office/drawing/2014/main" id="{31D51B7E-44C3-B66E-33B0-9F37C63EDBC2}"/>
                </a:ext>
              </a:extLst>
            </p:cNvPr>
            <p:cNvSpPr/>
            <p:nvPr/>
          </p:nvSpPr>
          <p:spPr>
            <a:xfrm>
              <a:off x="4688725" y="3262550"/>
              <a:ext cx="7250" cy="15325"/>
            </a:xfrm>
            <a:custGeom>
              <a:avLst/>
              <a:gdLst/>
              <a:ahLst/>
              <a:cxnLst/>
              <a:rect l="l" t="t" r="r" b="b"/>
              <a:pathLst>
                <a:path w="290" h="613" extrusionOk="0">
                  <a:moveTo>
                    <a:pt x="184" y="1"/>
                  </a:moveTo>
                  <a:cubicBezTo>
                    <a:pt x="129" y="1"/>
                    <a:pt x="84" y="44"/>
                    <a:pt x="79" y="95"/>
                  </a:cubicBezTo>
                  <a:cubicBezTo>
                    <a:pt x="64" y="227"/>
                    <a:pt x="45" y="360"/>
                    <a:pt x="11" y="487"/>
                  </a:cubicBezTo>
                  <a:cubicBezTo>
                    <a:pt x="1" y="546"/>
                    <a:pt x="35" y="600"/>
                    <a:pt x="89" y="609"/>
                  </a:cubicBezTo>
                  <a:cubicBezTo>
                    <a:pt x="96" y="611"/>
                    <a:pt x="105" y="613"/>
                    <a:pt x="113" y="613"/>
                  </a:cubicBezTo>
                  <a:cubicBezTo>
                    <a:pt x="121" y="613"/>
                    <a:pt x="128" y="611"/>
                    <a:pt x="133" y="609"/>
                  </a:cubicBezTo>
                  <a:cubicBezTo>
                    <a:pt x="172" y="604"/>
                    <a:pt x="202" y="575"/>
                    <a:pt x="211" y="536"/>
                  </a:cubicBezTo>
                  <a:cubicBezTo>
                    <a:pt x="246" y="399"/>
                    <a:pt x="265" y="256"/>
                    <a:pt x="280" y="114"/>
                  </a:cubicBezTo>
                  <a:cubicBezTo>
                    <a:pt x="290" y="60"/>
                    <a:pt x="246" y="12"/>
                    <a:pt x="192" y="1"/>
                  </a:cubicBezTo>
                  <a:cubicBezTo>
                    <a:pt x="189" y="1"/>
                    <a:pt x="187" y="1"/>
                    <a:pt x="184"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5" name="Google Shape;4888;p59">
              <a:extLst>
                <a:ext uri="{FF2B5EF4-FFF2-40B4-BE49-F238E27FC236}">
                  <a16:creationId xmlns:a16="http://schemas.microsoft.com/office/drawing/2014/main" id="{40976F8F-4BA2-502A-AD98-7432729D0366}"/>
                </a:ext>
              </a:extLst>
            </p:cNvPr>
            <p:cNvSpPr/>
            <p:nvPr/>
          </p:nvSpPr>
          <p:spPr>
            <a:xfrm>
              <a:off x="4699400" y="3274050"/>
              <a:ext cx="6750" cy="7700"/>
            </a:xfrm>
            <a:custGeom>
              <a:avLst/>
              <a:gdLst/>
              <a:ahLst/>
              <a:cxnLst/>
              <a:rect l="l" t="t" r="r" b="b"/>
              <a:pathLst>
                <a:path w="270" h="308" extrusionOk="0">
                  <a:moveTo>
                    <a:pt x="157" y="0"/>
                  </a:moveTo>
                  <a:cubicBezTo>
                    <a:pt x="128" y="0"/>
                    <a:pt x="100" y="13"/>
                    <a:pt x="78" y="36"/>
                  </a:cubicBezTo>
                  <a:cubicBezTo>
                    <a:pt x="44" y="76"/>
                    <a:pt x="19" y="135"/>
                    <a:pt x="10" y="188"/>
                  </a:cubicBezTo>
                  <a:cubicBezTo>
                    <a:pt x="0" y="247"/>
                    <a:pt x="39" y="301"/>
                    <a:pt x="98" y="305"/>
                  </a:cubicBezTo>
                  <a:cubicBezTo>
                    <a:pt x="104" y="305"/>
                    <a:pt x="113" y="308"/>
                    <a:pt x="121" y="308"/>
                  </a:cubicBezTo>
                  <a:cubicBezTo>
                    <a:pt x="125" y="308"/>
                    <a:pt x="129" y="307"/>
                    <a:pt x="132" y="305"/>
                  </a:cubicBezTo>
                  <a:cubicBezTo>
                    <a:pt x="177" y="296"/>
                    <a:pt x="206" y="262"/>
                    <a:pt x="211" y="223"/>
                  </a:cubicBezTo>
                  <a:cubicBezTo>
                    <a:pt x="216" y="203"/>
                    <a:pt x="225" y="178"/>
                    <a:pt x="235" y="169"/>
                  </a:cubicBezTo>
                  <a:cubicBezTo>
                    <a:pt x="270" y="129"/>
                    <a:pt x="270" y="66"/>
                    <a:pt x="225" y="27"/>
                  </a:cubicBezTo>
                  <a:cubicBezTo>
                    <a:pt x="205" y="9"/>
                    <a:pt x="181" y="0"/>
                    <a:pt x="157"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6" name="Google Shape;4889;p59">
              <a:extLst>
                <a:ext uri="{FF2B5EF4-FFF2-40B4-BE49-F238E27FC236}">
                  <a16:creationId xmlns:a16="http://schemas.microsoft.com/office/drawing/2014/main" id="{7E6BB9B7-6987-98D9-2021-7C6B3E1E098D}"/>
                </a:ext>
              </a:extLst>
            </p:cNvPr>
            <p:cNvSpPr/>
            <p:nvPr/>
          </p:nvSpPr>
          <p:spPr>
            <a:xfrm>
              <a:off x="4857600" y="3229425"/>
              <a:ext cx="19375" cy="6075"/>
            </a:xfrm>
            <a:custGeom>
              <a:avLst/>
              <a:gdLst/>
              <a:ahLst/>
              <a:cxnLst/>
              <a:rect l="l" t="t" r="r" b="b"/>
              <a:pathLst>
                <a:path w="775" h="243" extrusionOk="0">
                  <a:moveTo>
                    <a:pt x="664" y="1"/>
                  </a:moveTo>
                  <a:cubicBezTo>
                    <a:pt x="656" y="1"/>
                    <a:pt x="647" y="2"/>
                    <a:pt x="638" y="4"/>
                  </a:cubicBezTo>
                  <a:lnTo>
                    <a:pt x="622" y="10"/>
                  </a:lnTo>
                  <a:cubicBezTo>
                    <a:pt x="539" y="28"/>
                    <a:pt x="451" y="38"/>
                    <a:pt x="363" y="38"/>
                  </a:cubicBezTo>
                  <a:cubicBezTo>
                    <a:pt x="286" y="38"/>
                    <a:pt x="208" y="30"/>
                    <a:pt x="133" y="14"/>
                  </a:cubicBezTo>
                  <a:cubicBezTo>
                    <a:pt x="127" y="13"/>
                    <a:pt x="121" y="12"/>
                    <a:pt x="114" y="12"/>
                  </a:cubicBezTo>
                  <a:cubicBezTo>
                    <a:pt x="67" y="12"/>
                    <a:pt x="24" y="46"/>
                    <a:pt x="16" y="98"/>
                  </a:cubicBezTo>
                  <a:cubicBezTo>
                    <a:pt x="1" y="151"/>
                    <a:pt x="39" y="205"/>
                    <a:pt x="93" y="215"/>
                  </a:cubicBezTo>
                  <a:cubicBezTo>
                    <a:pt x="183" y="233"/>
                    <a:pt x="273" y="242"/>
                    <a:pt x="363" y="242"/>
                  </a:cubicBezTo>
                  <a:cubicBezTo>
                    <a:pt x="466" y="242"/>
                    <a:pt x="570" y="231"/>
                    <a:pt x="672" y="209"/>
                  </a:cubicBezTo>
                  <a:lnTo>
                    <a:pt x="686" y="205"/>
                  </a:lnTo>
                  <a:cubicBezTo>
                    <a:pt x="740" y="191"/>
                    <a:pt x="774" y="137"/>
                    <a:pt x="760" y="82"/>
                  </a:cubicBezTo>
                  <a:cubicBezTo>
                    <a:pt x="752" y="33"/>
                    <a:pt x="712" y="1"/>
                    <a:pt x="664"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7" name="Google Shape;4890;p59">
              <a:extLst>
                <a:ext uri="{FF2B5EF4-FFF2-40B4-BE49-F238E27FC236}">
                  <a16:creationId xmlns:a16="http://schemas.microsoft.com/office/drawing/2014/main" id="{AFCCE702-ACF2-CD7E-3503-03F36C7250B1}"/>
                </a:ext>
              </a:extLst>
            </p:cNvPr>
            <p:cNvSpPr/>
            <p:nvPr/>
          </p:nvSpPr>
          <p:spPr>
            <a:xfrm>
              <a:off x="4819625" y="3234875"/>
              <a:ext cx="13875" cy="6450"/>
            </a:xfrm>
            <a:custGeom>
              <a:avLst/>
              <a:gdLst/>
              <a:ahLst/>
              <a:cxnLst/>
              <a:rect l="l" t="t" r="r" b="b"/>
              <a:pathLst>
                <a:path w="555" h="258" extrusionOk="0">
                  <a:moveTo>
                    <a:pt x="446" y="0"/>
                  </a:moveTo>
                  <a:cubicBezTo>
                    <a:pt x="440" y="0"/>
                    <a:pt x="434" y="1"/>
                    <a:pt x="427" y="2"/>
                  </a:cubicBezTo>
                  <a:cubicBezTo>
                    <a:pt x="315" y="16"/>
                    <a:pt x="206" y="36"/>
                    <a:pt x="95" y="56"/>
                  </a:cubicBezTo>
                  <a:cubicBezTo>
                    <a:pt x="36" y="65"/>
                    <a:pt x="1" y="120"/>
                    <a:pt x="11" y="174"/>
                  </a:cubicBezTo>
                  <a:cubicBezTo>
                    <a:pt x="20" y="225"/>
                    <a:pt x="62" y="258"/>
                    <a:pt x="109" y="258"/>
                  </a:cubicBezTo>
                  <a:cubicBezTo>
                    <a:pt x="116" y="258"/>
                    <a:pt x="122" y="257"/>
                    <a:pt x="129" y="256"/>
                  </a:cubicBezTo>
                  <a:cubicBezTo>
                    <a:pt x="242" y="242"/>
                    <a:pt x="349" y="222"/>
                    <a:pt x="457" y="208"/>
                  </a:cubicBezTo>
                  <a:lnTo>
                    <a:pt x="466" y="203"/>
                  </a:lnTo>
                  <a:cubicBezTo>
                    <a:pt x="516" y="192"/>
                    <a:pt x="554" y="144"/>
                    <a:pt x="545" y="90"/>
                  </a:cubicBezTo>
                  <a:cubicBezTo>
                    <a:pt x="537" y="38"/>
                    <a:pt x="496" y="0"/>
                    <a:pt x="446"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8" name="Google Shape;4891;p59">
              <a:extLst>
                <a:ext uri="{FF2B5EF4-FFF2-40B4-BE49-F238E27FC236}">
                  <a16:creationId xmlns:a16="http://schemas.microsoft.com/office/drawing/2014/main" id="{C557DDF0-CECF-8CE1-8798-CB6359EAA0FF}"/>
                </a:ext>
              </a:extLst>
            </p:cNvPr>
            <p:cNvSpPr/>
            <p:nvPr/>
          </p:nvSpPr>
          <p:spPr>
            <a:xfrm>
              <a:off x="4784000" y="3242725"/>
              <a:ext cx="12750" cy="5700"/>
            </a:xfrm>
            <a:custGeom>
              <a:avLst/>
              <a:gdLst/>
              <a:ahLst/>
              <a:cxnLst/>
              <a:rect l="l" t="t" r="r" b="b"/>
              <a:pathLst>
                <a:path w="510" h="228" extrusionOk="0">
                  <a:moveTo>
                    <a:pt x="403" y="1"/>
                  </a:moveTo>
                  <a:cubicBezTo>
                    <a:pt x="304" y="1"/>
                    <a:pt x="197" y="11"/>
                    <a:pt x="98" y="25"/>
                  </a:cubicBezTo>
                  <a:cubicBezTo>
                    <a:pt x="40" y="36"/>
                    <a:pt x="1" y="84"/>
                    <a:pt x="10" y="143"/>
                  </a:cubicBezTo>
                  <a:cubicBezTo>
                    <a:pt x="20" y="192"/>
                    <a:pt x="60" y="228"/>
                    <a:pt x="110" y="228"/>
                  </a:cubicBezTo>
                  <a:cubicBezTo>
                    <a:pt x="116" y="228"/>
                    <a:pt x="122" y="227"/>
                    <a:pt x="128" y="226"/>
                  </a:cubicBezTo>
                  <a:cubicBezTo>
                    <a:pt x="216" y="217"/>
                    <a:pt x="315" y="206"/>
                    <a:pt x="403" y="206"/>
                  </a:cubicBezTo>
                  <a:lnTo>
                    <a:pt x="426" y="206"/>
                  </a:lnTo>
                  <a:cubicBezTo>
                    <a:pt x="471" y="192"/>
                    <a:pt x="505" y="154"/>
                    <a:pt x="510" y="104"/>
                  </a:cubicBezTo>
                  <a:cubicBezTo>
                    <a:pt x="505" y="50"/>
                    <a:pt x="462" y="1"/>
                    <a:pt x="403"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9" name="Google Shape;4892;p59">
              <a:extLst>
                <a:ext uri="{FF2B5EF4-FFF2-40B4-BE49-F238E27FC236}">
                  <a16:creationId xmlns:a16="http://schemas.microsoft.com/office/drawing/2014/main" id="{CFCFB8FE-84E3-833A-8791-8B86323B52CF}"/>
                </a:ext>
              </a:extLst>
            </p:cNvPr>
            <p:cNvSpPr/>
            <p:nvPr/>
          </p:nvSpPr>
          <p:spPr>
            <a:xfrm>
              <a:off x="4900725" y="3254000"/>
              <a:ext cx="16425" cy="8275"/>
            </a:xfrm>
            <a:custGeom>
              <a:avLst/>
              <a:gdLst/>
              <a:ahLst/>
              <a:cxnLst/>
              <a:rect l="l" t="t" r="r" b="b"/>
              <a:pathLst>
                <a:path w="657" h="331" extrusionOk="0">
                  <a:moveTo>
                    <a:pt x="538" y="1"/>
                  </a:moveTo>
                  <a:cubicBezTo>
                    <a:pt x="524" y="1"/>
                    <a:pt x="509" y="4"/>
                    <a:pt x="495" y="11"/>
                  </a:cubicBezTo>
                  <a:cubicBezTo>
                    <a:pt x="396" y="60"/>
                    <a:pt x="225" y="108"/>
                    <a:pt x="93" y="123"/>
                  </a:cubicBezTo>
                  <a:cubicBezTo>
                    <a:pt x="39" y="133"/>
                    <a:pt x="0" y="182"/>
                    <a:pt x="10" y="241"/>
                  </a:cubicBezTo>
                  <a:cubicBezTo>
                    <a:pt x="14" y="294"/>
                    <a:pt x="58" y="331"/>
                    <a:pt x="106" y="331"/>
                  </a:cubicBezTo>
                  <a:cubicBezTo>
                    <a:pt x="112" y="331"/>
                    <a:pt x="117" y="330"/>
                    <a:pt x="122" y="329"/>
                  </a:cubicBezTo>
                  <a:cubicBezTo>
                    <a:pt x="172" y="320"/>
                    <a:pt x="220" y="314"/>
                    <a:pt x="265" y="300"/>
                  </a:cubicBezTo>
                  <a:cubicBezTo>
                    <a:pt x="382" y="275"/>
                    <a:pt x="500" y="236"/>
                    <a:pt x="583" y="196"/>
                  </a:cubicBezTo>
                  <a:cubicBezTo>
                    <a:pt x="636" y="173"/>
                    <a:pt x="656" y="114"/>
                    <a:pt x="631" y="60"/>
                  </a:cubicBezTo>
                  <a:cubicBezTo>
                    <a:pt x="613" y="24"/>
                    <a:pt x="577" y="1"/>
                    <a:pt x="538"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0" name="Google Shape;4893;p59">
              <a:extLst>
                <a:ext uri="{FF2B5EF4-FFF2-40B4-BE49-F238E27FC236}">
                  <a16:creationId xmlns:a16="http://schemas.microsoft.com/office/drawing/2014/main" id="{2F073B12-2605-5878-425D-E0A6403B4574}"/>
                </a:ext>
              </a:extLst>
            </p:cNvPr>
            <p:cNvSpPr/>
            <p:nvPr/>
          </p:nvSpPr>
          <p:spPr>
            <a:xfrm>
              <a:off x="4900950" y="3218725"/>
              <a:ext cx="12400" cy="7900"/>
            </a:xfrm>
            <a:custGeom>
              <a:avLst/>
              <a:gdLst/>
              <a:ahLst/>
              <a:cxnLst/>
              <a:rect l="l" t="t" r="r" b="b"/>
              <a:pathLst>
                <a:path w="496" h="316" extrusionOk="0">
                  <a:moveTo>
                    <a:pt x="369" y="0"/>
                  </a:moveTo>
                  <a:cubicBezTo>
                    <a:pt x="262" y="0"/>
                    <a:pt x="139" y="52"/>
                    <a:pt x="45" y="133"/>
                  </a:cubicBezTo>
                  <a:cubicBezTo>
                    <a:pt x="5" y="178"/>
                    <a:pt x="1" y="241"/>
                    <a:pt x="39" y="280"/>
                  </a:cubicBezTo>
                  <a:cubicBezTo>
                    <a:pt x="60" y="304"/>
                    <a:pt x="90" y="316"/>
                    <a:pt x="120" y="316"/>
                  </a:cubicBezTo>
                  <a:cubicBezTo>
                    <a:pt x="126" y="316"/>
                    <a:pt x="132" y="315"/>
                    <a:pt x="138" y="314"/>
                  </a:cubicBezTo>
                  <a:cubicBezTo>
                    <a:pt x="157" y="309"/>
                    <a:pt x="172" y="300"/>
                    <a:pt x="186" y="291"/>
                  </a:cubicBezTo>
                  <a:cubicBezTo>
                    <a:pt x="246" y="231"/>
                    <a:pt x="320" y="207"/>
                    <a:pt x="366" y="207"/>
                  </a:cubicBezTo>
                  <a:cubicBezTo>
                    <a:pt x="370" y="207"/>
                    <a:pt x="374" y="207"/>
                    <a:pt x="378" y="207"/>
                  </a:cubicBezTo>
                  <a:cubicBezTo>
                    <a:pt x="381" y="207"/>
                    <a:pt x="384" y="208"/>
                    <a:pt x="388" y="208"/>
                  </a:cubicBezTo>
                  <a:cubicBezTo>
                    <a:pt x="442" y="208"/>
                    <a:pt x="486" y="170"/>
                    <a:pt x="491" y="114"/>
                  </a:cubicBezTo>
                  <a:cubicBezTo>
                    <a:pt x="496" y="56"/>
                    <a:pt x="457" y="6"/>
                    <a:pt x="398" y="1"/>
                  </a:cubicBezTo>
                  <a:cubicBezTo>
                    <a:pt x="389" y="1"/>
                    <a:pt x="379" y="0"/>
                    <a:pt x="369"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1" name="Google Shape;4894;p59">
              <a:extLst>
                <a:ext uri="{FF2B5EF4-FFF2-40B4-BE49-F238E27FC236}">
                  <a16:creationId xmlns:a16="http://schemas.microsoft.com/office/drawing/2014/main" id="{A0B1552B-6BC8-39D9-2ACC-F79E31E649E2}"/>
                </a:ext>
              </a:extLst>
            </p:cNvPr>
            <p:cNvSpPr/>
            <p:nvPr/>
          </p:nvSpPr>
          <p:spPr>
            <a:xfrm>
              <a:off x="4867775" y="3270050"/>
              <a:ext cx="16925" cy="8400"/>
            </a:xfrm>
            <a:custGeom>
              <a:avLst/>
              <a:gdLst/>
              <a:ahLst/>
              <a:cxnLst/>
              <a:rect l="l" t="t" r="r" b="b"/>
              <a:pathLst>
                <a:path w="677" h="336" extrusionOk="0">
                  <a:moveTo>
                    <a:pt x="560" y="1"/>
                  </a:moveTo>
                  <a:cubicBezTo>
                    <a:pt x="546" y="1"/>
                    <a:pt x="533" y="4"/>
                    <a:pt x="520" y="10"/>
                  </a:cubicBezTo>
                  <a:cubicBezTo>
                    <a:pt x="417" y="60"/>
                    <a:pt x="235" y="108"/>
                    <a:pt x="93" y="133"/>
                  </a:cubicBezTo>
                  <a:cubicBezTo>
                    <a:pt x="39" y="142"/>
                    <a:pt x="0" y="191"/>
                    <a:pt x="10" y="246"/>
                  </a:cubicBezTo>
                  <a:cubicBezTo>
                    <a:pt x="14" y="298"/>
                    <a:pt x="58" y="335"/>
                    <a:pt x="106" y="335"/>
                  </a:cubicBezTo>
                  <a:cubicBezTo>
                    <a:pt x="112" y="335"/>
                    <a:pt x="117" y="335"/>
                    <a:pt x="123" y="334"/>
                  </a:cubicBezTo>
                  <a:cubicBezTo>
                    <a:pt x="172" y="329"/>
                    <a:pt x="220" y="318"/>
                    <a:pt x="274" y="304"/>
                  </a:cubicBezTo>
                  <a:cubicBezTo>
                    <a:pt x="392" y="280"/>
                    <a:pt x="520" y="241"/>
                    <a:pt x="602" y="196"/>
                  </a:cubicBezTo>
                  <a:cubicBezTo>
                    <a:pt x="656" y="177"/>
                    <a:pt x="676" y="113"/>
                    <a:pt x="656" y="65"/>
                  </a:cubicBezTo>
                  <a:cubicBezTo>
                    <a:pt x="638" y="25"/>
                    <a:pt x="599" y="1"/>
                    <a:pt x="560"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2" name="Google Shape;4895;p59">
              <a:extLst>
                <a:ext uri="{FF2B5EF4-FFF2-40B4-BE49-F238E27FC236}">
                  <a16:creationId xmlns:a16="http://schemas.microsoft.com/office/drawing/2014/main" id="{09777DC4-0573-351C-F558-4188BF94398D}"/>
                </a:ext>
              </a:extLst>
            </p:cNvPr>
            <p:cNvSpPr/>
            <p:nvPr/>
          </p:nvSpPr>
          <p:spPr>
            <a:xfrm>
              <a:off x="4857975" y="3257650"/>
              <a:ext cx="13375" cy="5875"/>
            </a:xfrm>
            <a:custGeom>
              <a:avLst/>
              <a:gdLst/>
              <a:ahLst/>
              <a:cxnLst/>
              <a:rect l="l" t="t" r="r" b="b"/>
              <a:pathLst>
                <a:path w="535" h="235" extrusionOk="0">
                  <a:moveTo>
                    <a:pt x="382" y="1"/>
                  </a:moveTo>
                  <a:cubicBezTo>
                    <a:pt x="293" y="1"/>
                    <a:pt x="182" y="11"/>
                    <a:pt x="89" y="31"/>
                  </a:cubicBezTo>
                  <a:cubicBezTo>
                    <a:pt x="35" y="41"/>
                    <a:pt x="1" y="100"/>
                    <a:pt x="10" y="154"/>
                  </a:cubicBezTo>
                  <a:cubicBezTo>
                    <a:pt x="23" y="202"/>
                    <a:pt x="67" y="234"/>
                    <a:pt x="115" y="234"/>
                  </a:cubicBezTo>
                  <a:cubicBezTo>
                    <a:pt x="120" y="234"/>
                    <a:pt x="127" y="234"/>
                    <a:pt x="133" y="233"/>
                  </a:cubicBezTo>
                  <a:cubicBezTo>
                    <a:pt x="210" y="216"/>
                    <a:pt x="304" y="207"/>
                    <a:pt x="378" y="207"/>
                  </a:cubicBezTo>
                  <a:cubicBezTo>
                    <a:pt x="394" y="207"/>
                    <a:pt x="408" y="207"/>
                    <a:pt x="422" y="208"/>
                  </a:cubicBezTo>
                  <a:cubicBezTo>
                    <a:pt x="431" y="208"/>
                    <a:pt x="442" y="208"/>
                    <a:pt x="451" y="203"/>
                  </a:cubicBezTo>
                  <a:cubicBezTo>
                    <a:pt x="490" y="193"/>
                    <a:pt x="524" y="158"/>
                    <a:pt x="530" y="109"/>
                  </a:cubicBezTo>
                  <a:cubicBezTo>
                    <a:pt x="535" y="56"/>
                    <a:pt x="490" y="7"/>
                    <a:pt x="431" y="2"/>
                  </a:cubicBezTo>
                  <a:cubicBezTo>
                    <a:pt x="416" y="1"/>
                    <a:pt x="399" y="1"/>
                    <a:pt x="382"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3" name="Google Shape;4896;p59">
              <a:extLst>
                <a:ext uri="{FF2B5EF4-FFF2-40B4-BE49-F238E27FC236}">
                  <a16:creationId xmlns:a16="http://schemas.microsoft.com/office/drawing/2014/main" id="{D23366A4-B5C6-7013-2453-2FFDCA3764DB}"/>
                </a:ext>
              </a:extLst>
            </p:cNvPr>
            <p:cNvSpPr/>
            <p:nvPr/>
          </p:nvSpPr>
          <p:spPr>
            <a:xfrm>
              <a:off x="4822725" y="3279000"/>
              <a:ext cx="15925" cy="7600"/>
            </a:xfrm>
            <a:custGeom>
              <a:avLst/>
              <a:gdLst/>
              <a:ahLst/>
              <a:cxnLst/>
              <a:rect l="l" t="t" r="r" b="b"/>
              <a:pathLst>
                <a:path w="637" h="304" extrusionOk="0">
                  <a:moveTo>
                    <a:pt x="519" y="1"/>
                  </a:moveTo>
                  <a:cubicBezTo>
                    <a:pt x="503" y="1"/>
                    <a:pt x="486" y="5"/>
                    <a:pt x="470" y="15"/>
                  </a:cubicBezTo>
                  <a:cubicBezTo>
                    <a:pt x="372" y="69"/>
                    <a:pt x="235" y="98"/>
                    <a:pt x="107" y="98"/>
                  </a:cubicBezTo>
                  <a:cubicBezTo>
                    <a:pt x="105" y="98"/>
                    <a:pt x="102" y="98"/>
                    <a:pt x="100" y="98"/>
                  </a:cubicBezTo>
                  <a:cubicBezTo>
                    <a:pt x="49" y="98"/>
                    <a:pt x="5" y="145"/>
                    <a:pt x="5" y="196"/>
                  </a:cubicBezTo>
                  <a:cubicBezTo>
                    <a:pt x="0" y="254"/>
                    <a:pt x="48" y="299"/>
                    <a:pt x="102" y="304"/>
                  </a:cubicBezTo>
                  <a:cubicBezTo>
                    <a:pt x="186" y="304"/>
                    <a:pt x="265" y="294"/>
                    <a:pt x="347" y="279"/>
                  </a:cubicBezTo>
                  <a:cubicBezTo>
                    <a:pt x="426" y="260"/>
                    <a:pt x="504" y="231"/>
                    <a:pt x="568" y="196"/>
                  </a:cubicBezTo>
                  <a:cubicBezTo>
                    <a:pt x="622" y="166"/>
                    <a:pt x="636" y="103"/>
                    <a:pt x="611" y="54"/>
                  </a:cubicBezTo>
                  <a:cubicBezTo>
                    <a:pt x="591" y="21"/>
                    <a:pt x="556" y="1"/>
                    <a:pt x="519"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4" name="Google Shape;4897;p59">
              <a:extLst>
                <a:ext uri="{FF2B5EF4-FFF2-40B4-BE49-F238E27FC236}">
                  <a16:creationId xmlns:a16="http://schemas.microsoft.com/office/drawing/2014/main" id="{8B588192-17B1-66FB-FEB7-124218AFDDB6}"/>
                </a:ext>
              </a:extLst>
            </p:cNvPr>
            <p:cNvSpPr/>
            <p:nvPr/>
          </p:nvSpPr>
          <p:spPr>
            <a:xfrm>
              <a:off x="4796725" y="3258125"/>
              <a:ext cx="10700" cy="6275"/>
            </a:xfrm>
            <a:custGeom>
              <a:avLst/>
              <a:gdLst/>
              <a:ahLst/>
              <a:cxnLst/>
              <a:rect l="l" t="t" r="r" b="b"/>
              <a:pathLst>
                <a:path w="428" h="251" extrusionOk="0">
                  <a:moveTo>
                    <a:pt x="308" y="0"/>
                  </a:moveTo>
                  <a:cubicBezTo>
                    <a:pt x="302" y="0"/>
                    <a:pt x="296" y="1"/>
                    <a:pt x="290" y="2"/>
                  </a:cubicBezTo>
                  <a:lnTo>
                    <a:pt x="94" y="47"/>
                  </a:lnTo>
                  <a:cubicBezTo>
                    <a:pt x="41" y="61"/>
                    <a:pt x="1" y="115"/>
                    <a:pt x="16" y="174"/>
                  </a:cubicBezTo>
                  <a:cubicBezTo>
                    <a:pt x="28" y="219"/>
                    <a:pt x="69" y="251"/>
                    <a:pt x="114" y="251"/>
                  </a:cubicBezTo>
                  <a:cubicBezTo>
                    <a:pt x="122" y="251"/>
                    <a:pt x="130" y="250"/>
                    <a:pt x="138" y="248"/>
                  </a:cubicBezTo>
                  <a:lnTo>
                    <a:pt x="335" y="203"/>
                  </a:lnTo>
                  <a:cubicBezTo>
                    <a:pt x="394" y="189"/>
                    <a:pt x="428" y="135"/>
                    <a:pt x="412" y="81"/>
                  </a:cubicBezTo>
                  <a:cubicBezTo>
                    <a:pt x="400" y="33"/>
                    <a:pt x="356" y="0"/>
                    <a:pt x="308"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5" name="Google Shape;4898;p59">
              <a:extLst>
                <a:ext uri="{FF2B5EF4-FFF2-40B4-BE49-F238E27FC236}">
                  <a16:creationId xmlns:a16="http://schemas.microsoft.com/office/drawing/2014/main" id="{DBD875C2-1D72-6838-5285-B6F2983ED13D}"/>
                </a:ext>
              </a:extLst>
            </p:cNvPr>
            <p:cNvSpPr/>
            <p:nvPr/>
          </p:nvSpPr>
          <p:spPr>
            <a:xfrm>
              <a:off x="4779950" y="3286075"/>
              <a:ext cx="10450" cy="5500"/>
            </a:xfrm>
            <a:custGeom>
              <a:avLst/>
              <a:gdLst/>
              <a:ahLst/>
              <a:cxnLst/>
              <a:rect l="l" t="t" r="r" b="b"/>
              <a:pathLst>
                <a:path w="418" h="220" extrusionOk="0">
                  <a:moveTo>
                    <a:pt x="116" y="1"/>
                  </a:moveTo>
                  <a:cubicBezTo>
                    <a:pt x="73" y="1"/>
                    <a:pt x="33" y="31"/>
                    <a:pt x="21" y="75"/>
                  </a:cubicBezTo>
                  <a:cubicBezTo>
                    <a:pt x="1" y="129"/>
                    <a:pt x="36" y="188"/>
                    <a:pt x="89" y="202"/>
                  </a:cubicBezTo>
                  <a:cubicBezTo>
                    <a:pt x="130" y="213"/>
                    <a:pt x="173" y="219"/>
                    <a:pt x="216" y="219"/>
                  </a:cubicBezTo>
                  <a:cubicBezTo>
                    <a:pt x="250" y="219"/>
                    <a:pt x="285" y="215"/>
                    <a:pt x="319" y="206"/>
                  </a:cubicBezTo>
                  <a:lnTo>
                    <a:pt x="330" y="206"/>
                  </a:lnTo>
                  <a:cubicBezTo>
                    <a:pt x="383" y="192"/>
                    <a:pt x="418" y="134"/>
                    <a:pt x="403" y="79"/>
                  </a:cubicBezTo>
                  <a:cubicBezTo>
                    <a:pt x="391" y="34"/>
                    <a:pt x="351" y="3"/>
                    <a:pt x="304" y="3"/>
                  </a:cubicBezTo>
                  <a:cubicBezTo>
                    <a:pt x="295" y="3"/>
                    <a:pt x="285" y="4"/>
                    <a:pt x="276" y="7"/>
                  </a:cubicBezTo>
                  <a:cubicBezTo>
                    <a:pt x="258" y="13"/>
                    <a:pt x="238" y="16"/>
                    <a:pt x="218" y="16"/>
                  </a:cubicBezTo>
                  <a:cubicBezTo>
                    <a:pt x="194" y="16"/>
                    <a:pt x="170" y="12"/>
                    <a:pt x="148" y="7"/>
                  </a:cubicBezTo>
                  <a:cubicBezTo>
                    <a:pt x="137" y="3"/>
                    <a:pt x="127" y="1"/>
                    <a:pt x="116"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6" name="Google Shape;4899;p59">
              <a:extLst>
                <a:ext uri="{FF2B5EF4-FFF2-40B4-BE49-F238E27FC236}">
                  <a16:creationId xmlns:a16="http://schemas.microsoft.com/office/drawing/2014/main" id="{A7CF1543-33BA-8B12-8011-356651E973CA}"/>
                </a:ext>
              </a:extLst>
            </p:cNvPr>
            <p:cNvSpPr/>
            <p:nvPr/>
          </p:nvSpPr>
          <p:spPr>
            <a:xfrm>
              <a:off x="4755125" y="3257050"/>
              <a:ext cx="11775" cy="6100"/>
            </a:xfrm>
            <a:custGeom>
              <a:avLst/>
              <a:gdLst/>
              <a:ahLst/>
              <a:cxnLst/>
              <a:rect l="l" t="t" r="r" b="b"/>
              <a:pathLst>
                <a:path w="471" h="244" extrusionOk="0">
                  <a:moveTo>
                    <a:pt x="301" y="1"/>
                  </a:moveTo>
                  <a:cubicBezTo>
                    <a:pt x="230" y="1"/>
                    <a:pt x="153" y="16"/>
                    <a:pt x="83" y="45"/>
                  </a:cubicBezTo>
                  <a:cubicBezTo>
                    <a:pt x="30" y="65"/>
                    <a:pt x="0" y="124"/>
                    <a:pt x="24" y="178"/>
                  </a:cubicBezTo>
                  <a:cubicBezTo>
                    <a:pt x="39" y="219"/>
                    <a:pt x="77" y="243"/>
                    <a:pt x="117" y="243"/>
                  </a:cubicBezTo>
                  <a:cubicBezTo>
                    <a:pt x="128" y="243"/>
                    <a:pt x="140" y="241"/>
                    <a:pt x="152" y="237"/>
                  </a:cubicBezTo>
                  <a:cubicBezTo>
                    <a:pt x="205" y="216"/>
                    <a:pt x="269" y="206"/>
                    <a:pt x="322" y="206"/>
                  </a:cubicBezTo>
                  <a:cubicBezTo>
                    <a:pt x="333" y="206"/>
                    <a:pt x="343" y="206"/>
                    <a:pt x="353" y="207"/>
                  </a:cubicBezTo>
                  <a:cubicBezTo>
                    <a:pt x="356" y="209"/>
                    <a:pt x="360" y="209"/>
                    <a:pt x="364" y="209"/>
                  </a:cubicBezTo>
                  <a:cubicBezTo>
                    <a:pt x="371" y="209"/>
                    <a:pt x="380" y="207"/>
                    <a:pt x="387" y="207"/>
                  </a:cubicBezTo>
                  <a:cubicBezTo>
                    <a:pt x="426" y="198"/>
                    <a:pt x="460" y="162"/>
                    <a:pt x="465" y="119"/>
                  </a:cubicBezTo>
                  <a:cubicBezTo>
                    <a:pt x="471" y="60"/>
                    <a:pt x="431" y="11"/>
                    <a:pt x="372" y="6"/>
                  </a:cubicBezTo>
                  <a:cubicBezTo>
                    <a:pt x="349" y="3"/>
                    <a:pt x="326" y="1"/>
                    <a:pt x="301"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7" name="Google Shape;4900;p59">
              <a:extLst>
                <a:ext uri="{FF2B5EF4-FFF2-40B4-BE49-F238E27FC236}">
                  <a16:creationId xmlns:a16="http://schemas.microsoft.com/office/drawing/2014/main" id="{44B6C336-ABDB-F50F-43CF-589733BD72BD}"/>
                </a:ext>
              </a:extLst>
            </p:cNvPr>
            <p:cNvSpPr/>
            <p:nvPr/>
          </p:nvSpPr>
          <p:spPr>
            <a:xfrm>
              <a:off x="4349275" y="3027950"/>
              <a:ext cx="11675" cy="5500"/>
            </a:xfrm>
            <a:custGeom>
              <a:avLst/>
              <a:gdLst/>
              <a:ahLst/>
              <a:cxnLst/>
              <a:rect l="l" t="t" r="r" b="b"/>
              <a:pathLst>
                <a:path w="467" h="220" extrusionOk="0">
                  <a:moveTo>
                    <a:pt x="93" y="0"/>
                  </a:moveTo>
                  <a:cubicBezTo>
                    <a:pt x="45" y="0"/>
                    <a:pt x="1" y="35"/>
                    <a:pt x="1" y="84"/>
                  </a:cubicBezTo>
                  <a:cubicBezTo>
                    <a:pt x="1" y="98"/>
                    <a:pt x="1" y="109"/>
                    <a:pt x="5" y="118"/>
                  </a:cubicBezTo>
                  <a:cubicBezTo>
                    <a:pt x="16" y="152"/>
                    <a:pt x="45" y="177"/>
                    <a:pt x="84" y="177"/>
                  </a:cubicBezTo>
                  <a:cubicBezTo>
                    <a:pt x="172" y="182"/>
                    <a:pt x="260" y="197"/>
                    <a:pt x="349" y="216"/>
                  </a:cubicBezTo>
                  <a:cubicBezTo>
                    <a:pt x="357" y="218"/>
                    <a:pt x="365" y="219"/>
                    <a:pt x="373" y="219"/>
                  </a:cubicBezTo>
                  <a:cubicBezTo>
                    <a:pt x="413" y="219"/>
                    <a:pt x="448" y="189"/>
                    <a:pt x="457" y="152"/>
                  </a:cubicBezTo>
                  <a:cubicBezTo>
                    <a:pt x="466" y="104"/>
                    <a:pt x="437" y="59"/>
                    <a:pt x="393" y="45"/>
                  </a:cubicBezTo>
                  <a:cubicBezTo>
                    <a:pt x="290" y="20"/>
                    <a:pt x="192" y="10"/>
                    <a:pt x="93"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8" name="Google Shape;4901;p59">
              <a:extLst>
                <a:ext uri="{FF2B5EF4-FFF2-40B4-BE49-F238E27FC236}">
                  <a16:creationId xmlns:a16="http://schemas.microsoft.com/office/drawing/2014/main" id="{8099BCF7-5073-5EEF-1A79-94FF43BE77A2}"/>
                </a:ext>
              </a:extLst>
            </p:cNvPr>
            <p:cNvSpPr/>
            <p:nvPr/>
          </p:nvSpPr>
          <p:spPr>
            <a:xfrm>
              <a:off x="4341075" y="3046050"/>
              <a:ext cx="12175" cy="5050"/>
            </a:xfrm>
            <a:custGeom>
              <a:avLst/>
              <a:gdLst/>
              <a:ahLst/>
              <a:cxnLst/>
              <a:rect l="l" t="t" r="r" b="b"/>
              <a:pathLst>
                <a:path w="487" h="202" extrusionOk="0">
                  <a:moveTo>
                    <a:pt x="279" y="1"/>
                  </a:moveTo>
                  <a:cubicBezTo>
                    <a:pt x="211" y="1"/>
                    <a:pt x="138" y="11"/>
                    <a:pt x="75" y="31"/>
                  </a:cubicBezTo>
                  <a:cubicBezTo>
                    <a:pt x="25" y="45"/>
                    <a:pt x="1" y="95"/>
                    <a:pt x="16" y="138"/>
                  </a:cubicBezTo>
                  <a:lnTo>
                    <a:pt x="16" y="144"/>
                  </a:lnTo>
                  <a:cubicBezTo>
                    <a:pt x="27" y="179"/>
                    <a:pt x="61" y="201"/>
                    <a:pt x="96" y="201"/>
                  </a:cubicBezTo>
                  <a:cubicBezTo>
                    <a:pt x="105" y="201"/>
                    <a:pt x="114" y="200"/>
                    <a:pt x="123" y="197"/>
                  </a:cubicBezTo>
                  <a:cubicBezTo>
                    <a:pt x="171" y="186"/>
                    <a:pt x="229" y="179"/>
                    <a:pt x="281" y="179"/>
                  </a:cubicBezTo>
                  <a:cubicBezTo>
                    <a:pt x="314" y="179"/>
                    <a:pt x="345" y="182"/>
                    <a:pt x="369" y="188"/>
                  </a:cubicBezTo>
                  <a:cubicBezTo>
                    <a:pt x="375" y="189"/>
                    <a:pt x="381" y="189"/>
                    <a:pt x="387" y="189"/>
                  </a:cubicBezTo>
                  <a:cubicBezTo>
                    <a:pt x="428" y="189"/>
                    <a:pt x="467" y="162"/>
                    <a:pt x="475" y="119"/>
                  </a:cubicBezTo>
                  <a:cubicBezTo>
                    <a:pt x="486" y="75"/>
                    <a:pt x="457" y="26"/>
                    <a:pt x="407" y="16"/>
                  </a:cubicBezTo>
                  <a:cubicBezTo>
                    <a:pt x="371" y="6"/>
                    <a:pt x="327" y="1"/>
                    <a:pt x="279"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9" name="Google Shape;4902;p59">
              <a:extLst>
                <a:ext uri="{FF2B5EF4-FFF2-40B4-BE49-F238E27FC236}">
                  <a16:creationId xmlns:a16="http://schemas.microsoft.com/office/drawing/2014/main" id="{30986D34-9A6C-BA87-96B9-0980AE5C0E51}"/>
                </a:ext>
              </a:extLst>
            </p:cNvPr>
            <p:cNvSpPr/>
            <p:nvPr/>
          </p:nvSpPr>
          <p:spPr>
            <a:xfrm>
              <a:off x="4312650" y="3039375"/>
              <a:ext cx="10700" cy="6475"/>
            </a:xfrm>
            <a:custGeom>
              <a:avLst/>
              <a:gdLst/>
              <a:ahLst/>
              <a:cxnLst/>
              <a:rect l="l" t="t" r="r" b="b"/>
              <a:pathLst>
                <a:path w="428" h="259" extrusionOk="0">
                  <a:moveTo>
                    <a:pt x="90" y="1"/>
                  </a:moveTo>
                  <a:cubicBezTo>
                    <a:pt x="60" y="1"/>
                    <a:pt x="32" y="15"/>
                    <a:pt x="16" y="43"/>
                  </a:cubicBezTo>
                  <a:cubicBezTo>
                    <a:pt x="1" y="63"/>
                    <a:pt x="1" y="92"/>
                    <a:pt x="7" y="117"/>
                  </a:cubicBezTo>
                  <a:cubicBezTo>
                    <a:pt x="16" y="136"/>
                    <a:pt x="25" y="151"/>
                    <a:pt x="45" y="165"/>
                  </a:cubicBezTo>
                  <a:cubicBezTo>
                    <a:pt x="124" y="210"/>
                    <a:pt x="226" y="244"/>
                    <a:pt x="324" y="258"/>
                  </a:cubicBezTo>
                  <a:cubicBezTo>
                    <a:pt x="328" y="259"/>
                    <a:pt x="331" y="259"/>
                    <a:pt x="335" y="259"/>
                  </a:cubicBezTo>
                  <a:cubicBezTo>
                    <a:pt x="380" y="259"/>
                    <a:pt x="418" y="225"/>
                    <a:pt x="423" y="181"/>
                  </a:cubicBezTo>
                  <a:cubicBezTo>
                    <a:pt x="427" y="131"/>
                    <a:pt x="393" y="88"/>
                    <a:pt x="344" y="82"/>
                  </a:cubicBezTo>
                  <a:cubicBezTo>
                    <a:pt x="271" y="72"/>
                    <a:pt x="197" y="48"/>
                    <a:pt x="138" y="14"/>
                  </a:cubicBezTo>
                  <a:cubicBezTo>
                    <a:pt x="123" y="5"/>
                    <a:pt x="106" y="1"/>
                    <a:pt x="90"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0" name="Google Shape;4903;p59">
              <a:extLst>
                <a:ext uri="{FF2B5EF4-FFF2-40B4-BE49-F238E27FC236}">
                  <a16:creationId xmlns:a16="http://schemas.microsoft.com/office/drawing/2014/main" id="{75C7124E-6944-C66C-E029-7740FFD02460}"/>
                </a:ext>
              </a:extLst>
            </p:cNvPr>
            <p:cNvSpPr/>
            <p:nvPr/>
          </p:nvSpPr>
          <p:spPr>
            <a:xfrm>
              <a:off x="4357975" y="3015725"/>
              <a:ext cx="10425" cy="5875"/>
            </a:xfrm>
            <a:custGeom>
              <a:avLst/>
              <a:gdLst/>
              <a:ahLst/>
              <a:cxnLst/>
              <a:rect l="l" t="t" r="r" b="b"/>
              <a:pathLst>
                <a:path w="417" h="235" extrusionOk="0">
                  <a:moveTo>
                    <a:pt x="89" y="1"/>
                  </a:moveTo>
                  <a:cubicBezTo>
                    <a:pt x="51" y="1"/>
                    <a:pt x="17" y="24"/>
                    <a:pt x="5" y="64"/>
                  </a:cubicBezTo>
                  <a:cubicBezTo>
                    <a:pt x="1" y="78"/>
                    <a:pt x="1" y="98"/>
                    <a:pt x="5" y="117"/>
                  </a:cubicBezTo>
                  <a:cubicBezTo>
                    <a:pt x="16" y="141"/>
                    <a:pt x="35" y="161"/>
                    <a:pt x="59" y="171"/>
                  </a:cubicBezTo>
                  <a:cubicBezTo>
                    <a:pt x="143" y="200"/>
                    <a:pt x="231" y="220"/>
                    <a:pt x="310" y="234"/>
                  </a:cubicBezTo>
                  <a:cubicBezTo>
                    <a:pt x="313" y="235"/>
                    <a:pt x="317" y="235"/>
                    <a:pt x="320" y="235"/>
                  </a:cubicBezTo>
                  <a:cubicBezTo>
                    <a:pt x="364" y="235"/>
                    <a:pt x="403" y="202"/>
                    <a:pt x="412" y="161"/>
                  </a:cubicBezTo>
                  <a:cubicBezTo>
                    <a:pt x="417" y="112"/>
                    <a:pt x="383" y="69"/>
                    <a:pt x="339" y="58"/>
                  </a:cubicBezTo>
                  <a:cubicBezTo>
                    <a:pt x="265" y="49"/>
                    <a:pt x="186" y="29"/>
                    <a:pt x="118" y="5"/>
                  </a:cubicBezTo>
                  <a:cubicBezTo>
                    <a:pt x="108" y="2"/>
                    <a:pt x="99" y="1"/>
                    <a:pt x="89"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1" name="Google Shape;4904;p59">
              <a:extLst>
                <a:ext uri="{FF2B5EF4-FFF2-40B4-BE49-F238E27FC236}">
                  <a16:creationId xmlns:a16="http://schemas.microsoft.com/office/drawing/2014/main" id="{4479A327-CD1B-AA9C-B511-F9721920C871}"/>
                </a:ext>
              </a:extLst>
            </p:cNvPr>
            <p:cNvSpPr/>
            <p:nvPr/>
          </p:nvSpPr>
          <p:spPr>
            <a:xfrm>
              <a:off x="4320750" y="2996475"/>
              <a:ext cx="13750" cy="7450"/>
            </a:xfrm>
            <a:custGeom>
              <a:avLst/>
              <a:gdLst/>
              <a:ahLst/>
              <a:cxnLst/>
              <a:rect l="l" t="t" r="r" b="b"/>
              <a:pathLst>
                <a:path w="550" h="298" extrusionOk="0">
                  <a:moveTo>
                    <a:pt x="86" y="0"/>
                  </a:moveTo>
                  <a:cubicBezTo>
                    <a:pt x="40" y="0"/>
                    <a:pt x="0" y="37"/>
                    <a:pt x="0" y="84"/>
                  </a:cubicBezTo>
                  <a:cubicBezTo>
                    <a:pt x="0" y="93"/>
                    <a:pt x="0" y="104"/>
                    <a:pt x="6" y="113"/>
                  </a:cubicBezTo>
                  <a:cubicBezTo>
                    <a:pt x="15" y="147"/>
                    <a:pt x="45" y="172"/>
                    <a:pt x="84" y="177"/>
                  </a:cubicBezTo>
                  <a:cubicBezTo>
                    <a:pt x="196" y="181"/>
                    <a:pt x="314" y="221"/>
                    <a:pt x="397" y="280"/>
                  </a:cubicBezTo>
                  <a:cubicBezTo>
                    <a:pt x="414" y="292"/>
                    <a:pt x="433" y="297"/>
                    <a:pt x="451" y="297"/>
                  </a:cubicBezTo>
                  <a:cubicBezTo>
                    <a:pt x="479" y="297"/>
                    <a:pt x="506" y="284"/>
                    <a:pt x="524" y="260"/>
                  </a:cubicBezTo>
                  <a:cubicBezTo>
                    <a:pt x="549" y="221"/>
                    <a:pt x="540" y="167"/>
                    <a:pt x="500" y="138"/>
                  </a:cubicBezTo>
                  <a:cubicBezTo>
                    <a:pt x="393" y="59"/>
                    <a:pt x="241" y="5"/>
                    <a:pt x="94" y="0"/>
                  </a:cubicBezTo>
                  <a:cubicBezTo>
                    <a:pt x="91" y="0"/>
                    <a:pt x="89" y="0"/>
                    <a:pt x="86"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2" name="Google Shape;4905;p59">
              <a:extLst>
                <a:ext uri="{FF2B5EF4-FFF2-40B4-BE49-F238E27FC236}">
                  <a16:creationId xmlns:a16="http://schemas.microsoft.com/office/drawing/2014/main" id="{DACB6DE3-2F37-AB38-9158-B5798BE7B069}"/>
                </a:ext>
              </a:extLst>
            </p:cNvPr>
            <p:cNvSpPr/>
            <p:nvPr/>
          </p:nvSpPr>
          <p:spPr>
            <a:xfrm>
              <a:off x="4303475" y="3009500"/>
              <a:ext cx="9475" cy="6250"/>
            </a:xfrm>
            <a:custGeom>
              <a:avLst/>
              <a:gdLst/>
              <a:ahLst/>
              <a:cxnLst/>
              <a:rect l="l" t="t" r="r" b="b"/>
              <a:pathLst>
                <a:path w="379" h="250" extrusionOk="0">
                  <a:moveTo>
                    <a:pt x="93" y="0"/>
                  </a:moveTo>
                  <a:cubicBezTo>
                    <a:pt x="54" y="0"/>
                    <a:pt x="18" y="26"/>
                    <a:pt x="6" y="62"/>
                  </a:cubicBezTo>
                  <a:cubicBezTo>
                    <a:pt x="1" y="82"/>
                    <a:pt x="1" y="97"/>
                    <a:pt x="6" y="117"/>
                  </a:cubicBezTo>
                  <a:cubicBezTo>
                    <a:pt x="15" y="141"/>
                    <a:pt x="40" y="166"/>
                    <a:pt x="64" y="171"/>
                  </a:cubicBezTo>
                  <a:cubicBezTo>
                    <a:pt x="123" y="189"/>
                    <a:pt x="182" y="214"/>
                    <a:pt x="236" y="239"/>
                  </a:cubicBezTo>
                  <a:cubicBezTo>
                    <a:pt x="249" y="246"/>
                    <a:pt x="263" y="250"/>
                    <a:pt x="277" y="250"/>
                  </a:cubicBezTo>
                  <a:cubicBezTo>
                    <a:pt x="309" y="250"/>
                    <a:pt x="340" y="231"/>
                    <a:pt x="354" y="200"/>
                  </a:cubicBezTo>
                  <a:cubicBezTo>
                    <a:pt x="378" y="155"/>
                    <a:pt x="358" y="101"/>
                    <a:pt x="315" y="82"/>
                  </a:cubicBezTo>
                  <a:cubicBezTo>
                    <a:pt x="250" y="53"/>
                    <a:pt x="182" y="24"/>
                    <a:pt x="119" y="4"/>
                  </a:cubicBezTo>
                  <a:cubicBezTo>
                    <a:pt x="110" y="1"/>
                    <a:pt x="102" y="0"/>
                    <a:pt x="93"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3" name="Google Shape;4906;p59">
              <a:extLst>
                <a:ext uri="{FF2B5EF4-FFF2-40B4-BE49-F238E27FC236}">
                  <a16:creationId xmlns:a16="http://schemas.microsoft.com/office/drawing/2014/main" id="{8C9B6B90-977D-7712-6A63-302746CB8600}"/>
                </a:ext>
              </a:extLst>
            </p:cNvPr>
            <p:cNvSpPr/>
            <p:nvPr/>
          </p:nvSpPr>
          <p:spPr>
            <a:xfrm>
              <a:off x="4324400" y="3026125"/>
              <a:ext cx="6800" cy="5025"/>
            </a:xfrm>
            <a:custGeom>
              <a:avLst/>
              <a:gdLst/>
              <a:ahLst/>
              <a:cxnLst/>
              <a:rect l="l" t="t" r="r" b="b"/>
              <a:pathLst>
                <a:path w="272" h="201" extrusionOk="0">
                  <a:moveTo>
                    <a:pt x="173" y="1"/>
                  </a:moveTo>
                  <a:cubicBezTo>
                    <a:pt x="163" y="1"/>
                    <a:pt x="153" y="2"/>
                    <a:pt x="143" y="5"/>
                  </a:cubicBezTo>
                  <a:lnTo>
                    <a:pt x="70" y="30"/>
                  </a:lnTo>
                  <a:cubicBezTo>
                    <a:pt x="26" y="44"/>
                    <a:pt x="1" y="93"/>
                    <a:pt x="16" y="137"/>
                  </a:cubicBezTo>
                  <a:cubicBezTo>
                    <a:pt x="28" y="177"/>
                    <a:pt x="62" y="200"/>
                    <a:pt x="100" y="200"/>
                  </a:cubicBezTo>
                  <a:cubicBezTo>
                    <a:pt x="110" y="200"/>
                    <a:pt x="119" y="199"/>
                    <a:pt x="129" y="196"/>
                  </a:cubicBezTo>
                  <a:lnTo>
                    <a:pt x="197" y="171"/>
                  </a:lnTo>
                  <a:cubicBezTo>
                    <a:pt x="247" y="157"/>
                    <a:pt x="271" y="108"/>
                    <a:pt x="256" y="59"/>
                  </a:cubicBezTo>
                  <a:cubicBezTo>
                    <a:pt x="245" y="24"/>
                    <a:pt x="211" y="1"/>
                    <a:pt x="173"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4" name="Google Shape;4907;p59">
              <a:extLst>
                <a:ext uri="{FF2B5EF4-FFF2-40B4-BE49-F238E27FC236}">
                  <a16:creationId xmlns:a16="http://schemas.microsoft.com/office/drawing/2014/main" id="{DE68620D-07E9-EC8D-5F95-903550D23FA5}"/>
                </a:ext>
              </a:extLst>
            </p:cNvPr>
            <p:cNvSpPr/>
            <p:nvPr/>
          </p:nvSpPr>
          <p:spPr>
            <a:xfrm>
              <a:off x="4269450" y="3024100"/>
              <a:ext cx="11275" cy="6200"/>
            </a:xfrm>
            <a:custGeom>
              <a:avLst/>
              <a:gdLst/>
              <a:ahLst/>
              <a:cxnLst/>
              <a:rect l="l" t="t" r="r" b="b"/>
              <a:pathLst>
                <a:path w="451" h="248" extrusionOk="0">
                  <a:moveTo>
                    <a:pt x="87" y="1"/>
                  </a:moveTo>
                  <a:cubicBezTo>
                    <a:pt x="47" y="1"/>
                    <a:pt x="13" y="24"/>
                    <a:pt x="1" y="66"/>
                  </a:cubicBezTo>
                  <a:cubicBezTo>
                    <a:pt x="1" y="86"/>
                    <a:pt x="1" y="100"/>
                    <a:pt x="5" y="116"/>
                  </a:cubicBezTo>
                  <a:cubicBezTo>
                    <a:pt x="15" y="145"/>
                    <a:pt x="35" y="164"/>
                    <a:pt x="69" y="174"/>
                  </a:cubicBezTo>
                  <a:cubicBezTo>
                    <a:pt x="157" y="193"/>
                    <a:pt x="240" y="218"/>
                    <a:pt x="329" y="243"/>
                  </a:cubicBezTo>
                  <a:cubicBezTo>
                    <a:pt x="337" y="246"/>
                    <a:pt x="346" y="247"/>
                    <a:pt x="355" y="247"/>
                  </a:cubicBezTo>
                  <a:cubicBezTo>
                    <a:pt x="391" y="247"/>
                    <a:pt x="424" y="224"/>
                    <a:pt x="436" y="189"/>
                  </a:cubicBezTo>
                  <a:cubicBezTo>
                    <a:pt x="451" y="140"/>
                    <a:pt x="426" y="91"/>
                    <a:pt x="377" y="76"/>
                  </a:cubicBezTo>
                  <a:cubicBezTo>
                    <a:pt x="289" y="52"/>
                    <a:pt x="200" y="23"/>
                    <a:pt x="108" y="3"/>
                  </a:cubicBezTo>
                  <a:cubicBezTo>
                    <a:pt x="101" y="1"/>
                    <a:pt x="94" y="1"/>
                    <a:pt x="87"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5" name="Google Shape;4908;p59">
              <a:extLst>
                <a:ext uri="{FF2B5EF4-FFF2-40B4-BE49-F238E27FC236}">
                  <a16:creationId xmlns:a16="http://schemas.microsoft.com/office/drawing/2014/main" id="{86A265DA-4025-2954-5730-6BB317A8D440}"/>
                </a:ext>
              </a:extLst>
            </p:cNvPr>
            <p:cNvSpPr/>
            <p:nvPr/>
          </p:nvSpPr>
          <p:spPr>
            <a:xfrm>
              <a:off x="4285850" y="2992450"/>
              <a:ext cx="11550" cy="6925"/>
            </a:xfrm>
            <a:custGeom>
              <a:avLst/>
              <a:gdLst/>
              <a:ahLst/>
              <a:cxnLst/>
              <a:rect l="l" t="t" r="r" b="b"/>
              <a:pathLst>
                <a:path w="462" h="277" extrusionOk="0">
                  <a:moveTo>
                    <a:pt x="91" y="1"/>
                  </a:moveTo>
                  <a:cubicBezTo>
                    <a:pt x="55" y="1"/>
                    <a:pt x="21" y="23"/>
                    <a:pt x="5" y="59"/>
                  </a:cubicBezTo>
                  <a:cubicBezTo>
                    <a:pt x="1" y="78"/>
                    <a:pt x="1" y="98"/>
                    <a:pt x="5" y="118"/>
                  </a:cubicBezTo>
                  <a:cubicBezTo>
                    <a:pt x="15" y="143"/>
                    <a:pt x="35" y="161"/>
                    <a:pt x="59" y="172"/>
                  </a:cubicBezTo>
                  <a:cubicBezTo>
                    <a:pt x="152" y="206"/>
                    <a:pt x="250" y="240"/>
                    <a:pt x="333" y="270"/>
                  </a:cubicBezTo>
                  <a:cubicBezTo>
                    <a:pt x="344" y="274"/>
                    <a:pt x="355" y="277"/>
                    <a:pt x="365" y="277"/>
                  </a:cubicBezTo>
                  <a:cubicBezTo>
                    <a:pt x="399" y="277"/>
                    <a:pt x="431" y="253"/>
                    <a:pt x="446" y="215"/>
                  </a:cubicBezTo>
                  <a:cubicBezTo>
                    <a:pt x="461" y="172"/>
                    <a:pt x="441" y="123"/>
                    <a:pt x="392" y="103"/>
                  </a:cubicBezTo>
                  <a:cubicBezTo>
                    <a:pt x="309" y="73"/>
                    <a:pt x="211" y="39"/>
                    <a:pt x="118" y="5"/>
                  </a:cubicBezTo>
                  <a:cubicBezTo>
                    <a:pt x="109" y="2"/>
                    <a:pt x="100" y="1"/>
                    <a:pt x="91"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6" name="Google Shape;4909;p59">
              <a:extLst>
                <a:ext uri="{FF2B5EF4-FFF2-40B4-BE49-F238E27FC236}">
                  <a16:creationId xmlns:a16="http://schemas.microsoft.com/office/drawing/2014/main" id="{A4FAA521-A149-F3D9-0CE0-7B232DCD8F7F}"/>
                </a:ext>
              </a:extLst>
            </p:cNvPr>
            <p:cNvSpPr/>
            <p:nvPr/>
          </p:nvSpPr>
          <p:spPr>
            <a:xfrm>
              <a:off x="4261500" y="2971600"/>
              <a:ext cx="14100" cy="8100"/>
            </a:xfrm>
            <a:custGeom>
              <a:avLst/>
              <a:gdLst/>
              <a:ahLst/>
              <a:cxnLst/>
              <a:rect l="l" t="t" r="r" b="b"/>
              <a:pathLst>
                <a:path w="564" h="324" extrusionOk="0">
                  <a:moveTo>
                    <a:pt x="93" y="0"/>
                  </a:moveTo>
                  <a:cubicBezTo>
                    <a:pt x="49" y="0"/>
                    <a:pt x="9" y="33"/>
                    <a:pt x="5" y="75"/>
                  </a:cubicBezTo>
                  <a:cubicBezTo>
                    <a:pt x="0" y="89"/>
                    <a:pt x="5" y="104"/>
                    <a:pt x="5" y="118"/>
                  </a:cubicBezTo>
                  <a:cubicBezTo>
                    <a:pt x="19" y="148"/>
                    <a:pt x="44" y="172"/>
                    <a:pt x="78" y="177"/>
                  </a:cubicBezTo>
                  <a:cubicBezTo>
                    <a:pt x="201" y="192"/>
                    <a:pt x="313" y="242"/>
                    <a:pt x="412" y="310"/>
                  </a:cubicBezTo>
                  <a:cubicBezTo>
                    <a:pt x="426" y="319"/>
                    <a:pt x="442" y="323"/>
                    <a:pt x="458" y="323"/>
                  </a:cubicBezTo>
                  <a:cubicBezTo>
                    <a:pt x="486" y="323"/>
                    <a:pt x="515" y="310"/>
                    <a:pt x="534" y="285"/>
                  </a:cubicBezTo>
                  <a:cubicBezTo>
                    <a:pt x="563" y="247"/>
                    <a:pt x="554" y="192"/>
                    <a:pt x="509" y="163"/>
                  </a:cubicBezTo>
                  <a:cubicBezTo>
                    <a:pt x="392" y="80"/>
                    <a:pt x="254" y="26"/>
                    <a:pt x="102" y="1"/>
                  </a:cubicBezTo>
                  <a:cubicBezTo>
                    <a:pt x="99" y="1"/>
                    <a:pt x="96" y="0"/>
                    <a:pt x="93"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7" name="Google Shape;4910;p59">
              <a:extLst>
                <a:ext uri="{FF2B5EF4-FFF2-40B4-BE49-F238E27FC236}">
                  <a16:creationId xmlns:a16="http://schemas.microsoft.com/office/drawing/2014/main" id="{DAEBFA27-FC43-5178-76B8-0BE3E0D75830}"/>
                </a:ext>
              </a:extLst>
            </p:cNvPr>
            <p:cNvSpPr/>
            <p:nvPr/>
          </p:nvSpPr>
          <p:spPr>
            <a:xfrm>
              <a:off x="4233675" y="2984800"/>
              <a:ext cx="12750" cy="5175"/>
            </a:xfrm>
            <a:custGeom>
              <a:avLst/>
              <a:gdLst/>
              <a:ahLst/>
              <a:cxnLst/>
              <a:rect l="l" t="t" r="r" b="b"/>
              <a:pathLst>
                <a:path w="510" h="207" extrusionOk="0">
                  <a:moveTo>
                    <a:pt x="91" y="0"/>
                  </a:moveTo>
                  <a:cubicBezTo>
                    <a:pt x="49" y="0"/>
                    <a:pt x="13" y="28"/>
                    <a:pt x="1" y="71"/>
                  </a:cubicBezTo>
                  <a:cubicBezTo>
                    <a:pt x="1" y="85"/>
                    <a:pt x="1" y="101"/>
                    <a:pt x="6" y="119"/>
                  </a:cubicBezTo>
                  <a:cubicBezTo>
                    <a:pt x="15" y="144"/>
                    <a:pt x="35" y="169"/>
                    <a:pt x="69" y="173"/>
                  </a:cubicBezTo>
                  <a:cubicBezTo>
                    <a:pt x="157" y="195"/>
                    <a:pt x="247" y="207"/>
                    <a:pt x="336" y="207"/>
                  </a:cubicBezTo>
                  <a:cubicBezTo>
                    <a:pt x="367" y="207"/>
                    <a:pt x="397" y="206"/>
                    <a:pt x="427" y="203"/>
                  </a:cubicBezTo>
                  <a:cubicBezTo>
                    <a:pt x="476" y="198"/>
                    <a:pt x="510" y="159"/>
                    <a:pt x="505" y="110"/>
                  </a:cubicBezTo>
                  <a:cubicBezTo>
                    <a:pt x="505" y="63"/>
                    <a:pt x="466" y="26"/>
                    <a:pt x="421" y="26"/>
                  </a:cubicBezTo>
                  <a:cubicBezTo>
                    <a:pt x="418" y="26"/>
                    <a:pt x="415" y="26"/>
                    <a:pt x="412" y="27"/>
                  </a:cubicBezTo>
                  <a:cubicBezTo>
                    <a:pt x="387" y="29"/>
                    <a:pt x="361" y="31"/>
                    <a:pt x="334" y="31"/>
                  </a:cubicBezTo>
                  <a:cubicBezTo>
                    <a:pt x="259" y="31"/>
                    <a:pt x="181" y="20"/>
                    <a:pt x="109" y="2"/>
                  </a:cubicBezTo>
                  <a:cubicBezTo>
                    <a:pt x="103" y="1"/>
                    <a:pt x="97" y="0"/>
                    <a:pt x="91"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8" name="Google Shape;4911;p59">
              <a:extLst>
                <a:ext uri="{FF2B5EF4-FFF2-40B4-BE49-F238E27FC236}">
                  <a16:creationId xmlns:a16="http://schemas.microsoft.com/office/drawing/2014/main" id="{3D782388-38E5-AB0E-F755-DF881261CC27}"/>
                </a:ext>
              </a:extLst>
            </p:cNvPr>
            <p:cNvSpPr/>
            <p:nvPr/>
          </p:nvSpPr>
          <p:spPr>
            <a:xfrm>
              <a:off x="4207350" y="3010925"/>
              <a:ext cx="12625" cy="4700"/>
            </a:xfrm>
            <a:custGeom>
              <a:avLst/>
              <a:gdLst/>
              <a:ahLst/>
              <a:cxnLst/>
              <a:rect l="l" t="t" r="r" b="b"/>
              <a:pathLst>
                <a:path w="505" h="188" extrusionOk="0">
                  <a:moveTo>
                    <a:pt x="90" y="0"/>
                  </a:moveTo>
                  <a:cubicBezTo>
                    <a:pt x="49" y="0"/>
                    <a:pt x="9" y="33"/>
                    <a:pt x="1" y="80"/>
                  </a:cubicBezTo>
                  <a:cubicBezTo>
                    <a:pt x="1" y="94"/>
                    <a:pt x="1" y="103"/>
                    <a:pt x="5" y="118"/>
                  </a:cubicBezTo>
                  <a:cubicBezTo>
                    <a:pt x="16" y="148"/>
                    <a:pt x="45" y="172"/>
                    <a:pt x="79" y="177"/>
                  </a:cubicBezTo>
                  <a:cubicBezTo>
                    <a:pt x="136" y="184"/>
                    <a:pt x="193" y="188"/>
                    <a:pt x="251" y="188"/>
                  </a:cubicBezTo>
                  <a:cubicBezTo>
                    <a:pt x="308" y="188"/>
                    <a:pt x="366" y="184"/>
                    <a:pt x="421" y="177"/>
                  </a:cubicBezTo>
                  <a:cubicBezTo>
                    <a:pt x="471" y="172"/>
                    <a:pt x="505" y="128"/>
                    <a:pt x="500" y="80"/>
                  </a:cubicBezTo>
                  <a:cubicBezTo>
                    <a:pt x="496" y="36"/>
                    <a:pt x="460" y="4"/>
                    <a:pt x="419" y="4"/>
                  </a:cubicBezTo>
                  <a:cubicBezTo>
                    <a:pt x="413" y="4"/>
                    <a:pt x="408" y="4"/>
                    <a:pt x="403" y="5"/>
                  </a:cubicBezTo>
                  <a:cubicBezTo>
                    <a:pt x="356" y="10"/>
                    <a:pt x="311" y="12"/>
                    <a:pt x="266" y="12"/>
                  </a:cubicBezTo>
                  <a:cubicBezTo>
                    <a:pt x="210" y="12"/>
                    <a:pt x="155" y="9"/>
                    <a:pt x="98" y="1"/>
                  </a:cubicBezTo>
                  <a:cubicBezTo>
                    <a:pt x="95" y="1"/>
                    <a:pt x="93" y="0"/>
                    <a:pt x="90"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9" name="Google Shape;4912;p59">
              <a:extLst>
                <a:ext uri="{FF2B5EF4-FFF2-40B4-BE49-F238E27FC236}">
                  <a16:creationId xmlns:a16="http://schemas.microsoft.com/office/drawing/2014/main" id="{346FA5C2-0C09-8E7C-9C0C-1FE5BBD412C8}"/>
                </a:ext>
              </a:extLst>
            </p:cNvPr>
            <p:cNvSpPr/>
            <p:nvPr/>
          </p:nvSpPr>
          <p:spPr>
            <a:xfrm>
              <a:off x="4254375" y="2994175"/>
              <a:ext cx="8600" cy="5050"/>
            </a:xfrm>
            <a:custGeom>
              <a:avLst/>
              <a:gdLst/>
              <a:ahLst/>
              <a:cxnLst/>
              <a:rect l="l" t="t" r="r" b="b"/>
              <a:pathLst>
                <a:path w="344" h="202" extrusionOk="0">
                  <a:moveTo>
                    <a:pt x="239" y="0"/>
                  </a:moveTo>
                  <a:cubicBezTo>
                    <a:pt x="230" y="0"/>
                    <a:pt x="220" y="2"/>
                    <a:pt x="211" y="4"/>
                  </a:cubicBezTo>
                  <a:cubicBezTo>
                    <a:pt x="183" y="17"/>
                    <a:pt x="148" y="25"/>
                    <a:pt x="115" y="25"/>
                  </a:cubicBezTo>
                  <a:cubicBezTo>
                    <a:pt x="108" y="25"/>
                    <a:pt x="100" y="25"/>
                    <a:pt x="93" y="24"/>
                  </a:cubicBezTo>
                  <a:cubicBezTo>
                    <a:pt x="45" y="24"/>
                    <a:pt x="5" y="58"/>
                    <a:pt x="1" y="108"/>
                  </a:cubicBezTo>
                  <a:cubicBezTo>
                    <a:pt x="1" y="122"/>
                    <a:pt x="5" y="132"/>
                    <a:pt x="5" y="142"/>
                  </a:cubicBezTo>
                  <a:cubicBezTo>
                    <a:pt x="21" y="176"/>
                    <a:pt x="50" y="201"/>
                    <a:pt x="84" y="201"/>
                  </a:cubicBezTo>
                  <a:cubicBezTo>
                    <a:pt x="95" y="201"/>
                    <a:pt x="106" y="202"/>
                    <a:pt x="117" y="202"/>
                  </a:cubicBezTo>
                  <a:cubicBezTo>
                    <a:pt x="172" y="202"/>
                    <a:pt x="221" y="192"/>
                    <a:pt x="274" y="171"/>
                  </a:cubicBezTo>
                  <a:cubicBezTo>
                    <a:pt x="319" y="156"/>
                    <a:pt x="344" y="103"/>
                    <a:pt x="324" y="58"/>
                  </a:cubicBezTo>
                  <a:cubicBezTo>
                    <a:pt x="312" y="23"/>
                    <a:pt x="278" y="0"/>
                    <a:pt x="239"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0" name="Google Shape;4913;p59">
              <a:extLst>
                <a:ext uri="{FF2B5EF4-FFF2-40B4-BE49-F238E27FC236}">
                  <a16:creationId xmlns:a16="http://schemas.microsoft.com/office/drawing/2014/main" id="{135AB615-AF1B-4C59-91BE-D1AF26EE822A}"/>
                </a:ext>
              </a:extLst>
            </p:cNvPr>
            <p:cNvSpPr/>
            <p:nvPr/>
          </p:nvSpPr>
          <p:spPr>
            <a:xfrm>
              <a:off x="4220225" y="2960425"/>
              <a:ext cx="14950" cy="7050"/>
            </a:xfrm>
            <a:custGeom>
              <a:avLst/>
              <a:gdLst/>
              <a:ahLst/>
              <a:cxnLst/>
              <a:rect l="l" t="t" r="r" b="b"/>
              <a:pathLst>
                <a:path w="598" h="282" extrusionOk="0">
                  <a:moveTo>
                    <a:pt x="89" y="1"/>
                  </a:moveTo>
                  <a:cubicBezTo>
                    <a:pt x="48" y="1"/>
                    <a:pt x="9" y="28"/>
                    <a:pt x="5" y="72"/>
                  </a:cubicBezTo>
                  <a:cubicBezTo>
                    <a:pt x="1" y="86"/>
                    <a:pt x="1" y="101"/>
                    <a:pt x="5" y="115"/>
                  </a:cubicBezTo>
                  <a:cubicBezTo>
                    <a:pt x="15" y="145"/>
                    <a:pt x="39" y="165"/>
                    <a:pt x="73" y="174"/>
                  </a:cubicBezTo>
                  <a:cubicBezTo>
                    <a:pt x="206" y="199"/>
                    <a:pt x="343" y="237"/>
                    <a:pt x="475" y="277"/>
                  </a:cubicBezTo>
                  <a:cubicBezTo>
                    <a:pt x="484" y="280"/>
                    <a:pt x="492" y="281"/>
                    <a:pt x="500" y="281"/>
                  </a:cubicBezTo>
                  <a:cubicBezTo>
                    <a:pt x="536" y="281"/>
                    <a:pt x="571" y="258"/>
                    <a:pt x="582" y="219"/>
                  </a:cubicBezTo>
                  <a:cubicBezTo>
                    <a:pt x="598" y="174"/>
                    <a:pt x="573" y="125"/>
                    <a:pt x="530" y="110"/>
                  </a:cubicBezTo>
                  <a:cubicBezTo>
                    <a:pt x="392" y="66"/>
                    <a:pt x="245" y="27"/>
                    <a:pt x="107" y="2"/>
                  </a:cubicBezTo>
                  <a:cubicBezTo>
                    <a:pt x="101" y="1"/>
                    <a:pt x="95" y="1"/>
                    <a:pt x="89"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1" name="Google Shape;4914;p59">
              <a:extLst>
                <a:ext uri="{FF2B5EF4-FFF2-40B4-BE49-F238E27FC236}">
                  <a16:creationId xmlns:a16="http://schemas.microsoft.com/office/drawing/2014/main" id="{5B3E4435-B568-16CA-0505-22C4A98D617E}"/>
                </a:ext>
              </a:extLst>
            </p:cNvPr>
            <p:cNvSpPr/>
            <p:nvPr/>
          </p:nvSpPr>
          <p:spPr>
            <a:xfrm>
              <a:off x="4199150" y="2982100"/>
              <a:ext cx="9700" cy="5400"/>
            </a:xfrm>
            <a:custGeom>
              <a:avLst/>
              <a:gdLst/>
              <a:ahLst/>
              <a:cxnLst/>
              <a:rect l="l" t="t" r="r" b="b"/>
              <a:pathLst>
                <a:path w="388" h="216" extrusionOk="0">
                  <a:moveTo>
                    <a:pt x="89" y="1"/>
                  </a:moveTo>
                  <a:cubicBezTo>
                    <a:pt x="48" y="1"/>
                    <a:pt x="13" y="28"/>
                    <a:pt x="5" y="71"/>
                  </a:cubicBezTo>
                  <a:cubicBezTo>
                    <a:pt x="1" y="86"/>
                    <a:pt x="1" y="100"/>
                    <a:pt x="5" y="116"/>
                  </a:cubicBezTo>
                  <a:cubicBezTo>
                    <a:pt x="15" y="145"/>
                    <a:pt x="39" y="169"/>
                    <a:pt x="74" y="175"/>
                  </a:cubicBezTo>
                  <a:lnTo>
                    <a:pt x="275" y="213"/>
                  </a:lnTo>
                  <a:cubicBezTo>
                    <a:pt x="281" y="215"/>
                    <a:pt x="287" y="215"/>
                    <a:pt x="293" y="215"/>
                  </a:cubicBezTo>
                  <a:cubicBezTo>
                    <a:pt x="334" y="215"/>
                    <a:pt x="369" y="188"/>
                    <a:pt x="378" y="150"/>
                  </a:cubicBezTo>
                  <a:cubicBezTo>
                    <a:pt x="387" y="100"/>
                    <a:pt x="358" y="51"/>
                    <a:pt x="309" y="42"/>
                  </a:cubicBezTo>
                  <a:lnTo>
                    <a:pt x="109" y="3"/>
                  </a:lnTo>
                  <a:cubicBezTo>
                    <a:pt x="102" y="1"/>
                    <a:pt x="95" y="1"/>
                    <a:pt x="89"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2" name="Google Shape;4915;p59">
              <a:extLst>
                <a:ext uri="{FF2B5EF4-FFF2-40B4-BE49-F238E27FC236}">
                  <a16:creationId xmlns:a16="http://schemas.microsoft.com/office/drawing/2014/main" id="{6AEA41B4-31CA-753B-2EAA-21F52B833826}"/>
                </a:ext>
              </a:extLst>
            </p:cNvPr>
            <p:cNvSpPr/>
            <p:nvPr/>
          </p:nvSpPr>
          <p:spPr>
            <a:xfrm>
              <a:off x="4422875" y="3017800"/>
              <a:ext cx="17075" cy="8450"/>
            </a:xfrm>
            <a:custGeom>
              <a:avLst/>
              <a:gdLst/>
              <a:ahLst/>
              <a:cxnLst/>
              <a:rect l="l" t="t" r="r" b="b"/>
              <a:pathLst>
                <a:path w="683" h="338" extrusionOk="0">
                  <a:moveTo>
                    <a:pt x="580" y="0"/>
                  </a:moveTo>
                  <a:cubicBezTo>
                    <a:pt x="571" y="0"/>
                    <a:pt x="562" y="2"/>
                    <a:pt x="554" y="4"/>
                  </a:cubicBezTo>
                  <a:lnTo>
                    <a:pt x="70" y="167"/>
                  </a:lnTo>
                  <a:cubicBezTo>
                    <a:pt x="25" y="181"/>
                    <a:pt x="0" y="230"/>
                    <a:pt x="16" y="275"/>
                  </a:cubicBezTo>
                  <a:cubicBezTo>
                    <a:pt x="27" y="314"/>
                    <a:pt x="62" y="338"/>
                    <a:pt x="98" y="338"/>
                  </a:cubicBezTo>
                  <a:cubicBezTo>
                    <a:pt x="107" y="338"/>
                    <a:pt x="115" y="336"/>
                    <a:pt x="124" y="334"/>
                  </a:cubicBezTo>
                  <a:lnTo>
                    <a:pt x="608" y="171"/>
                  </a:lnTo>
                  <a:cubicBezTo>
                    <a:pt x="657" y="157"/>
                    <a:pt x="682" y="108"/>
                    <a:pt x="667" y="58"/>
                  </a:cubicBezTo>
                  <a:cubicBezTo>
                    <a:pt x="655" y="23"/>
                    <a:pt x="618" y="0"/>
                    <a:pt x="580"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3" name="Google Shape;4916;p59">
              <a:extLst>
                <a:ext uri="{FF2B5EF4-FFF2-40B4-BE49-F238E27FC236}">
                  <a16:creationId xmlns:a16="http://schemas.microsoft.com/office/drawing/2014/main" id="{1B444BAE-DE4D-AA29-CE47-0A58FC36482D}"/>
                </a:ext>
              </a:extLst>
            </p:cNvPr>
            <p:cNvSpPr/>
            <p:nvPr/>
          </p:nvSpPr>
          <p:spPr>
            <a:xfrm>
              <a:off x="4422875" y="3027075"/>
              <a:ext cx="13125" cy="7200"/>
            </a:xfrm>
            <a:custGeom>
              <a:avLst/>
              <a:gdLst/>
              <a:ahLst/>
              <a:cxnLst/>
              <a:rect l="l" t="t" r="r" b="b"/>
              <a:pathLst>
                <a:path w="525" h="288" extrusionOk="0">
                  <a:moveTo>
                    <a:pt x="413" y="0"/>
                  </a:moveTo>
                  <a:cubicBezTo>
                    <a:pt x="298" y="0"/>
                    <a:pt x="149" y="51"/>
                    <a:pt x="45" y="128"/>
                  </a:cubicBezTo>
                  <a:cubicBezTo>
                    <a:pt x="11" y="153"/>
                    <a:pt x="0" y="192"/>
                    <a:pt x="11" y="227"/>
                  </a:cubicBezTo>
                  <a:cubicBezTo>
                    <a:pt x="16" y="236"/>
                    <a:pt x="20" y="246"/>
                    <a:pt x="25" y="251"/>
                  </a:cubicBezTo>
                  <a:cubicBezTo>
                    <a:pt x="43" y="275"/>
                    <a:pt x="69" y="288"/>
                    <a:pt x="96" y="288"/>
                  </a:cubicBezTo>
                  <a:cubicBezTo>
                    <a:pt x="114" y="288"/>
                    <a:pt x="132" y="282"/>
                    <a:pt x="147" y="271"/>
                  </a:cubicBezTo>
                  <a:cubicBezTo>
                    <a:pt x="230" y="211"/>
                    <a:pt x="348" y="177"/>
                    <a:pt x="415" y="177"/>
                  </a:cubicBezTo>
                  <a:cubicBezTo>
                    <a:pt x="419" y="177"/>
                    <a:pt x="423" y="177"/>
                    <a:pt x="427" y="178"/>
                  </a:cubicBezTo>
                  <a:cubicBezTo>
                    <a:pt x="430" y="178"/>
                    <a:pt x="432" y="178"/>
                    <a:pt x="435" y="178"/>
                  </a:cubicBezTo>
                  <a:cubicBezTo>
                    <a:pt x="481" y="178"/>
                    <a:pt x="520" y="141"/>
                    <a:pt x="525" y="94"/>
                  </a:cubicBezTo>
                  <a:cubicBezTo>
                    <a:pt x="525" y="45"/>
                    <a:pt x="490" y="6"/>
                    <a:pt x="441" y="1"/>
                  </a:cubicBezTo>
                  <a:cubicBezTo>
                    <a:pt x="432" y="1"/>
                    <a:pt x="423" y="0"/>
                    <a:pt x="413"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4" name="Google Shape;4917;p59">
              <a:extLst>
                <a:ext uri="{FF2B5EF4-FFF2-40B4-BE49-F238E27FC236}">
                  <a16:creationId xmlns:a16="http://schemas.microsoft.com/office/drawing/2014/main" id="{99FF732E-9E68-5675-F2D8-560EE89D8C16}"/>
                </a:ext>
              </a:extLst>
            </p:cNvPr>
            <p:cNvSpPr/>
            <p:nvPr/>
          </p:nvSpPr>
          <p:spPr>
            <a:xfrm>
              <a:off x="4402175" y="3071725"/>
              <a:ext cx="10575" cy="7700"/>
            </a:xfrm>
            <a:custGeom>
              <a:avLst/>
              <a:gdLst/>
              <a:ahLst/>
              <a:cxnLst/>
              <a:rect l="l" t="t" r="r" b="b"/>
              <a:pathLst>
                <a:path w="423" h="308" extrusionOk="0">
                  <a:moveTo>
                    <a:pt x="326" y="1"/>
                  </a:moveTo>
                  <a:cubicBezTo>
                    <a:pt x="296" y="1"/>
                    <a:pt x="266" y="16"/>
                    <a:pt x="246" y="42"/>
                  </a:cubicBezTo>
                  <a:cubicBezTo>
                    <a:pt x="217" y="87"/>
                    <a:pt x="158" y="121"/>
                    <a:pt x="84" y="130"/>
                  </a:cubicBezTo>
                  <a:cubicBezTo>
                    <a:pt x="35" y="135"/>
                    <a:pt x="1" y="180"/>
                    <a:pt x="5" y="228"/>
                  </a:cubicBezTo>
                  <a:cubicBezTo>
                    <a:pt x="11" y="234"/>
                    <a:pt x="11" y="243"/>
                    <a:pt x="11" y="248"/>
                  </a:cubicBezTo>
                  <a:cubicBezTo>
                    <a:pt x="24" y="284"/>
                    <a:pt x="58" y="307"/>
                    <a:pt x="94" y="307"/>
                  </a:cubicBezTo>
                  <a:cubicBezTo>
                    <a:pt x="98" y="307"/>
                    <a:pt x="101" y="307"/>
                    <a:pt x="104" y="307"/>
                  </a:cubicBezTo>
                  <a:cubicBezTo>
                    <a:pt x="231" y="287"/>
                    <a:pt x="339" y="228"/>
                    <a:pt x="398" y="135"/>
                  </a:cubicBezTo>
                  <a:cubicBezTo>
                    <a:pt x="423" y="96"/>
                    <a:pt x="412" y="42"/>
                    <a:pt x="369" y="13"/>
                  </a:cubicBezTo>
                  <a:cubicBezTo>
                    <a:pt x="355" y="5"/>
                    <a:pt x="341" y="1"/>
                    <a:pt x="326"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5" name="Google Shape;4918;p59">
              <a:extLst>
                <a:ext uri="{FF2B5EF4-FFF2-40B4-BE49-F238E27FC236}">
                  <a16:creationId xmlns:a16="http://schemas.microsoft.com/office/drawing/2014/main" id="{8F3F3858-773C-0017-5023-01A0B205AF5E}"/>
                </a:ext>
              </a:extLst>
            </p:cNvPr>
            <p:cNvSpPr/>
            <p:nvPr/>
          </p:nvSpPr>
          <p:spPr>
            <a:xfrm>
              <a:off x="4401200" y="3058800"/>
              <a:ext cx="7725" cy="7425"/>
            </a:xfrm>
            <a:custGeom>
              <a:avLst/>
              <a:gdLst/>
              <a:ahLst/>
              <a:cxnLst/>
              <a:rect l="l" t="t" r="r" b="b"/>
              <a:pathLst>
                <a:path w="309" h="297" extrusionOk="0">
                  <a:moveTo>
                    <a:pt x="222" y="0"/>
                  </a:moveTo>
                  <a:cubicBezTo>
                    <a:pt x="177" y="0"/>
                    <a:pt x="138" y="33"/>
                    <a:pt x="128" y="75"/>
                  </a:cubicBezTo>
                  <a:cubicBezTo>
                    <a:pt x="128" y="94"/>
                    <a:pt x="118" y="118"/>
                    <a:pt x="80" y="123"/>
                  </a:cubicBezTo>
                  <a:cubicBezTo>
                    <a:pt x="30" y="134"/>
                    <a:pt x="1" y="177"/>
                    <a:pt x="10" y="227"/>
                  </a:cubicBezTo>
                  <a:lnTo>
                    <a:pt x="10" y="236"/>
                  </a:lnTo>
                  <a:cubicBezTo>
                    <a:pt x="23" y="274"/>
                    <a:pt x="57" y="297"/>
                    <a:pt x="94" y="297"/>
                  </a:cubicBezTo>
                  <a:cubicBezTo>
                    <a:pt x="101" y="297"/>
                    <a:pt x="107" y="296"/>
                    <a:pt x="114" y="295"/>
                  </a:cubicBezTo>
                  <a:cubicBezTo>
                    <a:pt x="216" y="281"/>
                    <a:pt x="290" y="202"/>
                    <a:pt x="304" y="104"/>
                  </a:cubicBezTo>
                  <a:cubicBezTo>
                    <a:pt x="309" y="55"/>
                    <a:pt x="279" y="10"/>
                    <a:pt x="231" y="1"/>
                  </a:cubicBezTo>
                  <a:cubicBezTo>
                    <a:pt x="228" y="1"/>
                    <a:pt x="225" y="0"/>
                    <a:pt x="222"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6" name="Google Shape;4919;p59">
              <a:extLst>
                <a:ext uri="{FF2B5EF4-FFF2-40B4-BE49-F238E27FC236}">
                  <a16:creationId xmlns:a16="http://schemas.microsoft.com/office/drawing/2014/main" id="{171C845E-7122-C242-2B8F-29CFC183F8A7}"/>
                </a:ext>
              </a:extLst>
            </p:cNvPr>
            <p:cNvSpPr/>
            <p:nvPr/>
          </p:nvSpPr>
          <p:spPr>
            <a:xfrm>
              <a:off x="4137550" y="2917200"/>
              <a:ext cx="414300" cy="206725"/>
            </a:xfrm>
            <a:custGeom>
              <a:avLst/>
              <a:gdLst/>
              <a:ahLst/>
              <a:cxnLst/>
              <a:rect l="l" t="t" r="r" b="b"/>
              <a:pathLst>
                <a:path w="16572" h="8269" extrusionOk="0">
                  <a:moveTo>
                    <a:pt x="1509" y="228"/>
                  </a:moveTo>
                  <a:cubicBezTo>
                    <a:pt x="2720" y="659"/>
                    <a:pt x="3837" y="1125"/>
                    <a:pt x="4913" y="1575"/>
                  </a:cubicBezTo>
                  <a:cubicBezTo>
                    <a:pt x="6599" y="2280"/>
                    <a:pt x="8196" y="2947"/>
                    <a:pt x="10077" y="3485"/>
                  </a:cubicBezTo>
                  <a:cubicBezTo>
                    <a:pt x="10057" y="3510"/>
                    <a:pt x="10052" y="3539"/>
                    <a:pt x="10061" y="3569"/>
                  </a:cubicBezTo>
                  <a:cubicBezTo>
                    <a:pt x="10067" y="3583"/>
                    <a:pt x="10072" y="3593"/>
                    <a:pt x="10086" y="3608"/>
                  </a:cubicBezTo>
                  <a:cubicBezTo>
                    <a:pt x="10104" y="3621"/>
                    <a:pt x="10124" y="3627"/>
                    <a:pt x="10144" y="3627"/>
                  </a:cubicBezTo>
                  <a:cubicBezTo>
                    <a:pt x="10168" y="3627"/>
                    <a:pt x="10192" y="3617"/>
                    <a:pt x="10208" y="3598"/>
                  </a:cubicBezTo>
                  <a:cubicBezTo>
                    <a:pt x="10889" y="2816"/>
                    <a:pt x="12768" y="2202"/>
                    <a:pt x="14278" y="2202"/>
                  </a:cubicBezTo>
                  <a:cubicBezTo>
                    <a:pt x="14518" y="2202"/>
                    <a:pt x="14749" y="2218"/>
                    <a:pt x="14965" y="2251"/>
                  </a:cubicBezTo>
                  <a:cubicBezTo>
                    <a:pt x="15308" y="2300"/>
                    <a:pt x="15469" y="2466"/>
                    <a:pt x="15464" y="2545"/>
                  </a:cubicBezTo>
                  <a:cubicBezTo>
                    <a:pt x="15464" y="2584"/>
                    <a:pt x="15396" y="2624"/>
                    <a:pt x="15254" y="2628"/>
                  </a:cubicBezTo>
                  <a:cubicBezTo>
                    <a:pt x="14759" y="2647"/>
                    <a:pt x="14456" y="2682"/>
                    <a:pt x="13902" y="2805"/>
                  </a:cubicBezTo>
                  <a:cubicBezTo>
                    <a:pt x="13863" y="2809"/>
                    <a:pt x="13823" y="2819"/>
                    <a:pt x="13780" y="2823"/>
                  </a:cubicBezTo>
                  <a:cubicBezTo>
                    <a:pt x="13565" y="2863"/>
                    <a:pt x="13324" y="2907"/>
                    <a:pt x="13271" y="3162"/>
                  </a:cubicBezTo>
                  <a:cubicBezTo>
                    <a:pt x="13260" y="3205"/>
                    <a:pt x="13289" y="3255"/>
                    <a:pt x="13339" y="3264"/>
                  </a:cubicBezTo>
                  <a:cubicBezTo>
                    <a:pt x="13344" y="3265"/>
                    <a:pt x="13348" y="3266"/>
                    <a:pt x="13353" y="3266"/>
                  </a:cubicBezTo>
                  <a:cubicBezTo>
                    <a:pt x="13373" y="3266"/>
                    <a:pt x="13392" y="3257"/>
                    <a:pt x="13407" y="3245"/>
                  </a:cubicBezTo>
                  <a:cubicBezTo>
                    <a:pt x="13410" y="3245"/>
                    <a:pt x="13414" y="3248"/>
                    <a:pt x="13417" y="3248"/>
                  </a:cubicBezTo>
                  <a:cubicBezTo>
                    <a:pt x="13419" y="3248"/>
                    <a:pt x="13421" y="3247"/>
                    <a:pt x="13422" y="3245"/>
                  </a:cubicBezTo>
                  <a:cubicBezTo>
                    <a:pt x="13534" y="3225"/>
                    <a:pt x="13647" y="3215"/>
                    <a:pt x="13760" y="3215"/>
                  </a:cubicBezTo>
                  <a:cubicBezTo>
                    <a:pt x="14342" y="3215"/>
                    <a:pt x="14931" y="3468"/>
                    <a:pt x="15308" y="3759"/>
                  </a:cubicBezTo>
                  <a:cubicBezTo>
                    <a:pt x="15627" y="4005"/>
                    <a:pt x="16386" y="4867"/>
                    <a:pt x="16321" y="5337"/>
                  </a:cubicBezTo>
                  <a:cubicBezTo>
                    <a:pt x="16312" y="5439"/>
                    <a:pt x="16258" y="5513"/>
                    <a:pt x="16160" y="5563"/>
                  </a:cubicBezTo>
                  <a:cubicBezTo>
                    <a:pt x="16092" y="5508"/>
                    <a:pt x="15975" y="5346"/>
                    <a:pt x="15862" y="5185"/>
                  </a:cubicBezTo>
                  <a:cubicBezTo>
                    <a:pt x="15514" y="4699"/>
                    <a:pt x="15009" y="3999"/>
                    <a:pt x="14353" y="3999"/>
                  </a:cubicBezTo>
                  <a:cubicBezTo>
                    <a:pt x="14241" y="3999"/>
                    <a:pt x="14126" y="4019"/>
                    <a:pt x="14005" y="4064"/>
                  </a:cubicBezTo>
                  <a:cubicBezTo>
                    <a:pt x="13990" y="4068"/>
                    <a:pt x="13976" y="4082"/>
                    <a:pt x="13965" y="4098"/>
                  </a:cubicBezTo>
                  <a:cubicBezTo>
                    <a:pt x="13877" y="4058"/>
                    <a:pt x="13794" y="4034"/>
                    <a:pt x="13730" y="4024"/>
                  </a:cubicBezTo>
                  <a:cubicBezTo>
                    <a:pt x="13727" y="4023"/>
                    <a:pt x="13724" y="4023"/>
                    <a:pt x="13720" y="4023"/>
                  </a:cubicBezTo>
                  <a:cubicBezTo>
                    <a:pt x="13676" y="4023"/>
                    <a:pt x="13637" y="4052"/>
                    <a:pt x="13633" y="4098"/>
                  </a:cubicBezTo>
                  <a:cubicBezTo>
                    <a:pt x="13623" y="4146"/>
                    <a:pt x="13657" y="4191"/>
                    <a:pt x="13706" y="4200"/>
                  </a:cubicBezTo>
                  <a:cubicBezTo>
                    <a:pt x="13911" y="4225"/>
                    <a:pt x="14343" y="4480"/>
                    <a:pt x="14549" y="4602"/>
                  </a:cubicBezTo>
                  <a:lnTo>
                    <a:pt x="14593" y="4631"/>
                  </a:lnTo>
                  <a:cubicBezTo>
                    <a:pt x="15141" y="4955"/>
                    <a:pt x="15381" y="5557"/>
                    <a:pt x="15597" y="6203"/>
                  </a:cubicBezTo>
                  <a:cubicBezTo>
                    <a:pt x="15719" y="6562"/>
                    <a:pt x="15729" y="7444"/>
                    <a:pt x="15582" y="7516"/>
                  </a:cubicBezTo>
                  <a:cubicBezTo>
                    <a:pt x="15580" y="7518"/>
                    <a:pt x="15577" y="7518"/>
                    <a:pt x="15574" y="7518"/>
                  </a:cubicBezTo>
                  <a:cubicBezTo>
                    <a:pt x="15550" y="7518"/>
                    <a:pt x="15488" y="7485"/>
                    <a:pt x="15381" y="7335"/>
                  </a:cubicBezTo>
                  <a:cubicBezTo>
                    <a:pt x="15283" y="7198"/>
                    <a:pt x="15225" y="6929"/>
                    <a:pt x="15161" y="6650"/>
                  </a:cubicBezTo>
                  <a:cubicBezTo>
                    <a:pt x="15087" y="6311"/>
                    <a:pt x="15009" y="5959"/>
                    <a:pt x="14852" y="5748"/>
                  </a:cubicBezTo>
                  <a:cubicBezTo>
                    <a:pt x="14625" y="5444"/>
                    <a:pt x="14178" y="4966"/>
                    <a:pt x="13594" y="4966"/>
                  </a:cubicBezTo>
                  <a:cubicBezTo>
                    <a:pt x="13549" y="4966"/>
                    <a:pt x="13503" y="4969"/>
                    <a:pt x="13456" y="4975"/>
                  </a:cubicBezTo>
                  <a:lnTo>
                    <a:pt x="13452" y="4975"/>
                  </a:lnTo>
                  <a:cubicBezTo>
                    <a:pt x="13436" y="4963"/>
                    <a:pt x="13418" y="4958"/>
                    <a:pt x="13400" y="4958"/>
                  </a:cubicBezTo>
                  <a:cubicBezTo>
                    <a:pt x="13373" y="4958"/>
                    <a:pt x="13347" y="4970"/>
                    <a:pt x="13329" y="4994"/>
                  </a:cubicBezTo>
                  <a:cubicBezTo>
                    <a:pt x="13314" y="5023"/>
                    <a:pt x="13314" y="5052"/>
                    <a:pt x="13324" y="5082"/>
                  </a:cubicBezTo>
                  <a:lnTo>
                    <a:pt x="13324" y="5086"/>
                  </a:lnTo>
                  <a:cubicBezTo>
                    <a:pt x="13324" y="5092"/>
                    <a:pt x="13329" y="5092"/>
                    <a:pt x="13329" y="5097"/>
                  </a:cubicBezTo>
                  <a:cubicBezTo>
                    <a:pt x="13339" y="5131"/>
                    <a:pt x="13368" y="5151"/>
                    <a:pt x="13402" y="5156"/>
                  </a:cubicBezTo>
                  <a:cubicBezTo>
                    <a:pt x="13755" y="5425"/>
                    <a:pt x="14035" y="5866"/>
                    <a:pt x="14221" y="6184"/>
                  </a:cubicBezTo>
                  <a:cubicBezTo>
                    <a:pt x="14406" y="6512"/>
                    <a:pt x="14711" y="7125"/>
                    <a:pt x="14632" y="7566"/>
                  </a:cubicBezTo>
                  <a:cubicBezTo>
                    <a:pt x="14593" y="7810"/>
                    <a:pt x="14514" y="7898"/>
                    <a:pt x="14460" y="7898"/>
                  </a:cubicBezTo>
                  <a:cubicBezTo>
                    <a:pt x="14459" y="7899"/>
                    <a:pt x="14458" y="7899"/>
                    <a:pt x="14457" y="7899"/>
                  </a:cubicBezTo>
                  <a:cubicBezTo>
                    <a:pt x="14344" y="7899"/>
                    <a:pt x="14166" y="7675"/>
                    <a:pt x="14094" y="7369"/>
                  </a:cubicBezTo>
                  <a:cubicBezTo>
                    <a:pt x="13907" y="6610"/>
                    <a:pt x="13393" y="5660"/>
                    <a:pt x="12688" y="5366"/>
                  </a:cubicBezTo>
                  <a:cubicBezTo>
                    <a:pt x="12541" y="5305"/>
                    <a:pt x="12394" y="5275"/>
                    <a:pt x="12248" y="5275"/>
                  </a:cubicBezTo>
                  <a:cubicBezTo>
                    <a:pt x="12076" y="5275"/>
                    <a:pt x="11904" y="5316"/>
                    <a:pt x="11732" y="5396"/>
                  </a:cubicBezTo>
                  <a:cubicBezTo>
                    <a:pt x="11720" y="5390"/>
                    <a:pt x="11708" y="5387"/>
                    <a:pt x="11696" y="5387"/>
                  </a:cubicBezTo>
                  <a:cubicBezTo>
                    <a:pt x="11676" y="5387"/>
                    <a:pt x="11657" y="5394"/>
                    <a:pt x="11639" y="5405"/>
                  </a:cubicBezTo>
                  <a:cubicBezTo>
                    <a:pt x="11061" y="5846"/>
                    <a:pt x="11257" y="6331"/>
                    <a:pt x="11443" y="6797"/>
                  </a:cubicBezTo>
                  <a:cubicBezTo>
                    <a:pt x="11458" y="6826"/>
                    <a:pt x="11467" y="6856"/>
                    <a:pt x="11478" y="6885"/>
                  </a:cubicBezTo>
                  <a:cubicBezTo>
                    <a:pt x="11517" y="6997"/>
                    <a:pt x="11555" y="7096"/>
                    <a:pt x="11693" y="7188"/>
                  </a:cubicBezTo>
                  <a:cubicBezTo>
                    <a:pt x="11874" y="7315"/>
                    <a:pt x="12016" y="7326"/>
                    <a:pt x="12143" y="7331"/>
                  </a:cubicBezTo>
                  <a:cubicBezTo>
                    <a:pt x="12217" y="7335"/>
                    <a:pt x="12286" y="7340"/>
                    <a:pt x="12364" y="7369"/>
                  </a:cubicBezTo>
                  <a:cubicBezTo>
                    <a:pt x="12511" y="7424"/>
                    <a:pt x="12614" y="7566"/>
                    <a:pt x="12609" y="7713"/>
                  </a:cubicBezTo>
                  <a:cubicBezTo>
                    <a:pt x="12604" y="7874"/>
                    <a:pt x="12467" y="8011"/>
                    <a:pt x="12231" y="8080"/>
                  </a:cubicBezTo>
                  <a:cubicBezTo>
                    <a:pt x="12198" y="8089"/>
                    <a:pt x="12159" y="8094"/>
                    <a:pt x="12116" y="8094"/>
                  </a:cubicBezTo>
                  <a:cubicBezTo>
                    <a:pt x="11807" y="8094"/>
                    <a:pt x="11274" y="7869"/>
                    <a:pt x="11046" y="7727"/>
                  </a:cubicBezTo>
                  <a:cubicBezTo>
                    <a:pt x="10816" y="7585"/>
                    <a:pt x="10664" y="7345"/>
                    <a:pt x="10502" y="7096"/>
                  </a:cubicBezTo>
                  <a:cubicBezTo>
                    <a:pt x="10346" y="6856"/>
                    <a:pt x="10189" y="6610"/>
                    <a:pt x="9954" y="6449"/>
                  </a:cubicBezTo>
                  <a:cubicBezTo>
                    <a:pt x="9950" y="6404"/>
                    <a:pt x="9914" y="6365"/>
                    <a:pt x="9866" y="6365"/>
                  </a:cubicBezTo>
                  <a:cubicBezTo>
                    <a:pt x="9327" y="6356"/>
                    <a:pt x="8774" y="6169"/>
                    <a:pt x="8239" y="5988"/>
                  </a:cubicBezTo>
                  <a:cubicBezTo>
                    <a:pt x="8004" y="5905"/>
                    <a:pt x="7755" y="5821"/>
                    <a:pt x="7520" y="5758"/>
                  </a:cubicBezTo>
                  <a:cubicBezTo>
                    <a:pt x="6961" y="5606"/>
                    <a:pt x="6383" y="5474"/>
                    <a:pt x="5829" y="5351"/>
                  </a:cubicBezTo>
                  <a:cubicBezTo>
                    <a:pt x="5501" y="5278"/>
                    <a:pt x="5164" y="5204"/>
                    <a:pt x="4836" y="5122"/>
                  </a:cubicBezTo>
                  <a:cubicBezTo>
                    <a:pt x="4203" y="4969"/>
                    <a:pt x="3561" y="4710"/>
                    <a:pt x="2944" y="4460"/>
                  </a:cubicBezTo>
                  <a:cubicBezTo>
                    <a:pt x="2695" y="4362"/>
                    <a:pt x="2440" y="4254"/>
                    <a:pt x="2185" y="4161"/>
                  </a:cubicBezTo>
                  <a:cubicBezTo>
                    <a:pt x="1832" y="4028"/>
                    <a:pt x="1509" y="3823"/>
                    <a:pt x="1191" y="3628"/>
                  </a:cubicBezTo>
                  <a:cubicBezTo>
                    <a:pt x="898" y="3441"/>
                    <a:pt x="593" y="3255"/>
                    <a:pt x="270" y="3123"/>
                  </a:cubicBezTo>
                  <a:cubicBezTo>
                    <a:pt x="172" y="2771"/>
                    <a:pt x="461" y="2172"/>
                    <a:pt x="672" y="1731"/>
                  </a:cubicBezTo>
                  <a:cubicBezTo>
                    <a:pt x="745" y="1580"/>
                    <a:pt x="814" y="1437"/>
                    <a:pt x="858" y="1320"/>
                  </a:cubicBezTo>
                  <a:cubicBezTo>
                    <a:pt x="975" y="1031"/>
                    <a:pt x="1133" y="801"/>
                    <a:pt x="1294" y="556"/>
                  </a:cubicBezTo>
                  <a:cubicBezTo>
                    <a:pt x="1368" y="453"/>
                    <a:pt x="1441" y="341"/>
                    <a:pt x="1509" y="228"/>
                  </a:cubicBezTo>
                  <a:close/>
                  <a:moveTo>
                    <a:pt x="1491" y="0"/>
                  </a:moveTo>
                  <a:cubicBezTo>
                    <a:pt x="1462" y="0"/>
                    <a:pt x="1432" y="15"/>
                    <a:pt x="1416" y="42"/>
                  </a:cubicBezTo>
                  <a:lnTo>
                    <a:pt x="1411" y="47"/>
                  </a:lnTo>
                  <a:cubicBezTo>
                    <a:pt x="1402" y="61"/>
                    <a:pt x="1391" y="71"/>
                    <a:pt x="1382" y="85"/>
                  </a:cubicBezTo>
                  <a:lnTo>
                    <a:pt x="1382" y="96"/>
                  </a:lnTo>
                  <a:cubicBezTo>
                    <a:pt x="1309" y="223"/>
                    <a:pt x="1226" y="341"/>
                    <a:pt x="1147" y="458"/>
                  </a:cubicBezTo>
                  <a:cubicBezTo>
                    <a:pt x="986" y="698"/>
                    <a:pt x="819" y="948"/>
                    <a:pt x="697" y="1256"/>
                  </a:cubicBezTo>
                  <a:cubicBezTo>
                    <a:pt x="652" y="1369"/>
                    <a:pt x="584" y="1507"/>
                    <a:pt x="515" y="1654"/>
                  </a:cubicBezTo>
                  <a:cubicBezTo>
                    <a:pt x="285" y="2133"/>
                    <a:pt x="1" y="2716"/>
                    <a:pt x="89" y="3133"/>
                  </a:cubicBezTo>
                  <a:cubicBezTo>
                    <a:pt x="89" y="3137"/>
                    <a:pt x="84" y="3142"/>
                    <a:pt x="84" y="3147"/>
                  </a:cubicBezTo>
                  <a:cubicBezTo>
                    <a:pt x="75" y="3167"/>
                    <a:pt x="75" y="3187"/>
                    <a:pt x="84" y="3201"/>
                  </a:cubicBezTo>
                  <a:cubicBezTo>
                    <a:pt x="89" y="3230"/>
                    <a:pt x="109" y="3250"/>
                    <a:pt x="133" y="3260"/>
                  </a:cubicBezTo>
                  <a:cubicBezTo>
                    <a:pt x="466" y="3382"/>
                    <a:pt x="774" y="3573"/>
                    <a:pt x="1097" y="3774"/>
                  </a:cubicBezTo>
                  <a:cubicBezTo>
                    <a:pt x="1421" y="3980"/>
                    <a:pt x="1755" y="4186"/>
                    <a:pt x="2126" y="4328"/>
                  </a:cubicBezTo>
                  <a:cubicBezTo>
                    <a:pt x="2372" y="4421"/>
                    <a:pt x="2632" y="4523"/>
                    <a:pt x="2881" y="4627"/>
                  </a:cubicBezTo>
                  <a:cubicBezTo>
                    <a:pt x="3503" y="4876"/>
                    <a:pt x="4149" y="5141"/>
                    <a:pt x="4796" y="5292"/>
                  </a:cubicBezTo>
                  <a:cubicBezTo>
                    <a:pt x="5124" y="5376"/>
                    <a:pt x="5462" y="5450"/>
                    <a:pt x="5790" y="5523"/>
                  </a:cubicBezTo>
                  <a:cubicBezTo>
                    <a:pt x="6344" y="5645"/>
                    <a:pt x="6917" y="5778"/>
                    <a:pt x="7475" y="5929"/>
                  </a:cubicBezTo>
                  <a:cubicBezTo>
                    <a:pt x="7705" y="5993"/>
                    <a:pt x="7936" y="6072"/>
                    <a:pt x="8186" y="6155"/>
                  </a:cubicBezTo>
                  <a:cubicBezTo>
                    <a:pt x="8705" y="6331"/>
                    <a:pt x="9238" y="6512"/>
                    <a:pt x="9778" y="6537"/>
                  </a:cubicBezTo>
                  <a:cubicBezTo>
                    <a:pt x="9787" y="6547"/>
                    <a:pt x="9792" y="6556"/>
                    <a:pt x="9803" y="6562"/>
                  </a:cubicBezTo>
                  <a:cubicBezTo>
                    <a:pt x="10038" y="6698"/>
                    <a:pt x="10189" y="6938"/>
                    <a:pt x="10350" y="7188"/>
                  </a:cubicBezTo>
                  <a:cubicBezTo>
                    <a:pt x="10517" y="7448"/>
                    <a:pt x="10689" y="7713"/>
                    <a:pt x="10954" y="7878"/>
                  </a:cubicBezTo>
                  <a:cubicBezTo>
                    <a:pt x="11139" y="7993"/>
                    <a:pt x="11717" y="8269"/>
                    <a:pt x="12111" y="8269"/>
                  </a:cubicBezTo>
                  <a:cubicBezTo>
                    <a:pt x="12173" y="8269"/>
                    <a:pt x="12230" y="8262"/>
                    <a:pt x="12281" y="8246"/>
                  </a:cubicBezTo>
                  <a:cubicBezTo>
                    <a:pt x="12722" y="8119"/>
                    <a:pt x="12780" y="7835"/>
                    <a:pt x="12785" y="7717"/>
                  </a:cubicBezTo>
                  <a:cubicBezTo>
                    <a:pt x="12790" y="7492"/>
                    <a:pt x="12643" y="7281"/>
                    <a:pt x="12428" y="7203"/>
                  </a:cubicBezTo>
                  <a:cubicBezTo>
                    <a:pt x="12320" y="7164"/>
                    <a:pt x="12231" y="7159"/>
                    <a:pt x="12154" y="7154"/>
                  </a:cubicBezTo>
                  <a:cubicBezTo>
                    <a:pt x="12036" y="7150"/>
                    <a:pt x="11938" y="7144"/>
                    <a:pt x="11791" y="7046"/>
                  </a:cubicBezTo>
                  <a:cubicBezTo>
                    <a:pt x="11702" y="6983"/>
                    <a:pt x="11678" y="6929"/>
                    <a:pt x="11644" y="6820"/>
                  </a:cubicBezTo>
                  <a:cubicBezTo>
                    <a:pt x="11630" y="6797"/>
                    <a:pt x="11619" y="6762"/>
                    <a:pt x="11610" y="6732"/>
                  </a:cubicBezTo>
                  <a:cubicBezTo>
                    <a:pt x="11413" y="6253"/>
                    <a:pt x="11316" y="5945"/>
                    <a:pt x="11639" y="5635"/>
                  </a:cubicBezTo>
                  <a:cubicBezTo>
                    <a:pt x="11654" y="5635"/>
                    <a:pt x="11668" y="5631"/>
                    <a:pt x="11678" y="5626"/>
                  </a:cubicBezTo>
                  <a:cubicBezTo>
                    <a:pt x="11868" y="5512"/>
                    <a:pt x="12057" y="5453"/>
                    <a:pt x="12244" y="5453"/>
                  </a:cubicBezTo>
                  <a:cubicBezTo>
                    <a:pt x="12369" y="5453"/>
                    <a:pt x="12494" y="5480"/>
                    <a:pt x="12618" y="5533"/>
                  </a:cubicBezTo>
                  <a:cubicBezTo>
                    <a:pt x="13265" y="5802"/>
                    <a:pt x="13750" y="6693"/>
                    <a:pt x="13922" y="7414"/>
                  </a:cubicBezTo>
                  <a:cubicBezTo>
                    <a:pt x="14004" y="7738"/>
                    <a:pt x="14215" y="8075"/>
                    <a:pt x="14455" y="8075"/>
                  </a:cubicBezTo>
                  <a:cubicBezTo>
                    <a:pt x="14458" y="8075"/>
                    <a:pt x="14462" y="8075"/>
                    <a:pt x="14465" y="8075"/>
                  </a:cubicBezTo>
                  <a:cubicBezTo>
                    <a:pt x="14583" y="8070"/>
                    <a:pt x="14740" y="7987"/>
                    <a:pt x="14808" y="7595"/>
                  </a:cubicBezTo>
                  <a:cubicBezTo>
                    <a:pt x="14887" y="7125"/>
                    <a:pt x="14612" y="6522"/>
                    <a:pt x="14372" y="6096"/>
                  </a:cubicBezTo>
                  <a:cubicBezTo>
                    <a:pt x="14205" y="5812"/>
                    <a:pt x="13965" y="5430"/>
                    <a:pt x="13662" y="5145"/>
                  </a:cubicBezTo>
                  <a:lnTo>
                    <a:pt x="13662" y="5145"/>
                  </a:lnTo>
                  <a:cubicBezTo>
                    <a:pt x="14142" y="5180"/>
                    <a:pt x="14514" y="5586"/>
                    <a:pt x="14711" y="5851"/>
                  </a:cubicBezTo>
                  <a:cubicBezTo>
                    <a:pt x="14847" y="6038"/>
                    <a:pt x="14916" y="6365"/>
                    <a:pt x="14989" y="6684"/>
                  </a:cubicBezTo>
                  <a:cubicBezTo>
                    <a:pt x="15058" y="6987"/>
                    <a:pt x="15122" y="7272"/>
                    <a:pt x="15240" y="7438"/>
                  </a:cubicBezTo>
                  <a:cubicBezTo>
                    <a:pt x="15289" y="7504"/>
                    <a:pt x="15425" y="7695"/>
                    <a:pt x="15578" y="7695"/>
                  </a:cubicBezTo>
                  <a:cubicBezTo>
                    <a:pt x="15607" y="7695"/>
                    <a:pt x="15636" y="7688"/>
                    <a:pt x="15665" y="7673"/>
                  </a:cubicBezTo>
                  <a:cubicBezTo>
                    <a:pt x="15964" y="7521"/>
                    <a:pt x="15866" y="6449"/>
                    <a:pt x="15769" y="6150"/>
                  </a:cubicBezTo>
                  <a:lnTo>
                    <a:pt x="15763" y="6144"/>
                  </a:lnTo>
                  <a:cubicBezTo>
                    <a:pt x="15538" y="5469"/>
                    <a:pt x="15283" y="4833"/>
                    <a:pt x="14681" y="4480"/>
                  </a:cubicBezTo>
                  <a:lnTo>
                    <a:pt x="14637" y="4450"/>
                  </a:lnTo>
                  <a:cubicBezTo>
                    <a:pt x="14485" y="4362"/>
                    <a:pt x="14329" y="4269"/>
                    <a:pt x="14182" y="4195"/>
                  </a:cubicBezTo>
                  <a:cubicBezTo>
                    <a:pt x="14239" y="4182"/>
                    <a:pt x="14294" y="4176"/>
                    <a:pt x="14349" y="4176"/>
                  </a:cubicBezTo>
                  <a:cubicBezTo>
                    <a:pt x="14921" y="4176"/>
                    <a:pt x="15393" y="4832"/>
                    <a:pt x="15719" y="5287"/>
                  </a:cubicBezTo>
                  <a:cubicBezTo>
                    <a:pt x="15910" y="5557"/>
                    <a:pt x="16018" y="5699"/>
                    <a:pt x="16121" y="5744"/>
                  </a:cubicBezTo>
                  <a:cubicBezTo>
                    <a:pt x="16133" y="5748"/>
                    <a:pt x="16145" y="5751"/>
                    <a:pt x="16157" y="5751"/>
                  </a:cubicBezTo>
                  <a:cubicBezTo>
                    <a:pt x="16169" y="5751"/>
                    <a:pt x="16180" y="5748"/>
                    <a:pt x="16190" y="5744"/>
                  </a:cubicBezTo>
                  <a:cubicBezTo>
                    <a:pt x="16371" y="5670"/>
                    <a:pt x="16474" y="5538"/>
                    <a:pt x="16498" y="5362"/>
                  </a:cubicBezTo>
                  <a:cubicBezTo>
                    <a:pt x="16572" y="4788"/>
                    <a:pt x="15739" y="3872"/>
                    <a:pt x="15410" y="3617"/>
                  </a:cubicBezTo>
                  <a:cubicBezTo>
                    <a:pt x="15015" y="3311"/>
                    <a:pt x="14379" y="3043"/>
                    <a:pt x="13759" y="3043"/>
                  </a:cubicBezTo>
                  <a:cubicBezTo>
                    <a:pt x="13704" y="3043"/>
                    <a:pt x="13649" y="3045"/>
                    <a:pt x="13594" y="3049"/>
                  </a:cubicBezTo>
                  <a:cubicBezTo>
                    <a:pt x="13653" y="3029"/>
                    <a:pt x="13721" y="3015"/>
                    <a:pt x="13814" y="3000"/>
                  </a:cubicBezTo>
                  <a:cubicBezTo>
                    <a:pt x="13853" y="2990"/>
                    <a:pt x="13897" y="2981"/>
                    <a:pt x="13936" y="2976"/>
                  </a:cubicBezTo>
                  <a:cubicBezTo>
                    <a:pt x="14485" y="2859"/>
                    <a:pt x="14770" y="2819"/>
                    <a:pt x="15259" y="2805"/>
                  </a:cubicBezTo>
                  <a:cubicBezTo>
                    <a:pt x="15602" y="2794"/>
                    <a:pt x="15636" y="2613"/>
                    <a:pt x="15641" y="2554"/>
                  </a:cubicBezTo>
                  <a:cubicBezTo>
                    <a:pt x="15656" y="2339"/>
                    <a:pt x="15376" y="2133"/>
                    <a:pt x="14994" y="2075"/>
                  </a:cubicBezTo>
                  <a:cubicBezTo>
                    <a:pt x="14774" y="2041"/>
                    <a:pt x="14538" y="2025"/>
                    <a:pt x="14293" y="2025"/>
                  </a:cubicBezTo>
                  <a:cubicBezTo>
                    <a:pt x="12823" y="2025"/>
                    <a:pt x="11011" y="2596"/>
                    <a:pt x="10214" y="3343"/>
                  </a:cubicBezTo>
                  <a:cubicBezTo>
                    <a:pt x="8304" y="2805"/>
                    <a:pt x="6687" y="2129"/>
                    <a:pt x="4983" y="1413"/>
                  </a:cubicBezTo>
                  <a:cubicBezTo>
                    <a:pt x="3900" y="962"/>
                    <a:pt x="2783" y="497"/>
                    <a:pt x="1574" y="61"/>
                  </a:cubicBezTo>
                  <a:cubicBezTo>
                    <a:pt x="1568" y="42"/>
                    <a:pt x="1554" y="22"/>
                    <a:pt x="1534" y="13"/>
                  </a:cubicBezTo>
                  <a:cubicBezTo>
                    <a:pt x="1520" y="4"/>
                    <a:pt x="1506" y="0"/>
                    <a:pt x="1491"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7" name="Google Shape;4920;p59">
              <a:extLst>
                <a:ext uri="{FF2B5EF4-FFF2-40B4-BE49-F238E27FC236}">
                  <a16:creationId xmlns:a16="http://schemas.microsoft.com/office/drawing/2014/main" id="{4D6A3DF0-8D7A-4573-EF00-5EFEA4FA5D71}"/>
                </a:ext>
              </a:extLst>
            </p:cNvPr>
            <p:cNvSpPr/>
            <p:nvPr/>
          </p:nvSpPr>
          <p:spPr>
            <a:xfrm>
              <a:off x="4141850" y="2922875"/>
              <a:ext cx="405350" cy="196675"/>
            </a:xfrm>
            <a:custGeom>
              <a:avLst/>
              <a:gdLst/>
              <a:ahLst/>
              <a:cxnLst/>
              <a:rect l="l" t="t" r="r" b="b"/>
              <a:pathLst>
                <a:path w="16214" h="7867" extrusionOk="0">
                  <a:moveTo>
                    <a:pt x="3224" y="1503"/>
                  </a:moveTo>
                  <a:cubicBezTo>
                    <a:pt x="3230" y="1503"/>
                    <a:pt x="3236" y="1503"/>
                    <a:pt x="3242" y="1504"/>
                  </a:cubicBezTo>
                  <a:cubicBezTo>
                    <a:pt x="3380" y="1529"/>
                    <a:pt x="3527" y="1568"/>
                    <a:pt x="3665" y="1612"/>
                  </a:cubicBezTo>
                  <a:cubicBezTo>
                    <a:pt x="3708" y="1627"/>
                    <a:pt x="3733" y="1676"/>
                    <a:pt x="3717" y="1721"/>
                  </a:cubicBezTo>
                  <a:cubicBezTo>
                    <a:pt x="3706" y="1760"/>
                    <a:pt x="3671" y="1783"/>
                    <a:pt x="3635" y="1783"/>
                  </a:cubicBezTo>
                  <a:cubicBezTo>
                    <a:pt x="3627" y="1783"/>
                    <a:pt x="3619" y="1782"/>
                    <a:pt x="3610" y="1779"/>
                  </a:cubicBezTo>
                  <a:cubicBezTo>
                    <a:pt x="3478" y="1739"/>
                    <a:pt x="3341" y="1701"/>
                    <a:pt x="3208" y="1676"/>
                  </a:cubicBezTo>
                  <a:cubicBezTo>
                    <a:pt x="3174" y="1667"/>
                    <a:pt x="3150" y="1647"/>
                    <a:pt x="3140" y="1617"/>
                  </a:cubicBezTo>
                  <a:cubicBezTo>
                    <a:pt x="3136" y="1603"/>
                    <a:pt x="3136" y="1588"/>
                    <a:pt x="3140" y="1574"/>
                  </a:cubicBezTo>
                  <a:cubicBezTo>
                    <a:pt x="3144" y="1530"/>
                    <a:pt x="3183" y="1503"/>
                    <a:pt x="3224" y="1503"/>
                  </a:cubicBezTo>
                  <a:close/>
                  <a:moveTo>
                    <a:pt x="4879" y="1949"/>
                  </a:moveTo>
                  <a:cubicBezTo>
                    <a:pt x="4882" y="1949"/>
                    <a:pt x="4885" y="1950"/>
                    <a:pt x="4888" y="1950"/>
                  </a:cubicBezTo>
                  <a:cubicBezTo>
                    <a:pt x="5040" y="1975"/>
                    <a:pt x="5178" y="2029"/>
                    <a:pt x="5295" y="2112"/>
                  </a:cubicBezTo>
                  <a:cubicBezTo>
                    <a:pt x="5340" y="2141"/>
                    <a:pt x="5349" y="2196"/>
                    <a:pt x="5320" y="2234"/>
                  </a:cubicBezTo>
                  <a:cubicBezTo>
                    <a:pt x="5301" y="2259"/>
                    <a:pt x="5272" y="2272"/>
                    <a:pt x="5244" y="2272"/>
                  </a:cubicBezTo>
                  <a:cubicBezTo>
                    <a:pt x="5228" y="2272"/>
                    <a:pt x="5212" y="2268"/>
                    <a:pt x="5198" y="2259"/>
                  </a:cubicBezTo>
                  <a:cubicBezTo>
                    <a:pt x="5099" y="2191"/>
                    <a:pt x="4987" y="2141"/>
                    <a:pt x="4864" y="2126"/>
                  </a:cubicBezTo>
                  <a:cubicBezTo>
                    <a:pt x="4830" y="2121"/>
                    <a:pt x="4805" y="2097"/>
                    <a:pt x="4791" y="2067"/>
                  </a:cubicBezTo>
                  <a:cubicBezTo>
                    <a:pt x="4791" y="2053"/>
                    <a:pt x="4786" y="2038"/>
                    <a:pt x="4791" y="2024"/>
                  </a:cubicBezTo>
                  <a:cubicBezTo>
                    <a:pt x="4795" y="1982"/>
                    <a:pt x="4835" y="1949"/>
                    <a:pt x="4879" y="1949"/>
                  </a:cubicBezTo>
                  <a:close/>
                  <a:moveTo>
                    <a:pt x="2381" y="2370"/>
                  </a:moveTo>
                  <a:cubicBezTo>
                    <a:pt x="2387" y="2370"/>
                    <a:pt x="2394" y="2370"/>
                    <a:pt x="2401" y="2372"/>
                  </a:cubicBezTo>
                  <a:lnTo>
                    <a:pt x="2601" y="2411"/>
                  </a:lnTo>
                  <a:cubicBezTo>
                    <a:pt x="2650" y="2420"/>
                    <a:pt x="2679" y="2469"/>
                    <a:pt x="2670" y="2519"/>
                  </a:cubicBezTo>
                  <a:cubicBezTo>
                    <a:pt x="2661" y="2557"/>
                    <a:pt x="2626" y="2584"/>
                    <a:pt x="2585" y="2584"/>
                  </a:cubicBezTo>
                  <a:cubicBezTo>
                    <a:pt x="2579" y="2584"/>
                    <a:pt x="2573" y="2584"/>
                    <a:pt x="2567" y="2582"/>
                  </a:cubicBezTo>
                  <a:lnTo>
                    <a:pt x="2366" y="2544"/>
                  </a:lnTo>
                  <a:cubicBezTo>
                    <a:pt x="2331" y="2538"/>
                    <a:pt x="2307" y="2514"/>
                    <a:pt x="2297" y="2485"/>
                  </a:cubicBezTo>
                  <a:cubicBezTo>
                    <a:pt x="2293" y="2469"/>
                    <a:pt x="2293" y="2455"/>
                    <a:pt x="2297" y="2440"/>
                  </a:cubicBezTo>
                  <a:cubicBezTo>
                    <a:pt x="2305" y="2397"/>
                    <a:pt x="2340" y="2370"/>
                    <a:pt x="2381" y="2370"/>
                  </a:cubicBezTo>
                  <a:close/>
                  <a:moveTo>
                    <a:pt x="3764" y="2477"/>
                  </a:moveTo>
                  <a:cubicBezTo>
                    <a:pt x="3770" y="2477"/>
                    <a:pt x="3776" y="2478"/>
                    <a:pt x="3782" y="2479"/>
                  </a:cubicBezTo>
                  <a:cubicBezTo>
                    <a:pt x="3854" y="2497"/>
                    <a:pt x="3932" y="2508"/>
                    <a:pt x="4007" y="2508"/>
                  </a:cubicBezTo>
                  <a:cubicBezTo>
                    <a:pt x="4034" y="2508"/>
                    <a:pt x="4060" y="2506"/>
                    <a:pt x="4085" y="2504"/>
                  </a:cubicBezTo>
                  <a:cubicBezTo>
                    <a:pt x="4088" y="2503"/>
                    <a:pt x="4091" y="2503"/>
                    <a:pt x="4094" y="2503"/>
                  </a:cubicBezTo>
                  <a:cubicBezTo>
                    <a:pt x="4139" y="2503"/>
                    <a:pt x="4178" y="2540"/>
                    <a:pt x="4178" y="2587"/>
                  </a:cubicBezTo>
                  <a:cubicBezTo>
                    <a:pt x="4183" y="2636"/>
                    <a:pt x="4149" y="2675"/>
                    <a:pt x="4100" y="2680"/>
                  </a:cubicBezTo>
                  <a:cubicBezTo>
                    <a:pt x="4070" y="2683"/>
                    <a:pt x="4040" y="2684"/>
                    <a:pt x="4009" y="2684"/>
                  </a:cubicBezTo>
                  <a:cubicBezTo>
                    <a:pt x="3920" y="2684"/>
                    <a:pt x="3830" y="2672"/>
                    <a:pt x="3742" y="2650"/>
                  </a:cubicBezTo>
                  <a:cubicBezTo>
                    <a:pt x="3708" y="2646"/>
                    <a:pt x="3688" y="2621"/>
                    <a:pt x="3679" y="2596"/>
                  </a:cubicBezTo>
                  <a:cubicBezTo>
                    <a:pt x="3674" y="2578"/>
                    <a:pt x="3674" y="2562"/>
                    <a:pt x="3674" y="2548"/>
                  </a:cubicBezTo>
                  <a:cubicBezTo>
                    <a:pt x="3686" y="2505"/>
                    <a:pt x="3722" y="2477"/>
                    <a:pt x="3764" y="2477"/>
                  </a:cubicBezTo>
                  <a:close/>
                  <a:moveTo>
                    <a:pt x="4740" y="2852"/>
                  </a:moveTo>
                  <a:cubicBezTo>
                    <a:pt x="4779" y="2852"/>
                    <a:pt x="4813" y="2875"/>
                    <a:pt x="4825" y="2910"/>
                  </a:cubicBezTo>
                  <a:cubicBezTo>
                    <a:pt x="4845" y="2955"/>
                    <a:pt x="4820" y="3008"/>
                    <a:pt x="4775" y="3023"/>
                  </a:cubicBezTo>
                  <a:cubicBezTo>
                    <a:pt x="4722" y="3044"/>
                    <a:pt x="4673" y="3054"/>
                    <a:pt x="4618" y="3054"/>
                  </a:cubicBezTo>
                  <a:cubicBezTo>
                    <a:pt x="4607" y="3054"/>
                    <a:pt x="4596" y="3053"/>
                    <a:pt x="4585" y="3053"/>
                  </a:cubicBezTo>
                  <a:cubicBezTo>
                    <a:pt x="4551" y="3053"/>
                    <a:pt x="4522" y="3028"/>
                    <a:pt x="4506" y="2994"/>
                  </a:cubicBezTo>
                  <a:cubicBezTo>
                    <a:pt x="4506" y="2984"/>
                    <a:pt x="4502" y="2974"/>
                    <a:pt x="4502" y="2960"/>
                  </a:cubicBezTo>
                  <a:cubicBezTo>
                    <a:pt x="4506" y="2910"/>
                    <a:pt x="4546" y="2876"/>
                    <a:pt x="4594" y="2876"/>
                  </a:cubicBezTo>
                  <a:cubicBezTo>
                    <a:pt x="4601" y="2877"/>
                    <a:pt x="4609" y="2877"/>
                    <a:pt x="4616" y="2877"/>
                  </a:cubicBezTo>
                  <a:cubicBezTo>
                    <a:pt x="4649" y="2877"/>
                    <a:pt x="4684" y="2869"/>
                    <a:pt x="4712" y="2856"/>
                  </a:cubicBezTo>
                  <a:cubicBezTo>
                    <a:pt x="4721" y="2854"/>
                    <a:pt x="4731" y="2852"/>
                    <a:pt x="4740" y="2852"/>
                  </a:cubicBezTo>
                  <a:close/>
                  <a:moveTo>
                    <a:pt x="5851" y="2784"/>
                  </a:moveTo>
                  <a:cubicBezTo>
                    <a:pt x="5860" y="2784"/>
                    <a:pt x="5869" y="2785"/>
                    <a:pt x="5878" y="2788"/>
                  </a:cubicBezTo>
                  <a:cubicBezTo>
                    <a:pt x="5971" y="2822"/>
                    <a:pt x="6069" y="2856"/>
                    <a:pt x="6152" y="2886"/>
                  </a:cubicBezTo>
                  <a:cubicBezTo>
                    <a:pt x="6201" y="2906"/>
                    <a:pt x="6221" y="2955"/>
                    <a:pt x="6206" y="2998"/>
                  </a:cubicBezTo>
                  <a:cubicBezTo>
                    <a:pt x="6191" y="3036"/>
                    <a:pt x="6159" y="3060"/>
                    <a:pt x="6125" y="3060"/>
                  </a:cubicBezTo>
                  <a:cubicBezTo>
                    <a:pt x="6115" y="3060"/>
                    <a:pt x="6104" y="3057"/>
                    <a:pt x="6093" y="3053"/>
                  </a:cubicBezTo>
                  <a:cubicBezTo>
                    <a:pt x="6010" y="3023"/>
                    <a:pt x="5912" y="2989"/>
                    <a:pt x="5819" y="2955"/>
                  </a:cubicBezTo>
                  <a:cubicBezTo>
                    <a:pt x="5795" y="2944"/>
                    <a:pt x="5775" y="2926"/>
                    <a:pt x="5765" y="2901"/>
                  </a:cubicBezTo>
                  <a:cubicBezTo>
                    <a:pt x="5761" y="2881"/>
                    <a:pt x="5761" y="2861"/>
                    <a:pt x="5765" y="2842"/>
                  </a:cubicBezTo>
                  <a:cubicBezTo>
                    <a:pt x="5781" y="2806"/>
                    <a:pt x="5815" y="2784"/>
                    <a:pt x="5851" y="2784"/>
                  </a:cubicBezTo>
                  <a:close/>
                  <a:moveTo>
                    <a:pt x="7242" y="2944"/>
                  </a:moveTo>
                  <a:cubicBezTo>
                    <a:pt x="7245" y="2944"/>
                    <a:pt x="7247" y="2944"/>
                    <a:pt x="7250" y="2944"/>
                  </a:cubicBezTo>
                  <a:cubicBezTo>
                    <a:pt x="7397" y="2949"/>
                    <a:pt x="7549" y="3003"/>
                    <a:pt x="7656" y="3082"/>
                  </a:cubicBezTo>
                  <a:cubicBezTo>
                    <a:pt x="7696" y="3111"/>
                    <a:pt x="7705" y="3165"/>
                    <a:pt x="7680" y="3204"/>
                  </a:cubicBezTo>
                  <a:cubicBezTo>
                    <a:pt x="7662" y="3228"/>
                    <a:pt x="7635" y="3241"/>
                    <a:pt x="7607" y="3241"/>
                  </a:cubicBezTo>
                  <a:cubicBezTo>
                    <a:pt x="7589" y="3241"/>
                    <a:pt x="7570" y="3236"/>
                    <a:pt x="7553" y="3224"/>
                  </a:cubicBezTo>
                  <a:cubicBezTo>
                    <a:pt x="7470" y="3165"/>
                    <a:pt x="7352" y="3125"/>
                    <a:pt x="7240" y="3121"/>
                  </a:cubicBezTo>
                  <a:cubicBezTo>
                    <a:pt x="7201" y="3116"/>
                    <a:pt x="7171" y="3091"/>
                    <a:pt x="7162" y="3057"/>
                  </a:cubicBezTo>
                  <a:cubicBezTo>
                    <a:pt x="7156" y="3048"/>
                    <a:pt x="7156" y="3037"/>
                    <a:pt x="7156" y="3028"/>
                  </a:cubicBezTo>
                  <a:cubicBezTo>
                    <a:pt x="7156" y="2981"/>
                    <a:pt x="7196" y="2944"/>
                    <a:pt x="7242" y="2944"/>
                  </a:cubicBezTo>
                  <a:close/>
                  <a:moveTo>
                    <a:pt x="2710" y="3522"/>
                  </a:moveTo>
                  <a:cubicBezTo>
                    <a:pt x="2713" y="3522"/>
                    <a:pt x="2715" y="3523"/>
                    <a:pt x="2718" y="3523"/>
                  </a:cubicBezTo>
                  <a:cubicBezTo>
                    <a:pt x="2775" y="3531"/>
                    <a:pt x="2830" y="3534"/>
                    <a:pt x="2886" y="3534"/>
                  </a:cubicBezTo>
                  <a:cubicBezTo>
                    <a:pt x="2931" y="3534"/>
                    <a:pt x="2976" y="3532"/>
                    <a:pt x="3023" y="3527"/>
                  </a:cubicBezTo>
                  <a:cubicBezTo>
                    <a:pt x="3028" y="3526"/>
                    <a:pt x="3033" y="3526"/>
                    <a:pt x="3039" y="3526"/>
                  </a:cubicBezTo>
                  <a:cubicBezTo>
                    <a:pt x="3080" y="3526"/>
                    <a:pt x="3116" y="3558"/>
                    <a:pt x="3120" y="3602"/>
                  </a:cubicBezTo>
                  <a:cubicBezTo>
                    <a:pt x="3125" y="3650"/>
                    <a:pt x="3091" y="3694"/>
                    <a:pt x="3041" y="3699"/>
                  </a:cubicBezTo>
                  <a:cubicBezTo>
                    <a:pt x="2986" y="3706"/>
                    <a:pt x="2928" y="3710"/>
                    <a:pt x="2871" y="3710"/>
                  </a:cubicBezTo>
                  <a:cubicBezTo>
                    <a:pt x="2813" y="3710"/>
                    <a:pt x="2756" y="3706"/>
                    <a:pt x="2699" y="3699"/>
                  </a:cubicBezTo>
                  <a:cubicBezTo>
                    <a:pt x="2665" y="3694"/>
                    <a:pt x="2636" y="3670"/>
                    <a:pt x="2625" y="3640"/>
                  </a:cubicBezTo>
                  <a:cubicBezTo>
                    <a:pt x="2621" y="3625"/>
                    <a:pt x="2621" y="3616"/>
                    <a:pt x="2621" y="3602"/>
                  </a:cubicBezTo>
                  <a:cubicBezTo>
                    <a:pt x="2629" y="3555"/>
                    <a:pt x="2669" y="3522"/>
                    <a:pt x="2710" y="3522"/>
                  </a:cubicBezTo>
                  <a:close/>
                  <a:moveTo>
                    <a:pt x="6558" y="3465"/>
                  </a:moveTo>
                  <a:cubicBezTo>
                    <a:pt x="6567" y="3465"/>
                    <a:pt x="6575" y="3466"/>
                    <a:pt x="6584" y="3469"/>
                  </a:cubicBezTo>
                  <a:cubicBezTo>
                    <a:pt x="6647" y="3489"/>
                    <a:pt x="6715" y="3518"/>
                    <a:pt x="6780" y="3547"/>
                  </a:cubicBezTo>
                  <a:cubicBezTo>
                    <a:pt x="6823" y="3566"/>
                    <a:pt x="6843" y="3620"/>
                    <a:pt x="6819" y="3665"/>
                  </a:cubicBezTo>
                  <a:cubicBezTo>
                    <a:pt x="6805" y="3696"/>
                    <a:pt x="6774" y="3715"/>
                    <a:pt x="6742" y="3715"/>
                  </a:cubicBezTo>
                  <a:cubicBezTo>
                    <a:pt x="6728" y="3715"/>
                    <a:pt x="6714" y="3711"/>
                    <a:pt x="6701" y="3704"/>
                  </a:cubicBezTo>
                  <a:cubicBezTo>
                    <a:pt x="6647" y="3679"/>
                    <a:pt x="6588" y="3654"/>
                    <a:pt x="6529" y="3636"/>
                  </a:cubicBezTo>
                  <a:cubicBezTo>
                    <a:pt x="6505" y="3631"/>
                    <a:pt x="6480" y="3606"/>
                    <a:pt x="6471" y="3582"/>
                  </a:cubicBezTo>
                  <a:cubicBezTo>
                    <a:pt x="6466" y="3562"/>
                    <a:pt x="6466" y="3547"/>
                    <a:pt x="6471" y="3527"/>
                  </a:cubicBezTo>
                  <a:cubicBezTo>
                    <a:pt x="6483" y="3491"/>
                    <a:pt x="6519" y="3465"/>
                    <a:pt x="6558" y="3465"/>
                  </a:cubicBezTo>
                  <a:close/>
                  <a:moveTo>
                    <a:pt x="8734" y="3715"/>
                  </a:moveTo>
                  <a:cubicBezTo>
                    <a:pt x="8744" y="3715"/>
                    <a:pt x="8753" y="3716"/>
                    <a:pt x="8763" y="3719"/>
                  </a:cubicBezTo>
                  <a:cubicBezTo>
                    <a:pt x="8831" y="3743"/>
                    <a:pt x="8910" y="3763"/>
                    <a:pt x="8984" y="3772"/>
                  </a:cubicBezTo>
                  <a:cubicBezTo>
                    <a:pt x="9028" y="3783"/>
                    <a:pt x="9062" y="3826"/>
                    <a:pt x="9057" y="3875"/>
                  </a:cubicBezTo>
                  <a:cubicBezTo>
                    <a:pt x="9048" y="3916"/>
                    <a:pt x="9009" y="3949"/>
                    <a:pt x="8965" y="3949"/>
                  </a:cubicBezTo>
                  <a:cubicBezTo>
                    <a:pt x="8962" y="3949"/>
                    <a:pt x="8958" y="3949"/>
                    <a:pt x="8955" y="3948"/>
                  </a:cubicBezTo>
                  <a:cubicBezTo>
                    <a:pt x="8876" y="3934"/>
                    <a:pt x="8788" y="3914"/>
                    <a:pt x="8704" y="3885"/>
                  </a:cubicBezTo>
                  <a:cubicBezTo>
                    <a:pt x="8680" y="3875"/>
                    <a:pt x="8661" y="3855"/>
                    <a:pt x="8650" y="3831"/>
                  </a:cubicBezTo>
                  <a:cubicBezTo>
                    <a:pt x="8646" y="3812"/>
                    <a:pt x="8646" y="3792"/>
                    <a:pt x="8650" y="3778"/>
                  </a:cubicBezTo>
                  <a:cubicBezTo>
                    <a:pt x="8662" y="3738"/>
                    <a:pt x="8696" y="3715"/>
                    <a:pt x="8734" y="3715"/>
                  </a:cubicBezTo>
                  <a:close/>
                  <a:moveTo>
                    <a:pt x="11821" y="3797"/>
                  </a:moveTo>
                  <a:cubicBezTo>
                    <a:pt x="11859" y="3797"/>
                    <a:pt x="11896" y="3820"/>
                    <a:pt x="11908" y="3855"/>
                  </a:cubicBezTo>
                  <a:cubicBezTo>
                    <a:pt x="11923" y="3905"/>
                    <a:pt x="11898" y="3954"/>
                    <a:pt x="11849" y="3968"/>
                  </a:cubicBezTo>
                  <a:lnTo>
                    <a:pt x="11365" y="4131"/>
                  </a:lnTo>
                  <a:cubicBezTo>
                    <a:pt x="11356" y="4133"/>
                    <a:pt x="11348" y="4135"/>
                    <a:pt x="11339" y="4135"/>
                  </a:cubicBezTo>
                  <a:cubicBezTo>
                    <a:pt x="11303" y="4135"/>
                    <a:pt x="11268" y="4111"/>
                    <a:pt x="11257" y="4072"/>
                  </a:cubicBezTo>
                  <a:cubicBezTo>
                    <a:pt x="11241" y="4027"/>
                    <a:pt x="11266" y="3978"/>
                    <a:pt x="11311" y="3964"/>
                  </a:cubicBezTo>
                  <a:lnTo>
                    <a:pt x="11795" y="3801"/>
                  </a:lnTo>
                  <a:cubicBezTo>
                    <a:pt x="11803" y="3799"/>
                    <a:pt x="11812" y="3797"/>
                    <a:pt x="11821" y="3797"/>
                  </a:cubicBezTo>
                  <a:close/>
                  <a:moveTo>
                    <a:pt x="5191" y="4050"/>
                  </a:moveTo>
                  <a:cubicBezTo>
                    <a:pt x="5198" y="4050"/>
                    <a:pt x="5205" y="4050"/>
                    <a:pt x="5212" y="4052"/>
                  </a:cubicBezTo>
                  <a:cubicBezTo>
                    <a:pt x="5304" y="4072"/>
                    <a:pt x="5393" y="4101"/>
                    <a:pt x="5481" y="4125"/>
                  </a:cubicBezTo>
                  <a:cubicBezTo>
                    <a:pt x="5530" y="4140"/>
                    <a:pt x="5555" y="4189"/>
                    <a:pt x="5540" y="4238"/>
                  </a:cubicBezTo>
                  <a:cubicBezTo>
                    <a:pt x="5528" y="4273"/>
                    <a:pt x="5495" y="4296"/>
                    <a:pt x="5459" y="4296"/>
                  </a:cubicBezTo>
                  <a:cubicBezTo>
                    <a:pt x="5450" y="4296"/>
                    <a:pt x="5441" y="4295"/>
                    <a:pt x="5433" y="4292"/>
                  </a:cubicBezTo>
                  <a:cubicBezTo>
                    <a:pt x="5344" y="4267"/>
                    <a:pt x="5261" y="4242"/>
                    <a:pt x="5173" y="4223"/>
                  </a:cubicBezTo>
                  <a:cubicBezTo>
                    <a:pt x="5139" y="4213"/>
                    <a:pt x="5119" y="4194"/>
                    <a:pt x="5109" y="4165"/>
                  </a:cubicBezTo>
                  <a:cubicBezTo>
                    <a:pt x="5105" y="4149"/>
                    <a:pt x="5105" y="4135"/>
                    <a:pt x="5105" y="4115"/>
                  </a:cubicBezTo>
                  <a:cubicBezTo>
                    <a:pt x="5117" y="4073"/>
                    <a:pt x="5151" y="4050"/>
                    <a:pt x="5191" y="4050"/>
                  </a:cubicBezTo>
                  <a:close/>
                  <a:moveTo>
                    <a:pt x="7475" y="4131"/>
                  </a:moveTo>
                  <a:cubicBezTo>
                    <a:pt x="7513" y="4131"/>
                    <a:pt x="7547" y="4154"/>
                    <a:pt x="7558" y="4189"/>
                  </a:cubicBezTo>
                  <a:cubicBezTo>
                    <a:pt x="7573" y="4238"/>
                    <a:pt x="7549" y="4287"/>
                    <a:pt x="7499" y="4301"/>
                  </a:cubicBezTo>
                  <a:lnTo>
                    <a:pt x="7431" y="4326"/>
                  </a:lnTo>
                  <a:cubicBezTo>
                    <a:pt x="7421" y="4329"/>
                    <a:pt x="7412" y="4330"/>
                    <a:pt x="7402" y="4330"/>
                  </a:cubicBezTo>
                  <a:cubicBezTo>
                    <a:pt x="7364" y="4330"/>
                    <a:pt x="7330" y="4307"/>
                    <a:pt x="7318" y="4267"/>
                  </a:cubicBezTo>
                  <a:cubicBezTo>
                    <a:pt x="7303" y="4223"/>
                    <a:pt x="7328" y="4174"/>
                    <a:pt x="7372" y="4160"/>
                  </a:cubicBezTo>
                  <a:lnTo>
                    <a:pt x="7445" y="4135"/>
                  </a:lnTo>
                  <a:cubicBezTo>
                    <a:pt x="7455" y="4132"/>
                    <a:pt x="7465" y="4131"/>
                    <a:pt x="7475" y="4131"/>
                  </a:cubicBezTo>
                  <a:close/>
                  <a:moveTo>
                    <a:pt x="8390" y="4203"/>
                  </a:moveTo>
                  <a:cubicBezTo>
                    <a:pt x="8489" y="4213"/>
                    <a:pt x="8587" y="4223"/>
                    <a:pt x="8690" y="4248"/>
                  </a:cubicBezTo>
                  <a:cubicBezTo>
                    <a:pt x="8734" y="4262"/>
                    <a:pt x="8763" y="4307"/>
                    <a:pt x="8754" y="4355"/>
                  </a:cubicBezTo>
                  <a:cubicBezTo>
                    <a:pt x="8745" y="4392"/>
                    <a:pt x="8710" y="4422"/>
                    <a:pt x="8670" y="4422"/>
                  </a:cubicBezTo>
                  <a:cubicBezTo>
                    <a:pt x="8662" y="4422"/>
                    <a:pt x="8654" y="4421"/>
                    <a:pt x="8646" y="4419"/>
                  </a:cubicBezTo>
                  <a:cubicBezTo>
                    <a:pt x="8557" y="4400"/>
                    <a:pt x="8469" y="4385"/>
                    <a:pt x="8381" y="4380"/>
                  </a:cubicBezTo>
                  <a:cubicBezTo>
                    <a:pt x="8342" y="4380"/>
                    <a:pt x="8313" y="4355"/>
                    <a:pt x="8302" y="4321"/>
                  </a:cubicBezTo>
                  <a:cubicBezTo>
                    <a:pt x="8298" y="4312"/>
                    <a:pt x="8298" y="4301"/>
                    <a:pt x="8298" y="4287"/>
                  </a:cubicBezTo>
                  <a:cubicBezTo>
                    <a:pt x="8298" y="4238"/>
                    <a:pt x="8342" y="4203"/>
                    <a:pt x="8390" y="4203"/>
                  </a:cubicBezTo>
                  <a:close/>
                  <a:moveTo>
                    <a:pt x="11654" y="4168"/>
                  </a:moveTo>
                  <a:cubicBezTo>
                    <a:pt x="11664" y="4168"/>
                    <a:pt x="11673" y="4169"/>
                    <a:pt x="11682" y="4169"/>
                  </a:cubicBezTo>
                  <a:cubicBezTo>
                    <a:pt x="11731" y="4174"/>
                    <a:pt x="11766" y="4213"/>
                    <a:pt x="11766" y="4262"/>
                  </a:cubicBezTo>
                  <a:cubicBezTo>
                    <a:pt x="11761" y="4309"/>
                    <a:pt x="11722" y="4346"/>
                    <a:pt x="11676" y="4346"/>
                  </a:cubicBezTo>
                  <a:cubicBezTo>
                    <a:pt x="11673" y="4346"/>
                    <a:pt x="11671" y="4346"/>
                    <a:pt x="11668" y="4346"/>
                  </a:cubicBezTo>
                  <a:cubicBezTo>
                    <a:pt x="11664" y="4345"/>
                    <a:pt x="11660" y="4345"/>
                    <a:pt x="11656" y="4345"/>
                  </a:cubicBezTo>
                  <a:cubicBezTo>
                    <a:pt x="11589" y="4345"/>
                    <a:pt x="11471" y="4379"/>
                    <a:pt x="11388" y="4439"/>
                  </a:cubicBezTo>
                  <a:cubicBezTo>
                    <a:pt x="11373" y="4450"/>
                    <a:pt x="11355" y="4456"/>
                    <a:pt x="11337" y="4456"/>
                  </a:cubicBezTo>
                  <a:cubicBezTo>
                    <a:pt x="11310" y="4456"/>
                    <a:pt x="11284" y="4443"/>
                    <a:pt x="11266" y="4419"/>
                  </a:cubicBezTo>
                  <a:cubicBezTo>
                    <a:pt x="11261" y="4414"/>
                    <a:pt x="11257" y="4404"/>
                    <a:pt x="11252" y="4395"/>
                  </a:cubicBezTo>
                  <a:cubicBezTo>
                    <a:pt x="11241" y="4360"/>
                    <a:pt x="11252" y="4321"/>
                    <a:pt x="11286" y="4296"/>
                  </a:cubicBezTo>
                  <a:cubicBezTo>
                    <a:pt x="11390" y="4219"/>
                    <a:pt x="11539" y="4168"/>
                    <a:pt x="11654" y="4168"/>
                  </a:cubicBezTo>
                  <a:close/>
                  <a:moveTo>
                    <a:pt x="6922" y="4661"/>
                  </a:moveTo>
                  <a:cubicBezTo>
                    <a:pt x="6938" y="4661"/>
                    <a:pt x="6955" y="4665"/>
                    <a:pt x="6970" y="4674"/>
                  </a:cubicBezTo>
                  <a:cubicBezTo>
                    <a:pt x="7029" y="4708"/>
                    <a:pt x="7103" y="4732"/>
                    <a:pt x="7176" y="4742"/>
                  </a:cubicBezTo>
                  <a:cubicBezTo>
                    <a:pt x="7225" y="4748"/>
                    <a:pt x="7259" y="4791"/>
                    <a:pt x="7255" y="4841"/>
                  </a:cubicBezTo>
                  <a:cubicBezTo>
                    <a:pt x="7250" y="4885"/>
                    <a:pt x="7212" y="4919"/>
                    <a:pt x="7167" y="4919"/>
                  </a:cubicBezTo>
                  <a:cubicBezTo>
                    <a:pt x="7163" y="4919"/>
                    <a:pt x="7160" y="4919"/>
                    <a:pt x="7156" y="4918"/>
                  </a:cubicBezTo>
                  <a:cubicBezTo>
                    <a:pt x="7058" y="4904"/>
                    <a:pt x="6956" y="4870"/>
                    <a:pt x="6877" y="4825"/>
                  </a:cubicBezTo>
                  <a:cubicBezTo>
                    <a:pt x="6857" y="4811"/>
                    <a:pt x="6848" y="4796"/>
                    <a:pt x="6839" y="4777"/>
                  </a:cubicBezTo>
                  <a:cubicBezTo>
                    <a:pt x="6833" y="4752"/>
                    <a:pt x="6833" y="4723"/>
                    <a:pt x="6848" y="4703"/>
                  </a:cubicBezTo>
                  <a:cubicBezTo>
                    <a:pt x="6864" y="4675"/>
                    <a:pt x="6892" y="4661"/>
                    <a:pt x="6922" y="4661"/>
                  </a:cubicBezTo>
                  <a:close/>
                  <a:moveTo>
                    <a:pt x="8248" y="4928"/>
                  </a:moveTo>
                  <a:cubicBezTo>
                    <a:pt x="8296" y="4928"/>
                    <a:pt x="8340" y="4933"/>
                    <a:pt x="8376" y="4943"/>
                  </a:cubicBezTo>
                  <a:cubicBezTo>
                    <a:pt x="8426" y="4953"/>
                    <a:pt x="8455" y="5002"/>
                    <a:pt x="8444" y="5046"/>
                  </a:cubicBezTo>
                  <a:cubicBezTo>
                    <a:pt x="8436" y="5089"/>
                    <a:pt x="8397" y="5116"/>
                    <a:pt x="8356" y="5116"/>
                  </a:cubicBezTo>
                  <a:cubicBezTo>
                    <a:pt x="8350" y="5116"/>
                    <a:pt x="8344" y="5116"/>
                    <a:pt x="8338" y="5115"/>
                  </a:cubicBezTo>
                  <a:cubicBezTo>
                    <a:pt x="8314" y="5109"/>
                    <a:pt x="8283" y="5106"/>
                    <a:pt x="8250" y="5106"/>
                  </a:cubicBezTo>
                  <a:cubicBezTo>
                    <a:pt x="8198" y="5106"/>
                    <a:pt x="8140" y="5113"/>
                    <a:pt x="8092" y="5124"/>
                  </a:cubicBezTo>
                  <a:cubicBezTo>
                    <a:pt x="8083" y="5127"/>
                    <a:pt x="8074" y="5128"/>
                    <a:pt x="8065" y="5128"/>
                  </a:cubicBezTo>
                  <a:cubicBezTo>
                    <a:pt x="8030" y="5128"/>
                    <a:pt x="7996" y="5106"/>
                    <a:pt x="7985" y="5071"/>
                  </a:cubicBezTo>
                  <a:lnTo>
                    <a:pt x="7985" y="5065"/>
                  </a:lnTo>
                  <a:cubicBezTo>
                    <a:pt x="7970" y="5022"/>
                    <a:pt x="7994" y="4972"/>
                    <a:pt x="8044" y="4958"/>
                  </a:cubicBezTo>
                  <a:cubicBezTo>
                    <a:pt x="8107" y="4938"/>
                    <a:pt x="8180" y="4928"/>
                    <a:pt x="8248" y="4928"/>
                  </a:cubicBezTo>
                  <a:close/>
                  <a:moveTo>
                    <a:pt x="10596" y="5437"/>
                  </a:moveTo>
                  <a:cubicBezTo>
                    <a:pt x="10599" y="5437"/>
                    <a:pt x="10602" y="5438"/>
                    <a:pt x="10605" y="5438"/>
                  </a:cubicBezTo>
                  <a:cubicBezTo>
                    <a:pt x="10653" y="5447"/>
                    <a:pt x="10683" y="5492"/>
                    <a:pt x="10678" y="5541"/>
                  </a:cubicBezTo>
                  <a:cubicBezTo>
                    <a:pt x="10664" y="5639"/>
                    <a:pt x="10590" y="5718"/>
                    <a:pt x="10488" y="5732"/>
                  </a:cubicBezTo>
                  <a:cubicBezTo>
                    <a:pt x="10481" y="5733"/>
                    <a:pt x="10475" y="5734"/>
                    <a:pt x="10468" y="5734"/>
                  </a:cubicBezTo>
                  <a:cubicBezTo>
                    <a:pt x="10431" y="5734"/>
                    <a:pt x="10397" y="5711"/>
                    <a:pt x="10384" y="5673"/>
                  </a:cubicBezTo>
                  <a:lnTo>
                    <a:pt x="10384" y="5664"/>
                  </a:lnTo>
                  <a:cubicBezTo>
                    <a:pt x="10375" y="5614"/>
                    <a:pt x="10404" y="5571"/>
                    <a:pt x="10454" y="5560"/>
                  </a:cubicBezTo>
                  <a:cubicBezTo>
                    <a:pt x="10492" y="5555"/>
                    <a:pt x="10502" y="5531"/>
                    <a:pt x="10502" y="5512"/>
                  </a:cubicBezTo>
                  <a:cubicBezTo>
                    <a:pt x="10512" y="5470"/>
                    <a:pt x="10551" y="5437"/>
                    <a:pt x="10596" y="5437"/>
                  </a:cubicBezTo>
                  <a:close/>
                  <a:moveTo>
                    <a:pt x="10739" y="5955"/>
                  </a:moveTo>
                  <a:cubicBezTo>
                    <a:pt x="10754" y="5955"/>
                    <a:pt x="10768" y="5959"/>
                    <a:pt x="10782" y="5967"/>
                  </a:cubicBezTo>
                  <a:cubicBezTo>
                    <a:pt x="10825" y="5996"/>
                    <a:pt x="10836" y="6050"/>
                    <a:pt x="10811" y="6089"/>
                  </a:cubicBezTo>
                  <a:cubicBezTo>
                    <a:pt x="10752" y="6182"/>
                    <a:pt x="10644" y="6241"/>
                    <a:pt x="10517" y="6261"/>
                  </a:cubicBezTo>
                  <a:cubicBezTo>
                    <a:pt x="10514" y="6261"/>
                    <a:pt x="10511" y="6261"/>
                    <a:pt x="10507" y="6261"/>
                  </a:cubicBezTo>
                  <a:cubicBezTo>
                    <a:pt x="10471" y="6261"/>
                    <a:pt x="10437" y="6238"/>
                    <a:pt x="10424" y="6202"/>
                  </a:cubicBezTo>
                  <a:cubicBezTo>
                    <a:pt x="10424" y="6197"/>
                    <a:pt x="10424" y="6188"/>
                    <a:pt x="10418" y="6182"/>
                  </a:cubicBezTo>
                  <a:cubicBezTo>
                    <a:pt x="10414" y="6134"/>
                    <a:pt x="10448" y="6089"/>
                    <a:pt x="10497" y="6084"/>
                  </a:cubicBezTo>
                  <a:cubicBezTo>
                    <a:pt x="10571" y="6075"/>
                    <a:pt x="10630" y="6041"/>
                    <a:pt x="10659" y="5996"/>
                  </a:cubicBezTo>
                  <a:cubicBezTo>
                    <a:pt x="10679" y="5970"/>
                    <a:pt x="10709" y="5955"/>
                    <a:pt x="10739" y="5955"/>
                  </a:cubicBezTo>
                  <a:close/>
                  <a:moveTo>
                    <a:pt x="1337" y="1"/>
                  </a:moveTo>
                  <a:cubicBezTo>
                    <a:pt x="1269" y="114"/>
                    <a:pt x="1196" y="226"/>
                    <a:pt x="1122" y="329"/>
                  </a:cubicBezTo>
                  <a:cubicBezTo>
                    <a:pt x="961" y="574"/>
                    <a:pt x="803" y="804"/>
                    <a:pt x="686" y="1093"/>
                  </a:cubicBezTo>
                  <a:cubicBezTo>
                    <a:pt x="642" y="1210"/>
                    <a:pt x="573" y="1353"/>
                    <a:pt x="500" y="1504"/>
                  </a:cubicBezTo>
                  <a:cubicBezTo>
                    <a:pt x="289" y="1945"/>
                    <a:pt x="0" y="2544"/>
                    <a:pt x="98" y="2896"/>
                  </a:cubicBezTo>
                  <a:cubicBezTo>
                    <a:pt x="421" y="3028"/>
                    <a:pt x="726" y="3214"/>
                    <a:pt x="1019" y="3401"/>
                  </a:cubicBezTo>
                  <a:cubicBezTo>
                    <a:pt x="1337" y="3596"/>
                    <a:pt x="1660" y="3801"/>
                    <a:pt x="2013" y="3934"/>
                  </a:cubicBezTo>
                  <a:cubicBezTo>
                    <a:pt x="2268" y="4027"/>
                    <a:pt x="2523" y="4135"/>
                    <a:pt x="2772" y="4233"/>
                  </a:cubicBezTo>
                  <a:cubicBezTo>
                    <a:pt x="3389" y="4483"/>
                    <a:pt x="4031" y="4742"/>
                    <a:pt x="4664" y="4895"/>
                  </a:cubicBezTo>
                  <a:cubicBezTo>
                    <a:pt x="4992" y="4977"/>
                    <a:pt x="5329" y="5051"/>
                    <a:pt x="5657" y="5124"/>
                  </a:cubicBezTo>
                  <a:cubicBezTo>
                    <a:pt x="6211" y="5247"/>
                    <a:pt x="6789" y="5379"/>
                    <a:pt x="7348" y="5531"/>
                  </a:cubicBezTo>
                  <a:cubicBezTo>
                    <a:pt x="7583" y="5594"/>
                    <a:pt x="7832" y="5678"/>
                    <a:pt x="8067" y="5761"/>
                  </a:cubicBezTo>
                  <a:cubicBezTo>
                    <a:pt x="8602" y="5942"/>
                    <a:pt x="9155" y="6129"/>
                    <a:pt x="9694" y="6138"/>
                  </a:cubicBezTo>
                  <a:cubicBezTo>
                    <a:pt x="9742" y="6138"/>
                    <a:pt x="9778" y="6177"/>
                    <a:pt x="9782" y="6222"/>
                  </a:cubicBezTo>
                  <a:cubicBezTo>
                    <a:pt x="10017" y="6383"/>
                    <a:pt x="10174" y="6629"/>
                    <a:pt x="10330" y="6869"/>
                  </a:cubicBezTo>
                  <a:cubicBezTo>
                    <a:pt x="10492" y="7118"/>
                    <a:pt x="10644" y="7358"/>
                    <a:pt x="10874" y="7500"/>
                  </a:cubicBezTo>
                  <a:cubicBezTo>
                    <a:pt x="11102" y="7642"/>
                    <a:pt x="11635" y="7867"/>
                    <a:pt x="11944" y="7867"/>
                  </a:cubicBezTo>
                  <a:cubicBezTo>
                    <a:pt x="11987" y="7867"/>
                    <a:pt x="12026" y="7862"/>
                    <a:pt x="12059" y="7853"/>
                  </a:cubicBezTo>
                  <a:cubicBezTo>
                    <a:pt x="12295" y="7784"/>
                    <a:pt x="12432" y="7647"/>
                    <a:pt x="12437" y="7486"/>
                  </a:cubicBezTo>
                  <a:cubicBezTo>
                    <a:pt x="12442" y="7339"/>
                    <a:pt x="12339" y="7197"/>
                    <a:pt x="12192" y="7142"/>
                  </a:cubicBezTo>
                  <a:cubicBezTo>
                    <a:pt x="12114" y="7113"/>
                    <a:pt x="12045" y="7108"/>
                    <a:pt x="11971" y="7104"/>
                  </a:cubicBezTo>
                  <a:cubicBezTo>
                    <a:pt x="11844" y="7099"/>
                    <a:pt x="11702" y="7088"/>
                    <a:pt x="11521" y="6961"/>
                  </a:cubicBezTo>
                  <a:cubicBezTo>
                    <a:pt x="11383" y="6869"/>
                    <a:pt x="11345" y="6770"/>
                    <a:pt x="11306" y="6658"/>
                  </a:cubicBezTo>
                  <a:cubicBezTo>
                    <a:pt x="11295" y="6629"/>
                    <a:pt x="11286" y="6599"/>
                    <a:pt x="11271" y="6570"/>
                  </a:cubicBezTo>
                  <a:cubicBezTo>
                    <a:pt x="11085" y="6104"/>
                    <a:pt x="10889" y="5619"/>
                    <a:pt x="11467" y="5178"/>
                  </a:cubicBezTo>
                  <a:cubicBezTo>
                    <a:pt x="11485" y="5167"/>
                    <a:pt x="11504" y="5160"/>
                    <a:pt x="11524" y="5160"/>
                  </a:cubicBezTo>
                  <a:cubicBezTo>
                    <a:pt x="11536" y="5160"/>
                    <a:pt x="11548" y="5163"/>
                    <a:pt x="11560" y="5169"/>
                  </a:cubicBezTo>
                  <a:cubicBezTo>
                    <a:pt x="11732" y="5089"/>
                    <a:pt x="11904" y="5048"/>
                    <a:pt x="12076" y="5048"/>
                  </a:cubicBezTo>
                  <a:cubicBezTo>
                    <a:pt x="12222" y="5048"/>
                    <a:pt x="12369" y="5078"/>
                    <a:pt x="12516" y="5139"/>
                  </a:cubicBezTo>
                  <a:cubicBezTo>
                    <a:pt x="13221" y="5433"/>
                    <a:pt x="13735" y="6383"/>
                    <a:pt x="13922" y="7142"/>
                  </a:cubicBezTo>
                  <a:cubicBezTo>
                    <a:pt x="13994" y="7448"/>
                    <a:pt x="14172" y="7672"/>
                    <a:pt x="14285" y="7672"/>
                  </a:cubicBezTo>
                  <a:cubicBezTo>
                    <a:pt x="14286" y="7672"/>
                    <a:pt x="14287" y="7672"/>
                    <a:pt x="14288" y="7671"/>
                  </a:cubicBezTo>
                  <a:cubicBezTo>
                    <a:pt x="14342" y="7671"/>
                    <a:pt x="14421" y="7583"/>
                    <a:pt x="14460" y="7339"/>
                  </a:cubicBezTo>
                  <a:cubicBezTo>
                    <a:pt x="14539" y="6898"/>
                    <a:pt x="14234" y="6285"/>
                    <a:pt x="14049" y="5957"/>
                  </a:cubicBezTo>
                  <a:cubicBezTo>
                    <a:pt x="13863" y="5639"/>
                    <a:pt x="13583" y="5198"/>
                    <a:pt x="13230" y="4929"/>
                  </a:cubicBezTo>
                  <a:cubicBezTo>
                    <a:pt x="13196" y="4924"/>
                    <a:pt x="13167" y="4904"/>
                    <a:pt x="13157" y="4870"/>
                  </a:cubicBezTo>
                  <a:cubicBezTo>
                    <a:pt x="13157" y="4865"/>
                    <a:pt x="13152" y="4865"/>
                    <a:pt x="13152" y="4859"/>
                  </a:cubicBezTo>
                  <a:lnTo>
                    <a:pt x="13152" y="4855"/>
                  </a:lnTo>
                  <a:cubicBezTo>
                    <a:pt x="13142" y="4825"/>
                    <a:pt x="13142" y="4796"/>
                    <a:pt x="13157" y="4767"/>
                  </a:cubicBezTo>
                  <a:cubicBezTo>
                    <a:pt x="13175" y="4743"/>
                    <a:pt x="13201" y="4731"/>
                    <a:pt x="13228" y="4731"/>
                  </a:cubicBezTo>
                  <a:cubicBezTo>
                    <a:pt x="13246" y="4731"/>
                    <a:pt x="13264" y="4736"/>
                    <a:pt x="13280" y="4748"/>
                  </a:cubicBezTo>
                  <a:lnTo>
                    <a:pt x="13284" y="4748"/>
                  </a:lnTo>
                  <a:cubicBezTo>
                    <a:pt x="13331" y="4742"/>
                    <a:pt x="13377" y="4739"/>
                    <a:pt x="13422" y="4739"/>
                  </a:cubicBezTo>
                  <a:cubicBezTo>
                    <a:pt x="14006" y="4739"/>
                    <a:pt x="14453" y="5217"/>
                    <a:pt x="14680" y="5521"/>
                  </a:cubicBezTo>
                  <a:cubicBezTo>
                    <a:pt x="14837" y="5732"/>
                    <a:pt x="14915" y="6084"/>
                    <a:pt x="14989" y="6423"/>
                  </a:cubicBezTo>
                  <a:cubicBezTo>
                    <a:pt x="15053" y="6702"/>
                    <a:pt x="15111" y="6971"/>
                    <a:pt x="15209" y="7108"/>
                  </a:cubicBezTo>
                  <a:cubicBezTo>
                    <a:pt x="15316" y="7258"/>
                    <a:pt x="15378" y="7291"/>
                    <a:pt x="15402" y="7291"/>
                  </a:cubicBezTo>
                  <a:cubicBezTo>
                    <a:pt x="15405" y="7291"/>
                    <a:pt x="15408" y="7291"/>
                    <a:pt x="15410" y="7289"/>
                  </a:cubicBezTo>
                  <a:cubicBezTo>
                    <a:pt x="15557" y="7217"/>
                    <a:pt x="15547" y="6335"/>
                    <a:pt x="15425" y="5976"/>
                  </a:cubicBezTo>
                  <a:cubicBezTo>
                    <a:pt x="15209" y="5330"/>
                    <a:pt x="14969" y="4728"/>
                    <a:pt x="14421" y="4404"/>
                  </a:cubicBezTo>
                  <a:lnTo>
                    <a:pt x="14377" y="4375"/>
                  </a:lnTo>
                  <a:cubicBezTo>
                    <a:pt x="14171" y="4253"/>
                    <a:pt x="13739" y="3998"/>
                    <a:pt x="13534" y="3973"/>
                  </a:cubicBezTo>
                  <a:cubicBezTo>
                    <a:pt x="13485" y="3964"/>
                    <a:pt x="13451" y="3919"/>
                    <a:pt x="13461" y="3871"/>
                  </a:cubicBezTo>
                  <a:cubicBezTo>
                    <a:pt x="13465" y="3825"/>
                    <a:pt x="13504" y="3796"/>
                    <a:pt x="13548" y="3796"/>
                  </a:cubicBezTo>
                  <a:cubicBezTo>
                    <a:pt x="13552" y="3796"/>
                    <a:pt x="13555" y="3796"/>
                    <a:pt x="13558" y="3797"/>
                  </a:cubicBezTo>
                  <a:cubicBezTo>
                    <a:pt x="13622" y="3807"/>
                    <a:pt x="13705" y="3831"/>
                    <a:pt x="13793" y="3871"/>
                  </a:cubicBezTo>
                  <a:cubicBezTo>
                    <a:pt x="13804" y="3855"/>
                    <a:pt x="13818" y="3841"/>
                    <a:pt x="13833" y="3837"/>
                  </a:cubicBezTo>
                  <a:cubicBezTo>
                    <a:pt x="13954" y="3792"/>
                    <a:pt x="14069" y="3772"/>
                    <a:pt x="14181" y="3772"/>
                  </a:cubicBezTo>
                  <a:cubicBezTo>
                    <a:pt x="14837" y="3772"/>
                    <a:pt x="15342" y="4472"/>
                    <a:pt x="15690" y="4958"/>
                  </a:cubicBezTo>
                  <a:cubicBezTo>
                    <a:pt x="15803" y="5119"/>
                    <a:pt x="15920" y="5281"/>
                    <a:pt x="15988" y="5336"/>
                  </a:cubicBezTo>
                  <a:cubicBezTo>
                    <a:pt x="16086" y="5286"/>
                    <a:pt x="16140" y="5212"/>
                    <a:pt x="16149" y="5110"/>
                  </a:cubicBezTo>
                  <a:cubicBezTo>
                    <a:pt x="16214" y="4640"/>
                    <a:pt x="15455" y="3778"/>
                    <a:pt x="15136" y="3532"/>
                  </a:cubicBezTo>
                  <a:cubicBezTo>
                    <a:pt x="14759" y="3241"/>
                    <a:pt x="14170" y="2988"/>
                    <a:pt x="13588" y="2988"/>
                  </a:cubicBezTo>
                  <a:cubicBezTo>
                    <a:pt x="13475" y="2988"/>
                    <a:pt x="13362" y="2998"/>
                    <a:pt x="13250" y="3018"/>
                  </a:cubicBezTo>
                  <a:cubicBezTo>
                    <a:pt x="13249" y="3020"/>
                    <a:pt x="13247" y="3021"/>
                    <a:pt x="13245" y="3021"/>
                  </a:cubicBezTo>
                  <a:cubicBezTo>
                    <a:pt x="13242" y="3021"/>
                    <a:pt x="13238" y="3018"/>
                    <a:pt x="13235" y="3018"/>
                  </a:cubicBezTo>
                  <a:cubicBezTo>
                    <a:pt x="13220" y="3030"/>
                    <a:pt x="13201" y="3039"/>
                    <a:pt x="13181" y="3039"/>
                  </a:cubicBezTo>
                  <a:cubicBezTo>
                    <a:pt x="13176" y="3039"/>
                    <a:pt x="13172" y="3038"/>
                    <a:pt x="13167" y="3037"/>
                  </a:cubicBezTo>
                  <a:cubicBezTo>
                    <a:pt x="13117" y="3028"/>
                    <a:pt x="13088" y="2978"/>
                    <a:pt x="13099" y="2935"/>
                  </a:cubicBezTo>
                  <a:cubicBezTo>
                    <a:pt x="13152" y="2680"/>
                    <a:pt x="13393" y="2636"/>
                    <a:pt x="13608" y="2596"/>
                  </a:cubicBezTo>
                  <a:cubicBezTo>
                    <a:pt x="13651" y="2592"/>
                    <a:pt x="13691" y="2582"/>
                    <a:pt x="13730" y="2578"/>
                  </a:cubicBezTo>
                  <a:cubicBezTo>
                    <a:pt x="14284" y="2455"/>
                    <a:pt x="14587" y="2420"/>
                    <a:pt x="15082" y="2401"/>
                  </a:cubicBezTo>
                  <a:cubicBezTo>
                    <a:pt x="15224" y="2397"/>
                    <a:pt x="15292" y="2357"/>
                    <a:pt x="15292" y="2318"/>
                  </a:cubicBezTo>
                  <a:cubicBezTo>
                    <a:pt x="15297" y="2239"/>
                    <a:pt x="15136" y="2073"/>
                    <a:pt x="14793" y="2024"/>
                  </a:cubicBezTo>
                  <a:cubicBezTo>
                    <a:pt x="14577" y="1991"/>
                    <a:pt x="14346" y="1975"/>
                    <a:pt x="14106" y="1975"/>
                  </a:cubicBezTo>
                  <a:cubicBezTo>
                    <a:pt x="12596" y="1975"/>
                    <a:pt x="10717" y="2589"/>
                    <a:pt x="10036" y="3371"/>
                  </a:cubicBezTo>
                  <a:cubicBezTo>
                    <a:pt x="10020" y="3390"/>
                    <a:pt x="9996" y="3400"/>
                    <a:pt x="9972" y="3400"/>
                  </a:cubicBezTo>
                  <a:cubicBezTo>
                    <a:pt x="9952" y="3400"/>
                    <a:pt x="9932" y="3394"/>
                    <a:pt x="9914" y="3381"/>
                  </a:cubicBezTo>
                  <a:cubicBezTo>
                    <a:pt x="9900" y="3366"/>
                    <a:pt x="9895" y="3356"/>
                    <a:pt x="9889" y="3342"/>
                  </a:cubicBezTo>
                  <a:cubicBezTo>
                    <a:pt x="9880" y="3312"/>
                    <a:pt x="9885" y="3283"/>
                    <a:pt x="9905" y="3258"/>
                  </a:cubicBezTo>
                  <a:cubicBezTo>
                    <a:pt x="8024" y="2720"/>
                    <a:pt x="6427" y="2053"/>
                    <a:pt x="4741" y="1348"/>
                  </a:cubicBezTo>
                  <a:cubicBezTo>
                    <a:pt x="3665" y="898"/>
                    <a:pt x="2548" y="432"/>
                    <a:pt x="1337"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4039"/>
        <p:cNvGrpSpPr/>
        <p:nvPr/>
      </p:nvGrpSpPr>
      <p:grpSpPr>
        <a:xfrm>
          <a:off x="0" y="0"/>
          <a:ext cx="0" cy="0"/>
          <a:chOff x="0" y="0"/>
          <a:chExt cx="0" cy="0"/>
        </a:xfrm>
      </p:grpSpPr>
      <p:sp>
        <p:nvSpPr>
          <p:cNvPr id="4040" name="Google Shape;4040;p55"/>
          <p:cNvSpPr txBox="1">
            <a:spLocks noGrp="1"/>
          </p:cNvSpPr>
          <p:nvPr>
            <p:ph type="title"/>
          </p:nvPr>
        </p:nvSpPr>
        <p:spPr>
          <a:xfrm>
            <a:off x="4351472" y="3857784"/>
            <a:ext cx="4323600" cy="466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IN" dirty="0"/>
              <a:t>T</a:t>
            </a:r>
            <a:r>
              <a:rPr lang="en" dirty="0"/>
              <a:t>hank you!</a:t>
            </a:r>
            <a:endParaRPr dirty="0"/>
          </a:p>
        </p:txBody>
      </p:sp>
      <p:cxnSp>
        <p:nvCxnSpPr>
          <p:cNvPr id="4046" name="Google Shape;4046;p55"/>
          <p:cNvCxnSpPr/>
          <p:nvPr/>
        </p:nvCxnSpPr>
        <p:spPr>
          <a:xfrm>
            <a:off x="5797122" y="4457884"/>
            <a:ext cx="2877900" cy="0"/>
          </a:xfrm>
          <a:prstGeom prst="straightConnector1">
            <a:avLst/>
          </a:prstGeom>
          <a:noFill/>
          <a:ln w="9525" cap="flat" cmpd="sng">
            <a:solidFill>
              <a:schemeClr val="dk2"/>
            </a:solidFill>
            <a:prstDash val="solid"/>
            <a:round/>
            <a:headEnd type="none" w="med" len="med"/>
            <a:tailEnd type="none" w="med" len="med"/>
          </a:ln>
        </p:spPr>
      </p:cxnSp>
      <p:grpSp>
        <p:nvGrpSpPr>
          <p:cNvPr id="4049" name="Google Shape;4049;p55"/>
          <p:cNvGrpSpPr/>
          <p:nvPr/>
        </p:nvGrpSpPr>
        <p:grpSpPr>
          <a:xfrm>
            <a:off x="947736" y="1570177"/>
            <a:ext cx="1796791" cy="3565806"/>
            <a:chOff x="538850" y="2868663"/>
            <a:chExt cx="638525" cy="1222925"/>
          </a:xfrm>
        </p:grpSpPr>
        <p:sp>
          <p:nvSpPr>
            <p:cNvPr id="4050" name="Google Shape;4050;p55"/>
            <p:cNvSpPr/>
            <p:nvPr/>
          </p:nvSpPr>
          <p:spPr>
            <a:xfrm>
              <a:off x="599950" y="3817588"/>
              <a:ext cx="504900" cy="274000"/>
            </a:xfrm>
            <a:custGeom>
              <a:avLst/>
              <a:gdLst/>
              <a:ahLst/>
              <a:cxnLst/>
              <a:rect l="l" t="t" r="r" b="b"/>
              <a:pathLst>
                <a:path w="20196" h="10960" extrusionOk="0">
                  <a:moveTo>
                    <a:pt x="707" y="0"/>
                  </a:moveTo>
                  <a:cubicBezTo>
                    <a:pt x="706" y="0"/>
                    <a:pt x="706" y="1"/>
                    <a:pt x="706" y="3"/>
                  </a:cubicBezTo>
                  <a:cubicBezTo>
                    <a:pt x="702" y="3"/>
                    <a:pt x="697" y="2"/>
                    <a:pt x="693" y="2"/>
                  </a:cubicBezTo>
                  <a:cubicBezTo>
                    <a:pt x="649" y="2"/>
                    <a:pt x="612" y="30"/>
                    <a:pt x="604" y="71"/>
                  </a:cubicBezTo>
                  <a:cubicBezTo>
                    <a:pt x="10" y="2604"/>
                    <a:pt x="0" y="4636"/>
                    <a:pt x="35" y="6341"/>
                  </a:cubicBezTo>
                  <a:cubicBezTo>
                    <a:pt x="75" y="8212"/>
                    <a:pt x="285" y="9637"/>
                    <a:pt x="676" y="10710"/>
                  </a:cubicBezTo>
                  <a:cubicBezTo>
                    <a:pt x="633" y="10720"/>
                    <a:pt x="604" y="10754"/>
                    <a:pt x="604" y="10799"/>
                  </a:cubicBezTo>
                  <a:lnTo>
                    <a:pt x="604" y="10808"/>
                  </a:lnTo>
                  <a:cubicBezTo>
                    <a:pt x="608" y="10859"/>
                    <a:pt x="651" y="10892"/>
                    <a:pt x="697" y="10892"/>
                  </a:cubicBezTo>
                  <a:cubicBezTo>
                    <a:pt x="700" y="10892"/>
                    <a:pt x="703" y="10892"/>
                    <a:pt x="706" y="10891"/>
                  </a:cubicBezTo>
                  <a:cubicBezTo>
                    <a:pt x="1049" y="10854"/>
                    <a:pt x="1398" y="10839"/>
                    <a:pt x="1749" y="10839"/>
                  </a:cubicBezTo>
                  <a:cubicBezTo>
                    <a:pt x="2259" y="10839"/>
                    <a:pt x="2773" y="10870"/>
                    <a:pt x="3278" y="10901"/>
                  </a:cubicBezTo>
                  <a:cubicBezTo>
                    <a:pt x="3787" y="10930"/>
                    <a:pt x="4307" y="10960"/>
                    <a:pt x="4825" y="10960"/>
                  </a:cubicBezTo>
                  <a:cubicBezTo>
                    <a:pt x="5026" y="10960"/>
                    <a:pt x="5222" y="10955"/>
                    <a:pt x="5418" y="10946"/>
                  </a:cubicBezTo>
                  <a:cubicBezTo>
                    <a:pt x="6446" y="10891"/>
                    <a:pt x="7529" y="10842"/>
                    <a:pt x="8636" y="10808"/>
                  </a:cubicBezTo>
                  <a:cubicBezTo>
                    <a:pt x="8700" y="10803"/>
                    <a:pt x="8763" y="10803"/>
                    <a:pt x="8827" y="10803"/>
                  </a:cubicBezTo>
                  <a:cubicBezTo>
                    <a:pt x="8837" y="10740"/>
                    <a:pt x="8847" y="10681"/>
                    <a:pt x="8862" y="10618"/>
                  </a:cubicBezTo>
                  <a:cubicBezTo>
                    <a:pt x="9116" y="9212"/>
                    <a:pt x="9748" y="7507"/>
                    <a:pt x="10454" y="6336"/>
                  </a:cubicBezTo>
                  <a:cubicBezTo>
                    <a:pt x="11394" y="7546"/>
                    <a:pt x="11756" y="9094"/>
                    <a:pt x="12080" y="10466"/>
                  </a:cubicBezTo>
                  <a:cubicBezTo>
                    <a:pt x="12095" y="10514"/>
                    <a:pt x="12104" y="10559"/>
                    <a:pt x="12114" y="10607"/>
                  </a:cubicBezTo>
                  <a:cubicBezTo>
                    <a:pt x="12129" y="10672"/>
                    <a:pt x="12143" y="10730"/>
                    <a:pt x="12158" y="10794"/>
                  </a:cubicBezTo>
                  <a:cubicBezTo>
                    <a:pt x="12222" y="10794"/>
                    <a:pt x="12290" y="10799"/>
                    <a:pt x="12349" y="10799"/>
                  </a:cubicBezTo>
                  <a:cubicBezTo>
                    <a:pt x="12658" y="10803"/>
                    <a:pt x="12957" y="10813"/>
                    <a:pt x="13260" y="10823"/>
                  </a:cubicBezTo>
                  <a:cubicBezTo>
                    <a:pt x="14155" y="10849"/>
                    <a:pt x="15074" y="10875"/>
                    <a:pt x="15991" y="10875"/>
                  </a:cubicBezTo>
                  <a:cubicBezTo>
                    <a:pt x="16278" y="10875"/>
                    <a:pt x="16564" y="10873"/>
                    <a:pt x="16850" y="10867"/>
                  </a:cubicBezTo>
                  <a:cubicBezTo>
                    <a:pt x="17262" y="10862"/>
                    <a:pt x="17673" y="10799"/>
                    <a:pt x="18075" y="10740"/>
                  </a:cubicBezTo>
                  <a:cubicBezTo>
                    <a:pt x="18515" y="10675"/>
                    <a:pt x="18935" y="10614"/>
                    <a:pt x="19350" y="10614"/>
                  </a:cubicBezTo>
                  <a:cubicBezTo>
                    <a:pt x="19407" y="10614"/>
                    <a:pt x="19464" y="10615"/>
                    <a:pt x="19520" y="10618"/>
                  </a:cubicBezTo>
                  <a:cubicBezTo>
                    <a:pt x="19525" y="10632"/>
                    <a:pt x="19535" y="10652"/>
                    <a:pt x="19549" y="10666"/>
                  </a:cubicBezTo>
                  <a:cubicBezTo>
                    <a:pt x="19565" y="10681"/>
                    <a:pt x="19589" y="10686"/>
                    <a:pt x="19608" y="10686"/>
                  </a:cubicBezTo>
                  <a:cubicBezTo>
                    <a:pt x="19633" y="10686"/>
                    <a:pt x="19662" y="10676"/>
                    <a:pt x="19678" y="10656"/>
                  </a:cubicBezTo>
                  <a:cubicBezTo>
                    <a:pt x="19687" y="10647"/>
                    <a:pt x="19692" y="10636"/>
                    <a:pt x="19701" y="10627"/>
                  </a:cubicBezTo>
                  <a:cubicBezTo>
                    <a:pt x="19736" y="10583"/>
                    <a:pt x="19766" y="10525"/>
                    <a:pt x="19789" y="10451"/>
                  </a:cubicBezTo>
                  <a:cubicBezTo>
                    <a:pt x="19922" y="10113"/>
                    <a:pt x="19976" y="9525"/>
                    <a:pt x="20020" y="9035"/>
                  </a:cubicBezTo>
                  <a:cubicBezTo>
                    <a:pt x="20040" y="8868"/>
                    <a:pt x="20054" y="8712"/>
                    <a:pt x="20069" y="8594"/>
                  </a:cubicBezTo>
                  <a:cubicBezTo>
                    <a:pt x="20191" y="7668"/>
                    <a:pt x="20196" y="6698"/>
                    <a:pt x="20191" y="5866"/>
                  </a:cubicBezTo>
                  <a:cubicBezTo>
                    <a:pt x="20187" y="4930"/>
                    <a:pt x="20157" y="3985"/>
                    <a:pt x="20128" y="3069"/>
                  </a:cubicBezTo>
                  <a:cubicBezTo>
                    <a:pt x="20098" y="2104"/>
                    <a:pt x="20064" y="1100"/>
                    <a:pt x="20064" y="121"/>
                  </a:cubicBezTo>
                  <a:cubicBezTo>
                    <a:pt x="20064" y="67"/>
                    <a:pt x="20020" y="27"/>
                    <a:pt x="19971" y="27"/>
                  </a:cubicBezTo>
                  <a:cubicBezTo>
                    <a:pt x="19917" y="27"/>
                    <a:pt x="19877" y="67"/>
                    <a:pt x="19877" y="121"/>
                  </a:cubicBezTo>
                  <a:lnTo>
                    <a:pt x="19877" y="311"/>
                  </a:lnTo>
                  <a:lnTo>
                    <a:pt x="19877" y="424"/>
                  </a:lnTo>
                  <a:cubicBezTo>
                    <a:pt x="19883" y="1310"/>
                    <a:pt x="19913" y="2207"/>
                    <a:pt x="19942" y="3074"/>
                  </a:cubicBezTo>
                  <a:cubicBezTo>
                    <a:pt x="19971" y="3990"/>
                    <a:pt x="20001" y="4935"/>
                    <a:pt x="20006" y="5866"/>
                  </a:cubicBezTo>
                  <a:cubicBezTo>
                    <a:pt x="20010" y="6693"/>
                    <a:pt x="20006" y="7654"/>
                    <a:pt x="19883" y="8570"/>
                  </a:cubicBezTo>
                  <a:cubicBezTo>
                    <a:pt x="19868" y="8692"/>
                    <a:pt x="19854" y="8849"/>
                    <a:pt x="19839" y="9020"/>
                  </a:cubicBezTo>
                  <a:cubicBezTo>
                    <a:pt x="19795" y="9481"/>
                    <a:pt x="19730" y="10147"/>
                    <a:pt x="19599" y="10437"/>
                  </a:cubicBezTo>
                  <a:cubicBezTo>
                    <a:pt x="19511" y="10431"/>
                    <a:pt x="19423" y="10428"/>
                    <a:pt x="19334" y="10428"/>
                  </a:cubicBezTo>
                  <a:cubicBezTo>
                    <a:pt x="18904" y="10428"/>
                    <a:pt x="18474" y="10493"/>
                    <a:pt x="18051" y="10554"/>
                  </a:cubicBezTo>
                  <a:cubicBezTo>
                    <a:pt x="17654" y="10613"/>
                    <a:pt x="17248" y="10672"/>
                    <a:pt x="16846" y="10681"/>
                  </a:cubicBezTo>
                  <a:cubicBezTo>
                    <a:pt x="16562" y="10687"/>
                    <a:pt x="16277" y="10689"/>
                    <a:pt x="15992" y="10689"/>
                  </a:cubicBezTo>
                  <a:cubicBezTo>
                    <a:pt x="15078" y="10689"/>
                    <a:pt x="14161" y="10663"/>
                    <a:pt x="13265" y="10636"/>
                  </a:cubicBezTo>
                  <a:cubicBezTo>
                    <a:pt x="12947" y="10627"/>
                    <a:pt x="12629" y="10618"/>
                    <a:pt x="12305" y="10613"/>
                  </a:cubicBezTo>
                  <a:cubicBezTo>
                    <a:pt x="12290" y="10548"/>
                    <a:pt x="12276" y="10485"/>
                    <a:pt x="12261" y="10421"/>
                  </a:cubicBezTo>
                  <a:cubicBezTo>
                    <a:pt x="11937" y="9040"/>
                    <a:pt x="11571" y="7478"/>
                    <a:pt x="10615" y="6243"/>
                  </a:cubicBezTo>
                  <a:cubicBezTo>
                    <a:pt x="10780" y="6217"/>
                    <a:pt x="10939" y="6203"/>
                    <a:pt x="11087" y="6203"/>
                  </a:cubicBezTo>
                  <a:cubicBezTo>
                    <a:pt x="11390" y="6203"/>
                    <a:pt x="11645" y="6263"/>
                    <a:pt x="11806" y="6404"/>
                  </a:cubicBezTo>
                  <a:cubicBezTo>
                    <a:pt x="11825" y="6421"/>
                    <a:pt x="11848" y="6430"/>
                    <a:pt x="11871" y="6430"/>
                  </a:cubicBezTo>
                  <a:cubicBezTo>
                    <a:pt x="11896" y="6430"/>
                    <a:pt x="11920" y="6420"/>
                    <a:pt x="11937" y="6400"/>
                  </a:cubicBezTo>
                  <a:cubicBezTo>
                    <a:pt x="11972" y="6361"/>
                    <a:pt x="11967" y="6302"/>
                    <a:pt x="11933" y="6268"/>
                  </a:cubicBezTo>
                  <a:cubicBezTo>
                    <a:pt x="11725" y="6085"/>
                    <a:pt x="11416" y="6019"/>
                    <a:pt x="11079" y="6019"/>
                  </a:cubicBezTo>
                  <a:cubicBezTo>
                    <a:pt x="10376" y="6019"/>
                    <a:pt x="9547" y="6307"/>
                    <a:pt x="9229" y="6429"/>
                  </a:cubicBezTo>
                  <a:cubicBezTo>
                    <a:pt x="9179" y="6449"/>
                    <a:pt x="9156" y="6503"/>
                    <a:pt x="9175" y="6551"/>
                  </a:cubicBezTo>
                  <a:cubicBezTo>
                    <a:pt x="9190" y="6586"/>
                    <a:pt x="9224" y="6610"/>
                    <a:pt x="9263" y="6610"/>
                  </a:cubicBezTo>
                  <a:cubicBezTo>
                    <a:pt x="9274" y="6610"/>
                    <a:pt x="9283" y="6605"/>
                    <a:pt x="9297" y="6605"/>
                  </a:cubicBezTo>
                  <a:cubicBezTo>
                    <a:pt x="9602" y="6488"/>
                    <a:pt x="9934" y="6385"/>
                    <a:pt x="10253" y="6311"/>
                  </a:cubicBezTo>
                  <a:lnTo>
                    <a:pt x="10253" y="6311"/>
                  </a:lnTo>
                  <a:cubicBezTo>
                    <a:pt x="9547" y="7507"/>
                    <a:pt x="8921" y="9216"/>
                    <a:pt x="8670" y="10622"/>
                  </a:cubicBezTo>
                  <a:cubicBezTo>
                    <a:pt x="7544" y="10656"/>
                    <a:pt x="6452" y="10706"/>
                    <a:pt x="5408" y="10760"/>
                  </a:cubicBezTo>
                  <a:cubicBezTo>
                    <a:pt x="5218" y="10770"/>
                    <a:pt x="5026" y="10775"/>
                    <a:pt x="4833" y="10775"/>
                  </a:cubicBezTo>
                  <a:cubicBezTo>
                    <a:pt x="4318" y="10775"/>
                    <a:pt x="3797" y="10743"/>
                    <a:pt x="3287" y="10715"/>
                  </a:cubicBezTo>
                  <a:cubicBezTo>
                    <a:pt x="2783" y="10684"/>
                    <a:pt x="2269" y="10653"/>
                    <a:pt x="1757" y="10653"/>
                  </a:cubicBezTo>
                  <a:cubicBezTo>
                    <a:pt x="1459" y="10653"/>
                    <a:pt x="1162" y="10664"/>
                    <a:pt x="868" y="10690"/>
                  </a:cubicBezTo>
                  <a:cubicBezTo>
                    <a:pt x="471" y="9637"/>
                    <a:pt x="260" y="8212"/>
                    <a:pt x="221" y="6336"/>
                  </a:cubicBezTo>
                  <a:cubicBezTo>
                    <a:pt x="186" y="4641"/>
                    <a:pt x="201" y="2628"/>
                    <a:pt x="785" y="115"/>
                  </a:cubicBezTo>
                  <a:cubicBezTo>
                    <a:pt x="794" y="81"/>
                    <a:pt x="780" y="47"/>
                    <a:pt x="760" y="22"/>
                  </a:cubicBezTo>
                  <a:lnTo>
                    <a:pt x="755" y="22"/>
                  </a:lnTo>
                  <a:cubicBezTo>
                    <a:pt x="745" y="13"/>
                    <a:pt x="731" y="8"/>
                    <a:pt x="715" y="3"/>
                  </a:cubicBezTo>
                  <a:cubicBezTo>
                    <a:pt x="712" y="3"/>
                    <a:pt x="709" y="0"/>
                    <a:pt x="707"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1" name="Google Shape;4051;p55"/>
            <p:cNvSpPr/>
            <p:nvPr/>
          </p:nvSpPr>
          <p:spPr>
            <a:xfrm>
              <a:off x="604600" y="3798263"/>
              <a:ext cx="495625" cy="288700"/>
            </a:xfrm>
            <a:custGeom>
              <a:avLst/>
              <a:gdLst/>
              <a:ahLst/>
              <a:cxnLst/>
              <a:rect l="l" t="t" r="r" b="b"/>
              <a:pathLst>
                <a:path w="19825" h="11548" extrusionOk="0">
                  <a:moveTo>
                    <a:pt x="11404" y="0"/>
                  </a:moveTo>
                  <a:cubicBezTo>
                    <a:pt x="10705" y="0"/>
                    <a:pt x="10006" y="23"/>
                    <a:pt x="9312" y="75"/>
                  </a:cubicBezTo>
                  <a:cubicBezTo>
                    <a:pt x="8563" y="130"/>
                    <a:pt x="7808" y="212"/>
                    <a:pt x="7060" y="218"/>
                  </a:cubicBezTo>
                  <a:cubicBezTo>
                    <a:pt x="6954" y="219"/>
                    <a:pt x="6849" y="220"/>
                    <a:pt x="6744" y="220"/>
                  </a:cubicBezTo>
                  <a:cubicBezTo>
                    <a:pt x="6209" y="220"/>
                    <a:pt x="5675" y="205"/>
                    <a:pt x="5137" y="205"/>
                  </a:cubicBezTo>
                  <a:cubicBezTo>
                    <a:pt x="5032" y="205"/>
                    <a:pt x="4926" y="206"/>
                    <a:pt x="4820" y="207"/>
                  </a:cubicBezTo>
                  <a:cubicBezTo>
                    <a:pt x="4071" y="218"/>
                    <a:pt x="3332" y="276"/>
                    <a:pt x="2592" y="408"/>
                  </a:cubicBezTo>
                  <a:cubicBezTo>
                    <a:pt x="1916" y="521"/>
                    <a:pt x="1245" y="673"/>
                    <a:pt x="574" y="795"/>
                  </a:cubicBezTo>
                  <a:cubicBezTo>
                    <a:pt x="594" y="820"/>
                    <a:pt x="608" y="854"/>
                    <a:pt x="599" y="888"/>
                  </a:cubicBezTo>
                  <a:cubicBezTo>
                    <a:pt x="15" y="3401"/>
                    <a:pt x="0" y="5414"/>
                    <a:pt x="35" y="7109"/>
                  </a:cubicBezTo>
                  <a:cubicBezTo>
                    <a:pt x="74" y="8985"/>
                    <a:pt x="285" y="10410"/>
                    <a:pt x="682" y="11463"/>
                  </a:cubicBezTo>
                  <a:cubicBezTo>
                    <a:pt x="976" y="11437"/>
                    <a:pt x="1273" y="11426"/>
                    <a:pt x="1571" y="11426"/>
                  </a:cubicBezTo>
                  <a:cubicBezTo>
                    <a:pt x="2083" y="11426"/>
                    <a:pt x="2597" y="11457"/>
                    <a:pt x="3101" y="11488"/>
                  </a:cubicBezTo>
                  <a:cubicBezTo>
                    <a:pt x="3611" y="11516"/>
                    <a:pt x="4132" y="11548"/>
                    <a:pt x="4647" y="11548"/>
                  </a:cubicBezTo>
                  <a:cubicBezTo>
                    <a:pt x="4840" y="11548"/>
                    <a:pt x="5032" y="11543"/>
                    <a:pt x="5222" y="11533"/>
                  </a:cubicBezTo>
                  <a:cubicBezTo>
                    <a:pt x="6266" y="11479"/>
                    <a:pt x="7358" y="11429"/>
                    <a:pt x="8484" y="11395"/>
                  </a:cubicBezTo>
                  <a:cubicBezTo>
                    <a:pt x="8735" y="9989"/>
                    <a:pt x="9361" y="8280"/>
                    <a:pt x="10067" y="7084"/>
                  </a:cubicBezTo>
                  <a:lnTo>
                    <a:pt x="10067" y="7084"/>
                  </a:lnTo>
                  <a:cubicBezTo>
                    <a:pt x="9748" y="7158"/>
                    <a:pt x="9416" y="7261"/>
                    <a:pt x="9111" y="7378"/>
                  </a:cubicBezTo>
                  <a:cubicBezTo>
                    <a:pt x="9097" y="7378"/>
                    <a:pt x="9088" y="7383"/>
                    <a:pt x="9077" y="7383"/>
                  </a:cubicBezTo>
                  <a:cubicBezTo>
                    <a:pt x="9038" y="7383"/>
                    <a:pt x="9004" y="7359"/>
                    <a:pt x="8989" y="7324"/>
                  </a:cubicBezTo>
                  <a:cubicBezTo>
                    <a:pt x="8970" y="7276"/>
                    <a:pt x="8993" y="7222"/>
                    <a:pt x="9043" y="7202"/>
                  </a:cubicBezTo>
                  <a:cubicBezTo>
                    <a:pt x="9361" y="7080"/>
                    <a:pt x="10190" y="6792"/>
                    <a:pt x="10893" y="6792"/>
                  </a:cubicBezTo>
                  <a:cubicBezTo>
                    <a:pt x="11230" y="6792"/>
                    <a:pt x="11539" y="6858"/>
                    <a:pt x="11747" y="7041"/>
                  </a:cubicBezTo>
                  <a:cubicBezTo>
                    <a:pt x="11781" y="7075"/>
                    <a:pt x="11786" y="7134"/>
                    <a:pt x="11751" y="7173"/>
                  </a:cubicBezTo>
                  <a:cubicBezTo>
                    <a:pt x="11734" y="7193"/>
                    <a:pt x="11710" y="7203"/>
                    <a:pt x="11685" y="7203"/>
                  </a:cubicBezTo>
                  <a:cubicBezTo>
                    <a:pt x="11662" y="7203"/>
                    <a:pt x="11639" y="7194"/>
                    <a:pt x="11620" y="7177"/>
                  </a:cubicBezTo>
                  <a:cubicBezTo>
                    <a:pt x="11459" y="7036"/>
                    <a:pt x="11204" y="6976"/>
                    <a:pt x="10901" y="6976"/>
                  </a:cubicBezTo>
                  <a:cubicBezTo>
                    <a:pt x="10753" y="6976"/>
                    <a:pt x="10594" y="6990"/>
                    <a:pt x="10429" y="7016"/>
                  </a:cubicBezTo>
                  <a:cubicBezTo>
                    <a:pt x="11385" y="8251"/>
                    <a:pt x="11751" y="9813"/>
                    <a:pt x="12075" y="11194"/>
                  </a:cubicBezTo>
                  <a:cubicBezTo>
                    <a:pt x="12090" y="11258"/>
                    <a:pt x="12104" y="11321"/>
                    <a:pt x="12119" y="11386"/>
                  </a:cubicBezTo>
                  <a:cubicBezTo>
                    <a:pt x="12443" y="11391"/>
                    <a:pt x="12761" y="11400"/>
                    <a:pt x="13079" y="11409"/>
                  </a:cubicBezTo>
                  <a:cubicBezTo>
                    <a:pt x="13975" y="11436"/>
                    <a:pt x="14892" y="11462"/>
                    <a:pt x="15806" y="11462"/>
                  </a:cubicBezTo>
                  <a:cubicBezTo>
                    <a:pt x="16091" y="11462"/>
                    <a:pt x="16376" y="11460"/>
                    <a:pt x="16660" y="11454"/>
                  </a:cubicBezTo>
                  <a:cubicBezTo>
                    <a:pt x="17062" y="11445"/>
                    <a:pt x="17468" y="11386"/>
                    <a:pt x="17865" y="11327"/>
                  </a:cubicBezTo>
                  <a:cubicBezTo>
                    <a:pt x="18288" y="11266"/>
                    <a:pt x="18718" y="11201"/>
                    <a:pt x="19148" y="11201"/>
                  </a:cubicBezTo>
                  <a:cubicBezTo>
                    <a:pt x="19237" y="11201"/>
                    <a:pt x="19325" y="11204"/>
                    <a:pt x="19413" y="11210"/>
                  </a:cubicBezTo>
                  <a:cubicBezTo>
                    <a:pt x="19544" y="10920"/>
                    <a:pt x="19609" y="10254"/>
                    <a:pt x="19653" y="9793"/>
                  </a:cubicBezTo>
                  <a:cubicBezTo>
                    <a:pt x="19668" y="9622"/>
                    <a:pt x="19682" y="9465"/>
                    <a:pt x="19697" y="9343"/>
                  </a:cubicBezTo>
                  <a:cubicBezTo>
                    <a:pt x="19820" y="8427"/>
                    <a:pt x="19824" y="7466"/>
                    <a:pt x="19820" y="6639"/>
                  </a:cubicBezTo>
                  <a:cubicBezTo>
                    <a:pt x="19815" y="5708"/>
                    <a:pt x="19785" y="4763"/>
                    <a:pt x="19756" y="3847"/>
                  </a:cubicBezTo>
                  <a:cubicBezTo>
                    <a:pt x="19727" y="2980"/>
                    <a:pt x="19697" y="2083"/>
                    <a:pt x="19691" y="1197"/>
                  </a:cubicBezTo>
                  <a:cubicBezTo>
                    <a:pt x="19286" y="932"/>
                    <a:pt x="18737" y="971"/>
                    <a:pt x="18267" y="874"/>
                  </a:cubicBezTo>
                  <a:cubicBezTo>
                    <a:pt x="17541" y="727"/>
                    <a:pt x="16836" y="501"/>
                    <a:pt x="16116" y="349"/>
                  </a:cubicBezTo>
                  <a:cubicBezTo>
                    <a:pt x="15357" y="193"/>
                    <a:pt x="14583" y="124"/>
                    <a:pt x="13813" y="80"/>
                  </a:cubicBezTo>
                  <a:cubicBezTo>
                    <a:pt x="13014" y="30"/>
                    <a:pt x="12209" y="0"/>
                    <a:pt x="11404"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2" name="Google Shape;4052;p55"/>
            <p:cNvSpPr/>
            <p:nvPr/>
          </p:nvSpPr>
          <p:spPr>
            <a:xfrm>
              <a:off x="614025" y="3125963"/>
              <a:ext cx="488400" cy="786725"/>
            </a:xfrm>
            <a:custGeom>
              <a:avLst/>
              <a:gdLst/>
              <a:ahLst/>
              <a:cxnLst/>
              <a:rect l="l" t="t" r="r" b="b"/>
              <a:pathLst>
                <a:path w="19536" h="31469" extrusionOk="0">
                  <a:moveTo>
                    <a:pt x="10163" y="187"/>
                  </a:moveTo>
                  <a:cubicBezTo>
                    <a:pt x="10547" y="187"/>
                    <a:pt x="10924" y="244"/>
                    <a:pt x="11291" y="359"/>
                  </a:cubicBezTo>
                  <a:cubicBezTo>
                    <a:pt x="12878" y="865"/>
                    <a:pt x="14329" y="2422"/>
                    <a:pt x="15715" y="5115"/>
                  </a:cubicBezTo>
                  <a:cubicBezTo>
                    <a:pt x="15552" y="5336"/>
                    <a:pt x="15347" y="5532"/>
                    <a:pt x="15147" y="5728"/>
                  </a:cubicBezTo>
                  <a:lnTo>
                    <a:pt x="15122" y="5748"/>
                  </a:lnTo>
                  <a:cubicBezTo>
                    <a:pt x="15098" y="5773"/>
                    <a:pt x="15073" y="5791"/>
                    <a:pt x="15048" y="5816"/>
                  </a:cubicBezTo>
                  <a:cubicBezTo>
                    <a:pt x="14657" y="6174"/>
                    <a:pt x="14206" y="6487"/>
                    <a:pt x="13712" y="6747"/>
                  </a:cubicBezTo>
                  <a:cubicBezTo>
                    <a:pt x="13447" y="6884"/>
                    <a:pt x="13158" y="7012"/>
                    <a:pt x="12849" y="7125"/>
                  </a:cubicBezTo>
                  <a:cubicBezTo>
                    <a:pt x="12418" y="7281"/>
                    <a:pt x="11967" y="7398"/>
                    <a:pt x="11507" y="7477"/>
                  </a:cubicBezTo>
                  <a:cubicBezTo>
                    <a:pt x="11078" y="7549"/>
                    <a:pt x="10641" y="7585"/>
                    <a:pt x="10206" y="7585"/>
                  </a:cubicBezTo>
                  <a:cubicBezTo>
                    <a:pt x="9694" y="7585"/>
                    <a:pt x="9186" y="7535"/>
                    <a:pt x="8695" y="7437"/>
                  </a:cubicBezTo>
                  <a:cubicBezTo>
                    <a:pt x="8216" y="7340"/>
                    <a:pt x="7755" y="7197"/>
                    <a:pt x="7323" y="7012"/>
                  </a:cubicBezTo>
                  <a:cubicBezTo>
                    <a:pt x="6658" y="6727"/>
                    <a:pt x="6065" y="6336"/>
                    <a:pt x="5575" y="5861"/>
                  </a:cubicBezTo>
                  <a:cubicBezTo>
                    <a:pt x="5501" y="5791"/>
                    <a:pt x="5433" y="5723"/>
                    <a:pt x="5369" y="5649"/>
                  </a:cubicBezTo>
                  <a:cubicBezTo>
                    <a:pt x="5243" y="5518"/>
                    <a:pt x="5119" y="5371"/>
                    <a:pt x="5007" y="5219"/>
                  </a:cubicBezTo>
                  <a:cubicBezTo>
                    <a:pt x="5114" y="5003"/>
                    <a:pt x="5223" y="4787"/>
                    <a:pt x="5325" y="4562"/>
                  </a:cubicBezTo>
                  <a:cubicBezTo>
                    <a:pt x="5408" y="4391"/>
                    <a:pt x="5492" y="4209"/>
                    <a:pt x="5575" y="4023"/>
                  </a:cubicBezTo>
                  <a:cubicBezTo>
                    <a:pt x="6138" y="2780"/>
                    <a:pt x="6776" y="1369"/>
                    <a:pt x="8064" y="800"/>
                  </a:cubicBezTo>
                  <a:cubicBezTo>
                    <a:pt x="8107" y="786"/>
                    <a:pt x="8127" y="736"/>
                    <a:pt x="8117" y="698"/>
                  </a:cubicBezTo>
                  <a:cubicBezTo>
                    <a:pt x="8817" y="357"/>
                    <a:pt x="9502" y="187"/>
                    <a:pt x="10163" y="187"/>
                  </a:cubicBezTo>
                  <a:close/>
                  <a:moveTo>
                    <a:pt x="15808" y="5297"/>
                  </a:moveTo>
                  <a:cubicBezTo>
                    <a:pt x="15857" y="5385"/>
                    <a:pt x="15900" y="5479"/>
                    <a:pt x="15945" y="5572"/>
                  </a:cubicBezTo>
                  <a:cubicBezTo>
                    <a:pt x="18326" y="10430"/>
                    <a:pt x="18335" y="15001"/>
                    <a:pt x="18100" y="20477"/>
                  </a:cubicBezTo>
                  <a:cubicBezTo>
                    <a:pt x="18037" y="21917"/>
                    <a:pt x="18399" y="23421"/>
                    <a:pt x="18747" y="24876"/>
                  </a:cubicBezTo>
                  <a:cubicBezTo>
                    <a:pt x="19020" y="26022"/>
                    <a:pt x="19280" y="27110"/>
                    <a:pt x="19285" y="28021"/>
                  </a:cubicBezTo>
                  <a:cubicBezTo>
                    <a:pt x="18541" y="28290"/>
                    <a:pt x="17811" y="28720"/>
                    <a:pt x="17101" y="29138"/>
                  </a:cubicBezTo>
                  <a:cubicBezTo>
                    <a:pt x="16415" y="29538"/>
                    <a:pt x="15705" y="29955"/>
                    <a:pt x="14975" y="30234"/>
                  </a:cubicBezTo>
                  <a:cubicBezTo>
                    <a:pt x="13164" y="30931"/>
                    <a:pt x="11402" y="31281"/>
                    <a:pt x="9677" y="31281"/>
                  </a:cubicBezTo>
                  <a:cubicBezTo>
                    <a:pt x="6444" y="31281"/>
                    <a:pt x="3342" y="30052"/>
                    <a:pt x="294" y="27580"/>
                  </a:cubicBezTo>
                  <a:cubicBezTo>
                    <a:pt x="280" y="27569"/>
                    <a:pt x="265" y="27565"/>
                    <a:pt x="251" y="27565"/>
                  </a:cubicBezTo>
                  <a:cubicBezTo>
                    <a:pt x="471" y="25993"/>
                    <a:pt x="966" y="24425"/>
                    <a:pt x="1445" y="22901"/>
                  </a:cubicBezTo>
                  <a:cubicBezTo>
                    <a:pt x="1970" y="21232"/>
                    <a:pt x="2519" y="19502"/>
                    <a:pt x="2700" y="17758"/>
                  </a:cubicBezTo>
                  <a:cubicBezTo>
                    <a:pt x="2813" y="16690"/>
                    <a:pt x="2876" y="15608"/>
                    <a:pt x="2940" y="14560"/>
                  </a:cubicBezTo>
                  <a:cubicBezTo>
                    <a:pt x="3052" y="12723"/>
                    <a:pt x="3165" y="10822"/>
                    <a:pt x="3543" y="8956"/>
                  </a:cubicBezTo>
                  <a:cubicBezTo>
                    <a:pt x="3797" y="7672"/>
                    <a:pt x="4316" y="6614"/>
                    <a:pt x="4875" y="5498"/>
                  </a:cubicBezTo>
                  <a:cubicBezTo>
                    <a:pt x="4890" y="5463"/>
                    <a:pt x="4904" y="5434"/>
                    <a:pt x="4919" y="5405"/>
                  </a:cubicBezTo>
                  <a:cubicBezTo>
                    <a:pt x="5017" y="5538"/>
                    <a:pt x="5119" y="5660"/>
                    <a:pt x="5232" y="5777"/>
                  </a:cubicBezTo>
                  <a:cubicBezTo>
                    <a:pt x="5301" y="5850"/>
                    <a:pt x="5369" y="5924"/>
                    <a:pt x="5442" y="5992"/>
                  </a:cubicBezTo>
                  <a:cubicBezTo>
                    <a:pt x="5953" y="6487"/>
                    <a:pt x="6565" y="6889"/>
                    <a:pt x="7250" y="7183"/>
                  </a:cubicBezTo>
                  <a:cubicBezTo>
                    <a:pt x="7691" y="7374"/>
                    <a:pt x="8166" y="7521"/>
                    <a:pt x="8656" y="7618"/>
                  </a:cubicBezTo>
                  <a:cubicBezTo>
                    <a:pt x="9161" y="7722"/>
                    <a:pt x="9680" y="7771"/>
                    <a:pt x="10204" y="7771"/>
                  </a:cubicBezTo>
                  <a:cubicBezTo>
                    <a:pt x="10650" y="7771"/>
                    <a:pt x="11096" y="7736"/>
                    <a:pt x="11537" y="7663"/>
                  </a:cubicBezTo>
                  <a:cubicBezTo>
                    <a:pt x="12007" y="7580"/>
                    <a:pt x="12472" y="7462"/>
                    <a:pt x="12913" y="7301"/>
                  </a:cubicBezTo>
                  <a:cubicBezTo>
                    <a:pt x="13226" y="7183"/>
                    <a:pt x="13530" y="7055"/>
                    <a:pt x="13800" y="6908"/>
                  </a:cubicBezTo>
                  <a:cubicBezTo>
                    <a:pt x="14309" y="6644"/>
                    <a:pt x="14770" y="6325"/>
                    <a:pt x="15170" y="5954"/>
                  </a:cubicBezTo>
                  <a:cubicBezTo>
                    <a:pt x="15200" y="5929"/>
                    <a:pt x="15224" y="5904"/>
                    <a:pt x="15249" y="5880"/>
                  </a:cubicBezTo>
                  <a:lnTo>
                    <a:pt x="15274" y="5861"/>
                  </a:lnTo>
                  <a:cubicBezTo>
                    <a:pt x="15460" y="5684"/>
                    <a:pt x="15651" y="5502"/>
                    <a:pt x="15808" y="5297"/>
                  </a:cubicBezTo>
                  <a:close/>
                  <a:moveTo>
                    <a:pt x="10154" y="0"/>
                  </a:moveTo>
                  <a:cubicBezTo>
                    <a:pt x="9369" y="0"/>
                    <a:pt x="8556" y="229"/>
                    <a:pt x="7725" y="688"/>
                  </a:cubicBezTo>
                  <a:cubicBezTo>
                    <a:pt x="7687" y="707"/>
                    <a:pt x="7671" y="752"/>
                    <a:pt x="7682" y="790"/>
                  </a:cubicBezTo>
                  <a:cubicBezTo>
                    <a:pt x="6536" y="1457"/>
                    <a:pt x="5933" y="2775"/>
                    <a:pt x="5404" y="3950"/>
                  </a:cubicBezTo>
                  <a:cubicBezTo>
                    <a:pt x="5320" y="4131"/>
                    <a:pt x="5237" y="4308"/>
                    <a:pt x="5159" y="4484"/>
                  </a:cubicBezTo>
                  <a:cubicBezTo>
                    <a:pt x="5007" y="4803"/>
                    <a:pt x="4855" y="5111"/>
                    <a:pt x="4708" y="5414"/>
                  </a:cubicBezTo>
                  <a:cubicBezTo>
                    <a:pt x="4145" y="6546"/>
                    <a:pt x="3616" y="7614"/>
                    <a:pt x="3356" y="8917"/>
                  </a:cubicBezTo>
                  <a:cubicBezTo>
                    <a:pt x="2984" y="10803"/>
                    <a:pt x="2867" y="12709"/>
                    <a:pt x="2754" y="14550"/>
                  </a:cubicBezTo>
                  <a:cubicBezTo>
                    <a:pt x="2690" y="15594"/>
                    <a:pt x="2627" y="16670"/>
                    <a:pt x="2514" y="17739"/>
                  </a:cubicBezTo>
                  <a:cubicBezTo>
                    <a:pt x="2333" y="19462"/>
                    <a:pt x="1793" y="21182"/>
                    <a:pt x="1264" y="22848"/>
                  </a:cubicBezTo>
                  <a:cubicBezTo>
                    <a:pt x="731" y="24542"/>
                    <a:pt x="177" y="26291"/>
                    <a:pt x="5" y="28060"/>
                  </a:cubicBezTo>
                  <a:cubicBezTo>
                    <a:pt x="1" y="28109"/>
                    <a:pt x="35" y="28152"/>
                    <a:pt x="89" y="28162"/>
                  </a:cubicBezTo>
                  <a:lnTo>
                    <a:pt x="99" y="28162"/>
                  </a:lnTo>
                  <a:cubicBezTo>
                    <a:pt x="143" y="28162"/>
                    <a:pt x="187" y="28123"/>
                    <a:pt x="192" y="28074"/>
                  </a:cubicBezTo>
                  <a:cubicBezTo>
                    <a:pt x="202" y="27971"/>
                    <a:pt x="211" y="27868"/>
                    <a:pt x="226" y="27766"/>
                  </a:cubicBezTo>
                  <a:cubicBezTo>
                    <a:pt x="3292" y="30239"/>
                    <a:pt x="6418" y="31469"/>
                    <a:pt x="9675" y="31469"/>
                  </a:cubicBezTo>
                  <a:cubicBezTo>
                    <a:pt x="11424" y="31469"/>
                    <a:pt x="13207" y="31116"/>
                    <a:pt x="15043" y="30411"/>
                  </a:cubicBezTo>
                  <a:cubicBezTo>
                    <a:pt x="15788" y="30122"/>
                    <a:pt x="16504" y="29705"/>
                    <a:pt x="17194" y="29299"/>
                  </a:cubicBezTo>
                  <a:cubicBezTo>
                    <a:pt x="17968" y="28844"/>
                    <a:pt x="18692" y="28412"/>
                    <a:pt x="19461" y="28157"/>
                  </a:cubicBezTo>
                  <a:cubicBezTo>
                    <a:pt x="19511" y="28138"/>
                    <a:pt x="19535" y="28084"/>
                    <a:pt x="19520" y="28035"/>
                  </a:cubicBezTo>
                  <a:cubicBezTo>
                    <a:pt x="19511" y="28010"/>
                    <a:pt x="19497" y="27991"/>
                    <a:pt x="19472" y="27981"/>
                  </a:cubicBezTo>
                  <a:cubicBezTo>
                    <a:pt x="19457" y="27056"/>
                    <a:pt x="19203" y="25973"/>
                    <a:pt x="18928" y="24831"/>
                  </a:cubicBezTo>
                  <a:cubicBezTo>
                    <a:pt x="18580" y="23387"/>
                    <a:pt x="18222" y="21897"/>
                    <a:pt x="18286" y="20486"/>
                  </a:cubicBezTo>
                  <a:cubicBezTo>
                    <a:pt x="18521" y="14986"/>
                    <a:pt x="18511" y="10387"/>
                    <a:pt x="16111" y="5488"/>
                  </a:cubicBezTo>
                  <a:cubicBezTo>
                    <a:pt x="16043" y="5346"/>
                    <a:pt x="15975" y="5208"/>
                    <a:pt x="15905" y="5077"/>
                  </a:cubicBezTo>
                  <a:lnTo>
                    <a:pt x="15905" y="5072"/>
                  </a:lnTo>
                  <a:cubicBezTo>
                    <a:pt x="14485" y="2305"/>
                    <a:pt x="12991" y="702"/>
                    <a:pt x="11345" y="183"/>
                  </a:cubicBezTo>
                  <a:cubicBezTo>
                    <a:pt x="10957" y="61"/>
                    <a:pt x="10559" y="0"/>
                    <a:pt x="10154"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3" name="Google Shape;4053;p55"/>
            <p:cNvSpPr/>
            <p:nvPr/>
          </p:nvSpPr>
          <p:spPr>
            <a:xfrm>
              <a:off x="739200" y="3130613"/>
              <a:ext cx="267700" cy="184975"/>
            </a:xfrm>
            <a:custGeom>
              <a:avLst/>
              <a:gdLst/>
              <a:ahLst/>
              <a:cxnLst/>
              <a:rect l="l" t="t" r="r" b="b"/>
              <a:pathLst>
                <a:path w="10708" h="7399" extrusionOk="0">
                  <a:moveTo>
                    <a:pt x="5156" y="1"/>
                  </a:moveTo>
                  <a:cubicBezTo>
                    <a:pt x="4495" y="1"/>
                    <a:pt x="3810" y="171"/>
                    <a:pt x="3110" y="512"/>
                  </a:cubicBezTo>
                  <a:cubicBezTo>
                    <a:pt x="3120" y="550"/>
                    <a:pt x="3100" y="600"/>
                    <a:pt x="3057" y="614"/>
                  </a:cubicBezTo>
                  <a:cubicBezTo>
                    <a:pt x="2248" y="972"/>
                    <a:pt x="1694" y="1658"/>
                    <a:pt x="1254" y="2431"/>
                  </a:cubicBezTo>
                  <a:cubicBezTo>
                    <a:pt x="994" y="2887"/>
                    <a:pt x="774" y="3377"/>
                    <a:pt x="568" y="3837"/>
                  </a:cubicBezTo>
                  <a:cubicBezTo>
                    <a:pt x="485" y="4023"/>
                    <a:pt x="401" y="4205"/>
                    <a:pt x="318" y="4376"/>
                  </a:cubicBezTo>
                  <a:cubicBezTo>
                    <a:pt x="216" y="4601"/>
                    <a:pt x="107" y="4817"/>
                    <a:pt x="0" y="5033"/>
                  </a:cubicBezTo>
                  <a:cubicBezTo>
                    <a:pt x="112" y="5185"/>
                    <a:pt x="236" y="5332"/>
                    <a:pt x="362" y="5463"/>
                  </a:cubicBezTo>
                  <a:cubicBezTo>
                    <a:pt x="426" y="5537"/>
                    <a:pt x="494" y="5605"/>
                    <a:pt x="568" y="5675"/>
                  </a:cubicBezTo>
                  <a:cubicBezTo>
                    <a:pt x="1058" y="6150"/>
                    <a:pt x="1651" y="6541"/>
                    <a:pt x="2316" y="6826"/>
                  </a:cubicBezTo>
                  <a:cubicBezTo>
                    <a:pt x="2748" y="7011"/>
                    <a:pt x="3209" y="7154"/>
                    <a:pt x="3688" y="7251"/>
                  </a:cubicBezTo>
                  <a:cubicBezTo>
                    <a:pt x="4179" y="7349"/>
                    <a:pt x="4687" y="7399"/>
                    <a:pt x="5199" y="7399"/>
                  </a:cubicBezTo>
                  <a:cubicBezTo>
                    <a:pt x="5634" y="7399"/>
                    <a:pt x="6071" y="7363"/>
                    <a:pt x="6500" y="7291"/>
                  </a:cubicBezTo>
                  <a:cubicBezTo>
                    <a:pt x="6960" y="7212"/>
                    <a:pt x="7411" y="7095"/>
                    <a:pt x="7842" y="6939"/>
                  </a:cubicBezTo>
                  <a:cubicBezTo>
                    <a:pt x="8151" y="6826"/>
                    <a:pt x="8440" y="6698"/>
                    <a:pt x="8705" y="6561"/>
                  </a:cubicBezTo>
                  <a:cubicBezTo>
                    <a:pt x="9199" y="6301"/>
                    <a:pt x="9650" y="5988"/>
                    <a:pt x="10041" y="5630"/>
                  </a:cubicBezTo>
                  <a:cubicBezTo>
                    <a:pt x="10066" y="5605"/>
                    <a:pt x="10091" y="5587"/>
                    <a:pt x="10115" y="5562"/>
                  </a:cubicBezTo>
                  <a:lnTo>
                    <a:pt x="10140" y="5542"/>
                  </a:lnTo>
                  <a:cubicBezTo>
                    <a:pt x="10340" y="5346"/>
                    <a:pt x="10545" y="5150"/>
                    <a:pt x="10708" y="4929"/>
                  </a:cubicBezTo>
                  <a:cubicBezTo>
                    <a:pt x="10159" y="3857"/>
                    <a:pt x="9596" y="2965"/>
                    <a:pt x="9017" y="2250"/>
                  </a:cubicBezTo>
                  <a:cubicBezTo>
                    <a:pt x="8146" y="1163"/>
                    <a:pt x="7240" y="477"/>
                    <a:pt x="6284" y="173"/>
                  </a:cubicBezTo>
                  <a:cubicBezTo>
                    <a:pt x="5917" y="58"/>
                    <a:pt x="5540" y="1"/>
                    <a:pt x="5156" y="1"/>
                  </a:cubicBezTo>
                  <a:close/>
                </a:path>
              </a:pathLst>
            </a:custGeom>
            <a:solidFill>
              <a:srgbClr val="FD8C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4" name="Google Shape;4054;p55"/>
            <p:cNvSpPr/>
            <p:nvPr/>
          </p:nvSpPr>
          <p:spPr>
            <a:xfrm>
              <a:off x="620275" y="3258363"/>
              <a:ext cx="475875" cy="649625"/>
            </a:xfrm>
            <a:custGeom>
              <a:avLst/>
              <a:gdLst/>
              <a:ahLst/>
              <a:cxnLst/>
              <a:rect l="l" t="t" r="r" b="b"/>
              <a:pathLst>
                <a:path w="19035" h="25985" extrusionOk="0">
                  <a:moveTo>
                    <a:pt x="15558" y="1"/>
                  </a:moveTo>
                  <a:cubicBezTo>
                    <a:pt x="15401" y="206"/>
                    <a:pt x="15210" y="388"/>
                    <a:pt x="15024" y="565"/>
                  </a:cubicBezTo>
                  <a:lnTo>
                    <a:pt x="14999" y="584"/>
                  </a:lnTo>
                  <a:cubicBezTo>
                    <a:pt x="14974" y="608"/>
                    <a:pt x="14950" y="633"/>
                    <a:pt x="14920" y="658"/>
                  </a:cubicBezTo>
                  <a:cubicBezTo>
                    <a:pt x="14872" y="701"/>
                    <a:pt x="14828" y="746"/>
                    <a:pt x="14773" y="789"/>
                  </a:cubicBezTo>
                  <a:cubicBezTo>
                    <a:pt x="14676" y="873"/>
                    <a:pt x="14578" y="956"/>
                    <a:pt x="14470" y="1029"/>
                  </a:cubicBezTo>
                  <a:cubicBezTo>
                    <a:pt x="14186" y="1250"/>
                    <a:pt x="13878" y="1441"/>
                    <a:pt x="13550" y="1612"/>
                  </a:cubicBezTo>
                  <a:cubicBezTo>
                    <a:pt x="13500" y="1642"/>
                    <a:pt x="13446" y="1666"/>
                    <a:pt x="13392" y="1696"/>
                  </a:cubicBezTo>
                  <a:cubicBezTo>
                    <a:pt x="13280" y="1750"/>
                    <a:pt x="13163" y="1804"/>
                    <a:pt x="13039" y="1858"/>
                  </a:cubicBezTo>
                  <a:cubicBezTo>
                    <a:pt x="12917" y="1906"/>
                    <a:pt x="12795" y="1956"/>
                    <a:pt x="12663" y="2005"/>
                  </a:cubicBezTo>
                  <a:cubicBezTo>
                    <a:pt x="12286" y="2141"/>
                    <a:pt x="11893" y="2249"/>
                    <a:pt x="11492" y="2328"/>
                  </a:cubicBezTo>
                  <a:cubicBezTo>
                    <a:pt x="11423" y="2342"/>
                    <a:pt x="11355" y="2352"/>
                    <a:pt x="11287" y="2367"/>
                  </a:cubicBezTo>
                  <a:cubicBezTo>
                    <a:pt x="11233" y="2372"/>
                    <a:pt x="11183" y="2381"/>
                    <a:pt x="11129" y="2392"/>
                  </a:cubicBezTo>
                  <a:cubicBezTo>
                    <a:pt x="10742" y="2446"/>
                    <a:pt x="10346" y="2475"/>
                    <a:pt x="9954" y="2475"/>
                  </a:cubicBezTo>
                  <a:lnTo>
                    <a:pt x="9792" y="2475"/>
                  </a:lnTo>
                  <a:cubicBezTo>
                    <a:pt x="9675" y="2469"/>
                    <a:pt x="9553" y="2465"/>
                    <a:pt x="9435" y="2460"/>
                  </a:cubicBezTo>
                  <a:cubicBezTo>
                    <a:pt x="9087" y="2435"/>
                    <a:pt x="8744" y="2392"/>
                    <a:pt x="8406" y="2322"/>
                  </a:cubicBezTo>
                  <a:cubicBezTo>
                    <a:pt x="8230" y="2288"/>
                    <a:pt x="8058" y="2249"/>
                    <a:pt x="7887" y="2200"/>
                  </a:cubicBezTo>
                  <a:cubicBezTo>
                    <a:pt x="7769" y="2166"/>
                    <a:pt x="7647" y="2132"/>
                    <a:pt x="7529" y="2087"/>
                  </a:cubicBezTo>
                  <a:cubicBezTo>
                    <a:pt x="7348" y="2028"/>
                    <a:pt x="7172" y="1960"/>
                    <a:pt x="7000" y="1887"/>
                  </a:cubicBezTo>
                  <a:cubicBezTo>
                    <a:pt x="6550" y="1696"/>
                    <a:pt x="6133" y="1456"/>
                    <a:pt x="5757" y="1171"/>
                  </a:cubicBezTo>
                  <a:cubicBezTo>
                    <a:pt x="5653" y="1099"/>
                    <a:pt x="5556" y="1020"/>
                    <a:pt x="5457" y="936"/>
                  </a:cubicBezTo>
                  <a:cubicBezTo>
                    <a:pt x="5369" y="863"/>
                    <a:pt x="5281" y="780"/>
                    <a:pt x="5192" y="696"/>
                  </a:cubicBezTo>
                  <a:cubicBezTo>
                    <a:pt x="5119" y="628"/>
                    <a:pt x="5051" y="554"/>
                    <a:pt x="4982" y="481"/>
                  </a:cubicBezTo>
                  <a:cubicBezTo>
                    <a:pt x="4869" y="364"/>
                    <a:pt x="4767" y="242"/>
                    <a:pt x="4669" y="109"/>
                  </a:cubicBezTo>
                  <a:cubicBezTo>
                    <a:pt x="4654" y="138"/>
                    <a:pt x="4640" y="167"/>
                    <a:pt x="4625" y="202"/>
                  </a:cubicBezTo>
                  <a:cubicBezTo>
                    <a:pt x="4360" y="731"/>
                    <a:pt x="4105" y="1250"/>
                    <a:pt x="3880" y="1784"/>
                  </a:cubicBezTo>
                  <a:cubicBezTo>
                    <a:pt x="3713" y="2181"/>
                    <a:pt x="3567" y="2587"/>
                    <a:pt x="3444" y="3014"/>
                  </a:cubicBezTo>
                  <a:cubicBezTo>
                    <a:pt x="3385" y="3224"/>
                    <a:pt x="3336" y="3439"/>
                    <a:pt x="3293" y="3660"/>
                  </a:cubicBezTo>
                  <a:cubicBezTo>
                    <a:pt x="3184" y="4174"/>
                    <a:pt x="3106" y="4689"/>
                    <a:pt x="3038" y="5208"/>
                  </a:cubicBezTo>
                  <a:cubicBezTo>
                    <a:pt x="2983" y="5595"/>
                    <a:pt x="2940" y="5982"/>
                    <a:pt x="2906" y="6369"/>
                  </a:cubicBezTo>
                  <a:cubicBezTo>
                    <a:pt x="2841" y="6995"/>
                    <a:pt x="2793" y="7628"/>
                    <a:pt x="2753" y="8250"/>
                  </a:cubicBezTo>
                  <a:cubicBezTo>
                    <a:pt x="2734" y="8588"/>
                    <a:pt x="2714" y="8930"/>
                    <a:pt x="2690" y="9264"/>
                  </a:cubicBezTo>
                  <a:cubicBezTo>
                    <a:pt x="2690" y="9303"/>
                    <a:pt x="2685" y="9337"/>
                    <a:pt x="2685" y="9371"/>
                  </a:cubicBezTo>
                  <a:cubicBezTo>
                    <a:pt x="2646" y="10018"/>
                    <a:pt x="2606" y="10675"/>
                    <a:pt x="2553" y="11336"/>
                  </a:cubicBezTo>
                  <a:cubicBezTo>
                    <a:pt x="2524" y="11708"/>
                    <a:pt x="2489" y="12080"/>
                    <a:pt x="2450" y="12452"/>
                  </a:cubicBezTo>
                  <a:lnTo>
                    <a:pt x="2450" y="12462"/>
                  </a:lnTo>
                  <a:cubicBezTo>
                    <a:pt x="2377" y="13158"/>
                    <a:pt x="2244" y="13849"/>
                    <a:pt x="2083" y="14539"/>
                  </a:cubicBezTo>
                  <a:cubicBezTo>
                    <a:pt x="1995" y="14896"/>
                    <a:pt x="1901" y="15254"/>
                    <a:pt x="1803" y="15612"/>
                  </a:cubicBezTo>
                  <a:cubicBezTo>
                    <a:pt x="1613" y="16283"/>
                    <a:pt x="1401" y="16949"/>
                    <a:pt x="1195" y="17605"/>
                  </a:cubicBezTo>
                  <a:cubicBezTo>
                    <a:pt x="1186" y="17630"/>
                    <a:pt x="1177" y="17654"/>
                    <a:pt x="1172" y="17679"/>
                  </a:cubicBezTo>
                  <a:cubicBezTo>
                    <a:pt x="1059" y="18037"/>
                    <a:pt x="946" y="18389"/>
                    <a:pt x="838" y="18747"/>
                  </a:cubicBezTo>
                  <a:cubicBezTo>
                    <a:pt x="745" y="19045"/>
                    <a:pt x="657" y="19345"/>
                    <a:pt x="573" y="19648"/>
                  </a:cubicBezTo>
                  <a:cubicBezTo>
                    <a:pt x="471" y="20021"/>
                    <a:pt x="372" y="20397"/>
                    <a:pt x="284" y="20774"/>
                  </a:cubicBezTo>
                  <a:cubicBezTo>
                    <a:pt x="167" y="21269"/>
                    <a:pt x="74" y="21769"/>
                    <a:pt x="1" y="22269"/>
                  </a:cubicBezTo>
                  <a:cubicBezTo>
                    <a:pt x="15" y="22269"/>
                    <a:pt x="30" y="22273"/>
                    <a:pt x="44" y="22284"/>
                  </a:cubicBezTo>
                  <a:cubicBezTo>
                    <a:pt x="736" y="22847"/>
                    <a:pt x="1430" y="23342"/>
                    <a:pt x="2131" y="23777"/>
                  </a:cubicBezTo>
                  <a:cubicBezTo>
                    <a:pt x="2244" y="23846"/>
                    <a:pt x="2362" y="23914"/>
                    <a:pt x="2474" y="23983"/>
                  </a:cubicBezTo>
                  <a:cubicBezTo>
                    <a:pt x="3385" y="24522"/>
                    <a:pt x="4306" y="24948"/>
                    <a:pt x="5232" y="25271"/>
                  </a:cubicBezTo>
                  <a:cubicBezTo>
                    <a:pt x="5350" y="25311"/>
                    <a:pt x="5467" y="25350"/>
                    <a:pt x="5585" y="25384"/>
                  </a:cubicBezTo>
                  <a:cubicBezTo>
                    <a:pt x="6408" y="25648"/>
                    <a:pt x="7240" y="25820"/>
                    <a:pt x="8083" y="25908"/>
                  </a:cubicBezTo>
                  <a:cubicBezTo>
                    <a:pt x="8205" y="25928"/>
                    <a:pt x="8328" y="25938"/>
                    <a:pt x="8455" y="25947"/>
                  </a:cubicBezTo>
                  <a:cubicBezTo>
                    <a:pt x="8783" y="25972"/>
                    <a:pt x="9111" y="25985"/>
                    <a:pt x="9441" y="25985"/>
                  </a:cubicBezTo>
                  <a:cubicBezTo>
                    <a:pt x="9891" y="25985"/>
                    <a:pt x="10344" y="25961"/>
                    <a:pt x="10801" y="25913"/>
                  </a:cubicBezTo>
                  <a:cubicBezTo>
                    <a:pt x="10923" y="25899"/>
                    <a:pt x="11047" y="25884"/>
                    <a:pt x="11174" y="25870"/>
                  </a:cubicBezTo>
                  <a:cubicBezTo>
                    <a:pt x="12090" y="25746"/>
                    <a:pt x="13016" y="25531"/>
                    <a:pt x="13951" y="25217"/>
                  </a:cubicBezTo>
                  <a:cubicBezTo>
                    <a:pt x="14079" y="25174"/>
                    <a:pt x="14201" y="25135"/>
                    <a:pt x="14328" y="25090"/>
                  </a:cubicBezTo>
                  <a:cubicBezTo>
                    <a:pt x="14461" y="25041"/>
                    <a:pt x="14592" y="24993"/>
                    <a:pt x="14725" y="24938"/>
                  </a:cubicBezTo>
                  <a:cubicBezTo>
                    <a:pt x="15445" y="24665"/>
                    <a:pt x="16145" y="24253"/>
                    <a:pt x="16826" y="23856"/>
                  </a:cubicBezTo>
                  <a:cubicBezTo>
                    <a:pt x="16831" y="23851"/>
                    <a:pt x="16841" y="23846"/>
                    <a:pt x="16851" y="23842"/>
                  </a:cubicBezTo>
                  <a:cubicBezTo>
                    <a:pt x="16959" y="23777"/>
                    <a:pt x="17066" y="23713"/>
                    <a:pt x="17174" y="23650"/>
                  </a:cubicBezTo>
                  <a:cubicBezTo>
                    <a:pt x="17782" y="23297"/>
                    <a:pt x="18404" y="22954"/>
                    <a:pt x="19035" y="22725"/>
                  </a:cubicBezTo>
                  <a:cubicBezTo>
                    <a:pt x="19035" y="22327"/>
                    <a:pt x="18982" y="21902"/>
                    <a:pt x="18903" y="21450"/>
                  </a:cubicBezTo>
                  <a:cubicBezTo>
                    <a:pt x="18845" y="21093"/>
                    <a:pt x="18761" y="20720"/>
                    <a:pt x="18673" y="20334"/>
                  </a:cubicBezTo>
                  <a:cubicBezTo>
                    <a:pt x="18614" y="20089"/>
                    <a:pt x="18555" y="19834"/>
                    <a:pt x="18497" y="19580"/>
                  </a:cubicBezTo>
                  <a:cubicBezTo>
                    <a:pt x="18442" y="19354"/>
                    <a:pt x="18388" y="19124"/>
                    <a:pt x="18336" y="18898"/>
                  </a:cubicBezTo>
                  <a:cubicBezTo>
                    <a:pt x="18247" y="18531"/>
                    <a:pt x="18169" y="18169"/>
                    <a:pt x="18095" y="17801"/>
                  </a:cubicBezTo>
                  <a:cubicBezTo>
                    <a:pt x="17958" y="17082"/>
                    <a:pt x="17855" y="16361"/>
                    <a:pt x="17845" y="15656"/>
                  </a:cubicBezTo>
                  <a:cubicBezTo>
                    <a:pt x="17841" y="15495"/>
                    <a:pt x="17841" y="15337"/>
                    <a:pt x="17850" y="15181"/>
                  </a:cubicBezTo>
                  <a:cubicBezTo>
                    <a:pt x="17859" y="14951"/>
                    <a:pt x="17870" y="14725"/>
                    <a:pt x="17875" y="14500"/>
                  </a:cubicBezTo>
                  <a:cubicBezTo>
                    <a:pt x="17904" y="13795"/>
                    <a:pt x="17924" y="13104"/>
                    <a:pt x="17938" y="12428"/>
                  </a:cubicBezTo>
                  <a:cubicBezTo>
                    <a:pt x="17943" y="12046"/>
                    <a:pt x="17948" y="11664"/>
                    <a:pt x="17948" y="11286"/>
                  </a:cubicBezTo>
                  <a:cubicBezTo>
                    <a:pt x="17943" y="10557"/>
                    <a:pt x="17929" y="9837"/>
                    <a:pt x="17884" y="9127"/>
                  </a:cubicBezTo>
                  <a:cubicBezTo>
                    <a:pt x="17865" y="8735"/>
                    <a:pt x="17836" y="8347"/>
                    <a:pt x="17801" y="7965"/>
                  </a:cubicBezTo>
                  <a:cubicBezTo>
                    <a:pt x="17742" y="7368"/>
                    <a:pt x="17669" y="6780"/>
                    <a:pt x="17571" y="6192"/>
                  </a:cubicBezTo>
                  <a:cubicBezTo>
                    <a:pt x="17507" y="5806"/>
                    <a:pt x="17434" y="5419"/>
                    <a:pt x="17350" y="5026"/>
                  </a:cubicBezTo>
                  <a:cubicBezTo>
                    <a:pt x="17194" y="4316"/>
                    <a:pt x="17002" y="3606"/>
                    <a:pt x="16767" y="2896"/>
                  </a:cubicBezTo>
                  <a:cubicBezTo>
                    <a:pt x="16650" y="2543"/>
                    <a:pt x="16523" y="2195"/>
                    <a:pt x="16385" y="1838"/>
                  </a:cubicBezTo>
                  <a:cubicBezTo>
                    <a:pt x="16179" y="1318"/>
                    <a:pt x="15949" y="800"/>
                    <a:pt x="15695" y="276"/>
                  </a:cubicBezTo>
                  <a:cubicBezTo>
                    <a:pt x="15650" y="183"/>
                    <a:pt x="15607" y="89"/>
                    <a:pt x="15558"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5" name="Google Shape;4055;p55"/>
            <p:cNvSpPr/>
            <p:nvPr/>
          </p:nvSpPr>
          <p:spPr>
            <a:xfrm>
              <a:off x="826025" y="3163738"/>
              <a:ext cx="65400" cy="46775"/>
            </a:xfrm>
            <a:custGeom>
              <a:avLst/>
              <a:gdLst/>
              <a:ahLst/>
              <a:cxnLst/>
              <a:rect l="l" t="t" r="r" b="b"/>
              <a:pathLst>
                <a:path w="2616" h="1871" extrusionOk="0">
                  <a:moveTo>
                    <a:pt x="0" y="0"/>
                  </a:moveTo>
                  <a:cubicBezTo>
                    <a:pt x="118" y="88"/>
                    <a:pt x="240" y="171"/>
                    <a:pt x="372" y="240"/>
                  </a:cubicBezTo>
                  <a:cubicBezTo>
                    <a:pt x="289" y="195"/>
                    <a:pt x="206" y="141"/>
                    <a:pt x="127" y="88"/>
                  </a:cubicBezTo>
                  <a:cubicBezTo>
                    <a:pt x="84" y="59"/>
                    <a:pt x="44" y="29"/>
                    <a:pt x="0" y="0"/>
                  </a:cubicBezTo>
                  <a:close/>
                  <a:moveTo>
                    <a:pt x="102" y="299"/>
                  </a:moveTo>
                  <a:cubicBezTo>
                    <a:pt x="245" y="758"/>
                    <a:pt x="333" y="1229"/>
                    <a:pt x="231" y="1651"/>
                  </a:cubicBezTo>
                  <a:cubicBezTo>
                    <a:pt x="989" y="1778"/>
                    <a:pt x="1802" y="1870"/>
                    <a:pt x="2557" y="1870"/>
                  </a:cubicBezTo>
                  <a:lnTo>
                    <a:pt x="2616" y="1870"/>
                  </a:lnTo>
                  <a:cubicBezTo>
                    <a:pt x="2586" y="1739"/>
                    <a:pt x="2557" y="1617"/>
                    <a:pt x="2528" y="1499"/>
                  </a:cubicBezTo>
                  <a:cubicBezTo>
                    <a:pt x="2449" y="1269"/>
                    <a:pt x="2435" y="1018"/>
                    <a:pt x="2458" y="758"/>
                  </a:cubicBezTo>
                  <a:lnTo>
                    <a:pt x="2458" y="758"/>
                  </a:lnTo>
                  <a:cubicBezTo>
                    <a:pt x="2282" y="803"/>
                    <a:pt x="2091" y="828"/>
                    <a:pt x="1895" y="828"/>
                  </a:cubicBezTo>
                  <a:cubicBezTo>
                    <a:pt x="1542" y="828"/>
                    <a:pt x="1160" y="754"/>
                    <a:pt x="749" y="611"/>
                  </a:cubicBezTo>
                  <a:cubicBezTo>
                    <a:pt x="514" y="529"/>
                    <a:pt x="299" y="421"/>
                    <a:pt x="102" y="299"/>
                  </a:cubicBezTo>
                  <a:close/>
                </a:path>
              </a:pathLst>
            </a:custGeom>
            <a:solidFill>
              <a:srgbClr val="F66D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6" name="Google Shape;4056;p55"/>
            <p:cNvSpPr/>
            <p:nvPr/>
          </p:nvSpPr>
          <p:spPr>
            <a:xfrm>
              <a:off x="982025" y="3278088"/>
              <a:ext cx="67625" cy="576675"/>
            </a:xfrm>
            <a:custGeom>
              <a:avLst/>
              <a:gdLst/>
              <a:ahLst/>
              <a:cxnLst/>
              <a:rect l="l" t="t" r="r" b="b"/>
              <a:pathLst>
                <a:path w="2705" h="23067" extrusionOk="0">
                  <a:moveTo>
                    <a:pt x="303" y="0"/>
                  </a:moveTo>
                  <a:cubicBezTo>
                    <a:pt x="206" y="84"/>
                    <a:pt x="108" y="167"/>
                    <a:pt x="0" y="240"/>
                  </a:cubicBezTo>
                  <a:cubicBezTo>
                    <a:pt x="353" y="887"/>
                    <a:pt x="500" y="1657"/>
                    <a:pt x="608" y="2401"/>
                  </a:cubicBezTo>
                  <a:cubicBezTo>
                    <a:pt x="755" y="3366"/>
                    <a:pt x="872" y="4345"/>
                    <a:pt x="979" y="5315"/>
                  </a:cubicBezTo>
                  <a:cubicBezTo>
                    <a:pt x="1244" y="7588"/>
                    <a:pt x="1284" y="9891"/>
                    <a:pt x="1406" y="12183"/>
                  </a:cubicBezTo>
                  <a:cubicBezTo>
                    <a:pt x="1524" y="14435"/>
                    <a:pt x="1671" y="16684"/>
                    <a:pt x="1891" y="18927"/>
                  </a:cubicBezTo>
                  <a:cubicBezTo>
                    <a:pt x="2028" y="20290"/>
                    <a:pt x="2268" y="21681"/>
                    <a:pt x="2356" y="23067"/>
                  </a:cubicBezTo>
                  <a:cubicBezTo>
                    <a:pt x="2361" y="23062"/>
                    <a:pt x="2371" y="23057"/>
                    <a:pt x="2381" y="23053"/>
                  </a:cubicBezTo>
                  <a:cubicBezTo>
                    <a:pt x="2489" y="22988"/>
                    <a:pt x="2596" y="22924"/>
                    <a:pt x="2704" y="22861"/>
                  </a:cubicBezTo>
                  <a:cubicBezTo>
                    <a:pt x="2611" y="21617"/>
                    <a:pt x="2415" y="20372"/>
                    <a:pt x="2288" y="19138"/>
                  </a:cubicBezTo>
                  <a:cubicBezTo>
                    <a:pt x="2033" y="16689"/>
                    <a:pt x="1881" y="14220"/>
                    <a:pt x="1754" y="11756"/>
                  </a:cubicBezTo>
                  <a:cubicBezTo>
                    <a:pt x="1637" y="9450"/>
                    <a:pt x="1573" y="7142"/>
                    <a:pt x="1298" y="4850"/>
                  </a:cubicBezTo>
                  <a:cubicBezTo>
                    <a:pt x="1117" y="3297"/>
                    <a:pt x="1063" y="1372"/>
                    <a:pt x="303"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7" name="Google Shape;4057;p55"/>
            <p:cNvSpPr/>
            <p:nvPr/>
          </p:nvSpPr>
          <p:spPr>
            <a:xfrm>
              <a:off x="946250" y="3300738"/>
              <a:ext cx="33475" cy="588075"/>
            </a:xfrm>
            <a:custGeom>
              <a:avLst/>
              <a:gdLst/>
              <a:ahLst/>
              <a:cxnLst/>
              <a:rect l="l" t="t" r="r" b="b"/>
              <a:pathLst>
                <a:path w="1339" h="23523" extrusionOk="0">
                  <a:moveTo>
                    <a:pt x="353" y="1"/>
                  </a:moveTo>
                  <a:cubicBezTo>
                    <a:pt x="241" y="55"/>
                    <a:pt x="124" y="109"/>
                    <a:pt x="0" y="163"/>
                  </a:cubicBezTo>
                  <a:cubicBezTo>
                    <a:pt x="599" y="4336"/>
                    <a:pt x="868" y="8524"/>
                    <a:pt x="873" y="12765"/>
                  </a:cubicBezTo>
                  <a:cubicBezTo>
                    <a:pt x="877" y="16346"/>
                    <a:pt x="966" y="19936"/>
                    <a:pt x="912" y="23522"/>
                  </a:cubicBezTo>
                  <a:cubicBezTo>
                    <a:pt x="1040" y="23479"/>
                    <a:pt x="1162" y="23440"/>
                    <a:pt x="1289" y="23395"/>
                  </a:cubicBezTo>
                  <a:cubicBezTo>
                    <a:pt x="1338" y="19780"/>
                    <a:pt x="1250" y="16160"/>
                    <a:pt x="1245" y="12550"/>
                  </a:cubicBezTo>
                  <a:cubicBezTo>
                    <a:pt x="1241" y="8327"/>
                    <a:pt x="952" y="4154"/>
                    <a:pt x="353"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8" name="Google Shape;4058;p55"/>
            <p:cNvSpPr/>
            <p:nvPr/>
          </p:nvSpPr>
          <p:spPr>
            <a:xfrm>
              <a:off x="890300" y="3316563"/>
              <a:ext cx="21100" cy="589625"/>
            </a:xfrm>
            <a:custGeom>
              <a:avLst/>
              <a:gdLst/>
              <a:ahLst/>
              <a:cxnLst/>
              <a:rect l="l" t="t" r="r" b="b"/>
              <a:pathLst>
                <a:path w="844" h="23585" extrusionOk="0">
                  <a:moveTo>
                    <a:pt x="691" y="0"/>
                  </a:moveTo>
                  <a:cubicBezTo>
                    <a:pt x="622" y="14"/>
                    <a:pt x="554" y="24"/>
                    <a:pt x="486" y="39"/>
                  </a:cubicBezTo>
                  <a:cubicBezTo>
                    <a:pt x="432" y="44"/>
                    <a:pt x="382" y="53"/>
                    <a:pt x="328" y="64"/>
                  </a:cubicBezTo>
                  <a:cubicBezTo>
                    <a:pt x="319" y="597"/>
                    <a:pt x="348" y="1141"/>
                    <a:pt x="339" y="1675"/>
                  </a:cubicBezTo>
                  <a:cubicBezTo>
                    <a:pt x="305" y="2822"/>
                    <a:pt x="363" y="3977"/>
                    <a:pt x="393" y="5128"/>
                  </a:cubicBezTo>
                  <a:cubicBezTo>
                    <a:pt x="456" y="7622"/>
                    <a:pt x="470" y="10124"/>
                    <a:pt x="402" y="12618"/>
                  </a:cubicBezTo>
                  <a:cubicBezTo>
                    <a:pt x="334" y="15048"/>
                    <a:pt x="167" y="17467"/>
                    <a:pt x="79" y="19897"/>
                  </a:cubicBezTo>
                  <a:cubicBezTo>
                    <a:pt x="40" y="21048"/>
                    <a:pt x="40" y="22199"/>
                    <a:pt x="5" y="23350"/>
                  </a:cubicBezTo>
                  <a:cubicBezTo>
                    <a:pt x="5" y="23429"/>
                    <a:pt x="0" y="23506"/>
                    <a:pt x="0" y="23585"/>
                  </a:cubicBezTo>
                  <a:cubicBezTo>
                    <a:pt x="122" y="23571"/>
                    <a:pt x="246" y="23556"/>
                    <a:pt x="373" y="23542"/>
                  </a:cubicBezTo>
                  <a:cubicBezTo>
                    <a:pt x="373" y="23477"/>
                    <a:pt x="378" y="23413"/>
                    <a:pt x="378" y="23350"/>
                  </a:cubicBezTo>
                  <a:cubicBezTo>
                    <a:pt x="412" y="22199"/>
                    <a:pt x="412" y="21048"/>
                    <a:pt x="452" y="19897"/>
                  </a:cubicBezTo>
                  <a:cubicBezTo>
                    <a:pt x="534" y="17467"/>
                    <a:pt x="701" y="15048"/>
                    <a:pt x="775" y="12618"/>
                  </a:cubicBezTo>
                  <a:cubicBezTo>
                    <a:pt x="843" y="10267"/>
                    <a:pt x="818" y="7906"/>
                    <a:pt x="775" y="5555"/>
                  </a:cubicBezTo>
                  <a:cubicBezTo>
                    <a:pt x="750" y="4398"/>
                    <a:pt x="696" y="3238"/>
                    <a:pt x="701" y="2076"/>
                  </a:cubicBezTo>
                  <a:cubicBezTo>
                    <a:pt x="705" y="1416"/>
                    <a:pt x="657" y="695"/>
                    <a:pt x="691"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9" name="Google Shape;4059;p55"/>
            <p:cNvSpPr/>
            <p:nvPr/>
          </p:nvSpPr>
          <p:spPr>
            <a:xfrm>
              <a:off x="822350" y="3319838"/>
              <a:ext cx="42750" cy="587225"/>
            </a:xfrm>
            <a:custGeom>
              <a:avLst/>
              <a:gdLst/>
              <a:ahLst/>
              <a:cxnLst/>
              <a:rect l="l" t="t" r="r" b="b"/>
              <a:pathLst>
                <a:path w="1710" h="23489" extrusionOk="0">
                  <a:moveTo>
                    <a:pt x="1352" y="1"/>
                  </a:moveTo>
                  <a:cubicBezTo>
                    <a:pt x="1312" y="422"/>
                    <a:pt x="1283" y="853"/>
                    <a:pt x="1224" y="1274"/>
                  </a:cubicBezTo>
                  <a:cubicBezTo>
                    <a:pt x="1072" y="2343"/>
                    <a:pt x="1048" y="3444"/>
                    <a:pt x="1024" y="4527"/>
                  </a:cubicBezTo>
                  <a:cubicBezTo>
                    <a:pt x="970" y="6917"/>
                    <a:pt x="925" y="9313"/>
                    <a:pt x="808" y="11703"/>
                  </a:cubicBezTo>
                  <a:cubicBezTo>
                    <a:pt x="613" y="15622"/>
                    <a:pt x="191" y="19531"/>
                    <a:pt x="0" y="23449"/>
                  </a:cubicBezTo>
                  <a:cubicBezTo>
                    <a:pt x="122" y="23469"/>
                    <a:pt x="245" y="23479"/>
                    <a:pt x="372" y="23488"/>
                  </a:cubicBezTo>
                  <a:cubicBezTo>
                    <a:pt x="441" y="22043"/>
                    <a:pt x="543" y="20598"/>
                    <a:pt x="642" y="19168"/>
                  </a:cubicBezTo>
                  <a:cubicBezTo>
                    <a:pt x="803" y="16748"/>
                    <a:pt x="1038" y="14334"/>
                    <a:pt x="1171" y="11908"/>
                  </a:cubicBezTo>
                  <a:cubicBezTo>
                    <a:pt x="1298" y="9591"/>
                    <a:pt x="1337" y="7265"/>
                    <a:pt x="1386" y="4943"/>
                  </a:cubicBezTo>
                  <a:cubicBezTo>
                    <a:pt x="1416" y="3753"/>
                    <a:pt x="1450" y="2567"/>
                    <a:pt x="1583" y="1387"/>
                  </a:cubicBezTo>
                  <a:cubicBezTo>
                    <a:pt x="1635" y="937"/>
                    <a:pt x="1660" y="471"/>
                    <a:pt x="1709" y="16"/>
                  </a:cubicBezTo>
                  <a:cubicBezTo>
                    <a:pt x="1592" y="10"/>
                    <a:pt x="1470" y="6"/>
                    <a:pt x="1352"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0" name="Google Shape;4060;p55"/>
            <p:cNvSpPr/>
            <p:nvPr/>
          </p:nvSpPr>
          <p:spPr>
            <a:xfrm>
              <a:off x="751075" y="3310538"/>
              <a:ext cx="66375" cy="582425"/>
            </a:xfrm>
            <a:custGeom>
              <a:avLst/>
              <a:gdLst/>
              <a:ahLst/>
              <a:cxnLst/>
              <a:rect l="l" t="t" r="r" b="b"/>
              <a:pathLst>
                <a:path w="2655" h="23297" extrusionOk="0">
                  <a:moveTo>
                    <a:pt x="2297" y="0"/>
                  </a:moveTo>
                  <a:cubicBezTo>
                    <a:pt x="1999" y="1382"/>
                    <a:pt x="1915" y="2866"/>
                    <a:pt x="1764" y="4218"/>
                  </a:cubicBezTo>
                  <a:cubicBezTo>
                    <a:pt x="1445" y="7044"/>
                    <a:pt x="1219" y="9870"/>
                    <a:pt x="980" y="12703"/>
                  </a:cubicBezTo>
                  <a:cubicBezTo>
                    <a:pt x="740" y="15563"/>
                    <a:pt x="471" y="18423"/>
                    <a:pt x="181" y="21278"/>
                  </a:cubicBezTo>
                  <a:cubicBezTo>
                    <a:pt x="123" y="21882"/>
                    <a:pt x="44" y="22528"/>
                    <a:pt x="0" y="23184"/>
                  </a:cubicBezTo>
                  <a:cubicBezTo>
                    <a:pt x="118" y="23224"/>
                    <a:pt x="235" y="23263"/>
                    <a:pt x="353" y="23297"/>
                  </a:cubicBezTo>
                  <a:cubicBezTo>
                    <a:pt x="412" y="22489"/>
                    <a:pt x="519" y="21681"/>
                    <a:pt x="588" y="20955"/>
                  </a:cubicBezTo>
                  <a:cubicBezTo>
                    <a:pt x="842" y="18203"/>
                    <a:pt x="1117" y="15450"/>
                    <a:pt x="1352" y="12697"/>
                  </a:cubicBezTo>
                  <a:cubicBezTo>
                    <a:pt x="1592" y="9900"/>
                    <a:pt x="1812" y="7108"/>
                    <a:pt x="2126" y="4326"/>
                  </a:cubicBezTo>
                  <a:cubicBezTo>
                    <a:pt x="2277" y="2979"/>
                    <a:pt x="2356" y="1490"/>
                    <a:pt x="2655" y="113"/>
                  </a:cubicBezTo>
                  <a:cubicBezTo>
                    <a:pt x="2537" y="79"/>
                    <a:pt x="2415" y="45"/>
                    <a:pt x="2297"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061;p55"/>
            <p:cNvSpPr/>
            <p:nvPr/>
          </p:nvSpPr>
          <p:spPr>
            <a:xfrm>
              <a:off x="673550" y="3281763"/>
              <a:ext cx="90650" cy="576175"/>
            </a:xfrm>
            <a:custGeom>
              <a:avLst/>
              <a:gdLst/>
              <a:ahLst/>
              <a:cxnLst/>
              <a:rect l="l" t="t" r="r" b="b"/>
              <a:pathLst>
                <a:path w="3626" h="23047" extrusionOk="0">
                  <a:moveTo>
                    <a:pt x="3326" y="0"/>
                  </a:moveTo>
                  <a:cubicBezTo>
                    <a:pt x="3297" y="88"/>
                    <a:pt x="3262" y="177"/>
                    <a:pt x="3233" y="260"/>
                  </a:cubicBezTo>
                  <a:cubicBezTo>
                    <a:pt x="2939" y="1092"/>
                    <a:pt x="2763" y="1980"/>
                    <a:pt x="2591" y="2856"/>
                  </a:cubicBezTo>
                  <a:cubicBezTo>
                    <a:pt x="2068" y="5501"/>
                    <a:pt x="1838" y="8175"/>
                    <a:pt x="1646" y="10879"/>
                  </a:cubicBezTo>
                  <a:cubicBezTo>
                    <a:pt x="1431" y="13868"/>
                    <a:pt x="1239" y="16895"/>
                    <a:pt x="554" y="19800"/>
                  </a:cubicBezTo>
                  <a:cubicBezTo>
                    <a:pt x="314" y="20819"/>
                    <a:pt x="128" y="21808"/>
                    <a:pt x="0" y="22841"/>
                  </a:cubicBezTo>
                  <a:cubicBezTo>
                    <a:pt x="113" y="22910"/>
                    <a:pt x="231" y="22978"/>
                    <a:pt x="343" y="23047"/>
                  </a:cubicBezTo>
                  <a:cubicBezTo>
                    <a:pt x="475" y="21842"/>
                    <a:pt x="730" y="20711"/>
                    <a:pt x="999" y="19540"/>
                  </a:cubicBezTo>
                  <a:cubicBezTo>
                    <a:pt x="1602" y="16929"/>
                    <a:pt x="1779" y="14182"/>
                    <a:pt x="1974" y="11496"/>
                  </a:cubicBezTo>
                  <a:cubicBezTo>
                    <a:pt x="2166" y="8763"/>
                    <a:pt x="2333" y="5996"/>
                    <a:pt x="2880" y="3321"/>
                  </a:cubicBezTo>
                  <a:cubicBezTo>
                    <a:pt x="3032" y="2577"/>
                    <a:pt x="3179" y="1833"/>
                    <a:pt x="3371" y="1103"/>
                  </a:cubicBezTo>
                  <a:cubicBezTo>
                    <a:pt x="3439" y="848"/>
                    <a:pt x="3518" y="540"/>
                    <a:pt x="3626" y="235"/>
                  </a:cubicBezTo>
                  <a:cubicBezTo>
                    <a:pt x="3522" y="163"/>
                    <a:pt x="3425" y="84"/>
                    <a:pt x="3326"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2" name="Google Shape;4062;p55"/>
            <p:cNvSpPr/>
            <p:nvPr/>
          </p:nvSpPr>
          <p:spPr>
            <a:xfrm>
              <a:off x="538850" y="3139513"/>
              <a:ext cx="277250" cy="448300"/>
            </a:xfrm>
            <a:custGeom>
              <a:avLst/>
              <a:gdLst/>
              <a:ahLst/>
              <a:cxnLst/>
              <a:rect l="l" t="t" r="r" b="b"/>
              <a:pathLst>
                <a:path w="11090" h="17932" extrusionOk="0">
                  <a:moveTo>
                    <a:pt x="9780" y="187"/>
                  </a:moveTo>
                  <a:cubicBezTo>
                    <a:pt x="9843" y="187"/>
                    <a:pt x="9906" y="190"/>
                    <a:pt x="9968" y="194"/>
                  </a:cubicBezTo>
                  <a:cubicBezTo>
                    <a:pt x="11090" y="660"/>
                    <a:pt x="10312" y="2884"/>
                    <a:pt x="9792" y="4358"/>
                  </a:cubicBezTo>
                  <a:cubicBezTo>
                    <a:pt x="9611" y="4883"/>
                    <a:pt x="9455" y="5338"/>
                    <a:pt x="9400" y="5632"/>
                  </a:cubicBezTo>
                  <a:lnTo>
                    <a:pt x="9297" y="6210"/>
                  </a:lnTo>
                  <a:cubicBezTo>
                    <a:pt x="9032" y="7733"/>
                    <a:pt x="8754" y="9296"/>
                    <a:pt x="8361" y="10815"/>
                  </a:cubicBezTo>
                  <a:cubicBezTo>
                    <a:pt x="6809" y="10270"/>
                    <a:pt x="5134" y="9737"/>
                    <a:pt x="3394" y="9506"/>
                  </a:cubicBezTo>
                  <a:cubicBezTo>
                    <a:pt x="3075" y="9463"/>
                    <a:pt x="2693" y="9422"/>
                    <a:pt x="2313" y="9422"/>
                  </a:cubicBezTo>
                  <a:cubicBezTo>
                    <a:pt x="1918" y="9422"/>
                    <a:pt x="1525" y="9467"/>
                    <a:pt x="1210" y="9599"/>
                  </a:cubicBezTo>
                  <a:cubicBezTo>
                    <a:pt x="1656" y="8252"/>
                    <a:pt x="2302" y="6959"/>
                    <a:pt x="2959" y="5764"/>
                  </a:cubicBezTo>
                  <a:cubicBezTo>
                    <a:pt x="4270" y="3375"/>
                    <a:pt x="7448" y="187"/>
                    <a:pt x="9780" y="187"/>
                  </a:cubicBezTo>
                  <a:close/>
                  <a:moveTo>
                    <a:pt x="2322" y="9608"/>
                  </a:moveTo>
                  <a:cubicBezTo>
                    <a:pt x="2759" y="9608"/>
                    <a:pt x="3170" y="9663"/>
                    <a:pt x="3371" y="9687"/>
                  </a:cubicBezTo>
                  <a:cubicBezTo>
                    <a:pt x="5094" y="9918"/>
                    <a:pt x="6765" y="10451"/>
                    <a:pt x="8313" y="10996"/>
                  </a:cubicBezTo>
                  <a:cubicBezTo>
                    <a:pt x="8225" y="11319"/>
                    <a:pt x="8132" y="11642"/>
                    <a:pt x="8033" y="11961"/>
                  </a:cubicBezTo>
                  <a:cubicBezTo>
                    <a:pt x="7563" y="11554"/>
                    <a:pt x="6584" y="11387"/>
                    <a:pt x="5854" y="11265"/>
                  </a:cubicBezTo>
                  <a:cubicBezTo>
                    <a:pt x="5711" y="11236"/>
                    <a:pt x="5575" y="11216"/>
                    <a:pt x="5462" y="11191"/>
                  </a:cubicBezTo>
                  <a:cubicBezTo>
                    <a:pt x="4585" y="11020"/>
                    <a:pt x="3704" y="10926"/>
                    <a:pt x="2959" y="10858"/>
                  </a:cubicBezTo>
                  <a:cubicBezTo>
                    <a:pt x="2590" y="10825"/>
                    <a:pt x="2149" y="10784"/>
                    <a:pt x="1730" y="10784"/>
                  </a:cubicBezTo>
                  <a:cubicBezTo>
                    <a:pt x="1410" y="10784"/>
                    <a:pt x="1103" y="10808"/>
                    <a:pt x="853" y="10878"/>
                  </a:cubicBezTo>
                  <a:cubicBezTo>
                    <a:pt x="931" y="10526"/>
                    <a:pt x="1024" y="10182"/>
                    <a:pt x="1131" y="9834"/>
                  </a:cubicBezTo>
                  <a:cubicBezTo>
                    <a:pt x="1142" y="9834"/>
                    <a:pt x="1147" y="9834"/>
                    <a:pt x="1156" y="9830"/>
                  </a:cubicBezTo>
                  <a:cubicBezTo>
                    <a:pt x="1465" y="9658"/>
                    <a:pt x="1906" y="9608"/>
                    <a:pt x="2322" y="9608"/>
                  </a:cubicBezTo>
                  <a:close/>
                  <a:moveTo>
                    <a:pt x="1743" y="10972"/>
                  </a:moveTo>
                  <a:cubicBezTo>
                    <a:pt x="2157" y="10972"/>
                    <a:pt x="2594" y="11012"/>
                    <a:pt x="2939" y="11044"/>
                  </a:cubicBezTo>
                  <a:cubicBezTo>
                    <a:pt x="3684" y="11113"/>
                    <a:pt x="4561" y="11206"/>
                    <a:pt x="5422" y="11378"/>
                  </a:cubicBezTo>
                  <a:cubicBezTo>
                    <a:pt x="5540" y="11397"/>
                    <a:pt x="5677" y="11421"/>
                    <a:pt x="5824" y="11446"/>
                  </a:cubicBezTo>
                  <a:cubicBezTo>
                    <a:pt x="6525" y="11568"/>
                    <a:pt x="7578" y="11745"/>
                    <a:pt x="7970" y="12161"/>
                  </a:cubicBezTo>
                  <a:cubicBezTo>
                    <a:pt x="7862" y="12499"/>
                    <a:pt x="7744" y="12832"/>
                    <a:pt x="7617" y="13166"/>
                  </a:cubicBezTo>
                  <a:cubicBezTo>
                    <a:pt x="7264" y="14086"/>
                    <a:pt x="6755" y="15129"/>
                    <a:pt x="6222" y="16026"/>
                  </a:cubicBezTo>
                  <a:cubicBezTo>
                    <a:pt x="6182" y="16094"/>
                    <a:pt x="6138" y="16182"/>
                    <a:pt x="6079" y="16286"/>
                  </a:cubicBezTo>
                  <a:cubicBezTo>
                    <a:pt x="5834" y="16746"/>
                    <a:pt x="5408" y="17534"/>
                    <a:pt x="4963" y="17711"/>
                  </a:cubicBezTo>
                  <a:cubicBezTo>
                    <a:pt x="4850" y="17724"/>
                    <a:pt x="4739" y="17730"/>
                    <a:pt x="4628" y="17730"/>
                  </a:cubicBezTo>
                  <a:cubicBezTo>
                    <a:pt x="2604" y="17730"/>
                    <a:pt x="996" y="15627"/>
                    <a:pt x="749" y="14322"/>
                  </a:cubicBezTo>
                  <a:cubicBezTo>
                    <a:pt x="549" y="13239"/>
                    <a:pt x="598" y="12151"/>
                    <a:pt x="814" y="11089"/>
                  </a:cubicBezTo>
                  <a:cubicBezTo>
                    <a:pt x="1059" y="11001"/>
                    <a:pt x="1392" y="10972"/>
                    <a:pt x="1743" y="10972"/>
                  </a:cubicBezTo>
                  <a:close/>
                  <a:moveTo>
                    <a:pt x="9787" y="0"/>
                  </a:moveTo>
                  <a:cubicBezTo>
                    <a:pt x="7385" y="0"/>
                    <a:pt x="4134" y="3245"/>
                    <a:pt x="2797" y="5676"/>
                  </a:cubicBezTo>
                  <a:cubicBezTo>
                    <a:pt x="1377" y="8258"/>
                    <a:pt x="0" y="11314"/>
                    <a:pt x="568" y="14356"/>
                  </a:cubicBezTo>
                  <a:cubicBezTo>
                    <a:pt x="808" y="15658"/>
                    <a:pt x="2386" y="17878"/>
                    <a:pt x="4541" y="17916"/>
                  </a:cubicBezTo>
                  <a:lnTo>
                    <a:pt x="4664" y="17916"/>
                  </a:lnTo>
                  <a:cubicBezTo>
                    <a:pt x="4698" y="17927"/>
                    <a:pt x="4742" y="17932"/>
                    <a:pt x="4776" y="17932"/>
                  </a:cubicBezTo>
                  <a:cubicBezTo>
                    <a:pt x="4854" y="17932"/>
                    <a:pt x="4933" y="17921"/>
                    <a:pt x="5006" y="17892"/>
                  </a:cubicBezTo>
                  <a:cubicBezTo>
                    <a:pt x="5065" y="17887"/>
                    <a:pt x="5124" y="17878"/>
                    <a:pt x="5182" y="17868"/>
                  </a:cubicBezTo>
                  <a:cubicBezTo>
                    <a:pt x="5232" y="17858"/>
                    <a:pt x="5266" y="17810"/>
                    <a:pt x="5256" y="17760"/>
                  </a:cubicBezTo>
                  <a:lnTo>
                    <a:pt x="5256" y="17755"/>
                  </a:lnTo>
                  <a:cubicBezTo>
                    <a:pt x="5668" y="17446"/>
                    <a:pt x="6010" y="16810"/>
                    <a:pt x="6245" y="16374"/>
                  </a:cubicBezTo>
                  <a:cubicBezTo>
                    <a:pt x="6299" y="16271"/>
                    <a:pt x="6344" y="16182"/>
                    <a:pt x="6383" y="16124"/>
                  </a:cubicBezTo>
                  <a:cubicBezTo>
                    <a:pt x="6921" y="15217"/>
                    <a:pt x="7436" y="14165"/>
                    <a:pt x="7793" y="13229"/>
                  </a:cubicBezTo>
                  <a:cubicBezTo>
                    <a:pt x="8646" y="10996"/>
                    <a:pt x="9072" y="8581"/>
                    <a:pt x="9484" y="6239"/>
                  </a:cubicBezTo>
                  <a:lnTo>
                    <a:pt x="9581" y="5666"/>
                  </a:lnTo>
                  <a:cubicBezTo>
                    <a:pt x="9631" y="5382"/>
                    <a:pt x="9787" y="4937"/>
                    <a:pt x="9968" y="4422"/>
                  </a:cubicBezTo>
                  <a:cubicBezTo>
                    <a:pt x="10307" y="3457"/>
                    <a:pt x="10718" y="2286"/>
                    <a:pt x="10732" y="1381"/>
                  </a:cubicBezTo>
                  <a:cubicBezTo>
                    <a:pt x="10748" y="743"/>
                    <a:pt x="10565" y="234"/>
                    <a:pt x="10036" y="18"/>
                  </a:cubicBezTo>
                  <a:cubicBezTo>
                    <a:pt x="10032" y="18"/>
                    <a:pt x="10027" y="13"/>
                    <a:pt x="10027" y="13"/>
                  </a:cubicBezTo>
                  <a:cubicBezTo>
                    <a:pt x="10022" y="13"/>
                    <a:pt x="10018" y="13"/>
                    <a:pt x="10013" y="9"/>
                  </a:cubicBezTo>
                  <a:lnTo>
                    <a:pt x="9998" y="9"/>
                  </a:lnTo>
                  <a:cubicBezTo>
                    <a:pt x="9928" y="3"/>
                    <a:pt x="9858" y="0"/>
                    <a:pt x="9787"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3" name="Google Shape;4063;p55"/>
            <p:cNvSpPr/>
            <p:nvPr/>
          </p:nvSpPr>
          <p:spPr>
            <a:xfrm>
              <a:off x="569100" y="3144188"/>
              <a:ext cx="247000" cy="265700"/>
            </a:xfrm>
            <a:custGeom>
              <a:avLst/>
              <a:gdLst/>
              <a:ahLst/>
              <a:cxnLst/>
              <a:rect l="l" t="t" r="r" b="b"/>
              <a:pathLst>
                <a:path w="9880" h="10628" extrusionOk="0">
                  <a:moveTo>
                    <a:pt x="8570" y="0"/>
                  </a:moveTo>
                  <a:cubicBezTo>
                    <a:pt x="6238" y="0"/>
                    <a:pt x="3060" y="3188"/>
                    <a:pt x="1749" y="5577"/>
                  </a:cubicBezTo>
                  <a:cubicBezTo>
                    <a:pt x="1092" y="6772"/>
                    <a:pt x="446" y="8065"/>
                    <a:pt x="0" y="9412"/>
                  </a:cubicBezTo>
                  <a:cubicBezTo>
                    <a:pt x="315" y="9280"/>
                    <a:pt x="708" y="9235"/>
                    <a:pt x="1103" y="9235"/>
                  </a:cubicBezTo>
                  <a:cubicBezTo>
                    <a:pt x="1483" y="9235"/>
                    <a:pt x="1865" y="9276"/>
                    <a:pt x="2184" y="9319"/>
                  </a:cubicBezTo>
                  <a:cubicBezTo>
                    <a:pt x="3924" y="9550"/>
                    <a:pt x="5599" y="10083"/>
                    <a:pt x="7151" y="10628"/>
                  </a:cubicBezTo>
                  <a:cubicBezTo>
                    <a:pt x="7544" y="9109"/>
                    <a:pt x="7822" y="7546"/>
                    <a:pt x="8087" y="6023"/>
                  </a:cubicBezTo>
                  <a:lnTo>
                    <a:pt x="8190" y="5445"/>
                  </a:lnTo>
                  <a:cubicBezTo>
                    <a:pt x="8245" y="5151"/>
                    <a:pt x="8401" y="4696"/>
                    <a:pt x="8582" y="4171"/>
                  </a:cubicBezTo>
                  <a:cubicBezTo>
                    <a:pt x="9102" y="2697"/>
                    <a:pt x="9880" y="473"/>
                    <a:pt x="8758" y="7"/>
                  </a:cubicBezTo>
                  <a:cubicBezTo>
                    <a:pt x="8696" y="3"/>
                    <a:pt x="8633" y="0"/>
                    <a:pt x="8570"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4" name="Google Shape;4064;p55"/>
            <p:cNvSpPr/>
            <p:nvPr/>
          </p:nvSpPr>
          <p:spPr>
            <a:xfrm>
              <a:off x="560150" y="3379713"/>
              <a:ext cx="186550" cy="58825"/>
            </a:xfrm>
            <a:custGeom>
              <a:avLst/>
              <a:gdLst/>
              <a:ahLst/>
              <a:cxnLst/>
              <a:rect l="l" t="t" r="r" b="b"/>
              <a:pathLst>
                <a:path w="7462" h="2353" extrusionOk="0">
                  <a:moveTo>
                    <a:pt x="1470" y="0"/>
                  </a:moveTo>
                  <a:cubicBezTo>
                    <a:pt x="1054" y="0"/>
                    <a:pt x="613" y="50"/>
                    <a:pt x="304" y="222"/>
                  </a:cubicBezTo>
                  <a:cubicBezTo>
                    <a:pt x="295" y="226"/>
                    <a:pt x="290" y="226"/>
                    <a:pt x="279" y="226"/>
                  </a:cubicBezTo>
                  <a:cubicBezTo>
                    <a:pt x="172" y="574"/>
                    <a:pt x="79" y="918"/>
                    <a:pt x="1" y="1270"/>
                  </a:cubicBezTo>
                  <a:cubicBezTo>
                    <a:pt x="251" y="1200"/>
                    <a:pt x="558" y="1176"/>
                    <a:pt x="878" y="1176"/>
                  </a:cubicBezTo>
                  <a:cubicBezTo>
                    <a:pt x="1297" y="1176"/>
                    <a:pt x="1738" y="1217"/>
                    <a:pt x="2107" y="1250"/>
                  </a:cubicBezTo>
                  <a:cubicBezTo>
                    <a:pt x="2852" y="1318"/>
                    <a:pt x="3733" y="1412"/>
                    <a:pt x="4610" y="1583"/>
                  </a:cubicBezTo>
                  <a:cubicBezTo>
                    <a:pt x="4723" y="1608"/>
                    <a:pt x="4859" y="1628"/>
                    <a:pt x="5002" y="1657"/>
                  </a:cubicBezTo>
                  <a:cubicBezTo>
                    <a:pt x="5732" y="1779"/>
                    <a:pt x="6711" y="1946"/>
                    <a:pt x="7181" y="2353"/>
                  </a:cubicBezTo>
                  <a:cubicBezTo>
                    <a:pt x="7280" y="2034"/>
                    <a:pt x="7373" y="1711"/>
                    <a:pt x="7461" y="1388"/>
                  </a:cubicBezTo>
                  <a:cubicBezTo>
                    <a:pt x="5913" y="843"/>
                    <a:pt x="4242" y="310"/>
                    <a:pt x="2519" y="79"/>
                  </a:cubicBezTo>
                  <a:cubicBezTo>
                    <a:pt x="2318" y="55"/>
                    <a:pt x="1907" y="0"/>
                    <a:pt x="1470"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5" name="Google Shape;4065;p55"/>
            <p:cNvSpPr/>
            <p:nvPr/>
          </p:nvSpPr>
          <p:spPr>
            <a:xfrm>
              <a:off x="553650" y="3413788"/>
              <a:ext cx="184450" cy="168975"/>
            </a:xfrm>
            <a:custGeom>
              <a:avLst/>
              <a:gdLst/>
              <a:ahLst/>
              <a:cxnLst/>
              <a:rect l="l" t="t" r="r" b="b"/>
              <a:pathLst>
                <a:path w="7378" h="6759" extrusionOk="0">
                  <a:moveTo>
                    <a:pt x="1151" y="1"/>
                  </a:moveTo>
                  <a:cubicBezTo>
                    <a:pt x="800" y="1"/>
                    <a:pt x="467" y="30"/>
                    <a:pt x="222" y="118"/>
                  </a:cubicBezTo>
                  <a:cubicBezTo>
                    <a:pt x="157" y="426"/>
                    <a:pt x="109" y="740"/>
                    <a:pt x="80" y="1049"/>
                  </a:cubicBezTo>
                  <a:cubicBezTo>
                    <a:pt x="1" y="1813"/>
                    <a:pt x="16" y="2586"/>
                    <a:pt x="157" y="3351"/>
                  </a:cubicBezTo>
                  <a:cubicBezTo>
                    <a:pt x="404" y="4660"/>
                    <a:pt x="2012" y="6759"/>
                    <a:pt x="4036" y="6759"/>
                  </a:cubicBezTo>
                  <a:cubicBezTo>
                    <a:pt x="4146" y="6759"/>
                    <a:pt x="4258" y="6753"/>
                    <a:pt x="4371" y="6740"/>
                  </a:cubicBezTo>
                  <a:cubicBezTo>
                    <a:pt x="4816" y="6563"/>
                    <a:pt x="5242" y="5775"/>
                    <a:pt x="5487" y="5315"/>
                  </a:cubicBezTo>
                  <a:cubicBezTo>
                    <a:pt x="5546" y="5211"/>
                    <a:pt x="5590" y="5123"/>
                    <a:pt x="5630" y="5055"/>
                  </a:cubicBezTo>
                  <a:cubicBezTo>
                    <a:pt x="6163" y="4158"/>
                    <a:pt x="6672" y="3115"/>
                    <a:pt x="7025" y="2195"/>
                  </a:cubicBezTo>
                  <a:cubicBezTo>
                    <a:pt x="7118" y="1960"/>
                    <a:pt x="7201" y="1725"/>
                    <a:pt x="7280" y="1490"/>
                  </a:cubicBezTo>
                  <a:cubicBezTo>
                    <a:pt x="7314" y="1386"/>
                    <a:pt x="7344" y="1289"/>
                    <a:pt x="7378" y="1190"/>
                  </a:cubicBezTo>
                  <a:cubicBezTo>
                    <a:pt x="6986" y="774"/>
                    <a:pt x="5933" y="593"/>
                    <a:pt x="5232" y="475"/>
                  </a:cubicBezTo>
                  <a:cubicBezTo>
                    <a:pt x="5085" y="450"/>
                    <a:pt x="4948" y="426"/>
                    <a:pt x="4830" y="402"/>
                  </a:cubicBezTo>
                  <a:cubicBezTo>
                    <a:pt x="3969" y="235"/>
                    <a:pt x="3092" y="142"/>
                    <a:pt x="2352" y="73"/>
                  </a:cubicBezTo>
                  <a:cubicBezTo>
                    <a:pt x="2005" y="41"/>
                    <a:pt x="1566" y="1"/>
                    <a:pt x="1151" y="1"/>
                  </a:cubicBezTo>
                  <a:close/>
                </a:path>
              </a:pathLst>
            </a:custGeom>
            <a:solidFill>
              <a:srgbClr val="FD8C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55"/>
            <p:cNvSpPr/>
            <p:nvPr/>
          </p:nvSpPr>
          <p:spPr>
            <a:xfrm>
              <a:off x="555625" y="3413788"/>
              <a:ext cx="78525" cy="26225"/>
            </a:xfrm>
            <a:custGeom>
              <a:avLst/>
              <a:gdLst/>
              <a:ahLst/>
              <a:cxnLst/>
              <a:rect l="l" t="t" r="r" b="b"/>
              <a:pathLst>
                <a:path w="3141" h="1049" extrusionOk="0">
                  <a:moveTo>
                    <a:pt x="1068" y="0"/>
                  </a:moveTo>
                  <a:cubicBezTo>
                    <a:pt x="715" y="0"/>
                    <a:pt x="383" y="29"/>
                    <a:pt x="143" y="118"/>
                  </a:cubicBezTo>
                  <a:cubicBezTo>
                    <a:pt x="123" y="201"/>
                    <a:pt x="108" y="285"/>
                    <a:pt x="94" y="367"/>
                  </a:cubicBezTo>
                  <a:cubicBezTo>
                    <a:pt x="55" y="593"/>
                    <a:pt x="19" y="823"/>
                    <a:pt x="1" y="1049"/>
                  </a:cubicBezTo>
                  <a:cubicBezTo>
                    <a:pt x="779" y="955"/>
                    <a:pt x="1798" y="862"/>
                    <a:pt x="2881" y="857"/>
                  </a:cubicBezTo>
                  <a:cubicBezTo>
                    <a:pt x="2958" y="622"/>
                    <a:pt x="3047" y="392"/>
                    <a:pt x="3141" y="161"/>
                  </a:cubicBezTo>
                  <a:cubicBezTo>
                    <a:pt x="2964" y="142"/>
                    <a:pt x="2793" y="122"/>
                    <a:pt x="2626" y="108"/>
                  </a:cubicBezTo>
                  <a:cubicBezTo>
                    <a:pt x="2504" y="93"/>
                    <a:pt x="2386" y="84"/>
                    <a:pt x="2273" y="73"/>
                  </a:cubicBezTo>
                  <a:cubicBezTo>
                    <a:pt x="1925" y="39"/>
                    <a:pt x="1484" y="0"/>
                    <a:pt x="1068" y="0"/>
                  </a:cubicBezTo>
                  <a:close/>
                </a:path>
              </a:pathLst>
            </a:custGeom>
            <a:solidFill>
              <a:srgbClr val="F66D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55"/>
            <p:cNvSpPr/>
            <p:nvPr/>
          </p:nvSpPr>
          <p:spPr>
            <a:xfrm>
              <a:off x="905250" y="3132363"/>
              <a:ext cx="272125" cy="450775"/>
            </a:xfrm>
            <a:custGeom>
              <a:avLst/>
              <a:gdLst/>
              <a:ahLst/>
              <a:cxnLst/>
              <a:rect l="l" t="t" r="r" b="b"/>
              <a:pathLst>
                <a:path w="10885" h="18031" extrusionOk="0">
                  <a:moveTo>
                    <a:pt x="1262" y="187"/>
                  </a:moveTo>
                  <a:cubicBezTo>
                    <a:pt x="3601" y="187"/>
                    <a:pt x="6750" y="3467"/>
                    <a:pt x="8029" y="5899"/>
                  </a:cubicBezTo>
                  <a:cubicBezTo>
                    <a:pt x="8660" y="7108"/>
                    <a:pt x="9282" y="8411"/>
                    <a:pt x="9704" y="9763"/>
                  </a:cubicBezTo>
                  <a:cubicBezTo>
                    <a:pt x="9363" y="9614"/>
                    <a:pt x="8933" y="9567"/>
                    <a:pt x="8505" y="9567"/>
                  </a:cubicBezTo>
                  <a:cubicBezTo>
                    <a:pt x="8158" y="9567"/>
                    <a:pt x="7813" y="9598"/>
                    <a:pt x="7518" y="9631"/>
                  </a:cubicBezTo>
                  <a:cubicBezTo>
                    <a:pt x="5780" y="9831"/>
                    <a:pt x="4095" y="10331"/>
                    <a:pt x="2533" y="10846"/>
                  </a:cubicBezTo>
                  <a:cubicBezTo>
                    <a:pt x="2165" y="9317"/>
                    <a:pt x="1920" y="7755"/>
                    <a:pt x="1680" y="6222"/>
                  </a:cubicBezTo>
                  <a:lnTo>
                    <a:pt x="1592" y="5644"/>
                  </a:lnTo>
                  <a:cubicBezTo>
                    <a:pt x="1543" y="5345"/>
                    <a:pt x="1396" y="4889"/>
                    <a:pt x="1220" y="4360"/>
                  </a:cubicBezTo>
                  <a:cubicBezTo>
                    <a:pt x="735" y="2876"/>
                    <a:pt x="1" y="638"/>
                    <a:pt x="1127" y="191"/>
                  </a:cubicBezTo>
                  <a:cubicBezTo>
                    <a:pt x="1172" y="189"/>
                    <a:pt x="1217" y="187"/>
                    <a:pt x="1262" y="187"/>
                  </a:cubicBezTo>
                  <a:close/>
                  <a:moveTo>
                    <a:pt x="8489" y="9754"/>
                  </a:moveTo>
                  <a:cubicBezTo>
                    <a:pt x="8935" y="9754"/>
                    <a:pt x="9423" y="9807"/>
                    <a:pt x="9752" y="9998"/>
                  </a:cubicBezTo>
                  <a:cubicBezTo>
                    <a:pt x="9763" y="10003"/>
                    <a:pt x="9767" y="10003"/>
                    <a:pt x="9777" y="10003"/>
                  </a:cubicBezTo>
                  <a:cubicBezTo>
                    <a:pt x="9875" y="10351"/>
                    <a:pt x="9964" y="10699"/>
                    <a:pt x="10032" y="11051"/>
                  </a:cubicBezTo>
                  <a:cubicBezTo>
                    <a:pt x="9748" y="10966"/>
                    <a:pt x="9391" y="10939"/>
                    <a:pt x="9024" y="10939"/>
                  </a:cubicBezTo>
                  <a:cubicBezTo>
                    <a:pt x="8649" y="10939"/>
                    <a:pt x="8262" y="10968"/>
                    <a:pt x="7930" y="10993"/>
                  </a:cubicBezTo>
                  <a:cubicBezTo>
                    <a:pt x="7181" y="11047"/>
                    <a:pt x="6299" y="11124"/>
                    <a:pt x="5422" y="11277"/>
                  </a:cubicBezTo>
                  <a:cubicBezTo>
                    <a:pt x="5305" y="11296"/>
                    <a:pt x="5173" y="11321"/>
                    <a:pt x="5026" y="11341"/>
                  </a:cubicBezTo>
                  <a:cubicBezTo>
                    <a:pt x="4296" y="11453"/>
                    <a:pt x="3311" y="11600"/>
                    <a:pt x="2836" y="11997"/>
                  </a:cubicBezTo>
                  <a:cubicBezTo>
                    <a:pt x="2743" y="11678"/>
                    <a:pt x="2655" y="11355"/>
                    <a:pt x="2572" y="11027"/>
                  </a:cubicBezTo>
                  <a:cubicBezTo>
                    <a:pt x="4134" y="10513"/>
                    <a:pt x="5809" y="10013"/>
                    <a:pt x="7543" y="9817"/>
                  </a:cubicBezTo>
                  <a:cubicBezTo>
                    <a:pt x="7728" y="9796"/>
                    <a:pt x="8091" y="9754"/>
                    <a:pt x="8489" y="9754"/>
                  </a:cubicBezTo>
                  <a:close/>
                  <a:moveTo>
                    <a:pt x="9017" y="11126"/>
                  </a:moveTo>
                  <a:cubicBezTo>
                    <a:pt x="9414" y="11126"/>
                    <a:pt x="9799" y="11158"/>
                    <a:pt x="10071" y="11262"/>
                  </a:cubicBezTo>
                  <a:cubicBezTo>
                    <a:pt x="10267" y="12335"/>
                    <a:pt x="10296" y="13423"/>
                    <a:pt x="10071" y="14499"/>
                  </a:cubicBezTo>
                  <a:cubicBezTo>
                    <a:pt x="9805" y="15788"/>
                    <a:pt x="8185" y="17833"/>
                    <a:pt x="6187" y="17833"/>
                  </a:cubicBezTo>
                  <a:cubicBezTo>
                    <a:pt x="6058" y="17833"/>
                    <a:pt x="5927" y="17824"/>
                    <a:pt x="5795" y="17806"/>
                  </a:cubicBezTo>
                  <a:cubicBezTo>
                    <a:pt x="5354" y="17619"/>
                    <a:pt x="4943" y="16821"/>
                    <a:pt x="4703" y="16356"/>
                  </a:cubicBezTo>
                  <a:cubicBezTo>
                    <a:pt x="4654" y="16253"/>
                    <a:pt x="4604" y="16165"/>
                    <a:pt x="4565" y="16097"/>
                  </a:cubicBezTo>
                  <a:cubicBezTo>
                    <a:pt x="4050" y="15191"/>
                    <a:pt x="3561" y="14137"/>
                    <a:pt x="3228" y="13206"/>
                  </a:cubicBezTo>
                  <a:cubicBezTo>
                    <a:pt x="3105" y="12874"/>
                    <a:pt x="2998" y="12535"/>
                    <a:pt x="2895" y="12198"/>
                  </a:cubicBezTo>
                  <a:cubicBezTo>
                    <a:pt x="3292" y="11791"/>
                    <a:pt x="4350" y="11630"/>
                    <a:pt x="5056" y="11526"/>
                  </a:cubicBezTo>
                  <a:cubicBezTo>
                    <a:pt x="5203" y="11502"/>
                    <a:pt x="5339" y="11483"/>
                    <a:pt x="5456" y="11463"/>
                  </a:cubicBezTo>
                  <a:cubicBezTo>
                    <a:pt x="6324" y="11311"/>
                    <a:pt x="7201" y="11232"/>
                    <a:pt x="7945" y="11178"/>
                  </a:cubicBezTo>
                  <a:cubicBezTo>
                    <a:pt x="8257" y="11155"/>
                    <a:pt x="8642" y="11126"/>
                    <a:pt x="9017" y="11126"/>
                  </a:cubicBezTo>
                  <a:close/>
                  <a:moveTo>
                    <a:pt x="1259" y="1"/>
                  </a:moveTo>
                  <a:cubicBezTo>
                    <a:pt x="1206" y="1"/>
                    <a:pt x="1154" y="2"/>
                    <a:pt x="1102" y="5"/>
                  </a:cubicBezTo>
                  <a:cubicBezTo>
                    <a:pt x="1097" y="5"/>
                    <a:pt x="1093" y="10"/>
                    <a:pt x="1088" y="10"/>
                  </a:cubicBezTo>
                  <a:cubicBezTo>
                    <a:pt x="1082" y="10"/>
                    <a:pt x="1077" y="10"/>
                    <a:pt x="1073" y="15"/>
                  </a:cubicBezTo>
                  <a:lnTo>
                    <a:pt x="1063" y="15"/>
                  </a:lnTo>
                  <a:cubicBezTo>
                    <a:pt x="530" y="226"/>
                    <a:pt x="338" y="731"/>
                    <a:pt x="338" y="1362"/>
                  </a:cubicBezTo>
                  <a:cubicBezTo>
                    <a:pt x="338" y="2273"/>
                    <a:pt x="729" y="3453"/>
                    <a:pt x="1043" y="4419"/>
                  </a:cubicBezTo>
                  <a:cubicBezTo>
                    <a:pt x="1215" y="4943"/>
                    <a:pt x="1362" y="5388"/>
                    <a:pt x="1411" y="5673"/>
                  </a:cubicBezTo>
                  <a:lnTo>
                    <a:pt x="1499" y="6251"/>
                  </a:lnTo>
                  <a:cubicBezTo>
                    <a:pt x="1861" y="8592"/>
                    <a:pt x="2239" y="11022"/>
                    <a:pt x="3051" y="13270"/>
                  </a:cubicBezTo>
                  <a:cubicBezTo>
                    <a:pt x="3390" y="14210"/>
                    <a:pt x="3885" y="15274"/>
                    <a:pt x="4403" y="16190"/>
                  </a:cubicBezTo>
                  <a:cubicBezTo>
                    <a:pt x="4443" y="16253"/>
                    <a:pt x="4487" y="16342"/>
                    <a:pt x="4541" y="16444"/>
                  </a:cubicBezTo>
                  <a:cubicBezTo>
                    <a:pt x="4766" y="16885"/>
                    <a:pt x="5094" y="17527"/>
                    <a:pt x="5501" y="17845"/>
                  </a:cubicBezTo>
                  <a:cubicBezTo>
                    <a:pt x="5491" y="17899"/>
                    <a:pt x="5520" y="17949"/>
                    <a:pt x="5569" y="17958"/>
                  </a:cubicBezTo>
                  <a:cubicBezTo>
                    <a:pt x="5633" y="17967"/>
                    <a:pt x="5692" y="17978"/>
                    <a:pt x="5750" y="17987"/>
                  </a:cubicBezTo>
                  <a:cubicBezTo>
                    <a:pt x="5824" y="18012"/>
                    <a:pt x="5897" y="18031"/>
                    <a:pt x="5976" y="18031"/>
                  </a:cubicBezTo>
                  <a:cubicBezTo>
                    <a:pt x="6015" y="18031"/>
                    <a:pt x="6055" y="18026"/>
                    <a:pt x="6094" y="18017"/>
                  </a:cubicBezTo>
                  <a:cubicBezTo>
                    <a:pt x="6132" y="18017"/>
                    <a:pt x="6172" y="18021"/>
                    <a:pt x="6211" y="18021"/>
                  </a:cubicBezTo>
                  <a:cubicBezTo>
                    <a:pt x="8366" y="18021"/>
                    <a:pt x="9982" y="15832"/>
                    <a:pt x="10252" y="14533"/>
                  </a:cubicBezTo>
                  <a:cubicBezTo>
                    <a:pt x="10884" y="11502"/>
                    <a:pt x="9566" y="8426"/>
                    <a:pt x="8194" y="5815"/>
                  </a:cubicBezTo>
                  <a:cubicBezTo>
                    <a:pt x="6896" y="3337"/>
                    <a:pt x="3664" y="1"/>
                    <a:pt x="1259"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55"/>
            <p:cNvSpPr/>
            <p:nvPr/>
          </p:nvSpPr>
          <p:spPr>
            <a:xfrm>
              <a:off x="905250" y="3137038"/>
              <a:ext cx="242600" cy="266475"/>
            </a:xfrm>
            <a:custGeom>
              <a:avLst/>
              <a:gdLst/>
              <a:ahLst/>
              <a:cxnLst/>
              <a:rect l="l" t="t" r="r" b="b"/>
              <a:pathLst>
                <a:path w="9704" h="10659" extrusionOk="0">
                  <a:moveTo>
                    <a:pt x="1262" y="0"/>
                  </a:moveTo>
                  <a:cubicBezTo>
                    <a:pt x="1217" y="0"/>
                    <a:pt x="1172" y="2"/>
                    <a:pt x="1127" y="4"/>
                  </a:cubicBezTo>
                  <a:cubicBezTo>
                    <a:pt x="1" y="451"/>
                    <a:pt x="735" y="2689"/>
                    <a:pt x="1220" y="4173"/>
                  </a:cubicBezTo>
                  <a:cubicBezTo>
                    <a:pt x="1396" y="4702"/>
                    <a:pt x="1543" y="5158"/>
                    <a:pt x="1592" y="5457"/>
                  </a:cubicBezTo>
                  <a:lnTo>
                    <a:pt x="1680" y="6035"/>
                  </a:lnTo>
                  <a:cubicBezTo>
                    <a:pt x="1920" y="7568"/>
                    <a:pt x="2165" y="9130"/>
                    <a:pt x="2533" y="10659"/>
                  </a:cubicBezTo>
                  <a:cubicBezTo>
                    <a:pt x="4095" y="10144"/>
                    <a:pt x="5780" y="9644"/>
                    <a:pt x="7518" y="9444"/>
                  </a:cubicBezTo>
                  <a:cubicBezTo>
                    <a:pt x="7813" y="9411"/>
                    <a:pt x="8158" y="9380"/>
                    <a:pt x="8505" y="9380"/>
                  </a:cubicBezTo>
                  <a:cubicBezTo>
                    <a:pt x="8933" y="9380"/>
                    <a:pt x="9363" y="9427"/>
                    <a:pt x="9704" y="9576"/>
                  </a:cubicBezTo>
                  <a:cubicBezTo>
                    <a:pt x="9282" y="8224"/>
                    <a:pt x="8660" y="6921"/>
                    <a:pt x="8029" y="5712"/>
                  </a:cubicBezTo>
                  <a:cubicBezTo>
                    <a:pt x="6750" y="3280"/>
                    <a:pt x="3601" y="0"/>
                    <a:pt x="1262"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55"/>
            <p:cNvSpPr/>
            <p:nvPr/>
          </p:nvSpPr>
          <p:spPr>
            <a:xfrm>
              <a:off x="969525" y="3376213"/>
              <a:ext cx="186525" cy="56075"/>
            </a:xfrm>
            <a:custGeom>
              <a:avLst/>
              <a:gdLst/>
              <a:ahLst/>
              <a:cxnLst/>
              <a:rect l="l" t="t" r="r" b="b"/>
              <a:pathLst>
                <a:path w="7461" h="2243" extrusionOk="0">
                  <a:moveTo>
                    <a:pt x="5918" y="0"/>
                  </a:moveTo>
                  <a:cubicBezTo>
                    <a:pt x="5520" y="0"/>
                    <a:pt x="5157" y="42"/>
                    <a:pt x="4972" y="63"/>
                  </a:cubicBezTo>
                  <a:cubicBezTo>
                    <a:pt x="3238" y="259"/>
                    <a:pt x="1563" y="759"/>
                    <a:pt x="1" y="1273"/>
                  </a:cubicBezTo>
                  <a:cubicBezTo>
                    <a:pt x="84" y="1601"/>
                    <a:pt x="172" y="1924"/>
                    <a:pt x="265" y="2243"/>
                  </a:cubicBezTo>
                  <a:cubicBezTo>
                    <a:pt x="740" y="1846"/>
                    <a:pt x="1725" y="1699"/>
                    <a:pt x="2455" y="1587"/>
                  </a:cubicBezTo>
                  <a:cubicBezTo>
                    <a:pt x="2602" y="1567"/>
                    <a:pt x="2734" y="1542"/>
                    <a:pt x="2851" y="1523"/>
                  </a:cubicBezTo>
                  <a:cubicBezTo>
                    <a:pt x="3728" y="1370"/>
                    <a:pt x="4610" y="1293"/>
                    <a:pt x="5359" y="1239"/>
                  </a:cubicBezTo>
                  <a:cubicBezTo>
                    <a:pt x="5691" y="1214"/>
                    <a:pt x="6078" y="1185"/>
                    <a:pt x="6453" y="1185"/>
                  </a:cubicBezTo>
                  <a:cubicBezTo>
                    <a:pt x="6820" y="1185"/>
                    <a:pt x="7177" y="1212"/>
                    <a:pt x="7461" y="1297"/>
                  </a:cubicBezTo>
                  <a:cubicBezTo>
                    <a:pt x="7393" y="945"/>
                    <a:pt x="7304" y="597"/>
                    <a:pt x="7206" y="249"/>
                  </a:cubicBezTo>
                  <a:cubicBezTo>
                    <a:pt x="7196" y="249"/>
                    <a:pt x="7192" y="249"/>
                    <a:pt x="7181" y="244"/>
                  </a:cubicBezTo>
                  <a:cubicBezTo>
                    <a:pt x="6852" y="53"/>
                    <a:pt x="6364" y="0"/>
                    <a:pt x="5918"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55"/>
            <p:cNvSpPr/>
            <p:nvPr/>
          </p:nvSpPr>
          <p:spPr>
            <a:xfrm>
              <a:off x="977600" y="3410513"/>
              <a:ext cx="184225" cy="167675"/>
            </a:xfrm>
            <a:custGeom>
              <a:avLst/>
              <a:gdLst/>
              <a:ahLst/>
              <a:cxnLst/>
              <a:rect l="l" t="t" r="r" b="b"/>
              <a:pathLst>
                <a:path w="7369" h="6707" extrusionOk="0">
                  <a:moveTo>
                    <a:pt x="6123" y="0"/>
                  </a:moveTo>
                  <a:cubicBezTo>
                    <a:pt x="5748" y="0"/>
                    <a:pt x="5363" y="29"/>
                    <a:pt x="5051" y="52"/>
                  </a:cubicBezTo>
                  <a:cubicBezTo>
                    <a:pt x="4307" y="106"/>
                    <a:pt x="3430" y="185"/>
                    <a:pt x="2562" y="337"/>
                  </a:cubicBezTo>
                  <a:cubicBezTo>
                    <a:pt x="2445" y="357"/>
                    <a:pt x="2309" y="376"/>
                    <a:pt x="2162" y="400"/>
                  </a:cubicBezTo>
                  <a:cubicBezTo>
                    <a:pt x="1456" y="504"/>
                    <a:pt x="398" y="665"/>
                    <a:pt x="1" y="1072"/>
                  </a:cubicBezTo>
                  <a:cubicBezTo>
                    <a:pt x="21" y="1144"/>
                    <a:pt x="45" y="1214"/>
                    <a:pt x="64" y="1287"/>
                  </a:cubicBezTo>
                  <a:cubicBezTo>
                    <a:pt x="148" y="1551"/>
                    <a:pt x="236" y="1820"/>
                    <a:pt x="334" y="2080"/>
                  </a:cubicBezTo>
                  <a:cubicBezTo>
                    <a:pt x="667" y="3011"/>
                    <a:pt x="1156" y="4065"/>
                    <a:pt x="1671" y="4971"/>
                  </a:cubicBezTo>
                  <a:cubicBezTo>
                    <a:pt x="1710" y="5039"/>
                    <a:pt x="1760" y="5127"/>
                    <a:pt x="1809" y="5230"/>
                  </a:cubicBezTo>
                  <a:cubicBezTo>
                    <a:pt x="2049" y="5695"/>
                    <a:pt x="2460" y="6493"/>
                    <a:pt x="2901" y="6680"/>
                  </a:cubicBezTo>
                  <a:cubicBezTo>
                    <a:pt x="3033" y="6698"/>
                    <a:pt x="3164" y="6707"/>
                    <a:pt x="3293" y="6707"/>
                  </a:cubicBezTo>
                  <a:cubicBezTo>
                    <a:pt x="5291" y="6707"/>
                    <a:pt x="6911" y="4662"/>
                    <a:pt x="7177" y="3373"/>
                  </a:cubicBezTo>
                  <a:cubicBezTo>
                    <a:pt x="7339" y="2590"/>
                    <a:pt x="7368" y="1802"/>
                    <a:pt x="7299" y="1017"/>
                  </a:cubicBezTo>
                  <a:cubicBezTo>
                    <a:pt x="7270" y="724"/>
                    <a:pt x="7231" y="430"/>
                    <a:pt x="7177" y="136"/>
                  </a:cubicBezTo>
                  <a:cubicBezTo>
                    <a:pt x="6905" y="32"/>
                    <a:pt x="6520" y="0"/>
                    <a:pt x="6123" y="0"/>
                  </a:cubicBezTo>
                  <a:close/>
                </a:path>
              </a:pathLst>
            </a:custGeom>
            <a:solidFill>
              <a:srgbClr val="FD8C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55"/>
            <p:cNvSpPr/>
            <p:nvPr/>
          </p:nvSpPr>
          <p:spPr>
            <a:xfrm>
              <a:off x="1086000" y="3410613"/>
              <a:ext cx="74075" cy="25350"/>
            </a:xfrm>
            <a:custGeom>
              <a:avLst/>
              <a:gdLst/>
              <a:ahLst/>
              <a:cxnLst/>
              <a:rect l="l" t="t" r="r" b="b"/>
              <a:pathLst>
                <a:path w="2963" h="1014" extrusionOk="0">
                  <a:moveTo>
                    <a:pt x="1783" y="0"/>
                  </a:moveTo>
                  <a:cubicBezTo>
                    <a:pt x="1411" y="0"/>
                    <a:pt x="1023" y="24"/>
                    <a:pt x="715" y="48"/>
                  </a:cubicBezTo>
                  <a:cubicBezTo>
                    <a:pt x="485" y="64"/>
                    <a:pt x="250" y="82"/>
                    <a:pt x="0" y="107"/>
                  </a:cubicBezTo>
                  <a:cubicBezTo>
                    <a:pt x="64" y="269"/>
                    <a:pt x="127" y="430"/>
                    <a:pt x="186" y="593"/>
                  </a:cubicBezTo>
                  <a:lnTo>
                    <a:pt x="304" y="593"/>
                  </a:lnTo>
                  <a:cubicBezTo>
                    <a:pt x="1229" y="593"/>
                    <a:pt x="2165" y="705"/>
                    <a:pt x="2963" y="1013"/>
                  </a:cubicBezTo>
                  <a:cubicBezTo>
                    <a:pt x="2934" y="720"/>
                    <a:pt x="2895" y="426"/>
                    <a:pt x="2841" y="132"/>
                  </a:cubicBezTo>
                  <a:cubicBezTo>
                    <a:pt x="2571" y="29"/>
                    <a:pt x="2185" y="0"/>
                    <a:pt x="1783" y="0"/>
                  </a:cubicBezTo>
                  <a:close/>
                </a:path>
              </a:pathLst>
            </a:custGeom>
            <a:solidFill>
              <a:srgbClr val="F66D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2" name="Google Shape;4072;p55"/>
            <p:cNvSpPr/>
            <p:nvPr/>
          </p:nvSpPr>
          <p:spPr>
            <a:xfrm>
              <a:off x="753625" y="2925063"/>
              <a:ext cx="217525" cy="259375"/>
            </a:xfrm>
            <a:custGeom>
              <a:avLst/>
              <a:gdLst/>
              <a:ahLst/>
              <a:cxnLst/>
              <a:rect l="l" t="t" r="r" b="b"/>
              <a:pathLst>
                <a:path w="8701" h="10375" extrusionOk="0">
                  <a:moveTo>
                    <a:pt x="8075" y="4896"/>
                  </a:moveTo>
                  <a:cubicBezTo>
                    <a:pt x="8153" y="4896"/>
                    <a:pt x="8224" y="4921"/>
                    <a:pt x="8284" y="4972"/>
                  </a:cubicBezTo>
                  <a:cubicBezTo>
                    <a:pt x="8440" y="5099"/>
                    <a:pt x="8494" y="5349"/>
                    <a:pt x="8411" y="5550"/>
                  </a:cubicBezTo>
                  <a:cubicBezTo>
                    <a:pt x="8320" y="5770"/>
                    <a:pt x="8087" y="5892"/>
                    <a:pt x="7759" y="5892"/>
                  </a:cubicBezTo>
                  <a:cubicBezTo>
                    <a:pt x="7753" y="5892"/>
                    <a:pt x="7747" y="5892"/>
                    <a:pt x="7741" y="5892"/>
                  </a:cubicBezTo>
                  <a:cubicBezTo>
                    <a:pt x="7770" y="5589"/>
                    <a:pt x="7784" y="5286"/>
                    <a:pt x="7789" y="4986"/>
                  </a:cubicBezTo>
                  <a:cubicBezTo>
                    <a:pt x="7890" y="4927"/>
                    <a:pt x="7987" y="4896"/>
                    <a:pt x="8075" y="4896"/>
                  </a:cubicBezTo>
                  <a:close/>
                  <a:moveTo>
                    <a:pt x="527" y="5243"/>
                  </a:moveTo>
                  <a:cubicBezTo>
                    <a:pt x="609" y="5243"/>
                    <a:pt x="706" y="5267"/>
                    <a:pt x="814" y="5315"/>
                  </a:cubicBezTo>
                  <a:cubicBezTo>
                    <a:pt x="844" y="5521"/>
                    <a:pt x="882" y="5716"/>
                    <a:pt x="916" y="5892"/>
                  </a:cubicBezTo>
                  <a:cubicBezTo>
                    <a:pt x="956" y="6073"/>
                    <a:pt x="995" y="6235"/>
                    <a:pt x="1029" y="6382"/>
                  </a:cubicBezTo>
                  <a:cubicBezTo>
                    <a:pt x="564" y="6358"/>
                    <a:pt x="369" y="6020"/>
                    <a:pt x="310" y="5907"/>
                  </a:cubicBezTo>
                  <a:cubicBezTo>
                    <a:pt x="202" y="5682"/>
                    <a:pt x="206" y="5442"/>
                    <a:pt x="324" y="5320"/>
                  </a:cubicBezTo>
                  <a:cubicBezTo>
                    <a:pt x="371" y="5269"/>
                    <a:pt x="441" y="5243"/>
                    <a:pt x="527" y="5243"/>
                  </a:cubicBezTo>
                  <a:close/>
                  <a:moveTo>
                    <a:pt x="4253" y="182"/>
                  </a:moveTo>
                  <a:cubicBezTo>
                    <a:pt x="4814" y="182"/>
                    <a:pt x="5277" y="349"/>
                    <a:pt x="5625" y="538"/>
                  </a:cubicBezTo>
                  <a:cubicBezTo>
                    <a:pt x="6726" y="1151"/>
                    <a:pt x="7495" y="2494"/>
                    <a:pt x="7583" y="3963"/>
                  </a:cubicBezTo>
                  <a:cubicBezTo>
                    <a:pt x="7617" y="4580"/>
                    <a:pt x="7613" y="5261"/>
                    <a:pt x="7554" y="5937"/>
                  </a:cubicBezTo>
                  <a:cubicBezTo>
                    <a:pt x="7544" y="5946"/>
                    <a:pt x="7540" y="5962"/>
                    <a:pt x="7540" y="5976"/>
                  </a:cubicBezTo>
                  <a:cubicBezTo>
                    <a:pt x="7540" y="5991"/>
                    <a:pt x="7540" y="6000"/>
                    <a:pt x="7544" y="6014"/>
                  </a:cubicBezTo>
                  <a:cubicBezTo>
                    <a:pt x="7397" y="7567"/>
                    <a:pt x="6957" y="9086"/>
                    <a:pt x="6036" y="9782"/>
                  </a:cubicBezTo>
                  <a:cubicBezTo>
                    <a:pt x="5678" y="10051"/>
                    <a:pt x="5260" y="10187"/>
                    <a:pt x="4788" y="10187"/>
                  </a:cubicBezTo>
                  <a:cubicBezTo>
                    <a:pt x="4454" y="10187"/>
                    <a:pt x="4092" y="10119"/>
                    <a:pt x="3704" y="9982"/>
                  </a:cubicBezTo>
                  <a:cubicBezTo>
                    <a:pt x="2264" y="9473"/>
                    <a:pt x="1681" y="8042"/>
                    <a:pt x="1309" y="6710"/>
                  </a:cubicBezTo>
                  <a:cubicBezTo>
                    <a:pt x="1289" y="6652"/>
                    <a:pt x="1275" y="6598"/>
                    <a:pt x="1260" y="6539"/>
                  </a:cubicBezTo>
                  <a:lnTo>
                    <a:pt x="1230" y="6426"/>
                  </a:lnTo>
                  <a:cubicBezTo>
                    <a:pt x="941" y="5286"/>
                    <a:pt x="780" y="3938"/>
                    <a:pt x="995" y="2910"/>
                  </a:cubicBezTo>
                  <a:cubicBezTo>
                    <a:pt x="1034" y="2899"/>
                    <a:pt x="1069" y="2865"/>
                    <a:pt x="1069" y="2822"/>
                  </a:cubicBezTo>
                  <a:cubicBezTo>
                    <a:pt x="1074" y="2704"/>
                    <a:pt x="1093" y="2586"/>
                    <a:pt x="1122" y="2469"/>
                  </a:cubicBezTo>
                  <a:cubicBezTo>
                    <a:pt x="1181" y="2307"/>
                    <a:pt x="1250" y="2160"/>
                    <a:pt x="1334" y="2028"/>
                  </a:cubicBezTo>
                  <a:cubicBezTo>
                    <a:pt x="1353" y="1994"/>
                    <a:pt x="1353" y="1954"/>
                    <a:pt x="1334" y="1925"/>
                  </a:cubicBezTo>
                  <a:cubicBezTo>
                    <a:pt x="1632" y="1361"/>
                    <a:pt x="2137" y="896"/>
                    <a:pt x="2607" y="642"/>
                  </a:cubicBezTo>
                  <a:cubicBezTo>
                    <a:pt x="3220" y="305"/>
                    <a:pt x="3773" y="182"/>
                    <a:pt x="4253" y="182"/>
                  </a:cubicBezTo>
                  <a:close/>
                  <a:moveTo>
                    <a:pt x="4258" y="0"/>
                  </a:moveTo>
                  <a:cubicBezTo>
                    <a:pt x="3686" y="0"/>
                    <a:pt x="3095" y="159"/>
                    <a:pt x="2514" y="475"/>
                  </a:cubicBezTo>
                  <a:cubicBezTo>
                    <a:pt x="1872" y="828"/>
                    <a:pt x="1167" y="1547"/>
                    <a:pt x="946" y="2395"/>
                  </a:cubicBezTo>
                  <a:cubicBezTo>
                    <a:pt x="647" y="3208"/>
                    <a:pt x="672" y="4228"/>
                    <a:pt x="785" y="5103"/>
                  </a:cubicBezTo>
                  <a:cubicBezTo>
                    <a:pt x="687" y="5069"/>
                    <a:pt x="604" y="5060"/>
                    <a:pt x="530" y="5060"/>
                  </a:cubicBezTo>
                  <a:cubicBezTo>
                    <a:pt x="353" y="5060"/>
                    <a:pt x="246" y="5133"/>
                    <a:pt x="188" y="5192"/>
                  </a:cubicBezTo>
                  <a:cubicBezTo>
                    <a:pt x="16" y="5368"/>
                    <a:pt x="1" y="5686"/>
                    <a:pt x="143" y="5991"/>
                  </a:cubicBezTo>
                  <a:cubicBezTo>
                    <a:pt x="280" y="6274"/>
                    <a:pt x="593" y="6563"/>
                    <a:pt x="1074" y="6568"/>
                  </a:cubicBezTo>
                  <a:cubicBezTo>
                    <a:pt x="1093" y="6642"/>
                    <a:pt x="1113" y="6706"/>
                    <a:pt x="1128" y="6760"/>
                  </a:cubicBezTo>
                  <a:cubicBezTo>
                    <a:pt x="1515" y="8141"/>
                    <a:pt x="2121" y="9625"/>
                    <a:pt x="3645" y="10158"/>
                  </a:cubicBezTo>
                  <a:cubicBezTo>
                    <a:pt x="4056" y="10301"/>
                    <a:pt x="4438" y="10375"/>
                    <a:pt x="4791" y="10375"/>
                  </a:cubicBezTo>
                  <a:cubicBezTo>
                    <a:pt x="5301" y="10375"/>
                    <a:pt x="5756" y="10228"/>
                    <a:pt x="6148" y="9929"/>
                  </a:cubicBezTo>
                  <a:cubicBezTo>
                    <a:pt x="7104" y="9209"/>
                    <a:pt x="7569" y="7660"/>
                    <a:pt x="7725" y="6079"/>
                  </a:cubicBezTo>
                  <a:cubicBezTo>
                    <a:pt x="7741" y="6079"/>
                    <a:pt x="7755" y="6084"/>
                    <a:pt x="7764" y="6084"/>
                  </a:cubicBezTo>
                  <a:cubicBezTo>
                    <a:pt x="8333" y="6084"/>
                    <a:pt x="8524" y="5765"/>
                    <a:pt x="8582" y="5618"/>
                  </a:cubicBezTo>
                  <a:cubicBezTo>
                    <a:pt x="8700" y="5338"/>
                    <a:pt x="8622" y="5010"/>
                    <a:pt x="8401" y="4829"/>
                  </a:cubicBezTo>
                  <a:cubicBezTo>
                    <a:pt x="8305" y="4750"/>
                    <a:pt x="8192" y="4710"/>
                    <a:pt x="8069" y="4710"/>
                  </a:cubicBezTo>
                  <a:cubicBezTo>
                    <a:pt x="7979" y="4710"/>
                    <a:pt x="7885" y="4732"/>
                    <a:pt x="7789" y="4775"/>
                  </a:cubicBezTo>
                  <a:cubicBezTo>
                    <a:pt x="7789" y="4492"/>
                    <a:pt x="7784" y="4217"/>
                    <a:pt x="7764" y="3952"/>
                  </a:cubicBezTo>
                  <a:cubicBezTo>
                    <a:pt x="7676" y="2419"/>
                    <a:pt x="6868" y="1018"/>
                    <a:pt x="5713" y="377"/>
                  </a:cubicBezTo>
                  <a:cubicBezTo>
                    <a:pt x="5259" y="126"/>
                    <a:pt x="4766" y="0"/>
                    <a:pt x="4258"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3" name="Google Shape;4073;p55"/>
            <p:cNvSpPr/>
            <p:nvPr/>
          </p:nvSpPr>
          <p:spPr>
            <a:xfrm>
              <a:off x="947125" y="3047463"/>
              <a:ext cx="18875" cy="24925"/>
            </a:xfrm>
            <a:custGeom>
              <a:avLst/>
              <a:gdLst/>
              <a:ahLst/>
              <a:cxnLst/>
              <a:rect l="l" t="t" r="r" b="b"/>
              <a:pathLst>
                <a:path w="755" h="997" extrusionOk="0">
                  <a:moveTo>
                    <a:pt x="335" y="0"/>
                  </a:moveTo>
                  <a:cubicBezTo>
                    <a:pt x="247" y="0"/>
                    <a:pt x="150" y="31"/>
                    <a:pt x="49" y="90"/>
                  </a:cubicBezTo>
                  <a:cubicBezTo>
                    <a:pt x="44" y="390"/>
                    <a:pt x="30" y="693"/>
                    <a:pt x="1" y="996"/>
                  </a:cubicBezTo>
                  <a:cubicBezTo>
                    <a:pt x="7" y="996"/>
                    <a:pt x="13" y="996"/>
                    <a:pt x="19" y="996"/>
                  </a:cubicBezTo>
                  <a:cubicBezTo>
                    <a:pt x="347" y="996"/>
                    <a:pt x="580" y="874"/>
                    <a:pt x="671" y="654"/>
                  </a:cubicBezTo>
                  <a:cubicBezTo>
                    <a:pt x="754" y="453"/>
                    <a:pt x="700" y="203"/>
                    <a:pt x="544" y="76"/>
                  </a:cubicBezTo>
                  <a:cubicBezTo>
                    <a:pt x="484" y="25"/>
                    <a:pt x="413" y="0"/>
                    <a:pt x="335" y="0"/>
                  </a:cubicBezTo>
                  <a:close/>
                </a:path>
              </a:pathLst>
            </a:custGeom>
            <a:solidFill>
              <a:srgbClr val="FD8C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4" name="Google Shape;4074;p55"/>
            <p:cNvSpPr/>
            <p:nvPr/>
          </p:nvSpPr>
          <p:spPr>
            <a:xfrm>
              <a:off x="758650" y="3056138"/>
              <a:ext cx="20725" cy="28500"/>
            </a:xfrm>
            <a:custGeom>
              <a:avLst/>
              <a:gdLst/>
              <a:ahLst/>
              <a:cxnLst/>
              <a:rect l="l" t="t" r="r" b="b"/>
              <a:pathLst>
                <a:path w="829" h="1140" extrusionOk="0">
                  <a:moveTo>
                    <a:pt x="326" y="0"/>
                  </a:moveTo>
                  <a:cubicBezTo>
                    <a:pt x="240" y="0"/>
                    <a:pt x="170" y="26"/>
                    <a:pt x="123" y="77"/>
                  </a:cubicBezTo>
                  <a:cubicBezTo>
                    <a:pt x="5" y="199"/>
                    <a:pt x="1" y="439"/>
                    <a:pt x="109" y="664"/>
                  </a:cubicBezTo>
                  <a:cubicBezTo>
                    <a:pt x="168" y="777"/>
                    <a:pt x="363" y="1115"/>
                    <a:pt x="828" y="1139"/>
                  </a:cubicBezTo>
                  <a:cubicBezTo>
                    <a:pt x="794" y="992"/>
                    <a:pt x="755" y="830"/>
                    <a:pt x="715" y="649"/>
                  </a:cubicBezTo>
                  <a:cubicBezTo>
                    <a:pt x="681" y="473"/>
                    <a:pt x="643" y="278"/>
                    <a:pt x="613" y="72"/>
                  </a:cubicBezTo>
                  <a:cubicBezTo>
                    <a:pt x="505" y="24"/>
                    <a:pt x="408" y="0"/>
                    <a:pt x="326" y="0"/>
                  </a:cubicBezTo>
                  <a:close/>
                </a:path>
              </a:pathLst>
            </a:custGeom>
            <a:solidFill>
              <a:srgbClr val="FD8C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5" name="Google Shape;4075;p55"/>
            <p:cNvSpPr/>
            <p:nvPr/>
          </p:nvSpPr>
          <p:spPr>
            <a:xfrm>
              <a:off x="773125" y="2929588"/>
              <a:ext cx="170950" cy="250125"/>
            </a:xfrm>
            <a:custGeom>
              <a:avLst/>
              <a:gdLst/>
              <a:ahLst/>
              <a:cxnLst/>
              <a:rect l="l" t="t" r="r" b="b"/>
              <a:pathLst>
                <a:path w="6838" h="10005" extrusionOk="0">
                  <a:moveTo>
                    <a:pt x="3473" y="1"/>
                  </a:moveTo>
                  <a:cubicBezTo>
                    <a:pt x="2993" y="1"/>
                    <a:pt x="2440" y="124"/>
                    <a:pt x="1827" y="461"/>
                  </a:cubicBezTo>
                  <a:cubicBezTo>
                    <a:pt x="1357" y="715"/>
                    <a:pt x="852" y="1180"/>
                    <a:pt x="554" y="1744"/>
                  </a:cubicBezTo>
                  <a:cubicBezTo>
                    <a:pt x="573" y="1773"/>
                    <a:pt x="573" y="1813"/>
                    <a:pt x="554" y="1847"/>
                  </a:cubicBezTo>
                  <a:cubicBezTo>
                    <a:pt x="470" y="1979"/>
                    <a:pt x="401" y="2126"/>
                    <a:pt x="342" y="2288"/>
                  </a:cubicBezTo>
                  <a:cubicBezTo>
                    <a:pt x="313" y="2405"/>
                    <a:pt x="294" y="2523"/>
                    <a:pt x="289" y="2641"/>
                  </a:cubicBezTo>
                  <a:cubicBezTo>
                    <a:pt x="289" y="2684"/>
                    <a:pt x="254" y="2718"/>
                    <a:pt x="215" y="2729"/>
                  </a:cubicBezTo>
                  <a:cubicBezTo>
                    <a:pt x="0" y="3757"/>
                    <a:pt x="161" y="5105"/>
                    <a:pt x="450" y="6245"/>
                  </a:cubicBezTo>
                  <a:lnTo>
                    <a:pt x="480" y="6358"/>
                  </a:lnTo>
                  <a:cubicBezTo>
                    <a:pt x="495" y="6417"/>
                    <a:pt x="509" y="6471"/>
                    <a:pt x="529" y="6529"/>
                  </a:cubicBezTo>
                  <a:cubicBezTo>
                    <a:pt x="744" y="7294"/>
                    <a:pt x="1029" y="8096"/>
                    <a:pt x="1504" y="8734"/>
                  </a:cubicBezTo>
                  <a:cubicBezTo>
                    <a:pt x="1709" y="9008"/>
                    <a:pt x="1954" y="9253"/>
                    <a:pt x="2243" y="9454"/>
                  </a:cubicBezTo>
                  <a:cubicBezTo>
                    <a:pt x="2444" y="9595"/>
                    <a:pt x="2675" y="9713"/>
                    <a:pt x="2924" y="9801"/>
                  </a:cubicBezTo>
                  <a:cubicBezTo>
                    <a:pt x="3312" y="9937"/>
                    <a:pt x="3674" y="10005"/>
                    <a:pt x="4009" y="10005"/>
                  </a:cubicBezTo>
                  <a:cubicBezTo>
                    <a:pt x="4374" y="10005"/>
                    <a:pt x="4707" y="9924"/>
                    <a:pt x="5006" y="9762"/>
                  </a:cubicBezTo>
                  <a:cubicBezTo>
                    <a:pt x="5089" y="9713"/>
                    <a:pt x="5173" y="9660"/>
                    <a:pt x="5256" y="9601"/>
                  </a:cubicBezTo>
                  <a:cubicBezTo>
                    <a:pt x="5447" y="9454"/>
                    <a:pt x="5623" y="9272"/>
                    <a:pt x="5775" y="9062"/>
                  </a:cubicBezTo>
                  <a:cubicBezTo>
                    <a:pt x="6348" y="8263"/>
                    <a:pt x="6652" y="7058"/>
                    <a:pt x="6764" y="5833"/>
                  </a:cubicBezTo>
                  <a:cubicBezTo>
                    <a:pt x="6760" y="5819"/>
                    <a:pt x="6760" y="5810"/>
                    <a:pt x="6760" y="5795"/>
                  </a:cubicBezTo>
                  <a:cubicBezTo>
                    <a:pt x="6760" y="5781"/>
                    <a:pt x="6764" y="5765"/>
                    <a:pt x="6774" y="5756"/>
                  </a:cubicBezTo>
                  <a:cubicBezTo>
                    <a:pt x="6833" y="5080"/>
                    <a:pt x="6837" y="4399"/>
                    <a:pt x="6803" y="3782"/>
                  </a:cubicBezTo>
                  <a:cubicBezTo>
                    <a:pt x="6715" y="2313"/>
                    <a:pt x="5946" y="970"/>
                    <a:pt x="4845" y="357"/>
                  </a:cubicBezTo>
                  <a:cubicBezTo>
                    <a:pt x="4497" y="168"/>
                    <a:pt x="4034" y="1"/>
                    <a:pt x="3473" y="1"/>
                  </a:cubicBezTo>
                  <a:close/>
                </a:path>
              </a:pathLst>
            </a:custGeom>
            <a:solidFill>
              <a:srgbClr val="FD8C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6" name="Google Shape;4076;p55"/>
            <p:cNvSpPr/>
            <p:nvPr/>
          </p:nvSpPr>
          <p:spPr>
            <a:xfrm>
              <a:off x="804200" y="3058888"/>
              <a:ext cx="40100" cy="107075"/>
            </a:xfrm>
            <a:custGeom>
              <a:avLst/>
              <a:gdLst/>
              <a:ahLst/>
              <a:cxnLst/>
              <a:rect l="l" t="t" r="r" b="b"/>
              <a:pathLst>
                <a:path w="1604" h="4283" extrusionOk="0">
                  <a:moveTo>
                    <a:pt x="476" y="1"/>
                  </a:moveTo>
                  <a:cubicBezTo>
                    <a:pt x="476" y="1"/>
                    <a:pt x="1" y="437"/>
                    <a:pt x="814" y="961"/>
                  </a:cubicBezTo>
                  <a:cubicBezTo>
                    <a:pt x="1240" y="1240"/>
                    <a:pt x="545" y="1500"/>
                    <a:pt x="765" y="1837"/>
                  </a:cubicBezTo>
                  <a:cubicBezTo>
                    <a:pt x="986" y="2171"/>
                    <a:pt x="593" y="2137"/>
                    <a:pt x="500" y="2548"/>
                  </a:cubicBezTo>
                  <a:cubicBezTo>
                    <a:pt x="408" y="2954"/>
                    <a:pt x="569" y="3023"/>
                    <a:pt x="618" y="3277"/>
                  </a:cubicBezTo>
                  <a:cubicBezTo>
                    <a:pt x="638" y="3365"/>
                    <a:pt x="609" y="3464"/>
                    <a:pt x="555" y="3562"/>
                  </a:cubicBezTo>
                  <a:cubicBezTo>
                    <a:pt x="760" y="3836"/>
                    <a:pt x="1005" y="4081"/>
                    <a:pt x="1294" y="4282"/>
                  </a:cubicBezTo>
                  <a:cubicBezTo>
                    <a:pt x="1289" y="4154"/>
                    <a:pt x="1303" y="3993"/>
                    <a:pt x="1373" y="3860"/>
                  </a:cubicBezTo>
                  <a:cubicBezTo>
                    <a:pt x="1509" y="3591"/>
                    <a:pt x="1357" y="3453"/>
                    <a:pt x="1172" y="3165"/>
                  </a:cubicBezTo>
                  <a:cubicBezTo>
                    <a:pt x="986" y="2881"/>
                    <a:pt x="1172" y="2813"/>
                    <a:pt x="1387" y="2548"/>
                  </a:cubicBezTo>
                  <a:cubicBezTo>
                    <a:pt x="1597" y="2278"/>
                    <a:pt x="1432" y="2210"/>
                    <a:pt x="1314" y="1916"/>
                  </a:cubicBezTo>
                  <a:cubicBezTo>
                    <a:pt x="1196" y="1627"/>
                    <a:pt x="1392" y="1500"/>
                    <a:pt x="1500" y="1303"/>
                  </a:cubicBezTo>
                  <a:cubicBezTo>
                    <a:pt x="1603" y="1108"/>
                    <a:pt x="1509" y="941"/>
                    <a:pt x="1314" y="681"/>
                  </a:cubicBezTo>
                  <a:cubicBezTo>
                    <a:pt x="1122" y="426"/>
                    <a:pt x="1314" y="132"/>
                    <a:pt x="1314" y="132"/>
                  </a:cubicBezTo>
                  <a:lnTo>
                    <a:pt x="476" y="1"/>
                  </a:lnTo>
                  <a:close/>
                </a:path>
              </a:pathLst>
            </a:custGeom>
            <a:solidFill>
              <a:srgbClr val="F5E0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7" name="Google Shape;4077;p55"/>
            <p:cNvSpPr/>
            <p:nvPr/>
          </p:nvSpPr>
          <p:spPr>
            <a:xfrm>
              <a:off x="868375" y="3151713"/>
              <a:ext cx="27700" cy="20125"/>
            </a:xfrm>
            <a:custGeom>
              <a:avLst/>
              <a:gdLst/>
              <a:ahLst/>
              <a:cxnLst/>
              <a:rect l="l" t="t" r="r" b="b"/>
              <a:pathLst>
                <a:path w="1108" h="805" extrusionOk="0">
                  <a:moveTo>
                    <a:pt x="868" y="0"/>
                  </a:moveTo>
                  <a:cubicBezTo>
                    <a:pt x="794" y="0"/>
                    <a:pt x="750" y="5"/>
                    <a:pt x="750" y="5"/>
                  </a:cubicBezTo>
                  <a:lnTo>
                    <a:pt x="735" y="5"/>
                  </a:lnTo>
                  <a:cubicBezTo>
                    <a:pt x="285" y="5"/>
                    <a:pt x="0" y="505"/>
                    <a:pt x="432" y="676"/>
                  </a:cubicBezTo>
                  <a:cubicBezTo>
                    <a:pt x="574" y="735"/>
                    <a:pt x="711" y="775"/>
                    <a:pt x="848" y="804"/>
                  </a:cubicBezTo>
                  <a:cubicBezTo>
                    <a:pt x="911" y="534"/>
                    <a:pt x="1010" y="265"/>
                    <a:pt x="1108" y="5"/>
                  </a:cubicBezTo>
                  <a:cubicBezTo>
                    <a:pt x="1015" y="0"/>
                    <a:pt x="931" y="0"/>
                    <a:pt x="868" y="0"/>
                  </a:cubicBezTo>
                  <a:close/>
                </a:path>
              </a:pathLst>
            </a:custGeom>
            <a:solidFill>
              <a:srgbClr val="F66D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8" name="Google Shape;4078;p55"/>
            <p:cNvSpPr/>
            <p:nvPr/>
          </p:nvSpPr>
          <p:spPr>
            <a:xfrm>
              <a:off x="838500" y="2930613"/>
              <a:ext cx="112175" cy="119250"/>
            </a:xfrm>
            <a:custGeom>
              <a:avLst/>
              <a:gdLst/>
              <a:ahLst/>
              <a:cxnLst/>
              <a:rect l="l" t="t" r="r" b="b"/>
              <a:pathLst>
                <a:path w="4487" h="4770" extrusionOk="0">
                  <a:moveTo>
                    <a:pt x="99" y="1"/>
                  </a:moveTo>
                  <a:cubicBezTo>
                    <a:pt x="95" y="1"/>
                    <a:pt x="90" y="1"/>
                    <a:pt x="84" y="3"/>
                  </a:cubicBezTo>
                  <a:lnTo>
                    <a:pt x="74" y="3"/>
                  </a:lnTo>
                  <a:cubicBezTo>
                    <a:pt x="69" y="3"/>
                    <a:pt x="64" y="8"/>
                    <a:pt x="64" y="8"/>
                  </a:cubicBezTo>
                  <a:lnTo>
                    <a:pt x="60" y="8"/>
                  </a:lnTo>
                  <a:cubicBezTo>
                    <a:pt x="55" y="8"/>
                    <a:pt x="49" y="13"/>
                    <a:pt x="49" y="13"/>
                  </a:cubicBezTo>
                  <a:cubicBezTo>
                    <a:pt x="40" y="18"/>
                    <a:pt x="35" y="23"/>
                    <a:pt x="25" y="32"/>
                  </a:cubicBezTo>
                  <a:cubicBezTo>
                    <a:pt x="20" y="32"/>
                    <a:pt x="20" y="38"/>
                    <a:pt x="15" y="43"/>
                  </a:cubicBezTo>
                  <a:cubicBezTo>
                    <a:pt x="10" y="52"/>
                    <a:pt x="5" y="67"/>
                    <a:pt x="1" y="77"/>
                  </a:cubicBezTo>
                  <a:lnTo>
                    <a:pt x="1" y="97"/>
                  </a:lnTo>
                  <a:cubicBezTo>
                    <a:pt x="1" y="106"/>
                    <a:pt x="1" y="115"/>
                    <a:pt x="5" y="126"/>
                  </a:cubicBezTo>
                  <a:cubicBezTo>
                    <a:pt x="60" y="267"/>
                    <a:pt x="118" y="400"/>
                    <a:pt x="177" y="522"/>
                  </a:cubicBezTo>
                  <a:cubicBezTo>
                    <a:pt x="607" y="1365"/>
                    <a:pt x="1289" y="1791"/>
                    <a:pt x="2230" y="2310"/>
                  </a:cubicBezTo>
                  <a:cubicBezTo>
                    <a:pt x="2337" y="2369"/>
                    <a:pt x="2445" y="2428"/>
                    <a:pt x="2553" y="2487"/>
                  </a:cubicBezTo>
                  <a:cubicBezTo>
                    <a:pt x="3381" y="2927"/>
                    <a:pt x="4164" y="3344"/>
                    <a:pt x="4276" y="4348"/>
                  </a:cubicBezTo>
                  <a:lnTo>
                    <a:pt x="4281" y="4397"/>
                  </a:lnTo>
                  <a:cubicBezTo>
                    <a:pt x="4292" y="4490"/>
                    <a:pt x="4301" y="4578"/>
                    <a:pt x="4301" y="4671"/>
                  </a:cubicBezTo>
                  <a:cubicBezTo>
                    <a:pt x="4296" y="4720"/>
                    <a:pt x="4340" y="4764"/>
                    <a:pt x="4389" y="4770"/>
                  </a:cubicBezTo>
                  <a:lnTo>
                    <a:pt x="4394" y="4770"/>
                  </a:lnTo>
                  <a:cubicBezTo>
                    <a:pt x="4443" y="4770"/>
                    <a:pt x="4482" y="4725"/>
                    <a:pt x="4487" y="4676"/>
                  </a:cubicBezTo>
                  <a:lnTo>
                    <a:pt x="4487" y="4627"/>
                  </a:lnTo>
                  <a:cubicBezTo>
                    <a:pt x="4487" y="4593"/>
                    <a:pt x="4482" y="4564"/>
                    <a:pt x="4482" y="4529"/>
                  </a:cubicBezTo>
                  <a:cubicBezTo>
                    <a:pt x="4477" y="4480"/>
                    <a:pt x="4473" y="4426"/>
                    <a:pt x="4468" y="4372"/>
                  </a:cubicBezTo>
                  <a:lnTo>
                    <a:pt x="4463" y="4329"/>
                  </a:lnTo>
                  <a:cubicBezTo>
                    <a:pt x="4335" y="3221"/>
                    <a:pt x="3473" y="2765"/>
                    <a:pt x="2641" y="2320"/>
                  </a:cubicBezTo>
                  <a:cubicBezTo>
                    <a:pt x="2533" y="2266"/>
                    <a:pt x="2425" y="2207"/>
                    <a:pt x="2323" y="2148"/>
                  </a:cubicBezTo>
                  <a:cubicBezTo>
                    <a:pt x="1283" y="1576"/>
                    <a:pt x="573" y="1119"/>
                    <a:pt x="182" y="72"/>
                  </a:cubicBezTo>
                  <a:lnTo>
                    <a:pt x="182" y="61"/>
                  </a:lnTo>
                  <a:cubicBezTo>
                    <a:pt x="177" y="57"/>
                    <a:pt x="177" y="52"/>
                    <a:pt x="177" y="52"/>
                  </a:cubicBezTo>
                  <a:cubicBezTo>
                    <a:pt x="172" y="43"/>
                    <a:pt x="167" y="32"/>
                    <a:pt x="157" y="27"/>
                  </a:cubicBezTo>
                  <a:cubicBezTo>
                    <a:pt x="157" y="23"/>
                    <a:pt x="152" y="23"/>
                    <a:pt x="148" y="23"/>
                  </a:cubicBezTo>
                  <a:cubicBezTo>
                    <a:pt x="148" y="18"/>
                    <a:pt x="148" y="18"/>
                    <a:pt x="143" y="18"/>
                  </a:cubicBezTo>
                  <a:cubicBezTo>
                    <a:pt x="137" y="13"/>
                    <a:pt x="132" y="13"/>
                    <a:pt x="128" y="8"/>
                  </a:cubicBezTo>
                  <a:cubicBezTo>
                    <a:pt x="121" y="4"/>
                    <a:pt x="111" y="1"/>
                    <a:pt x="99"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9" name="Google Shape;4079;p55"/>
            <p:cNvSpPr/>
            <p:nvPr/>
          </p:nvSpPr>
          <p:spPr>
            <a:xfrm>
              <a:off x="773350" y="2930663"/>
              <a:ext cx="70050" cy="124575"/>
            </a:xfrm>
            <a:custGeom>
              <a:avLst/>
              <a:gdLst/>
              <a:ahLst/>
              <a:cxnLst/>
              <a:rect l="l" t="t" r="r" b="b"/>
              <a:pathLst>
                <a:path w="2802" h="4983" extrusionOk="0">
                  <a:moveTo>
                    <a:pt x="2680" y="1"/>
                  </a:moveTo>
                  <a:cubicBezTo>
                    <a:pt x="2675" y="1"/>
                    <a:pt x="2670" y="6"/>
                    <a:pt x="2670" y="6"/>
                  </a:cubicBezTo>
                  <a:lnTo>
                    <a:pt x="2666" y="6"/>
                  </a:lnTo>
                  <a:cubicBezTo>
                    <a:pt x="2661" y="6"/>
                    <a:pt x="2655" y="11"/>
                    <a:pt x="2655" y="11"/>
                  </a:cubicBezTo>
                  <a:cubicBezTo>
                    <a:pt x="2646" y="16"/>
                    <a:pt x="2641" y="21"/>
                    <a:pt x="2631" y="30"/>
                  </a:cubicBezTo>
                  <a:cubicBezTo>
                    <a:pt x="2626" y="30"/>
                    <a:pt x="2626" y="36"/>
                    <a:pt x="2621" y="41"/>
                  </a:cubicBezTo>
                  <a:cubicBezTo>
                    <a:pt x="2616" y="50"/>
                    <a:pt x="2611" y="65"/>
                    <a:pt x="2607" y="75"/>
                  </a:cubicBezTo>
                  <a:lnTo>
                    <a:pt x="2607" y="95"/>
                  </a:lnTo>
                  <a:lnTo>
                    <a:pt x="2607" y="99"/>
                  </a:lnTo>
                  <a:cubicBezTo>
                    <a:pt x="2684" y="1099"/>
                    <a:pt x="2038" y="1759"/>
                    <a:pt x="1352" y="2465"/>
                  </a:cubicBezTo>
                  <a:cubicBezTo>
                    <a:pt x="692" y="3151"/>
                    <a:pt x="0" y="3857"/>
                    <a:pt x="16" y="4890"/>
                  </a:cubicBezTo>
                  <a:lnTo>
                    <a:pt x="16" y="4909"/>
                  </a:lnTo>
                  <a:cubicBezTo>
                    <a:pt x="25" y="4949"/>
                    <a:pt x="59" y="4978"/>
                    <a:pt x="104" y="4983"/>
                  </a:cubicBezTo>
                  <a:lnTo>
                    <a:pt x="109" y="4983"/>
                  </a:lnTo>
                  <a:cubicBezTo>
                    <a:pt x="163" y="4983"/>
                    <a:pt x="201" y="4938"/>
                    <a:pt x="201" y="4890"/>
                  </a:cubicBezTo>
                  <a:cubicBezTo>
                    <a:pt x="192" y="3929"/>
                    <a:pt x="819" y="3283"/>
                    <a:pt x="1490" y="2598"/>
                  </a:cubicBezTo>
                  <a:cubicBezTo>
                    <a:pt x="2078" y="1990"/>
                    <a:pt x="2680" y="1368"/>
                    <a:pt x="2783" y="520"/>
                  </a:cubicBezTo>
                  <a:cubicBezTo>
                    <a:pt x="2802" y="383"/>
                    <a:pt x="2802" y="236"/>
                    <a:pt x="2792" y="84"/>
                  </a:cubicBezTo>
                  <a:cubicBezTo>
                    <a:pt x="2792" y="79"/>
                    <a:pt x="2792" y="75"/>
                    <a:pt x="2788" y="70"/>
                  </a:cubicBezTo>
                  <a:lnTo>
                    <a:pt x="2788" y="59"/>
                  </a:lnTo>
                  <a:cubicBezTo>
                    <a:pt x="2783" y="55"/>
                    <a:pt x="2783" y="50"/>
                    <a:pt x="2783" y="50"/>
                  </a:cubicBezTo>
                  <a:cubicBezTo>
                    <a:pt x="2778" y="41"/>
                    <a:pt x="2773" y="30"/>
                    <a:pt x="2763" y="25"/>
                  </a:cubicBezTo>
                  <a:cubicBezTo>
                    <a:pt x="2763" y="21"/>
                    <a:pt x="2758" y="21"/>
                    <a:pt x="2754" y="21"/>
                  </a:cubicBezTo>
                  <a:cubicBezTo>
                    <a:pt x="2754" y="16"/>
                    <a:pt x="2754" y="16"/>
                    <a:pt x="2749" y="16"/>
                  </a:cubicBezTo>
                  <a:cubicBezTo>
                    <a:pt x="2743" y="11"/>
                    <a:pt x="2738" y="11"/>
                    <a:pt x="2734" y="6"/>
                  </a:cubicBezTo>
                  <a:cubicBezTo>
                    <a:pt x="2724" y="1"/>
                    <a:pt x="2709" y="1"/>
                    <a:pt x="2690"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0" name="Google Shape;4080;p55"/>
            <p:cNvSpPr/>
            <p:nvPr/>
          </p:nvSpPr>
          <p:spPr>
            <a:xfrm>
              <a:off x="833100" y="2868663"/>
              <a:ext cx="189000" cy="293000"/>
            </a:xfrm>
            <a:custGeom>
              <a:avLst/>
              <a:gdLst/>
              <a:ahLst/>
              <a:cxnLst/>
              <a:rect l="l" t="t" r="r" b="b"/>
              <a:pathLst>
                <a:path w="7560" h="11720" extrusionOk="0">
                  <a:moveTo>
                    <a:pt x="1889" y="1"/>
                  </a:moveTo>
                  <a:cubicBezTo>
                    <a:pt x="1168" y="1"/>
                    <a:pt x="325" y="492"/>
                    <a:pt x="45" y="1110"/>
                  </a:cubicBezTo>
                  <a:cubicBezTo>
                    <a:pt x="36" y="1124"/>
                    <a:pt x="30" y="1139"/>
                    <a:pt x="20" y="1158"/>
                  </a:cubicBezTo>
                  <a:cubicBezTo>
                    <a:pt x="0" y="1207"/>
                    <a:pt x="25" y="1262"/>
                    <a:pt x="74" y="1276"/>
                  </a:cubicBezTo>
                  <a:cubicBezTo>
                    <a:pt x="86" y="1282"/>
                    <a:pt x="98" y="1285"/>
                    <a:pt x="110" y="1285"/>
                  </a:cubicBezTo>
                  <a:cubicBezTo>
                    <a:pt x="117" y="1285"/>
                    <a:pt x="125" y="1283"/>
                    <a:pt x="133" y="1282"/>
                  </a:cubicBezTo>
                  <a:cubicBezTo>
                    <a:pt x="163" y="1271"/>
                    <a:pt x="183" y="1252"/>
                    <a:pt x="192" y="1227"/>
                  </a:cubicBezTo>
                  <a:cubicBezTo>
                    <a:pt x="422" y="658"/>
                    <a:pt x="1225" y="185"/>
                    <a:pt x="1891" y="185"/>
                  </a:cubicBezTo>
                  <a:cubicBezTo>
                    <a:pt x="1965" y="185"/>
                    <a:pt x="2037" y="191"/>
                    <a:pt x="2107" y="203"/>
                  </a:cubicBezTo>
                  <a:cubicBezTo>
                    <a:pt x="2769" y="321"/>
                    <a:pt x="3068" y="884"/>
                    <a:pt x="3351" y="1428"/>
                  </a:cubicBezTo>
                  <a:lnTo>
                    <a:pt x="3416" y="1546"/>
                  </a:lnTo>
                  <a:cubicBezTo>
                    <a:pt x="3493" y="1693"/>
                    <a:pt x="3567" y="1845"/>
                    <a:pt x="3640" y="2006"/>
                  </a:cubicBezTo>
                  <a:cubicBezTo>
                    <a:pt x="3909" y="2575"/>
                    <a:pt x="4184" y="3157"/>
                    <a:pt x="4747" y="3470"/>
                  </a:cubicBezTo>
                  <a:cubicBezTo>
                    <a:pt x="4929" y="3568"/>
                    <a:pt x="5095" y="3652"/>
                    <a:pt x="5247" y="3726"/>
                  </a:cubicBezTo>
                  <a:cubicBezTo>
                    <a:pt x="5952" y="4063"/>
                    <a:pt x="6305" y="4235"/>
                    <a:pt x="6045" y="5259"/>
                  </a:cubicBezTo>
                  <a:cubicBezTo>
                    <a:pt x="6021" y="5367"/>
                    <a:pt x="5991" y="5460"/>
                    <a:pt x="5967" y="5548"/>
                  </a:cubicBezTo>
                  <a:cubicBezTo>
                    <a:pt x="5790" y="6204"/>
                    <a:pt x="5722" y="6448"/>
                    <a:pt x="6378" y="7065"/>
                  </a:cubicBezTo>
                  <a:cubicBezTo>
                    <a:pt x="6972" y="7619"/>
                    <a:pt x="7318" y="8041"/>
                    <a:pt x="6775" y="8781"/>
                  </a:cubicBezTo>
                  <a:cubicBezTo>
                    <a:pt x="6501" y="9158"/>
                    <a:pt x="6536" y="9618"/>
                    <a:pt x="6574" y="10063"/>
                  </a:cubicBezTo>
                  <a:cubicBezTo>
                    <a:pt x="6633" y="10759"/>
                    <a:pt x="6678" y="11308"/>
                    <a:pt x="5649" y="11485"/>
                  </a:cubicBezTo>
                  <a:cubicBezTo>
                    <a:pt x="5458" y="11517"/>
                    <a:pt x="5272" y="11532"/>
                    <a:pt x="5094" y="11532"/>
                  </a:cubicBezTo>
                  <a:cubicBezTo>
                    <a:pt x="4593" y="11532"/>
                    <a:pt x="4149" y="11407"/>
                    <a:pt x="3787" y="11161"/>
                  </a:cubicBezTo>
                  <a:cubicBezTo>
                    <a:pt x="3768" y="11146"/>
                    <a:pt x="3748" y="11137"/>
                    <a:pt x="3733" y="11121"/>
                  </a:cubicBezTo>
                  <a:cubicBezTo>
                    <a:pt x="3724" y="11117"/>
                    <a:pt x="3719" y="11112"/>
                    <a:pt x="3709" y="11107"/>
                  </a:cubicBezTo>
                  <a:cubicBezTo>
                    <a:pt x="3700" y="11105"/>
                    <a:pt x="3690" y="11104"/>
                    <a:pt x="3680" y="11104"/>
                  </a:cubicBezTo>
                  <a:cubicBezTo>
                    <a:pt x="3650" y="11104"/>
                    <a:pt x="3620" y="11115"/>
                    <a:pt x="3601" y="11141"/>
                  </a:cubicBezTo>
                  <a:cubicBezTo>
                    <a:pt x="3572" y="11180"/>
                    <a:pt x="3581" y="11239"/>
                    <a:pt x="3621" y="11274"/>
                  </a:cubicBezTo>
                  <a:cubicBezTo>
                    <a:pt x="4027" y="11568"/>
                    <a:pt x="4522" y="11720"/>
                    <a:pt x="5085" y="11720"/>
                  </a:cubicBezTo>
                  <a:cubicBezTo>
                    <a:pt x="5276" y="11720"/>
                    <a:pt x="5478" y="11700"/>
                    <a:pt x="5679" y="11666"/>
                  </a:cubicBezTo>
                  <a:cubicBezTo>
                    <a:pt x="6878" y="11460"/>
                    <a:pt x="6814" y="10710"/>
                    <a:pt x="6760" y="10049"/>
                  </a:cubicBezTo>
                  <a:cubicBezTo>
                    <a:pt x="6726" y="9638"/>
                    <a:pt x="6692" y="9211"/>
                    <a:pt x="6927" y="8888"/>
                  </a:cubicBezTo>
                  <a:cubicBezTo>
                    <a:pt x="7559" y="8031"/>
                    <a:pt x="7108" y="7492"/>
                    <a:pt x="6506" y="6929"/>
                  </a:cubicBezTo>
                  <a:cubicBezTo>
                    <a:pt x="5932" y="6389"/>
                    <a:pt x="5972" y="6238"/>
                    <a:pt x="6149" y="5596"/>
                  </a:cubicBezTo>
                  <a:cubicBezTo>
                    <a:pt x="6172" y="5508"/>
                    <a:pt x="6197" y="5410"/>
                    <a:pt x="6226" y="5302"/>
                  </a:cubicBezTo>
                  <a:cubicBezTo>
                    <a:pt x="6525" y="4132"/>
                    <a:pt x="6021" y="3891"/>
                    <a:pt x="5331" y="3559"/>
                  </a:cubicBezTo>
                  <a:cubicBezTo>
                    <a:pt x="5173" y="3480"/>
                    <a:pt x="5012" y="3402"/>
                    <a:pt x="4840" y="3309"/>
                  </a:cubicBezTo>
                  <a:cubicBezTo>
                    <a:pt x="4327" y="3025"/>
                    <a:pt x="4067" y="2467"/>
                    <a:pt x="3812" y="1928"/>
                  </a:cubicBezTo>
                  <a:cubicBezTo>
                    <a:pt x="3739" y="1771"/>
                    <a:pt x="3660" y="1609"/>
                    <a:pt x="3581" y="1458"/>
                  </a:cubicBezTo>
                  <a:lnTo>
                    <a:pt x="3518" y="1340"/>
                  </a:lnTo>
                  <a:cubicBezTo>
                    <a:pt x="3224" y="787"/>
                    <a:pt x="2891" y="154"/>
                    <a:pt x="2141" y="22"/>
                  </a:cubicBezTo>
                  <a:cubicBezTo>
                    <a:pt x="2060" y="8"/>
                    <a:pt x="1975" y="1"/>
                    <a:pt x="1889"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1" name="Google Shape;4081;p55"/>
            <p:cNvSpPr/>
            <p:nvPr/>
          </p:nvSpPr>
          <p:spPr>
            <a:xfrm>
              <a:off x="700000" y="2889163"/>
              <a:ext cx="136675" cy="271150"/>
            </a:xfrm>
            <a:custGeom>
              <a:avLst/>
              <a:gdLst/>
              <a:ahLst/>
              <a:cxnLst/>
              <a:rect l="l" t="t" r="r" b="b"/>
              <a:pathLst>
                <a:path w="5467" h="10846" extrusionOk="0">
                  <a:moveTo>
                    <a:pt x="4609" y="0"/>
                  </a:moveTo>
                  <a:cubicBezTo>
                    <a:pt x="4136" y="0"/>
                    <a:pt x="3640" y="225"/>
                    <a:pt x="3355" y="456"/>
                  </a:cubicBezTo>
                  <a:cubicBezTo>
                    <a:pt x="2631" y="1039"/>
                    <a:pt x="2489" y="1813"/>
                    <a:pt x="2342" y="2630"/>
                  </a:cubicBezTo>
                  <a:cubicBezTo>
                    <a:pt x="2317" y="2748"/>
                    <a:pt x="2297" y="2866"/>
                    <a:pt x="2274" y="2983"/>
                  </a:cubicBezTo>
                  <a:cubicBezTo>
                    <a:pt x="2132" y="3713"/>
                    <a:pt x="1813" y="3939"/>
                    <a:pt x="1416" y="4218"/>
                  </a:cubicBezTo>
                  <a:cubicBezTo>
                    <a:pt x="1186" y="4384"/>
                    <a:pt x="922" y="4570"/>
                    <a:pt x="651" y="4884"/>
                  </a:cubicBezTo>
                  <a:cubicBezTo>
                    <a:pt x="0" y="5639"/>
                    <a:pt x="280" y="6216"/>
                    <a:pt x="579" y="6824"/>
                  </a:cubicBezTo>
                  <a:cubicBezTo>
                    <a:pt x="667" y="7010"/>
                    <a:pt x="764" y="7201"/>
                    <a:pt x="838" y="7412"/>
                  </a:cubicBezTo>
                  <a:cubicBezTo>
                    <a:pt x="990" y="7843"/>
                    <a:pt x="852" y="8332"/>
                    <a:pt x="721" y="8808"/>
                  </a:cubicBezTo>
                  <a:cubicBezTo>
                    <a:pt x="510" y="9572"/>
                    <a:pt x="289" y="10360"/>
                    <a:pt x="1411" y="10748"/>
                  </a:cubicBezTo>
                  <a:cubicBezTo>
                    <a:pt x="1612" y="10816"/>
                    <a:pt x="1833" y="10846"/>
                    <a:pt x="2057" y="10846"/>
                  </a:cubicBezTo>
                  <a:cubicBezTo>
                    <a:pt x="2842" y="10846"/>
                    <a:pt x="3708" y="10507"/>
                    <a:pt x="4105" y="10326"/>
                  </a:cubicBezTo>
                  <a:cubicBezTo>
                    <a:pt x="4125" y="10321"/>
                    <a:pt x="4139" y="10301"/>
                    <a:pt x="4149" y="10287"/>
                  </a:cubicBezTo>
                  <a:cubicBezTo>
                    <a:pt x="4155" y="10278"/>
                    <a:pt x="4159" y="10262"/>
                    <a:pt x="4159" y="10248"/>
                  </a:cubicBezTo>
                  <a:cubicBezTo>
                    <a:pt x="4159" y="10233"/>
                    <a:pt x="4159" y="10219"/>
                    <a:pt x="4149" y="10204"/>
                  </a:cubicBezTo>
                  <a:cubicBezTo>
                    <a:pt x="4144" y="10184"/>
                    <a:pt x="4130" y="10170"/>
                    <a:pt x="4110" y="10160"/>
                  </a:cubicBezTo>
                  <a:cubicBezTo>
                    <a:pt x="4095" y="10154"/>
                    <a:pt x="4077" y="10149"/>
                    <a:pt x="4059" y="10149"/>
                  </a:cubicBezTo>
                  <a:cubicBezTo>
                    <a:pt x="4049" y="10149"/>
                    <a:pt x="4038" y="10151"/>
                    <a:pt x="4027" y="10154"/>
                  </a:cubicBezTo>
                  <a:cubicBezTo>
                    <a:pt x="4022" y="10160"/>
                    <a:pt x="4017" y="10165"/>
                    <a:pt x="4008" y="10165"/>
                  </a:cubicBezTo>
                  <a:cubicBezTo>
                    <a:pt x="3614" y="10340"/>
                    <a:pt x="2794" y="10660"/>
                    <a:pt x="2064" y="10660"/>
                  </a:cubicBezTo>
                  <a:cubicBezTo>
                    <a:pt x="1856" y="10660"/>
                    <a:pt x="1656" y="10634"/>
                    <a:pt x="1474" y="10572"/>
                  </a:cubicBezTo>
                  <a:cubicBezTo>
                    <a:pt x="515" y="10242"/>
                    <a:pt x="687" y="9631"/>
                    <a:pt x="902" y="8856"/>
                  </a:cubicBezTo>
                  <a:cubicBezTo>
                    <a:pt x="1039" y="8357"/>
                    <a:pt x="1186" y="7838"/>
                    <a:pt x="1015" y="7348"/>
                  </a:cubicBezTo>
                  <a:cubicBezTo>
                    <a:pt x="936" y="7133"/>
                    <a:pt x="838" y="6932"/>
                    <a:pt x="746" y="6740"/>
                  </a:cubicBezTo>
                  <a:cubicBezTo>
                    <a:pt x="452" y="6143"/>
                    <a:pt x="221" y="5668"/>
                    <a:pt x="794" y="5002"/>
                  </a:cubicBezTo>
                  <a:cubicBezTo>
                    <a:pt x="1049" y="4708"/>
                    <a:pt x="1298" y="4531"/>
                    <a:pt x="1524" y="4370"/>
                  </a:cubicBezTo>
                  <a:cubicBezTo>
                    <a:pt x="1940" y="4076"/>
                    <a:pt x="2297" y="3821"/>
                    <a:pt x="2460" y="3023"/>
                  </a:cubicBezTo>
                  <a:cubicBezTo>
                    <a:pt x="2479" y="2901"/>
                    <a:pt x="2503" y="2783"/>
                    <a:pt x="2523" y="2666"/>
                  </a:cubicBezTo>
                  <a:cubicBezTo>
                    <a:pt x="2665" y="1882"/>
                    <a:pt x="2803" y="1142"/>
                    <a:pt x="3473" y="598"/>
                  </a:cubicBezTo>
                  <a:cubicBezTo>
                    <a:pt x="3730" y="389"/>
                    <a:pt x="4174" y="188"/>
                    <a:pt x="4597" y="188"/>
                  </a:cubicBezTo>
                  <a:cubicBezTo>
                    <a:pt x="4649" y="188"/>
                    <a:pt x="4701" y="191"/>
                    <a:pt x="4752" y="197"/>
                  </a:cubicBezTo>
                  <a:cubicBezTo>
                    <a:pt x="4987" y="226"/>
                    <a:pt x="5168" y="324"/>
                    <a:pt x="5295" y="491"/>
                  </a:cubicBezTo>
                  <a:cubicBezTo>
                    <a:pt x="5313" y="514"/>
                    <a:pt x="5341" y="527"/>
                    <a:pt x="5371" y="527"/>
                  </a:cubicBezTo>
                  <a:cubicBezTo>
                    <a:pt x="5390" y="527"/>
                    <a:pt x="5410" y="521"/>
                    <a:pt x="5428" y="510"/>
                  </a:cubicBezTo>
                  <a:cubicBezTo>
                    <a:pt x="5442" y="496"/>
                    <a:pt x="5453" y="480"/>
                    <a:pt x="5457" y="462"/>
                  </a:cubicBezTo>
                  <a:cubicBezTo>
                    <a:pt x="5467" y="432"/>
                    <a:pt x="5462" y="403"/>
                    <a:pt x="5442" y="378"/>
                  </a:cubicBezTo>
                  <a:cubicBezTo>
                    <a:pt x="5418" y="344"/>
                    <a:pt x="5394" y="315"/>
                    <a:pt x="5369" y="290"/>
                  </a:cubicBezTo>
                  <a:cubicBezTo>
                    <a:pt x="5217" y="132"/>
                    <a:pt x="5016" y="39"/>
                    <a:pt x="4777" y="10"/>
                  </a:cubicBezTo>
                  <a:cubicBezTo>
                    <a:pt x="4721" y="3"/>
                    <a:pt x="4665" y="0"/>
                    <a:pt x="4609"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2" name="Google Shape;4082;p55"/>
            <p:cNvSpPr/>
            <p:nvPr/>
          </p:nvSpPr>
          <p:spPr>
            <a:xfrm>
              <a:off x="705525" y="2873288"/>
              <a:ext cx="310550" cy="283700"/>
            </a:xfrm>
            <a:custGeom>
              <a:avLst/>
              <a:gdLst/>
              <a:ahLst/>
              <a:cxnLst/>
              <a:rect l="l" t="t" r="r" b="b"/>
              <a:pathLst>
                <a:path w="12422" h="11348" extrusionOk="0">
                  <a:moveTo>
                    <a:pt x="6994" y="0"/>
                  </a:moveTo>
                  <a:cubicBezTo>
                    <a:pt x="6328" y="0"/>
                    <a:pt x="5525" y="473"/>
                    <a:pt x="5295" y="1042"/>
                  </a:cubicBezTo>
                  <a:cubicBezTo>
                    <a:pt x="5286" y="1067"/>
                    <a:pt x="5266" y="1086"/>
                    <a:pt x="5236" y="1097"/>
                  </a:cubicBezTo>
                  <a:cubicBezTo>
                    <a:pt x="5232" y="1115"/>
                    <a:pt x="5221" y="1131"/>
                    <a:pt x="5207" y="1145"/>
                  </a:cubicBezTo>
                  <a:cubicBezTo>
                    <a:pt x="5189" y="1156"/>
                    <a:pt x="5169" y="1162"/>
                    <a:pt x="5150" y="1162"/>
                  </a:cubicBezTo>
                  <a:cubicBezTo>
                    <a:pt x="5120" y="1162"/>
                    <a:pt x="5092" y="1149"/>
                    <a:pt x="5074" y="1126"/>
                  </a:cubicBezTo>
                  <a:cubicBezTo>
                    <a:pt x="4947" y="959"/>
                    <a:pt x="4766" y="861"/>
                    <a:pt x="4531" y="832"/>
                  </a:cubicBezTo>
                  <a:cubicBezTo>
                    <a:pt x="4480" y="826"/>
                    <a:pt x="4428" y="823"/>
                    <a:pt x="4376" y="823"/>
                  </a:cubicBezTo>
                  <a:cubicBezTo>
                    <a:pt x="3953" y="823"/>
                    <a:pt x="3509" y="1024"/>
                    <a:pt x="3252" y="1233"/>
                  </a:cubicBezTo>
                  <a:cubicBezTo>
                    <a:pt x="2582" y="1777"/>
                    <a:pt x="2444" y="2517"/>
                    <a:pt x="2302" y="3301"/>
                  </a:cubicBezTo>
                  <a:cubicBezTo>
                    <a:pt x="2282" y="3418"/>
                    <a:pt x="2258" y="3536"/>
                    <a:pt x="2239" y="3658"/>
                  </a:cubicBezTo>
                  <a:cubicBezTo>
                    <a:pt x="2076" y="4456"/>
                    <a:pt x="1719" y="4711"/>
                    <a:pt x="1303" y="5005"/>
                  </a:cubicBezTo>
                  <a:cubicBezTo>
                    <a:pt x="1077" y="5166"/>
                    <a:pt x="828" y="5343"/>
                    <a:pt x="573" y="5637"/>
                  </a:cubicBezTo>
                  <a:cubicBezTo>
                    <a:pt x="0" y="6303"/>
                    <a:pt x="231" y="6778"/>
                    <a:pt x="525" y="7375"/>
                  </a:cubicBezTo>
                  <a:cubicBezTo>
                    <a:pt x="617" y="7567"/>
                    <a:pt x="715" y="7768"/>
                    <a:pt x="794" y="7983"/>
                  </a:cubicBezTo>
                  <a:cubicBezTo>
                    <a:pt x="965" y="8473"/>
                    <a:pt x="818" y="8992"/>
                    <a:pt x="681" y="9491"/>
                  </a:cubicBezTo>
                  <a:cubicBezTo>
                    <a:pt x="466" y="10266"/>
                    <a:pt x="294" y="10877"/>
                    <a:pt x="1253" y="11207"/>
                  </a:cubicBezTo>
                  <a:cubicBezTo>
                    <a:pt x="1433" y="11269"/>
                    <a:pt x="1638" y="11295"/>
                    <a:pt x="1852" y="11295"/>
                  </a:cubicBezTo>
                  <a:cubicBezTo>
                    <a:pt x="2610" y="11295"/>
                    <a:pt x="3496" y="10970"/>
                    <a:pt x="3889" y="10795"/>
                  </a:cubicBezTo>
                  <a:cubicBezTo>
                    <a:pt x="3722" y="10481"/>
                    <a:pt x="3556" y="10138"/>
                    <a:pt x="3439" y="9810"/>
                  </a:cubicBezTo>
                  <a:cubicBezTo>
                    <a:pt x="3297" y="9423"/>
                    <a:pt x="3111" y="9051"/>
                    <a:pt x="3057" y="8639"/>
                  </a:cubicBezTo>
                  <a:cubicBezTo>
                    <a:pt x="2586" y="8585"/>
                    <a:pt x="2141" y="8341"/>
                    <a:pt x="2076" y="7821"/>
                  </a:cubicBezTo>
                  <a:cubicBezTo>
                    <a:pt x="2026" y="7418"/>
                    <a:pt x="2224" y="7184"/>
                    <a:pt x="2554" y="7184"/>
                  </a:cubicBezTo>
                  <a:cubicBezTo>
                    <a:pt x="2609" y="7184"/>
                    <a:pt x="2667" y="7190"/>
                    <a:pt x="2729" y="7204"/>
                  </a:cubicBezTo>
                  <a:lnTo>
                    <a:pt x="2729" y="7185"/>
                  </a:lnTo>
                  <a:cubicBezTo>
                    <a:pt x="2713" y="6152"/>
                    <a:pt x="3405" y="5446"/>
                    <a:pt x="4065" y="4760"/>
                  </a:cubicBezTo>
                  <a:cubicBezTo>
                    <a:pt x="4751" y="4054"/>
                    <a:pt x="5397" y="3394"/>
                    <a:pt x="5320" y="2394"/>
                  </a:cubicBezTo>
                  <a:lnTo>
                    <a:pt x="5320" y="2390"/>
                  </a:lnTo>
                  <a:lnTo>
                    <a:pt x="5320" y="2370"/>
                  </a:lnTo>
                  <a:cubicBezTo>
                    <a:pt x="5324" y="2360"/>
                    <a:pt x="5329" y="2345"/>
                    <a:pt x="5334" y="2336"/>
                  </a:cubicBezTo>
                  <a:cubicBezTo>
                    <a:pt x="5339" y="2331"/>
                    <a:pt x="5344" y="2325"/>
                    <a:pt x="5344" y="2325"/>
                  </a:cubicBezTo>
                  <a:cubicBezTo>
                    <a:pt x="5354" y="2316"/>
                    <a:pt x="5359" y="2311"/>
                    <a:pt x="5368" y="2306"/>
                  </a:cubicBezTo>
                  <a:cubicBezTo>
                    <a:pt x="5368" y="2306"/>
                    <a:pt x="5374" y="2301"/>
                    <a:pt x="5379" y="2301"/>
                  </a:cubicBezTo>
                  <a:lnTo>
                    <a:pt x="5383" y="2301"/>
                  </a:lnTo>
                  <a:cubicBezTo>
                    <a:pt x="5383" y="2301"/>
                    <a:pt x="5388" y="2296"/>
                    <a:pt x="5393" y="2296"/>
                  </a:cubicBezTo>
                  <a:lnTo>
                    <a:pt x="5403" y="2296"/>
                  </a:lnTo>
                  <a:cubicBezTo>
                    <a:pt x="5409" y="2294"/>
                    <a:pt x="5414" y="2294"/>
                    <a:pt x="5418" y="2294"/>
                  </a:cubicBezTo>
                  <a:cubicBezTo>
                    <a:pt x="5430" y="2294"/>
                    <a:pt x="5440" y="2297"/>
                    <a:pt x="5447" y="2301"/>
                  </a:cubicBezTo>
                  <a:cubicBezTo>
                    <a:pt x="5451" y="2306"/>
                    <a:pt x="5456" y="2306"/>
                    <a:pt x="5462" y="2311"/>
                  </a:cubicBezTo>
                  <a:cubicBezTo>
                    <a:pt x="5467" y="2311"/>
                    <a:pt x="5467" y="2311"/>
                    <a:pt x="5467" y="2316"/>
                  </a:cubicBezTo>
                  <a:cubicBezTo>
                    <a:pt x="5471" y="2316"/>
                    <a:pt x="5476" y="2316"/>
                    <a:pt x="5476" y="2320"/>
                  </a:cubicBezTo>
                  <a:cubicBezTo>
                    <a:pt x="5486" y="2325"/>
                    <a:pt x="5491" y="2336"/>
                    <a:pt x="5496" y="2345"/>
                  </a:cubicBezTo>
                  <a:cubicBezTo>
                    <a:pt x="5496" y="2345"/>
                    <a:pt x="5496" y="2350"/>
                    <a:pt x="5501" y="2354"/>
                  </a:cubicBezTo>
                  <a:lnTo>
                    <a:pt x="5501" y="2365"/>
                  </a:lnTo>
                  <a:cubicBezTo>
                    <a:pt x="5892" y="3412"/>
                    <a:pt x="6602" y="3869"/>
                    <a:pt x="7642" y="4441"/>
                  </a:cubicBezTo>
                  <a:cubicBezTo>
                    <a:pt x="7744" y="4500"/>
                    <a:pt x="7852" y="4559"/>
                    <a:pt x="7960" y="4613"/>
                  </a:cubicBezTo>
                  <a:cubicBezTo>
                    <a:pt x="8792" y="5058"/>
                    <a:pt x="9654" y="5514"/>
                    <a:pt x="9782" y="6622"/>
                  </a:cubicBezTo>
                  <a:lnTo>
                    <a:pt x="9787" y="6665"/>
                  </a:lnTo>
                  <a:cubicBezTo>
                    <a:pt x="9792" y="6719"/>
                    <a:pt x="9796" y="6773"/>
                    <a:pt x="9801" y="6822"/>
                  </a:cubicBezTo>
                  <a:cubicBezTo>
                    <a:pt x="9856" y="6810"/>
                    <a:pt x="9912" y="6804"/>
                    <a:pt x="9967" y="6804"/>
                  </a:cubicBezTo>
                  <a:cubicBezTo>
                    <a:pt x="10277" y="6804"/>
                    <a:pt x="10554" y="6991"/>
                    <a:pt x="10517" y="7366"/>
                  </a:cubicBezTo>
                  <a:cubicBezTo>
                    <a:pt x="10472" y="7773"/>
                    <a:pt x="10027" y="8096"/>
                    <a:pt x="9635" y="8155"/>
                  </a:cubicBezTo>
                  <a:cubicBezTo>
                    <a:pt x="9615" y="8650"/>
                    <a:pt x="9483" y="9134"/>
                    <a:pt x="9356" y="9614"/>
                  </a:cubicBezTo>
                  <a:cubicBezTo>
                    <a:pt x="9233" y="10075"/>
                    <a:pt x="9091" y="10540"/>
                    <a:pt x="8890" y="10976"/>
                  </a:cubicBezTo>
                  <a:cubicBezTo>
                    <a:pt x="9252" y="11222"/>
                    <a:pt x="9696" y="11347"/>
                    <a:pt x="10197" y="11347"/>
                  </a:cubicBezTo>
                  <a:cubicBezTo>
                    <a:pt x="10375" y="11347"/>
                    <a:pt x="10561" y="11332"/>
                    <a:pt x="10752" y="11300"/>
                  </a:cubicBezTo>
                  <a:cubicBezTo>
                    <a:pt x="11781" y="11123"/>
                    <a:pt x="11736" y="10574"/>
                    <a:pt x="11677" y="9878"/>
                  </a:cubicBezTo>
                  <a:cubicBezTo>
                    <a:pt x="11639" y="9433"/>
                    <a:pt x="11604" y="8973"/>
                    <a:pt x="11878" y="8596"/>
                  </a:cubicBezTo>
                  <a:cubicBezTo>
                    <a:pt x="12421" y="7856"/>
                    <a:pt x="12075" y="7434"/>
                    <a:pt x="11481" y="6880"/>
                  </a:cubicBezTo>
                  <a:cubicBezTo>
                    <a:pt x="10825" y="6263"/>
                    <a:pt x="10893" y="6019"/>
                    <a:pt x="11070" y="5363"/>
                  </a:cubicBezTo>
                  <a:cubicBezTo>
                    <a:pt x="11094" y="5275"/>
                    <a:pt x="11124" y="5182"/>
                    <a:pt x="11148" y="5074"/>
                  </a:cubicBezTo>
                  <a:cubicBezTo>
                    <a:pt x="11408" y="4050"/>
                    <a:pt x="11055" y="3878"/>
                    <a:pt x="10350" y="3541"/>
                  </a:cubicBezTo>
                  <a:cubicBezTo>
                    <a:pt x="10198" y="3467"/>
                    <a:pt x="10032" y="3383"/>
                    <a:pt x="9850" y="3285"/>
                  </a:cubicBezTo>
                  <a:cubicBezTo>
                    <a:pt x="9287" y="2972"/>
                    <a:pt x="9012" y="2390"/>
                    <a:pt x="8743" y="1821"/>
                  </a:cubicBezTo>
                  <a:cubicBezTo>
                    <a:pt x="8670" y="1660"/>
                    <a:pt x="8596" y="1508"/>
                    <a:pt x="8519" y="1361"/>
                  </a:cubicBezTo>
                  <a:lnTo>
                    <a:pt x="8454" y="1243"/>
                  </a:lnTo>
                  <a:cubicBezTo>
                    <a:pt x="8171" y="699"/>
                    <a:pt x="7872" y="136"/>
                    <a:pt x="7210" y="18"/>
                  </a:cubicBezTo>
                  <a:cubicBezTo>
                    <a:pt x="7140" y="6"/>
                    <a:pt x="7068" y="0"/>
                    <a:pt x="6994"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3" name="Google Shape;4083;p55"/>
            <p:cNvSpPr/>
            <p:nvPr/>
          </p:nvSpPr>
          <p:spPr>
            <a:xfrm>
              <a:off x="846200" y="3048363"/>
              <a:ext cx="23075" cy="64800"/>
            </a:xfrm>
            <a:custGeom>
              <a:avLst/>
              <a:gdLst/>
              <a:ahLst/>
              <a:cxnLst/>
              <a:rect l="l" t="t" r="r" b="b"/>
              <a:pathLst>
                <a:path w="923" h="2592" extrusionOk="0">
                  <a:moveTo>
                    <a:pt x="609" y="1"/>
                  </a:moveTo>
                  <a:cubicBezTo>
                    <a:pt x="574" y="1"/>
                    <a:pt x="540" y="30"/>
                    <a:pt x="540" y="69"/>
                  </a:cubicBezTo>
                  <a:cubicBezTo>
                    <a:pt x="525" y="559"/>
                    <a:pt x="559" y="1152"/>
                    <a:pt x="643" y="1705"/>
                  </a:cubicBezTo>
                  <a:cubicBezTo>
                    <a:pt x="551" y="1677"/>
                    <a:pt x="474" y="1665"/>
                    <a:pt x="409" y="1665"/>
                  </a:cubicBezTo>
                  <a:cubicBezTo>
                    <a:pt x="242" y="1665"/>
                    <a:pt x="156" y="1743"/>
                    <a:pt x="114" y="1803"/>
                  </a:cubicBezTo>
                  <a:cubicBezTo>
                    <a:pt x="1" y="1964"/>
                    <a:pt x="45" y="2235"/>
                    <a:pt x="217" y="2420"/>
                  </a:cubicBezTo>
                  <a:cubicBezTo>
                    <a:pt x="319" y="2533"/>
                    <a:pt x="446" y="2592"/>
                    <a:pt x="584" y="2592"/>
                  </a:cubicBezTo>
                  <a:cubicBezTo>
                    <a:pt x="681" y="2592"/>
                    <a:pt x="780" y="2563"/>
                    <a:pt x="878" y="2508"/>
                  </a:cubicBezTo>
                  <a:cubicBezTo>
                    <a:pt x="907" y="2488"/>
                    <a:pt x="922" y="2445"/>
                    <a:pt x="902" y="2411"/>
                  </a:cubicBezTo>
                  <a:cubicBezTo>
                    <a:pt x="889" y="2391"/>
                    <a:pt x="864" y="2377"/>
                    <a:pt x="840" y="2377"/>
                  </a:cubicBezTo>
                  <a:cubicBezTo>
                    <a:pt x="829" y="2377"/>
                    <a:pt x="819" y="2380"/>
                    <a:pt x="810" y="2386"/>
                  </a:cubicBezTo>
                  <a:cubicBezTo>
                    <a:pt x="727" y="2433"/>
                    <a:pt x="654" y="2450"/>
                    <a:pt x="590" y="2450"/>
                  </a:cubicBezTo>
                  <a:cubicBezTo>
                    <a:pt x="452" y="2450"/>
                    <a:pt x="359" y="2369"/>
                    <a:pt x="319" y="2323"/>
                  </a:cubicBezTo>
                  <a:cubicBezTo>
                    <a:pt x="197" y="2190"/>
                    <a:pt x="152" y="1989"/>
                    <a:pt x="226" y="1887"/>
                  </a:cubicBezTo>
                  <a:cubicBezTo>
                    <a:pt x="265" y="1832"/>
                    <a:pt x="330" y="1805"/>
                    <a:pt x="418" y="1805"/>
                  </a:cubicBezTo>
                  <a:cubicBezTo>
                    <a:pt x="497" y="1805"/>
                    <a:pt x="595" y="1827"/>
                    <a:pt x="706" y="1871"/>
                  </a:cubicBezTo>
                  <a:cubicBezTo>
                    <a:pt x="715" y="1876"/>
                    <a:pt x="725" y="1878"/>
                    <a:pt x="735" y="1878"/>
                  </a:cubicBezTo>
                  <a:cubicBezTo>
                    <a:pt x="749" y="1878"/>
                    <a:pt x="764" y="1873"/>
                    <a:pt x="775" y="1862"/>
                  </a:cubicBezTo>
                  <a:cubicBezTo>
                    <a:pt x="794" y="1847"/>
                    <a:pt x="805" y="1823"/>
                    <a:pt x="799" y="1798"/>
                  </a:cubicBezTo>
                  <a:cubicBezTo>
                    <a:pt x="706" y="1220"/>
                    <a:pt x="663" y="589"/>
                    <a:pt x="677" y="74"/>
                  </a:cubicBezTo>
                  <a:cubicBezTo>
                    <a:pt x="681" y="35"/>
                    <a:pt x="647" y="6"/>
                    <a:pt x="609"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4" name="Google Shape;4084;p55"/>
            <p:cNvSpPr/>
            <p:nvPr/>
          </p:nvSpPr>
          <p:spPr>
            <a:xfrm>
              <a:off x="805175" y="3047638"/>
              <a:ext cx="45475" cy="18500"/>
            </a:xfrm>
            <a:custGeom>
              <a:avLst/>
              <a:gdLst/>
              <a:ahLst/>
              <a:cxnLst/>
              <a:rect l="l" t="t" r="r" b="b"/>
              <a:pathLst>
                <a:path w="1819" h="740" extrusionOk="0">
                  <a:moveTo>
                    <a:pt x="1612" y="142"/>
                  </a:moveTo>
                  <a:cubicBezTo>
                    <a:pt x="1637" y="142"/>
                    <a:pt x="1646" y="147"/>
                    <a:pt x="1657" y="147"/>
                  </a:cubicBezTo>
                  <a:cubicBezTo>
                    <a:pt x="1657" y="152"/>
                    <a:pt x="1652" y="162"/>
                    <a:pt x="1642" y="177"/>
                  </a:cubicBezTo>
                  <a:lnTo>
                    <a:pt x="1642" y="186"/>
                  </a:lnTo>
                  <a:cubicBezTo>
                    <a:pt x="1583" y="347"/>
                    <a:pt x="1388" y="485"/>
                    <a:pt x="1108" y="553"/>
                  </a:cubicBezTo>
                  <a:cubicBezTo>
                    <a:pt x="1079" y="559"/>
                    <a:pt x="1045" y="568"/>
                    <a:pt x="1010" y="573"/>
                  </a:cubicBezTo>
                  <a:lnTo>
                    <a:pt x="1010" y="564"/>
                  </a:lnTo>
                  <a:cubicBezTo>
                    <a:pt x="966" y="485"/>
                    <a:pt x="922" y="363"/>
                    <a:pt x="902" y="259"/>
                  </a:cubicBezTo>
                  <a:cubicBezTo>
                    <a:pt x="898" y="250"/>
                    <a:pt x="893" y="245"/>
                    <a:pt x="893" y="236"/>
                  </a:cubicBezTo>
                  <a:cubicBezTo>
                    <a:pt x="1128" y="186"/>
                    <a:pt x="1377" y="157"/>
                    <a:pt x="1612" y="142"/>
                  </a:cubicBezTo>
                  <a:close/>
                  <a:moveTo>
                    <a:pt x="717" y="279"/>
                  </a:moveTo>
                  <a:cubicBezTo>
                    <a:pt x="717" y="284"/>
                    <a:pt x="717" y="294"/>
                    <a:pt x="721" y="299"/>
                  </a:cubicBezTo>
                  <a:cubicBezTo>
                    <a:pt x="741" y="397"/>
                    <a:pt x="780" y="510"/>
                    <a:pt x="819" y="598"/>
                  </a:cubicBezTo>
                  <a:cubicBezTo>
                    <a:pt x="783" y="600"/>
                    <a:pt x="748" y="601"/>
                    <a:pt x="713" y="601"/>
                  </a:cubicBezTo>
                  <a:cubicBezTo>
                    <a:pt x="509" y="601"/>
                    <a:pt x="322" y="566"/>
                    <a:pt x="197" y="494"/>
                  </a:cubicBezTo>
                  <a:cubicBezTo>
                    <a:pt x="353" y="397"/>
                    <a:pt x="530" y="328"/>
                    <a:pt x="717" y="279"/>
                  </a:cubicBezTo>
                  <a:close/>
                  <a:moveTo>
                    <a:pt x="1612" y="0"/>
                  </a:moveTo>
                  <a:cubicBezTo>
                    <a:pt x="1588" y="0"/>
                    <a:pt x="1569" y="0"/>
                    <a:pt x="1549" y="5"/>
                  </a:cubicBezTo>
                  <a:cubicBezTo>
                    <a:pt x="1025" y="49"/>
                    <a:pt x="447" y="137"/>
                    <a:pt x="30" y="435"/>
                  </a:cubicBezTo>
                  <a:cubicBezTo>
                    <a:pt x="16" y="446"/>
                    <a:pt x="6" y="465"/>
                    <a:pt x="1" y="490"/>
                  </a:cubicBezTo>
                  <a:cubicBezTo>
                    <a:pt x="1" y="510"/>
                    <a:pt x="11" y="530"/>
                    <a:pt x="25" y="544"/>
                  </a:cubicBezTo>
                  <a:cubicBezTo>
                    <a:pt x="183" y="681"/>
                    <a:pt x="441" y="740"/>
                    <a:pt x="706" y="740"/>
                  </a:cubicBezTo>
                  <a:cubicBezTo>
                    <a:pt x="859" y="740"/>
                    <a:pt x="1010" y="720"/>
                    <a:pt x="1142" y="691"/>
                  </a:cubicBezTo>
                  <a:cubicBezTo>
                    <a:pt x="1470" y="607"/>
                    <a:pt x="1691" y="446"/>
                    <a:pt x="1770" y="240"/>
                  </a:cubicBezTo>
                  <a:cubicBezTo>
                    <a:pt x="1784" y="211"/>
                    <a:pt x="1818" y="137"/>
                    <a:pt x="1784" y="73"/>
                  </a:cubicBezTo>
                  <a:cubicBezTo>
                    <a:pt x="1755" y="30"/>
                    <a:pt x="1701" y="10"/>
                    <a:pt x="1646" y="5"/>
                  </a:cubicBezTo>
                  <a:cubicBezTo>
                    <a:pt x="1637" y="0"/>
                    <a:pt x="1628" y="0"/>
                    <a:pt x="1617"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5" name="Google Shape;4085;p55"/>
            <p:cNvSpPr/>
            <p:nvPr/>
          </p:nvSpPr>
          <p:spPr>
            <a:xfrm>
              <a:off x="810075" y="3054613"/>
              <a:ext cx="15575" cy="8050"/>
            </a:xfrm>
            <a:custGeom>
              <a:avLst/>
              <a:gdLst/>
              <a:ahLst/>
              <a:cxnLst/>
              <a:rect l="l" t="t" r="r" b="b"/>
              <a:pathLst>
                <a:path w="623" h="322" extrusionOk="0">
                  <a:moveTo>
                    <a:pt x="521" y="0"/>
                  </a:moveTo>
                  <a:cubicBezTo>
                    <a:pt x="334" y="49"/>
                    <a:pt x="157" y="118"/>
                    <a:pt x="1" y="215"/>
                  </a:cubicBezTo>
                  <a:cubicBezTo>
                    <a:pt x="126" y="287"/>
                    <a:pt x="313" y="322"/>
                    <a:pt x="517" y="322"/>
                  </a:cubicBezTo>
                  <a:cubicBezTo>
                    <a:pt x="552" y="322"/>
                    <a:pt x="587" y="321"/>
                    <a:pt x="623" y="319"/>
                  </a:cubicBezTo>
                  <a:cubicBezTo>
                    <a:pt x="584" y="231"/>
                    <a:pt x="545" y="118"/>
                    <a:pt x="525" y="20"/>
                  </a:cubicBezTo>
                  <a:cubicBezTo>
                    <a:pt x="521" y="15"/>
                    <a:pt x="521" y="5"/>
                    <a:pt x="521" y="0"/>
                  </a:cubicBezTo>
                  <a:close/>
                </a:path>
              </a:pathLst>
            </a:custGeom>
            <a:solidFill>
              <a:srgbClr val="F5E0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6" name="Google Shape;4086;p55"/>
            <p:cNvSpPr/>
            <p:nvPr/>
          </p:nvSpPr>
          <p:spPr>
            <a:xfrm>
              <a:off x="827475" y="3051163"/>
              <a:ext cx="19150" cy="10800"/>
            </a:xfrm>
            <a:custGeom>
              <a:avLst/>
              <a:gdLst/>
              <a:ahLst/>
              <a:cxnLst/>
              <a:rect l="l" t="t" r="r" b="b"/>
              <a:pathLst>
                <a:path w="766" h="432" extrusionOk="0">
                  <a:moveTo>
                    <a:pt x="720" y="1"/>
                  </a:moveTo>
                  <a:cubicBezTo>
                    <a:pt x="485" y="16"/>
                    <a:pt x="236" y="45"/>
                    <a:pt x="1" y="95"/>
                  </a:cubicBezTo>
                  <a:cubicBezTo>
                    <a:pt x="1" y="104"/>
                    <a:pt x="6" y="109"/>
                    <a:pt x="10" y="118"/>
                  </a:cubicBezTo>
                  <a:cubicBezTo>
                    <a:pt x="30" y="222"/>
                    <a:pt x="74" y="344"/>
                    <a:pt x="118" y="423"/>
                  </a:cubicBezTo>
                  <a:lnTo>
                    <a:pt x="118" y="432"/>
                  </a:lnTo>
                  <a:cubicBezTo>
                    <a:pt x="153" y="427"/>
                    <a:pt x="187" y="418"/>
                    <a:pt x="216" y="412"/>
                  </a:cubicBezTo>
                  <a:cubicBezTo>
                    <a:pt x="496" y="344"/>
                    <a:pt x="691" y="206"/>
                    <a:pt x="750" y="45"/>
                  </a:cubicBezTo>
                  <a:lnTo>
                    <a:pt x="750" y="36"/>
                  </a:lnTo>
                  <a:cubicBezTo>
                    <a:pt x="760" y="21"/>
                    <a:pt x="765" y="11"/>
                    <a:pt x="765" y="6"/>
                  </a:cubicBezTo>
                  <a:cubicBezTo>
                    <a:pt x="754" y="6"/>
                    <a:pt x="745" y="1"/>
                    <a:pt x="720" y="1"/>
                  </a:cubicBezTo>
                  <a:close/>
                </a:path>
              </a:pathLst>
            </a:custGeom>
            <a:solidFill>
              <a:srgbClr val="F5E0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7" name="Google Shape;4087;p55"/>
            <p:cNvSpPr/>
            <p:nvPr/>
          </p:nvSpPr>
          <p:spPr>
            <a:xfrm>
              <a:off x="869250" y="3043588"/>
              <a:ext cx="44700" cy="20250"/>
            </a:xfrm>
            <a:custGeom>
              <a:avLst/>
              <a:gdLst/>
              <a:ahLst/>
              <a:cxnLst/>
              <a:rect l="l" t="t" r="r" b="b"/>
              <a:pathLst>
                <a:path w="1788" h="810" extrusionOk="0">
                  <a:moveTo>
                    <a:pt x="206" y="143"/>
                  </a:moveTo>
                  <a:cubicBezTo>
                    <a:pt x="441" y="177"/>
                    <a:pt x="686" y="221"/>
                    <a:pt x="921" y="289"/>
                  </a:cubicBezTo>
                  <a:cubicBezTo>
                    <a:pt x="916" y="294"/>
                    <a:pt x="911" y="304"/>
                    <a:pt x="911" y="309"/>
                  </a:cubicBezTo>
                  <a:cubicBezTo>
                    <a:pt x="882" y="412"/>
                    <a:pt x="828" y="529"/>
                    <a:pt x="779" y="603"/>
                  </a:cubicBezTo>
                  <a:cubicBezTo>
                    <a:pt x="779" y="608"/>
                    <a:pt x="779" y="613"/>
                    <a:pt x="774" y="617"/>
                  </a:cubicBezTo>
                  <a:cubicBezTo>
                    <a:pt x="745" y="608"/>
                    <a:pt x="710" y="597"/>
                    <a:pt x="681" y="588"/>
                  </a:cubicBezTo>
                  <a:cubicBezTo>
                    <a:pt x="406" y="500"/>
                    <a:pt x="225" y="353"/>
                    <a:pt x="177" y="186"/>
                  </a:cubicBezTo>
                  <a:cubicBezTo>
                    <a:pt x="177" y="181"/>
                    <a:pt x="177" y="177"/>
                    <a:pt x="171" y="177"/>
                  </a:cubicBezTo>
                  <a:cubicBezTo>
                    <a:pt x="166" y="162"/>
                    <a:pt x="161" y="152"/>
                    <a:pt x="161" y="147"/>
                  </a:cubicBezTo>
                  <a:cubicBezTo>
                    <a:pt x="171" y="143"/>
                    <a:pt x="186" y="143"/>
                    <a:pt x="206" y="143"/>
                  </a:cubicBezTo>
                  <a:close/>
                  <a:moveTo>
                    <a:pt x="1088" y="344"/>
                  </a:moveTo>
                  <a:cubicBezTo>
                    <a:pt x="1274" y="407"/>
                    <a:pt x="1445" y="486"/>
                    <a:pt x="1597" y="593"/>
                  </a:cubicBezTo>
                  <a:cubicBezTo>
                    <a:pt x="1491" y="643"/>
                    <a:pt x="1348" y="668"/>
                    <a:pt x="1192" y="668"/>
                  </a:cubicBezTo>
                  <a:cubicBezTo>
                    <a:pt x="1118" y="668"/>
                    <a:pt x="1042" y="662"/>
                    <a:pt x="964" y="652"/>
                  </a:cubicBezTo>
                  <a:cubicBezTo>
                    <a:pt x="1014" y="568"/>
                    <a:pt x="1058" y="461"/>
                    <a:pt x="1088" y="362"/>
                  </a:cubicBezTo>
                  <a:lnTo>
                    <a:pt x="1088" y="344"/>
                  </a:lnTo>
                  <a:close/>
                  <a:moveTo>
                    <a:pt x="211" y="0"/>
                  </a:moveTo>
                  <a:cubicBezTo>
                    <a:pt x="200" y="0"/>
                    <a:pt x="191" y="0"/>
                    <a:pt x="181" y="5"/>
                  </a:cubicBezTo>
                  <a:cubicBezTo>
                    <a:pt x="127" y="5"/>
                    <a:pt x="73" y="20"/>
                    <a:pt x="44" y="64"/>
                  </a:cubicBezTo>
                  <a:cubicBezTo>
                    <a:pt x="0" y="127"/>
                    <a:pt x="30" y="201"/>
                    <a:pt x="44" y="231"/>
                  </a:cubicBezTo>
                  <a:cubicBezTo>
                    <a:pt x="107" y="441"/>
                    <a:pt x="318" y="617"/>
                    <a:pt x="636" y="721"/>
                  </a:cubicBezTo>
                  <a:cubicBezTo>
                    <a:pt x="803" y="774"/>
                    <a:pt x="1004" y="809"/>
                    <a:pt x="1190" y="809"/>
                  </a:cubicBezTo>
                  <a:cubicBezTo>
                    <a:pt x="1411" y="809"/>
                    <a:pt x="1622" y="764"/>
                    <a:pt x="1764" y="656"/>
                  </a:cubicBezTo>
                  <a:cubicBezTo>
                    <a:pt x="1778" y="642"/>
                    <a:pt x="1787" y="622"/>
                    <a:pt x="1787" y="603"/>
                  </a:cubicBezTo>
                  <a:cubicBezTo>
                    <a:pt x="1787" y="579"/>
                    <a:pt x="1778" y="559"/>
                    <a:pt x="1764" y="549"/>
                  </a:cubicBezTo>
                  <a:cubicBezTo>
                    <a:pt x="1366" y="221"/>
                    <a:pt x="799" y="88"/>
                    <a:pt x="279" y="10"/>
                  </a:cubicBezTo>
                  <a:cubicBezTo>
                    <a:pt x="270" y="10"/>
                    <a:pt x="259" y="5"/>
                    <a:pt x="250" y="5"/>
                  </a:cubicBezTo>
                  <a:lnTo>
                    <a:pt x="216" y="5"/>
                  </a:lnTo>
                  <a:cubicBezTo>
                    <a:pt x="216" y="0"/>
                    <a:pt x="211" y="0"/>
                    <a:pt x="211"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8" name="Google Shape;4088;p55"/>
            <p:cNvSpPr/>
            <p:nvPr/>
          </p:nvSpPr>
          <p:spPr>
            <a:xfrm>
              <a:off x="893350" y="3052163"/>
              <a:ext cx="15825" cy="8125"/>
            </a:xfrm>
            <a:custGeom>
              <a:avLst/>
              <a:gdLst/>
              <a:ahLst/>
              <a:cxnLst/>
              <a:rect l="l" t="t" r="r" b="b"/>
              <a:pathLst>
                <a:path w="633" h="325" extrusionOk="0">
                  <a:moveTo>
                    <a:pt x="124" y="1"/>
                  </a:moveTo>
                  <a:lnTo>
                    <a:pt x="124" y="19"/>
                  </a:lnTo>
                  <a:cubicBezTo>
                    <a:pt x="94" y="118"/>
                    <a:pt x="50" y="225"/>
                    <a:pt x="0" y="309"/>
                  </a:cubicBezTo>
                  <a:cubicBezTo>
                    <a:pt x="78" y="319"/>
                    <a:pt x="154" y="325"/>
                    <a:pt x="228" y="325"/>
                  </a:cubicBezTo>
                  <a:cubicBezTo>
                    <a:pt x="384" y="325"/>
                    <a:pt x="527" y="300"/>
                    <a:pt x="633" y="250"/>
                  </a:cubicBezTo>
                  <a:cubicBezTo>
                    <a:pt x="481" y="143"/>
                    <a:pt x="310" y="64"/>
                    <a:pt x="124" y="1"/>
                  </a:cubicBezTo>
                  <a:close/>
                </a:path>
              </a:pathLst>
            </a:custGeom>
            <a:solidFill>
              <a:srgbClr val="F5E0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9" name="Google Shape;4089;p55"/>
            <p:cNvSpPr/>
            <p:nvPr/>
          </p:nvSpPr>
          <p:spPr>
            <a:xfrm>
              <a:off x="873275" y="3047138"/>
              <a:ext cx="19000" cy="11900"/>
            </a:xfrm>
            <a:custGeom>
              <a:avLst/>
              <a:gdLst/>
              <a:ahLst/>
              <a:cxnLst/>
              <a:rect l="l" t="t" r="r" b="b"/>
              <a:pathLst>
                <a:path w="760" h="476" extrusionOk="0">
                  <a:moveTo>
                    <a:pt x="45" y="1"/>
                  </a:moveTo>
                  <a:cubicBezTo>
                    <a:pt x="25" y="1"/>
                    <a:pt x="10" y="1"/>
                    <a:pt x="0" y="5"/>
                  </a:cubicBezTo>
                  <a:cubicBezTo>
                    <a:pt x="0" y="10"/>
                    <a:pt x="5" y="20"/>
                    <a:pt x="10" y="35"/>
                  </a:cubicBezTo>
                  <a:cubicBezTo>
                    <a:pt x="16" y="35"/>
                    <a:pt x="16" y="39"/>
                    <a:pt x="16" y="44"/>
                  </a:cubicBezTo>
                  <a:cubicBezTo>
                    <a:pt x="64" y="211"/>
                    <a:pt x="245" y="358"/>
                    <a:pt x="520" y="446"/>
                  </a:cubicBezTo>
                  <a:cubicBezTo>
                    <a:pt x="549" y="455"/>
                    <a:pt x="584" y="466"/>
                    <a:pt x="613" y="475"/>
                  </a:cubicBezTo>
                  <a:cubicBezTo>
                    <a:pt x="618" y="471"/>
                    <a:pt x="618" y="466"/>
                    <a:pt x="618" y="461"/>
                  </a:cubicBezTo>
                  <a:cubicBezTo>
                    <a:pt x="667" y="387"/>
                    <a:pt x="721" y="270"/>
                    <a:pt x="750" y="167"/>
                  </a:cubicBezTo>
                  <a:cubicBezTo>
                    <a:pt x="750" y="162"/>
                    <a:pt x="755" y="152"/>
                    <a:pt x="760" y="147"/>
                  </a:cubicBezTo>
                  <a:cubicBezTo>
                    <a:pt x="525" y="79"/>
                    <a:pt x="280" y="35"/>
                    <a:pt x="45" y="1"/>
                  </a:cubicBezTo>
                  <a:close/>
                </a:path>
              </a:pathLst>
            </a:custGeom>
            <a:solidFill>
              <a:srgbClr val="F5E0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0" name="Google Shape;4090;p55"/>
            <p:cNvSpPr/>
            <p:nvPr/>
          </p:nvSpPr>
          <p:spPr>
            <a:xfrm>
              <a:off x="882475" y="3013863"/>
              <a:ext cx="29425" cy="17025"/>
            </a:xfrm>
            <a:custGeom>
              <a:avLst/>
              <a:gdLst/>
              <a:ahLst/>
              <a:cxnLst/>
              <a:rect l="l" t="t" r="r" b="b"/>
              <a:pathLst>
                <a:path w="1177" h="681" extrusionOk="0">
                  <a:moveTo>
                    <a:pt x="80" y="0"/>
                  </a:moveTo>
                  <a:cubicBezTo>
                    <a:pt x="66" y="0"/>
                    <a:pt x="52" y="4"/>
                    <a:pt x="39" y="14"/>
                  </a:cubicBezTo>
                  <a:cubicBezTo>
                    <a:pt x="10" y="34"/>
                    <a:pt x="0" y="77"/>
                    <a:pt x="19" y="107"/>
                  </a:cubicBezTo>
                  <a:cubicBezTo>
                    <a:pt x="245" y="455"/>
                    <a:pt x="647" y="680"/>
                    <a:pt x="1034" y="680"/>
                  </a:cubicBezTo>
                  <a:cubicBezTo>
                    <a:pt x="1058" y="680"/>
                    <a:pt x="1082" y="680"/>
                    <a:pt x="1107" y="676"/>
                  </a:cubicBezTo>
                  <a:cubicBezTo>
                    <a:pt x="1147" y="676"/>
                    <a:pt x="1176" y="640"/>
                    <a:pt x="1170" y="601"/>
                  </a:cubicBezTo>
                  <a:cubicBezTo>
                    <a:pt x="1170" y="565"/>
                    <a:pt x="1141" y="537"/>
                    <a:pt x="1105" y="537"/>
                  </a:cubicBezTo>
                  <a:cubicBezTo>
                    <a:pt x="1103" y="537"/>
                    <a:pt x="1100" y="538"/>
                    <a:pt x="1097" y="538"/>
                  </a:cubicBezTo>
                  <a:cubicBezTo>
                    <a:pt x="1077" y="539"/>
                    <a:pt x="1058" y="540"/>
                    <a:pt x="1038" y="540"/>
                  </a:cubicBezTo>
                  <a:cubicBezTo>
                    <a:pt x="698" y="540"/>
                    <a:pt x="341" y="343"/>
                    <a:pt x="137" y="34"/>
                  </a:cubicBezTo>
                  <a:cubicBezTo>
                    <a:pt x="125" y="12"/>
                    <a:pt x="103" y="0"/>
                    <a:pt x="80"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1" name="Google Shape;4091;p55"/>
            <p:cNvSpPr/>
            <p:nvPr/>
          </p:nvSpPr>
          <p:spPr>
            <a:xfrm>
              <a:off x="857725" y="3125113"/>
              <a:ext cx="30775" cy="14400"/>
            </a:xfrm>
            <a:custGeom>
              <a:avLst/>
              <a:gdLst/>
              <a:ahLst/>
              <a:cxnLst/>
              <a:rect l="l" t="t" r="r" b="b"/>
              <a:pathLst>
                <a:path w="1231" h="576" extrusionOk="0">
                  <a:moveTo>
                    <a:pt x="999" y="1"/>
                  </a:moveTo>
                  <a:cubicBezTo>
                    <a:pt x="645" y="1"/>
                    <a:pt x="290" y="148"/>
                    <a:pt x="69" y="404"/>
                  </a:cubicBezTo>
                  <a:cubicBezTo>
                    <a:pt x="50" y="422"/>
                    <a:pt x="35" y="442"/>
                    <a:pt x="21" y="462"/>
                  </a:cubicBezTo>
                  <a:cubicBezTo>
                    <a:pt x="1" y="492"/>
                    <a:pt x="5" y="535"/>
                    <a:pt x="35" y="560"/>
                  </a:cubicBezTo>
                  <a:cubicBezTo>
                    <a:pt x="47" y="570"/>
                    <a:pt x="62" y="575"/>
                    <a:pt x="77" y="575"/>
                  </a:cubicBezTo>
                  <a:cubicBezTo>
                    <a:pt x="98" y="575"/>
                    <a:pt x="119" y="566"/>
                    <a:pt x="132" y="546"/>
                  </a:cubicBezTo>
                  <a:cubicBezTo>
                    <a:pt x="319" y="296"/>
                    <a:pt x="647" y="141"/>
                    <a:pt x="983" y="141"/>
                  </a:cubicBezTo>
                  <a:cubicBezTo>
                    <a:pt x="1036" y="141"/>
                    <a:pt x="1089" y="145"/>
                    <a:pt x="1142" y="153"/>
                  </a:cubicBezTo>
                  <a:cubicBezTo>
                    <a:pt x="1145" y="154"/>
                    <a:pt x="1148" y="154"/>
                    <a:pt x="1150" y="154"/>
                  </a:cubicBezTo>
                  <a:cubicBezTo>
                    <a:pt x="1186" y="154"/>
                    <a:pt x="1216" y="126"/>
                    <a:pt x="1226" y="90"/>
                  </a:cubicBezTo>
                  <a:cubicBezTo>
                    <a:pt x="1230" y="56"/>
                    <a:pt x="1201" y="17"/>
                    <a:pt x="1161" y="11"/>
                  </a:cubicBezTo>
                  <a:cubicBezTo>
                    <a:pt x="1107" y="4"/>
                    <a:pt x="1053" y="1"/>
                    <a:pt x="999"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2" name="Google Shape;4092;p55"/>
            <p:cNvSpPr/>
            <p:nvPr/>
          </p:nvSpPr>
          <p:spPr>
            <a:xfrm>
              <a:off x="821350" y="3007463"/>
              <a:ext cx="23800" cy="25125"/>
            </a:xfrm>
            <a:custGeom>
              <a:avLst/>
              <a:gdLst/>
              <a:ahLst/>
              <a:cxnLst/>
              <a:rect l="l" t="t" r="r" b="b"/>
              <a:pathLst>
                <a:path w="952" h="1005" extrusionOk="0">
                  <a:moveTo>
                    <a:pt x="871" y="0"/>
                  </a:moveTo>
                  <a:cubicBezTo>
                    <a:pt x="841" y="0"/>
                    <a:pt x="815" y="18"/>
                    <a:pt x="804" y="44"/>
                  </a:cubicBezTo>
                  <a:cubicBezTo>
                    <a:pt x="696" y="333"/>
                    <a:pt x="418" y="711"/>
                    <a:pt x="54" y="867"/>
                  </a:cubicBezTo>
                  <a:cubicBezTo>
                    <a:pt x="15" y="882"/>
                    <a:pt x="0" y="926"/>
                    <a:pt x="15" y="961"/>
                  </a:cubicBezTo>
                  <a:cubicBezTo>
                    <a:pt x="25" y="984"/>
                    <a:pt x="54" y="1004"/>
                    <a:pt x="79" y="1004"/>
                  </a:cubicBezTo>
                  <a:cubicBezTo>
                    <a:pt x="88" y="1004"/>
                    <a:pt x="99" y="1000"/>
                    <a:pt x="108" y="995"/>
                  </a:cubicBezTo>
                  <a:cubicBezTo>
                    <a:pt x="510" y="823"/>
                    <a:pt x="814" y="421"/>
                    <a:pt x="936" y="93"/>
                  </a:cubicBezTo>
                  <a:cubicBezTo>
                    <a:pt x="951" y="59"/>
                    <a:pt x="931" y="20"/>
                    <a:pt x="897" y="5"/>
                  </a:cubicBezTo>
                  <a:cubicBezTo>
                    <a:pt x="888" y="2"/>
                    <a:pt x="879" y="0"/>
                    <a:pt x="871"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3" name="Google Shape;4093;p55"/>
            <p:cNvSpPr/>
            <p:nvPr/>
          </p:nvSpPr>
          <p:spPr>
            <a:xfrm>
              <a:off x="783525" y="3021038"/>
              <a:ext cx="31225" cy="22950"/>
            </a:xfrm>
            <a:custGeom>
              <a:avLst/>
              <a:gdLst/>
              <a:ahLst/>
              <a:cxnLst/>
              <a:rect l="l" t="t" r="r" b="b"/>
              <a:pathLst>
                <a:path w="1249" h="918" extrusionOk="0">
                  <a:moveTo>
                    <a:pt x="308" y="1"/>
                  </a:moveTo>
                  <a:cubicBezTo>
                    <a:pt x="255" y="1"/>
                    <a:pt x="206" y="21"/>
                    <a:pt x="167" y="50"/>
                  </a:cubicBezTo>
                  <a:cubicBezTo>
                    <a:pt x="113" y="138"/>
                    <a:pt x="64" y="222"/>
                    <a:pt x="20" y="314"/>
                  </a:cubicBezTo>
                  <a:cubicBezTo>
                    <a:pt x="0" y="427"/>
                    <a:pt x="34" y="540"/>
                    <a:pt x="138" y="604"/>
                  </a:cubicBezTo>
                  <a:cubicBezTo>
                    <a:pt x="387" y="760"/>
                    <a:pt x="617" y="771"/>
                    <a:pt x="857" y="893"/>
                  </a:cubicBezTo>
                  <a:cubicBezTo>
                    <a:pt x="891" y="907"/>
                    <a:pt x="925" y="918"/>
                    <a:pt x="961" y="918"/>
                  </a:cubicBezTo>
                  <a:cubicBezTo>
                    <a:pt x="1142" y="918"/>
                    <a:pt x="1249" y="653"/>
                    <a:pt x="1146" y="334"/>
                  </a:cubicBezTo>
                  <a:cubicBezTo>
                    <a:pt x="1049" y="30"/>
                    <a:pt x="568" y="1"/>
                    <a:pt x="387" y="1"/>
                  </a:cubicBezTo>
                  <a:close/>
                </a:path>
              </a:pathLst>
            </a:custGeom>
            <a:solidFill>
              <a:srgbClr val="F66D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4" name="Google Shape;4094;p55"/>
            <p:cNvSpPr/>
            <p:nvPr/>
          </p:nvSpPr>
          <p:spPr>
            <a:xfrm>
              <a:off x="784025" y="3022263"/>
              <a:ext cx="3700" cy="6650"/>
            </a:xfrm>
            <a:custGeom>
              <a:avLst/>
              <a:gdLst/>
              <a:ahLst/>
              <a:cxnLst/>
              <a:rect l="l" t="t" r="r" b="b"/>
              <a:pathLst>
                <a:path w="148" h="266" extrusionOk="0">
                  <a:moveTo>
                    <a:pt x="147" y="1"/>
                  </a:moveTo>
                  <a:lnTo>
                    <a:pt x="147" y="1"/>
                  </a:lnTo>
                  <a:cubicBezTo>
                    <a:pt x="68" y="60"/>
                    <a:pt x="14" y="163"/>
                    <a:pt x="0" y="265"/>
                  </a:cubicBezTo>
                  <a:cubicBezTo>
                    <a:pt x="44" y="173"/>
                    <a:pt x="93" y="89"/>
                    <a:pt x="147" y="1"/>
                  </a:cubicBezTo>
                  <a:close/>
                </a:path>
              </a:pathLst>
            </a:custGeom>
            <a:solidFill>
              <a:srgbClr val="3017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5" name="Google Shape;4095;p55"/>
            <p:cNvSpPr/>
            <p:nvPr/>
          </p:nvSpPr>
          <p:spPr>
            <a:xfrm>
              <a:off x="883550" y="3036538"/>
              <a:ext cx="214475" cy="545400"/>
            </a:xfrm>
            <a:custGeom>
              <a:avLst/>
              <a:gdLst/>
              <a:ahLst/>
              <a:cxnLst/>
              <a:rect l="l" t="t" r="r" b="b"/>
              <a:pathLst>
                <a:path w="8579" h="21816" extrusionOk="0">
                  <a:moveTo>
                    <a:pt x="2034" y="0"/>
                  </a:moveTo>
                  <a:cubicBezTo>
                    <a:pt x="1993" y="0"/>
                    <a:pt x="1955" y="10"/>
                    <a:pt x="1921" y="27"/>
                  </a:cubicBezTo>
                  <a:cubicBezTo>
                    <a:pt x="1780" y="97"/>
                    <a:pt x="1696" y="298"/>
                    <a:pt x="1760" y="606"/>
                  </a:cubicBezTo>
                  <a:cubicBezTo>
                    <a:pt x="1750" y="601"/>
                    <a:pt x="1740" y="591"/>
                    <a:pt x="1730" y="591"/>
                  </a:cubicBezTo>
                  <a:cubicBezTo>
                    <a:pt x="1695" y="575"/>
                    <a:pt x="1651" y="562"/>
                    <a:pt x="1602" y="562"/>
                  </a:cubicBezTo>
                  <a:cubicBezTo>
                    <a:pt x="1535" y="562"/>
                    <a:pt x="1457" y="586"/>
                    <a:pt x="1378" y="660"/>
                  </a:cubicBezTo>
                  <a:cubicBezTo>
                    <a:pt x="1251" y="777"/>
                    <a:pt x="1294" y="997"/>
                    <a:pt x="1358" y="1297"/>
                  </a:cubicBezTo>
                  <a:cubicBezTo>
                    <a:pt x="1382" y="1408"/>
                    <a:pt x="1407" y="1532"/>
                    <a:pt x="1421" y="1659"/>
                  </a:cubicBezTo>
                  <a:cubicBezTo>
                    <a:pt x="1323" y="1526"/>
                    <a:pt x="1192" y="1448"/>
                    <a:pt x="1020" y="1448"/>
                  </a:cubicBezTo>
                  <a:cubicBezTo>
                    <a:pt x="1000" y="1448"/>
                    <a:pt x="986" y="1453"/>
                    <a:pt x="971" y="1463"/>
                  </a:cubicBezTo>
                  <a:cubicBezTo>
                    <a:pt x="740" y="1610"/>
                    <a:pt x="780" y="1973"/>
                    <a:pt x="829" y="2428"/>
                  </a:cubicBezTo>
                  <a:cubicBezTo>
                    <a:pt x="878" y="2825"/>
                    <a:pt x="932" y="3314"/>
                    <a:pt x="804" y="3755"/>
                  </a:cubicBezTo>
                  <a:cubicBezTo>
                    <a:pt x="745" y="3965"/>
                    <a:pt x="663" y="4191"/>
                    <a:pt x="569" y="4436"/>
                  </a:cubicBezTo>
                  <a:cubicBezTo>
                    <a:pt x="304" y="5136"/>
                    <a:pt x="1" y="5925"/>
                    <a:pt x="227" y="6587"/>
                  </a:cubicBezTo>
                  <a:cubicBezTo>
                    <a:pt x="320" y="6940"/>
                    <a:pt x="412" y="7375"/>
                    <a:pt x="510" y="7874"/>
                  </a:cubicBezTo>
                  <a:cubicBezTo>
                    <a:pt x="604" y="8374"/>
                    <a:pt x="706" y="8938"/>
                    <a:pt x="819" y="9540"/>
                  </a:cubicBezTo>
                  <a:cubicBezTo>
                    <a:pt x="1710" y="14458"/>
                    <a:pt x="3048" y="21816"/>
                    <a:pt x="6564" y="21816"/>
                  </a:cubicBezTo>
                  <a:cubicBezTo>
                    <a:pt x="6668" y="21816"/>
                    <a:pt x="6776" y="21811"/>
                    <a:pt x="6878" y="21800"/>
                  </a:cubicBezTo>
                  <a:cubicBezTo>
                    <a:pt x="6932" y="21791"/>
                    <a:pt x="6966" y="21746"/>
                    <a:pt x="6962" y="21693"/>
                  </a:cubicBezTo>
                  <a:cubicBezTo>
                    <a:pt x="6962" y="21688"/>
                    <a:pt x="6957" y="21678"/>
                    <a:pt x="6957" y="21673"/>
                  </a:cubicBezTo>
                  <a:cubicBezTo>
                    <a:pt x="6943" y="21638"/>
                    <a:pt x="6909" y="21614"/>
                    <a:pt x="6869" y="21614"/>
                  </a:cubicBezTo>
                  <a:cubicBezTo>
                    <a:pt x="6865" y="21614"/>
                    <a:pt x="6862" y="21614"/>
                    <a:pt x="6858" y="21615"/>
                  </a:cubicBezTo>
                  <a:lnTo>
                    <a:pt x="6829" y="21615"/>
                  </a:lnTo>
                  <a:cubicBezTo>
                    <a:pt x="6739" y="21624"/>
                    <a:pt x="6651" y="21629"/>
                    <a:pt x="6564" y="21629"/>
                  </a:cubicBezTo>
                  <a:cubicBezTo>
                    <a:pt x="5131" y="21629"/>
                    <a:pt x="3941" y="20303"/>
                    <a:pt x="2935" y="17588"/>
                  </a:cubicBezTo>
                  <a:cubicBezTo>
                    <a:pt x="2019" y="15110"/>
                    <a:pt x="1456" y="12004"/>
                    <a:pt x="1000" y="9511"/>
                  </a:cubicBezTo>
                  <a:cubicBezTo>
                    <a:pt x="780" y="8296"/>
                    <a:pt x="589" y="7248"/>
                    <a:pt x="408" y="6542"/>
                  </a:cubicBezTo>
                  <a:lnTo>
                    <a:pt x="403" y="6538"/>
                  </a:lnTo>
                  <a:lnTo>
                    <a:pt x="403" y="6533"/>
                  </a:lnTo>
                  <a:cubicBezTo>
                    <a:pt x="197" y="5935"/>
                    <a:pt x="486" y="5176"/>
                    <a:pt x="740" y="4505"/>
                  </a:cubicBezTo>
                  <a:cubicBezTo>
                    <a:pt x="833" y="4255"/>
                    <a:pt x="921" y="4024"/>
                    <a:pt x="986" y="3804"/>
                  </a:cubicBezTo>
                  <a:cubicBezTo>
                    <a:pt x="1118" y="3334"/>
                    <a:pt x="1064" y="2819"/>
                    <a:pt x="1015" y="2403"/>
                  </a:cubicBezTo>
                  <a:cubicBezTo>
                    <a:pt x="975" y="2050"/>
                    <a:pt x="941" y="1742"/>
                    <a:pt x="1050" y="1634"/>
                  </a:cubicBezTo>
                  <a:cubicBezTo>
                    <a:pt x="1446" y="1673"/>
                    <a:pt x="1544" y="2506"/>
                    <a:pt x="1603" y="3006"/>
                  </a:cubicBezTo>
                  <a:lnTo>
                    <a:pt x="1617" y="3133"/>
                  </a:lnTo>
                  <a:cubicBezTo>
                    <a:pt x="1622" y="3179"/>
                    <a:pt x="1661" y="3212"/>
                    <a:pt x="1711" y="3212"/>
                  </a:cubicBezTo>
                  <a:cubicBezTo>
                    <a:pt x="1714" y="3212"/>
                    <a:pt x="1717" y="3212"/>
                    <a:pt x="1721" y="3212"/>
                  </a:cubicBezTo>
                  <a:cubicBezTo>
                    <a:pt x="1769" y="3207"/>
                    <a:pt x="1809" y="3158"/>
                    <a:pt x="1798" y="3108"/>
                  </a:cubicBezTo>
                  <a:lnTo>
                    <a:pt x="1784" y="2986"/>
                  </a:lnTo>
                  <a:cubicBezTo>
                    <a:pt x="1750" y="2678"/>
                    <a:pt x="1706" y="2296"/>
                    <a:pt x="1593" y="1987"/>
                  </a:cubicBezTo>
                  <a:cubicBezTo>
                    <a:pt x="1622" y="1967"/>
                    <a:pt x="1637" y="1937"/>
                    <a:pt x="1637" y="1908"/>
                  </a:cubicBezTo>
                  <a:cubicBezTo>
                    <a:pt x="1627" y="1673"/>
                    <a:pt x="1579" y="1453"/>
                    <a:pt x="1539" y="1257"/>
                  </a:cubicBezTo>
                  <a:cubicBezTo>
                    <a:pt x="1500" y="1076"/>
                    <a:pt x="1450" y="841"/>
                    <a:pt x="1500" y="802"/>
                  </a:cubicBezTo>
                  <a:cubicBezTo>
                    <a:pt x="1545" y="759"/>
                    <a:pt x="1579" y="747"/>
                    <a:pt x="1608" y="747"/>
                  </a:cubicBezTo>
                  <a:cubicBezTo>
                    <a:pt x="1626" y="747"/>
                    <a:pt x="1641" y="752"/>
                    <a:pt x="1656" y="757"/>
                  </a:cubicBezTo>
                  <a:cubicBezTo>
                    <a:pt x="2034" y="924"/>
                    <a:pt x="2416" y="2561"/>
                    <a:pt x="2416" y="2966"/>
                  </a:cubicBezTo>
                  <a:cubicBezTo>
                    <a:pt x="2416" y="3016"/>
                    <a:pt x="2456" y="3060"/>
                    <a:pt x="2508" y="3060"/>
                  </a:cubicBezTo>
                  <a:cubicBezTo>
                    <a:pt x="2558" y="3060"/>
                    <a:pt x="2603" y="3016"/>
                    <a:pt x="2603" y="2966"/>
                  </a:cubicBezTo>
                  <a:cubicBezTo>
                    <a:pt x="2603" y="2692"/>
                    <a:pt x="2382" y="1503"/>
                    <a:pt x="2029" y="909"/>
                  </a:cubicBezTo>
                  <a:cubicBezTo>
                    <a:pt x="2044" y="885"/>
                    <a:pt x="2044" y="856"/>
                    <a:pt x="2034" y="831"/>
                  </a:cubicBezTo>
                  <a:cubicBezTo>
                    <a:pt x="1868" y="468"/>
                    <a:pt x="1916" y="239"/>
                    <a:pt x="2004" y="194"/>
                  </a:cubicBezTo>
                  <a:cubicBezTo>
                    <a:pt x="2013" y="189"/>
                    <a:pt x="2024" y="186"/>
                    <a:pt x="2036" y="186"/>
                  </a:cubicBezTo>
                  <a:cubicBezTo>
                    <a:pt x="2093" y="186"/>
                    <a:pt x="2177" y="246"/>
                    <a:pt x="2250" y="380"/>
                  </a:cubicBezTo>
                  <a:cubicBezTo>
                    <a:pt x="2685" y="1169"/>
                    <a:pt x="2911" y="1688"/>
                    <a:pt x="3008" y="2525"/>
                  </a:cubicBezTo>
                  <a:cubicBezTo>
                    <a:pt x="3014" y="2575"/>
                    <a:pt x="3053" y="2609"/>
                    <a:pt x="3102" y="2609"/>
                  </a:cubicBezTo>
                  <a:lnTo>
                    <a:pt x="3112" y="2609"/>
                  </a:lnTo>
                  <a:cubicBezTo>
                    <a:pt x="3166" y="2599"/>
                    <a:pt x="3200" y="2555"/>
                    <a:pt x="3195" y="2502"/>
                  </a:cubicBezTo>
                  <a:cubicBezTo>
                    <a:pt x="3112" y="1786"/>
                    <a:pt x="2931" y="1277"/>
                    <a:pt x="2617" y="669"/>
                  </a:cubicBezTo>
                  <a:cubicBezTo>
                    <a:pt x="2626" y="650"/>
                    <a:pt x="2632" y="626"/>
                    <a:pt x="2626" y="606"/>
                  </a:cubicBezTo>
                  <a:cubicBezTo>
                    <a:pt x="2558" y="346"/>
                    <a:pt x="2587" y="282"/>
                    <a:pt x="2587" y="282"/>
                  </a:cubicBezTo>
                  <a:cubicBezTo>
                    <a:pt x="2588" y="282"/>
                    <a:pt x="2590" y="282"/>
                    <a:pt x="2591" y="282"/>
                  </a:cubicBezTo>
                  <a:cubicBezTo>
                    <a:pt x="2658" y="282"/>
                    <a:pt x="2918" y="489"/>
                    <a:pt x="3057" y="748"/>
                  </a:cubicBezTo>
                  <a:cubicBezTo>
                    <a:pt x="3096" y="816"/>
                    <a:pt x="3132" y="879"/>
                    <a:pt x="3166" y="934"/>
                  </a:cubicBezTo>
                  <a:cubicBezTo>
                    <a:pt x="3293" y="1150"/>
                    <a:pt x="3381" y="1297"/>
                    <a:pt x="3478" y="1826"/>
                  </a:cubicBezTo>
                  <a:cubicBezTo>
                    <a:pt x="3679" y="2898"/>
                    <a:pt x="3797" y="4392"/>
                    <a:pt x="3214" y="5435"/>
                  </a:cubicBezTo>
                  <a:lnTo>
                    <a:pt x="3214" y="5445"/>
                  </a:lnTo>
                  <a:cubicBezTo>
                    <a:pt x="3209" y="5450"/>
                    <a:pt x="3209" y="5455"/>
                    <a:pt x="3209" y="5464"/>
                  </a:cubicBezTo>
                  <a:cubicBezTo>
                    <a:pt x="3204" y="5470"/>
                    <a:pt x="3204" y="5475"/>
                    <a:pt x="3204" y="5484"/>
                  </a:cubicBezTo>
                  <a:lnTo>
                    <a:pt x="3204" y="5494"/>
                  </a:lnTo>
                  <a:cubicBezTo>
                    <a:pt x="3464" y="7600"/>
                    <a:pt x="4748" y="9624"/>
                    <a:pt x="5879" y="11401"/>
                  </a:cubicBezTo>
                  <a:lnTo>
                    <a:pt x="6105" y="11754"/>
                  </a:lnTo>
                  <a:cubicBezTo>
                    <a:pt x="7040" y="13238"/>
                    <a:pt x="7970" y="14846"/>
                    <a:pt x="8386" y="16555"/>
                  </a:cubicBezTo>
                  <a:cubicBezTo>
                    <a:pt x="8397" y="16589"/>
                    <a:pt x="8422" y="16614"/>
                    <a:pt x="8451" y="16623"/>
                  </a:cubicBezTo>
                  <a:cubicBezTo>
                    <a:pt x="8460" y="16628"/>
                    <a:pt x="8470" y="16628"/>
                    <a:pt x="8480" y="16628"/>
                  </a:cubicBezTo>
                  <a:cubicBezTo>
                    <a:pt x="8485" y="16628"/>
                    <a:pt x="8495" y="16628"/>
                    <a:pt x="8499" y="16623"/>
                  </a:cubicBezTo>
                  <a:cubicBezTo>
                    <a:pt x="8519" y="16618"/>
                    <a:pt x="8533" y="16609"/>
                    <a:pt x="8549" y="16598"/>
                  </a:cubicBezTo>
                  <a:cubicBezTo>
                    <a:pt x="8569" y="16574"/>
                    <a:pt x="8578" y="16544"/>
                    <a:pt x="8569" y="16510"/>
                  </a:cubicBezTo>
                  <a:cubicBezTo>
                    <a:pt x="8142" y="14776"/>
                    <a:pt x="7206" y="13150"/>
                    <a:pt x="6261" y="11651"/>
                  </a:cubicBezTo>
                  <a:lnTo>
                    <a:pt x="6035" y="11303"/>
                  </a:lnTo>
                  <a:cubicBezTo>
                    <a:pt x="4918" y="9545"/>
                    <a:pt x="3655" y="7557"/>
                    <a:pt x="3396" y="5500"/>
                  </a:cubicBezTo>
                  <a:cubicBezTo>
                    <a:pt x="3984" y="4406"/>
                    <a:pt x="3866" y="2884"/>
                    <a:pt x="3661" y="1791"/>
                  </a:cubicBezTo>
                  <a:cubicBezTo>
                    <a:pt x="3557" y="1227"/>
                    <a:pt x="3460" y="1066"/>
                    <a:pt x="3327" y="841"/>
                  </a:cubicBezTo>
                  <a:cubicBezTo>
                    <a:pt x="3293" y="787"/>
                    <a:pt x="3258" y="728"/>
                    <a:pt x="3220" y="655"/>
                  </a:cubicBezTo>
                  <a:cubicBezTo>
                    <a:pt x="3104" y="443"/>
                    <a:pt x="2805" y="98"/>
                    <a:pt x="2587" y="98"/>
                  </a:cubicBezTo>
                  <a:cubicBezTo>
                    <a:pt x="2563" y="98"/>
                    <a:pt x="2540" y="102"/>
                    <a:pt x="2519" y="111"/>
                  </a:cubicBezTo>
                  <a:cubicBezTo>
                    <a:pt x="2445" y="135"/>
                    <a:pt x="2416" y="194"/>
                    <a:pt x="2401" y="268"/>
                  </a:cubicBezTo>
                  <a:cubicBezTo>
                    <a:pt x="2289" y="79"/>
                    <a:pt x="2152" y="0"/>
                    <a:pt x="2034"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6" name="Google Shape;4096;p55"/>
            <p:cNvSpPr/>
            <p:nvPr/>
          </p:nvSpPr>
          <p:spPr>
            <a:xfrm>
              <a:off x="888475" y="3041188"/>
              <a:ext cx="217500" cy="536100"/>
            </a:xfrm>
            <a:custGeom>
              <a:avLst/>
              <a:gdLst/>
              <a:ahLst/>
              <a:cxnLst/>
              <a:rect l="l" t="t" r="r" b="b"/>
              <a:pathLst>
                <a:path w="8700" h="21444" extrusionOk="0">
                  <a:moveTo>
                    <a:pt x="1839" y="0"/>
                  </a:moveTo>
                  <a:cubicBezTo>
                    <a:pt x="1827" y="0"/>
                    <a:pt x="1816" y="3"/>
                    <a:pt x="1807" y="8"/>
                  </a:cubicBezTo>
                  <a:cubicBezTo>
                    <a:pt x="1719" y="53"/>
                    <a:pt x="1671" y="282"/>
                    <a:pt x="1837" y="645"/>
                  </a:cubicBezTo>
                  <a:cubicBezTo>
                    <a:pt x="1847" y="670"/>
                    <a:pt x="1847" y="699"/>
                    <a:pt x="1832" y="723"/>
                  </a:cubicBezTo>
                  <a:cubicBezTo>
                    <a:pt x="2185" y="1317"/>
                    <a:pt x="2406" y="2506"/>
                    <a:pt x="2406" y="2780"/>
                  </a:cubicBezTo>
                  <a:cubicBezTo>
                    <a:pt x="2406" y="2830"/>
                    <a:pt x="2361" y="2874"/>
                    <a:pt x="2311" y="2874"/>
                  </a:cubicBezTo>
                  <a:cubicBezTo>
                    <a:pt x="2259" y="2874"/>
                    <a:pt x="2219" y="2830"/>
                    <a:pt x="2219" y="2780"/>
                  </a:cubicBezTo>
                  <a:cubicBezTo>
                    <a:pt x="2219" y="2375"/>
                    <a:pt x="1841" y="738"/>
                    <a:pt x="1459" y="571"/>
                  </a:cubicBezTo>
                  <a:cubicBezTo>
                    <a:pt x="1444" y="566"/>
                    <a:pt x="1429" y="561"/>
                    <a:pt x="1411" y="561"/>
                  </a:cubicBezTo>
                  <a:cubicBezTo>
                    <a:pt x="1382" y="561"/>
                    <a:pt x="1348" y="573"/>
                    <a:pt x="1303" y="616"/>
                  </a:cubicBezTo>
                  <a:cubicBezTo>
                    <a:pt x="1253" y="655"/>
                    <a:pt x="1303" y="890"/>
                    <a:pt x="1342" y="1071"/>
                  </a:cubicBezTo>
                  <a:cubicBezTo>
                    <a:pt x="1382" y="1267"/>
                    <a:pt x="1430" y="1487"/>
                    <a:pt x="1440" y="1722"/>
                  </a:cubicBezTo>
                  <a:cubicBezTo>
                    <a:pt x="1440" y="1751"/>
                    <a:pt x="1425" y="1781"/>
                    <a:pt x="1396" y="1801"/>
                  </a:cubicBezTo>
                  <a:cubicBezTo>
                    <a:pt x="1509" y="2110"/>
                    <a:pt x="1553" y="2492"/>
                    <a:pt x="1587" y="2800"/>
                  </a:cubicBezTo>
                  <a:lnTo>
                    <a:pt x="1601" y="2922"/>
                  </a:lnTo>
                  <a:cubicBezTo>
                    <a:pt x="1612" y="2972"/>
                    <a:pt x="1572" y="3021"/>
                    <a:pt x="1524" y="3026"/>
                  </a:cubicBezTo>
                  <a:cubicBezTo>
                    <a:pt x="1520" y="3026"/>
                    <a:pt x="1517" y="3026"/>
                    <a:pt x="1514" y="3026"/>
                  </a:cubicBezTo>
                  <a:cubicBezTo>
                    <a:pt x="1464" y="3026"/>
                    <a:pt x="1425" y="2993"/>
                    <a:pt x="1420" y="2947"/>
                  </a:cubicBezTo>
                  <a:lnTo>
                    <a:pt x="1406" y="2820"/>
                  </a:lnTo>
                  <a:cubicBezTo>
                    <a:pt x="1347" y="2320"/>
                    <a:pt x="1249" y="1487"/>
                    <a:pt x="853" y="1448"/>
                  </a:cubicBezTo>
                  <a:cubicBezTo>
                    <a:pt x="744" y="1556"/>
                    <a:pt x="778" y="1864"/>
                    <a:pt x="818" y="2217"/>
                  </a:cubicBezTo>
                  <a:cubicBezTo>
                    <a:pt x="867" y="2633"/>
                    <a:pt x="921" y="3148"/>
                    <a:pt x="789" y="3618"/>
                  </a:cubicBezTo>
                  <a:cubicBezTo>
                    <a:pt x="724" y="3838"/>
                    <a:pt x="636" y="4069"/>
                    <a:pt x="543" y="4319"/>
                  </a:cubicBezTo>
                  <a:cubicBezTo>
                    <a:pt x="289" y="4990"/>
                    <a:pt x="0" y="5749"/>
                    <a:pt x="206" y="6347"/>
                  </a:cubicBezTo>
                  <a:lnTo>
                    <a:pt x="206" y="6352"/>
                  </a:lnTo>
                  <a:lnTo>
                    <a:pt x="211" y="6356"/>
                  </a:lnTo>
                  <a:cubicBezTo>
                    <a:pt x="392" y="7062"/>
                    <a:pt x="583" y="8110"/>
                    <a:pt x="803" y="9325"/>
                  </a:cubicBezTo>
                  <a:cubicBezTo>
                    <a:pt x="1259" y="11818"/>
                    <a:pt x="1822" y="14924"/>
                    <a:pt x="2738" y="17402"/>
                  </a:cubicBezTo>
                  <a:cubicBezTo>
                    <a:pt x="3744" y="20117"/>
                    <a:pt x="4934" y="21443"/>
                    <a:pt x="6367" y="21443"/>
                  </a:cubicBezTo>
                  <a:cubicBezTo>
                    <a:pt x="6454" y="21443"/>
                    <a:pt x="6542" y="21438"/>
                    <a:pt x="6632" y="21429"/>
                  </a:cubicBezTo>
                  <a:cubicBezTo>
                    <a:pt x="6799" y="21379"/>
                    <a:pt x="6975" y="21340"/>
                    <a:pt x="7131" y="21262"/>
                  </a:cubicBezTo>
                  <a:cubicBezTo>
                    <a:pt x="7367" y="21144"/>
                    <a:pt x="7568" y="20958"/>
                    <a:pt x="7759" y="20777"/>
                  </a:cubicBezTo>
                  <a:cubicBezTo>
                    <a:pt x="8180" y="20366"/>
                    <a:pt x="8503" y="19905"/>
                    <a:pt x="8601" y="19313"/>
                  </a:cubicBezTo>
                  <a:cubicBezTo>
                    <a:pt x="8700" y="18739"/>
                    <a:pt x="8650" y="18151"/>
                    <a:pt x="8553" y="17583"/>
                  </a:cubicBezTo>
                  <a:cubicBezTo>
                    <a:pt x="8489" y="17192"/>
                    <a:pt x="8356" y="16819"/>
                    <a:pt x="8254" y="16437"/>
                  </a:cubicBezTo>
                  <a:cubicBezTo>
                    <a:pt x="8225" y="16428"/>
                    <a:pt x="8200" y="16403"/>
                    <a:pt x="8189" y="16369"/>
                  </a:cubicBezTo>
                  <a:cubicBezTo>
                    <a:pt x="8151" y="16211"/>
                    <a:pt x="8112" y="16060"/>
                    <a:pt x="8062" y="15903"/>
                  </a:cubicBezTo>
                  <a:cubicBezTo>
                    <a:pt x="7769" y="14913"/>
                    <a:pt x="7308" y="13959"/>
                    <a:pt x="6794" y="13043"/>
                  </a:cubicBezTo>
                  <a:cubicBezTo>
                    <a:pt x="6789" y="13033"/>
                    <a:pt x="6785" y="13028"/>
                    <a:pt x="6779" y="13018"/>
                  </a:cubicBezTo>
                  <a:cubicBezTo>
                    <a:pt x="6559" y="12621"/>
                    <a:pt x="6319" y="12230"/>
                    <a:pt x="6079" y="11848"/>
                  </a:cubicBezTo>
                  <a:cubicBezTo>
                    <a:pt x="6025" y="11750"/>
                    <a:pt x="5966" y="11662"/>
                    <a:pt x="5908" y="11568"/>
                  </a:cubicBezTo>
                  <a:lnTo>
                    <a:pt x="5682" y="11215"/>
                  </a:lnTo>
                  <a:cubicBezTo>
                    <a:pt x="5309" y="10633"/>
                    <a:pt x="4922" y="10021"/>
                    <a:pt x="4560" y="9388"/>
                  </a:cubicBezTo>
                  <a:cubicBezTo>
                    <a:pt x="4443" y="9182"/>
                    <a:pt x="4325" y="8977"/>
                    <a:pt x="4217" y="8771"/>
                  </a:cubicBezTo>
                  <a:cubicBezTo>
                    <a:pt x="4212" y="8766"/>
                    <a:pt x="4212" y="8762"/>
                    <a:pt x="4208" y="8757"/>
                  </a:cubicBezTo>
                  <a:cubicBezTo>
                    <a:pt x="3860" y="8095"/>
                    <a:pt x="3546" y="7410"/>
                    <a:pt x="3326" y="6714"/>
                  </a:cubicBezTo>
                  <a:cubicBezTo>
                    <a:pt x="3321" y="6695"/>
                    <a:pt x="3317" y="6680"/>
                    <a:pt x="3306" y="6665"/>
                  </a:cubicBezTo>
                  <a:cubicBezTo>
                    <a:pt x="3243" y="6464"/>
                    <a:pt x="3188" y="6259"/>
                    <a:pt x="3140" y="6058"/>
                  </a:cubicBezTo>
                  <a:cubicBezTo>
                    <a:pt x="3086" y="5807"/>
                    <a:pt x="3037" y="5558"/>
                    <a:pt x="3007" y="5308"/>
                  </a:cubicBezTo>
                  <a:lnTo>
                    <a:pt x="3007" y="5298"/>
                  </a:lnTo>
                  <a:cubicBezTo>
                    <a:pt x="3007" y="5289"/>
                    <a:pt x="3007" y="5284"/>
                    <a:pt x="3012" y="5278"/>
                  </a:cubicBezTo>
                  <a:cubicBezTo>
                    <a:pt x="3012" y="5269"/>
                    <a:pt x="3012" y="5264"/>
                    <a:pt x="3017" y="5259"/>
                  </a:cubicBezTo>
                  <a:lnTo>
                    <a:pt x="3017" y="5249"/>
                  </a:lnTo>
                  <a:cubicBezTo>
                    <a:pt x="3600" y="4206"/>
                    <a:pt x="3482" y="2712"/>
                    <a:pt x="3281" y="1640"/>
                  </a:cubicBezTo>
                  <a:cubicBezTo>
                    <a:pt x="3184" y="1111"/>
                    <a:pt x="3096" y="964"/>
                    <a:pt x="2969" y="748"/>
                  </a:cubicBezTo>
                  <a:cubicBezTo>
                    <a:pt x="2935" y="693"/>
                    <a:pt x="2899" y="630"/>
                    <a:pt x="2860" y="562"/>
                  </a:cubicBezTo>
                  <a:cubicBezTo>
                    <a:pt x="2721" y="303"/>
                    <a:pt x="2461" y="96"/>
                    <a:pt x="2394" y="96"/>
                  </a:cubicBezTo>
                  <a:cubicBezTo>
                    <a:pt x="2393" y="96"/>
                    <a:pt x="2391" y="96"/>
                    <a:pt x="2390" y="96"/>
                  </a:cubicBezTo>
                  <a:cubicBezTo>
                    <a:pt x="2390" y="96"/>
                    <a:pt x="2361" y="160"/>
                    <a:pt x="2429" y="420"/>
                  </a:cubicBezTo>
                  <a:cubicBezTo>
                    <a:pt x="2435" y="440"/>
                    <a:pt x="2429" y="464"/>
                    <a:pt x="2420" y="483"/>
                  </a:cubicBezTo>
                  <a:cubicBezTo>
                    <a:pt x="2734" y="1091"/>
                    <a:pt x="2915" y="1600"/>
                    <a:pt x="2998" y="2316"/>
                  </a:cubicBezTo>
                  <a:cubicBezTo>
                    <a:pt x="3003" y="2369"/>
                    <a:pt x="2969" y="2413"/>
                    <a:pt x="2915" y="2423"/>
                  </a:cubicBezTo>
                  <a:lnTo>
                    <a:pt x="2905" y="2423"/>
                  </a:lnTo>
                  <a:cubicBezTo>
                    <a:pt x="2856" y="2423"/>
                    <a:pt x="2817" y="2389"/>
                    <a:pt x="2811" y="2339"/>
                  </a:cubicBezTo>
                  <a:cubicBezTo>
                    <a:pt x="2714" y="1502"/>
                    <a:pt x="2488" y="983"/>
                    <a:pt x="2053" y="194"/>
                  </a:cubicBezTo>
                  <a:cubicBezTo>
                    <a:pt x="1980" y="60"/>
                    <a:pt x="1896" y="0"/>
                    <a:pt x="1839" y="0"/>
                  </a:cubicBezTo>
                  <a:close/>
                </a:path>
              </a:pathLst>
            </a:custGeom>
            <a:solidFill>
              <a:srgbClr val="FD8C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7" name="Google Shape;4097;p55"/>
            <p:cNvSpPr/>
            <p:nvPr/>
          </p:nvSpPr>
          <p:spPr>
            <a:xfrm>
              <a:off x="932550" y="3192613"/>
              <a:ext cx="38600" cy="15225"/>
            </a:xfrm>
            <a:custGeom>
              <a:avLst/>
              <a:gdLst/>
              <a:ahLst/>
              <a:cxnLst/>
              <a:rect l="l" t="t" r="r" b="b"/>
              <a:pathLst>
                <a:path w="1544" h="609" extrusionOk="0">
                  <a:moveTo>
                    <a:pt x="1377" y="1"/>
                  </a:moveTo>
                  <a:cubicBezTo>
                    <a:pt x="808" y="55"/>
                    <a:pt x="338" y="157"/>
                    <a:pt x="128" y="333"/>
                  </a:cubicBezTo>
                  <a:cubicBezTo>
                    <a:pt x="1" y="442"/>
                    <a:pt x="1054" y="559"/>
                    <a:pt x="1543" y="608"/>
                  </a:cubicBezTo>
                  <a:cubicBezTo>
                    <a:pt x="1480" y="407"/>
                    <a:pt x="1425" y="202"/>
                    <a:pt x="1377" y="1"/>
                  </a:cubicBezTo>
                  <a:close/>
                </a:path>
              </a:pathLst>
            </a:custGeom>
            <a:solidFill>
              <a:srgbClr val="F66D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8" name="Google Shape;4098;p55"/>
            <p:cNvSpPr/>
            <p:nvPr/>
          </p:nvSpPr>
          <p:spPr>
            <a:xfrm>
              <a:off x="908300" y="3209013"/>
              <a:ext cx="85375" cy="56000"/>
            </a:xfrm>
            <a:custGeom>
              <a:avLst/>
              <a:gdLst/>
              <a:ahLst/>
              <a:cxnLst/>
              <a:rect l="l" t="t" r="r" b="b"/>
              <a:pathLst>
                <a:path w="3415" h="2240" extrusionOk="0">
                  <a:moveTo>
                    <a:pt x="2533" y="1"/>
                  </a:moveTo>
                  <a:cubicBezTo>
                    <a:pt x="1936" y="75"/>
                    <a:pt x="372" y="285"/>
                    <a:pt x="392" y="457"/>
                  </a:cubicBezTo>
                  <a:cubicBezTo>
                    <a:pt x="422" y="701"/>
                    <a:pt x="907" y="765"/>
                    <a:pt x="1416" y="765"/>
                  </a:cubicBezTo>
                  <a:cubicBezTo>
                    <a:pt x="1941" y="765"/>
                    <a:pt x="2494" y="697"/>
                    <a:pt x="2621" y="681"/>
                  </a:cubicBezTo>
                  <a:lnTo>
                    <a:pt x="2621" y="681"/>
                  </a:lnTo>
                  <a:cubicBezTo>
                    <a:pt x="2332" y="721"/>
                    <a:pt x="1" y="1063"/>
                    <a:pt x="74" y="1368"/>
                  </a:cubicBezTo>
                  <a:cubicBezTo>
                    <a:pt x="114" y="1524"/>
                    <a:pt x="544" y="1574"/>
                    <a:pt x="1044" y="1574"/>
                  </a:cubicBezTo>
                  <a:cubicBezTo>
                    <a:pt x="1739" y="1574"/>
                    <a:pt x="2562" y="1481"/>
                    <a:pt x="2641" y="1470"/>
                  </a:cubicBezTo>
                  <a:lnTo>
                    <a:pt x="2641" y="1470"/>
                  </a:lnTo>
                  <a:cubicBezTo>
                    <a:pt x="2524" y="1495"/>
                    <a:pt x="627" y="1848"/>
                    <a:pt x="779" y="2171"/>
                  </a:cubicBezTo>
                  <a:cubicBezTo>
                    <a:pt x="799" y="2220"/>
                    <a:pt x="955" y="2239"/>
                    <a:pt x="1186" y="2239"/>
                  </a:cubicBezTo>
                  <a:cubicBezTo>
                    <a:pt x="1852" y="2239"/>
                    <a:pt x="3116" y="2083"/>
                    <a:pt x="3415" y="2044"/>
                  </a:cubicBezTo>
                  <a:cubicBezTo>
                    <a:pt x="3277" y="1784"/>
                    <a:pt x="3145" y="1520"/>
                    <a:pt x="3023" y="1250"/>
                  </a:cubicBezTo>
                  <a:cubicBezTo>
                    <a:pt x="2876" y="932"/>
                    <a:pt x="2743" y="608"/>
                    <a:pt x="2626" y="280"/>
                  </a:cubicBezTo>
                  <a:cubicBezTo>
                    <a:pt x="2592" y="188"/>
                    <a:pt x="2562" y="94"/>
                    <a:pt x="2533" y="1"/>
                  </a:cubicBezTo>
                  <a:close/>
                </a:path>
              </a:pathLst>
            </a:custGeom>
            <a:solidFill>
              <a:srgbClr val="F66D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9" name="Google Shape;4099;p55"/>
            <p:cNvSpPr/>
            <p:nvPr/>
          </p:nvSpPr>
          <p:spPr>
            <a:xfrm>
              <a:off x="972225" y="3260438"/>
              <a:ext cx="30275" cy="17675"/>
            </a:xfrm>
            <a:custGeom>
              <a:avLst/>
              <a:gdLst/>
              <a:ahLst/>
              <a:cxnLst/>
              <a:rect l="l" t="t" r="r" b="b"/>
              <a:pathLst>
                <a:path w="1211" h="707" extrusionOk="0">
                  <a:moveTo>
                    <a:pt x="867" y="1"/>
                  </a:moveTo>
                  <a:cubicBezTo>
                    <a:pt x="661" y="75"/>
                    <a:pt x="1" y="340"/>
                    <a:pt x="186" y="604"/>
                  </a:cubicBezTo>
                  <a:cubicBezTo>
                    <a:pt x="236" y="677"/>
                    <a:pt x="363" y="706"/>
                    <a:pt x="530" y="706"/>
                  </a:cubicBezTo>
                  <a:cubicBezTo>
                    <a:pt x="725" y="706"/>
                    <a:pt x="971" y="668"/>
                    <a:pt x="1210" y="618"/>
                  </a:cubicBezTo>
                  <a:cubicBezTo>
                    <a:pt x="1156" y="530"/>
                    <a:pt x="1107" y="442"/>
                    <a:pt x="1059" y="349"/>
                  </a:cubicBezTo>
                  <a:cubicBezTo>
                    <a:pt x="989" y="231"/>
                    <a:pt x="926" y="119"/>
                    <a:pt x="867" y="1"/>
                  </a:cubicBezTo>
                  <a:close/>
                </a:path>
              </a:pathLst>
            </a:custGeom>
            <a:solidFill>
              <a:srgbClr val="F66D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0" name="Google Shape;4100;p55"/>
            <p:cNvSpPr/>
            <p:nvPr/>
          </p:nvSpPr>
          <p:spPr>
            <a:xfrm>
              <a:off x="621500" y="3043013"/>
              <a:ext cx="215050" cy="545150"/>
            </a:xfrm>
            <a:custGeom>
              <a:avLst/>
              <a:gdLst/>
              <a:ahLst/>
              <a:cxnLst/>
              <a:rect l="l" t="t" r="r" b="b"/>
              <a:pathLst>
                <a:path w="8602" h="21806" extrusionOk="0">
                  <a:moveTo>
                    <a:pt x="6587" y="1"/>
                  </a:moveTo>
                  <a:cubicBezTo>
                    <a:pt x="6469" y="1"/>
                    <a:pt x="6329" y="79"/>
                    <a:pt x="6217" y="268"/>
                  </a:cubicBezTo>
                  <a:cubicBezTo>
                    <a:pt x="6207" y="195"/>
                    <a:pt x="6172" y="136"/>
                    <a:pt x="6104" y="107"/>
                  </a:cubicBezTo>
                  <a:cubicBezTo>
                    <a:pt x="6082" y="98"/>
                    <a:pt x="6060" y="94"/>
                    <a:pt x="6036" y="94"/>
                  </a:cubicBezTo>
                  <a:cubicBezTo>
                    <a:pt x="5816" y="94"/>
                    <a:pt x="5513" y="438"/>
                    <a:pt x="5398" y="656"/>
                  </a:cubicBezTo>
                  <a:cubicBezTo>
                    <a:pt x="5360" y="724"/>
                    <a:pt x="5326" y="783"/>
                    <a:pt x="5290" y="837"/>
                  </a:cubicBezTo>
                  <a:cubicBezTo>
                    <a:pt x="5159" y="1061"/>
                    <a:pt x="5061" y="1224"/>
                    <a:pt x="4953" y="1791"/>
                  </a:cubicBezTo>
                  <a:cubicBezTo>
                    <a:pt x="4747" y="2879"/>
                    <a:pt x="4625" y="4402"/>
                    <a:pt x="5213" y="5494"/>
                  </a:cubicBezTo>
                  <a:cubicBezTo>
                    <a:pt x="4948" y="7552"/>
                    <a:pt x="3674" y="9541"/>
                    <a:pt x="2552" y="11295"/>
                  </a:cubicBezTo>
                  <a:lnTo>
                    <a:pt x="2328" y="11642"/>
                  </a:lnTo>
                  <a:cubicBezTo>
                    <a:pt x="1377" y="13136"/>
                    <a:pt x="436" y="14757"/>
                    <a:pt x="6" y="16497"/>
                  </a:cubicBezTo>
                  <a:cubicBezTo>
                    <a:pt x="0" y="16526"/>
                    <a:pt x="11" y="16560"/>
                    <a:pt x="30" y="16579"/>
                  </a:cubicBezTo>
                  <a:cubicBezTo>
                    <a:pt x="40" y="16594"/>
                    <a:pt x="54" y="16604"/>
                    <a:pt x="74" y="16609"/>
                  </a:cubicBezTo>
                  <a:lnTo>
                    <a:pt x="99" y="16609"/>
                  </a:lnTo>
                  <a:cubicBezTo>
                    <a:pt x="108" y="16609"/>
                    <a:pt x="113" y="16609"/>
                    <a:pt x="124" y="16604"/>
                  </a:cubicBezTo>
                  <a:cubicBezTo>
                    <a:pt x="158" y="16599"/>
                    <a:pt x="182" y="16574"/>
                    <a:pt x="187" y="16540"/>
                  </a:cubicBezTo>
                  <a:cubicBezTo>
                    <a:pt x="613" y="14831"/>
                    <a:pt x="1544" y="13224"/>
                    <a:pt x="2489" y="11745"/>
                  </a:cubicBezTo>
                  <a:lnTo>
                    <a:pt x="2710" y="11392"/>
                  </a:lnTo>
                  <a:cubicBezTo>
                    <a:pt x="3846" y="9614"/>
                    <a:pt x="5134" y="7596"/>
                    <a:pt x="5398" y="5490"/>
                  </a:cubicBezTo>
                  <a:lnTo>
                    <a:pt x="5398" y="5480"/>
                  </a:lnTo>
                  <a:lnTo>
                    <a:pt x="5398" y="5460"/>
                  </a:lnTo>
                  <a:cubicBezTo>
                    <a:pt x="5398" y="5456"/>
                    <a:pt x="5394" y="5451"/>
                    <a:pt x="5394" y="5446"/>
                  </a:cubicBezTo>
                  <a:cubicBezTo>
                    <a:pt x="5394" y="5440"/>
                    <a:pt x="5394" y="5436"/>
                    <a:pt x="5389" y="5431"/>
                  </a:cubicBezTo>
                  <a:cubicBezTo>
                    <a:pt x="4811" y="4388"/>
                    <a:pt x="4933" y="2894"/>
                    <a:pt x="5134" y="1825"/>
                  </a:cubicBezTo>
                  <a:cubicBezTo>
                    <a:pt x="5237" y="1292"/>
                    <a:pt x="5326" y="1149"/>
                    <a:pt x="5453" y="934"/>
                  </a:cubicBezTo>
                  <a:cubicBezTo>
                    <a:pt x="5487" y="876"/>
                    <a:pt x="5521" y="817"/>
                    <a:pt x="5561" y="744"/>
                  </a:cubicBezTo>
                  <a:cubicBezTo>
                    <a:pt x="5699" y="490"/>
                    <a:pt x="5961" y="283"/>
                    <a:pt x="6031" y="283"/>
                  </a:cubicBezTo>
                  <a:cubicBezTo>
                    <a:pt x="6033" y="283"/>
                    <a:pt x="6034" y="283"/>
                    <a:pt x="6036" y="283"/>
                  </a:cubicBezTo>
                  <a:cubicBezTo>
                    <a:pt x="6031" y="283"/>
                    <a:pt x="6065" y="347"/>
                    <a:pt x="5991" y="602"/>
                  </a:cubicBezTo>
                  <a:cubicBezTo>
                    <a:pt x="5986" y="626"/>
                    <a:pt x="5991" y="650"/>
                    <a:pt x="6002" y="670"/>
                  </a:cubicBezTo>
                  <a:cubicBezTo>
                    <a:pt x="5688" y="1278"/>
                    <a:pt x="5507" y="1787"/>
                    <a:pt x="5418" y="2501"/>
                  </a:cubicBezTo>
                  <a:cubicBezTo>
                    <a:pt x="5414" y="2551"/>
                    <a:pt x="5448" y="2600"/>
                    <a:pt x="5502" y="2605"/>
                  </a:cubicBezTo>
                  <a:lnTo>
                    <a:pt x="5511" y="2605"/>
                  </a:lnTo>
                  <a:cubicBezTo>
                    <a:pt x="5561" y="2605"/>
                    <a:pt x="5600" y="2571"/>
                    <a:pt x="5604" y="2521"/>
                  </a:cubicBezTo>
                  <a:cubicBezTo>
                    <a:pt x="5702" y="1689"/>
                    <a:pt x="5928" y="1169"/>
                    <a:pt x="6368" y="381"/>
                  </a:cubicBezTo>
                  <a:cubicBezTo>
                    <a:pt x="6441" y="247"/>
                    <a:pt x="6525" y="187"/>
                    <a:pt x="6585" y="187"/>
                  </a:cubicBezTo>
                  <a:cubicBezTo>
                    <a:pt x="6597" y="187"/>
                    <a:pt x="6609" y="190"/>
                    <a:pt x="6619" y="195"/>
                  </a:cubicBezTo>
                  <a:cubicBezTo>
                    <a:pt x="6701" y="238"/>
                    <a:pt x="6750" y="469"/>
                    <a:pt x="6583" y="832"/>
                  </a:cubicBezTo>
                  <a:cubicBezTo>
                    <a:pt x="6574" y="856"/>
                    <a:pt x="6574" y="885"/>
                    <a:pt x="6589" y="910"/>
                  </a:cubicBezTo>
                  <a:cubicBezTo>
                    <a:pt x="6237" y="1502"/>
                    <a:pt x="6011" y="2693"/>
                    <a:pt x="6011" y="2962"/>
                  </a:cubicBezTo>
                  <a:cubicBezTo>
                    <a:pt x="6011" y="3016"/>
                    <a:pt x="6050" y="3055"/>
                    <a:pt x="6104" y="3060"/>
                  </a:cubicBezTo>
                  <a:cubicBezTo>
                    <a:pt x="6153" y="3060"/>
                    <a:pt x="6197" y="3016"/>
                    <a:pt x="6197" y="2967"/>
                  </a:cubicBezTo>
                  <a:cubicBezTo>
                    <a:pt x="6197" y="2555"/>
                    <a:pt x="6579" y="925"/>
                    <a:pt x="6961" y="763"/>
                  </a:cubicBezTo>
                  <a:cubicBezTo>
                    <a:pt x="6976" y="755"/>
                    <a:pt x="6993" y="750"/>
                    <a:pt x="7011" y="750"/>
                  </a:cubicBezTo>
                  <a:cubicBezTo>
                    <a:pt x="7039" y="750"/>
                    <a:pt x="7073" y="763"/>
                    <a:pt x="7118" y="803"/>
                  </a:cubicBezTo>
                  <a:cubicBezTo>
                    <a:pt x="7167" y="846"/>
                    <a:pt x="7118" y="1077"/>
                    <a:pt x="7078" y="1262"/>
                  </a:cubicBezTo>
                  <a:cubicBezTo>
                    <a:pt x="7035" y="1454"/>
                    <a:pt x="6990" y="1674"/>
                    <a:pt x="6976" y="1909"/>
                  </a:cubicBezTo>
                  <a:cubicBezTo>
                    <a:pt x="6976" y="1943"/>
                    <a:pt x="6995" y="1972"/>
                    <a:pt x="7020" y="1988"/>
                  </a:cubicBezTo>
                  <a:cubicBezTo>
                    <a:pt x="6907" y="2296"/>
                    <a:pt x="6863" y="2684"/>
                    <a:pt x="6824" y="2987"/>
                  </a:cubicBezTo>
                  <a:lnTo>
                    <a:pt x="6809" y="3109"/>
                  </a:lnTo>
                  <a:cubicBezTo>
                    <a:pt x="6804" y="3163"/>
                    <a:pt x="6839" y="3207"/>
                    <a:pt x="6893" y="3217"/>
                  </a:cubicBezTo>
                  <a:cubicBezTo>
                    <a:pt x="6895" y="3218"/>
                    <a:pt x="6898" y="3218"/>
                    <a:pt x="6901" y="3218"/>
                  </a:cubicBezTo>
                  <a:cubicBezTo>
                    <a:pt x="6947" y="3218"/>
                    <a:pt x="6991" y="3181"/>
                    <a:pt x="6995" y="3134"/>
                  </a:cubicBezTo>
                  <a:lnTo>
                    <a:pt x="7010" y="3012"/>
                  </a:lnTo>
                  <a:cubicBezTo>
                    <a:pt x="7069" y="2507"/>
                    <a:pt x="7171" y="1678"/>
                    <a:pt x="7564" y="1640"/>
                  </a:cubicBezTo>
                  <a:cubicBezTo>
                    <a:pt x="7671" y="1748"/>
                    <a:pt x="7637" y="2056"/>
                    <a:pt x="7598" y="2409"/>
                  </a:cubicBezTo>
                  <a:cubicBezTo>
                    <a:pt x="7549" y="2820"/>
                    <a:pt x="7490" y="3335"/>
                    <a:pt x="7627" y="3810"/>
                  </a:cubicBezTo>
                  <a:cubicBezTo>
                    <a:pt x="7686" y="4025"/>
                    <a:pt x="7774" y="4260"/>
                    <a:pt x="7867" y="4506"/>
                  </a:cubicBezTo>
                  <a:cubicBezTo>
                    <a:pt x="8122" y="5182"/>
                    <a:pt x="8406" y="5940"/>
                    <a:pt x="8200" y="6538"/>
                  </a:cubicBezTo>
                  <a:lnTo>
                    <a:pt x="8200" y="6543"/>
                  </a:lnTo>
                  <a:lnTo>
                    <a:pt x="8195" y="6548"/>
                  </a:lnTo>
                  <a:cubicBezTo>
                    <a:pt x="8009" y="7253"/>
                    <a:pt x="7818" y="8302"/>
                    <a:pt x="7593" y="9511"/>
                  </a:cubicBezTo>
                  <a:cubicBezTo>
                    <a:pt x="7132" y="12005"/>
                    <a:pt x="6560" y="15110"/>
                    <a:pt x="5638" y="17584"/>
                  </a:cubicBezTo>
                  <a:cubicBezTo>
                    <a:pt x="4628" y="20298"/>
                    <a:pt x="3434" y="21620"/>
                    <a:pt x="2000" y="21620"/>
                  </a:cubicBezTo>
                  <a:cubicBezTo>
                    <a:pt x="1913" y="21620"/>
                    <a:pt x="1824" y="21615"/>
                    <a:pt x="1734" y="21605"/>
                  </a:cubicBezTo>
                  <a:cubicBezTo>
                    <a:pt x="1725" y="21605"/>
                    <a:pt x="1715" y="21600"/>
                    <a:pt x="1705" y="21600"/>
                  </a:cubicBezTo>
                  <a:cubicBezTo>
                    <a:pt x="1701" y="21600"/>
                    <a:pt x="1698" y="21600"/>
                    <a:pt x="1694" y="21600"/>
                  </a:cubicBezTo>
                  <a:cubicBezTo>
                    <a:pt x="1655" y="21600"/>
                    <a:pt x="1621" y="21623"/>
                    <a:pt x="1607" y="21659"/>
                  </a:cubicBezTo>
                  <a:cubicBezTo>
                    <a:pt x="1607" y="21670"/>
                    <a:pt x="1602" y="21674"/>
                    <a:pt x="1602" y="21684"/>
                  </a:cubicBezTo>
                  <a:cubicBezTo>
                    <a:pt x="1598" y="21733"/>
                    <a:pt x="1632" y="21781"/>
                    <a:pt x="1681" y="21787"/>
                  </a:cubicBezTo>
                  <a:cubicBezTo>
                    <a:pt x="1788" y="21801"/>
                    <a:pt x="1896" y="21806"/>
                    <a:pt x="1999" y="21806"/>
                  </a:cubicBezTo>
                  <a:cubicBezTo>
                    <a:pt x="2001" y="21806"/>
                    <a:pt x="2004" y="21806"/>
                    <a:pt x="2006" y="21806"/>
                  </a:cubicBezTo>
                  <a:cubicBezTo>
                    <a:pt x="5513" y="21806"/>
                    <a:pt x="6869" y="14455"/>
                    <a:pt x="7774" y="9546"/>
                  </a:cubicBezTo>
                  <a:cubicBezTo>
                    <a:pt x="7887" y="8944"/>
                    <a:pt x="7989" y="8379"/>
                    <a:pt x="8093" y="7880"/>
                  </a:cubicBezTo>
                  <a:cubicBezTo>
                    <a:pt x="8191" y="7380"/>
                    <a:pt x="8283" y="6945"/>
                    <a:pt x="8376" y="6592"/>
                  </a:cubicBezTo>
                  <a:cubicBezTo>
                    <a:pt x="8602" y="5935"/>
                    <a:pt x="8303" y="5142"/>
                    <a:pt x="8039" y="4441"/>
                  </a:cubicBezTo>
                  <a:cubicBezTo>
                    <a:pt x="7951" y="4197"/>
                    <a:pt x="7863" y="3966"/>
                    <a:pt x="7804" y="3760"/>
                  </a:cubicBezTo>
                  <a:cubicBezTo>
                    <a:pt x="7681" y="3320"/>
                    <a:pt x="7736" y="2825"/>
                    <a:pt x="7784" y="2429"/>
                  </a:cubicBezTo>
                  <a:cubicBezTo>
                    <a:pt x="7833" y="1972"/>
                    <a:pt x="7877" y="1615"/>
                    <a:pt x="7647" y="1468"/>
                  </a:cubicBezTo>
                  <a:cubicBezTo>
                    <a:pt x="7632" y="1459"/>
                    <a:pt x="7612" y="1454"/>
                    <a:pt x="7598" y="1454"/>
                  </a:cubicBezTo>
                  <a:cubicBezTo>
                    <a:pt x="7426" y="1454"/>
                    <a:pt x="7295" y="1532"/>
                    <a:pt x="7191" y="1660"/>
                  </a:cubicBezTo>
                  <a:cubicBezTo>
                    <a:pt x="7211" y="1532"/>
                    <a:pt x="7236" y="1409"/>
                    <a:pt x="7259" y="1296"/>
                  </a:cubicBezTo>
                  <a:cubicBezTo>
                    <a:pt x="7324" y="998"/>
                    <a:pt x="7368" y="778"/>
                    <a:pt x="7241" y="665"/>
                  </a:cubicBezTo>
                  <a:cubicBezTo>
                    <a:pt x="7159" y="589"/>
                    <a:pt x="7078" y="564"/>
                    <a:pt x="7010" y="564"/>
                  </a:cubicBezTo>
                  <a:cubicBezTo>
                    <a:pt x="6963" y="564"/>
                    <a:pt x="6922" y="575"/>
                    <a:pt x="6888" y="591"/>
                  </a:cubicBezTo>
                  <a:cubicBezTo>
                    <a:pt x="6877" y="597"/>
                    <a:pt x="6868" y="602"/>
                    <a:pt x="6859" y="606"/>
                  </a:cubicBezTo>
                  <a:cubicBezTo>
                    <a:pt x="6927" y="303"/>
                    <a:pt x="6839" y="97"/>
                    <a:pt x="6701" y="28"/>
                  </a:cubicBezTo>
                  <a:cubicBezTo>
                    <a:pt x="6667" y="10"/>
                    <a:pt x="6629" y="1"/>
                    <a:pt x="6587" y="1"/>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1" name="Google Shape;4101;p55"/>
            <p:cNvSpPr/>
            <p:nvPr/>
          </p:nvSpPr>
          <p:spPr>
            <a:xfrm>
              <a:off x="613400" y="3047688"/>
              <a:ext cx="218250" cy="535825"/>
            </a:xfrm>
            <a:custGeom>
              <a:avLst/>
              <a:gdLst/>
              <a:ahLst/>
              <a:cxnLst/>
              <a:rect l="l" t="t" r="r" b="b"/>
              <a:pathLst>
                <a:path w="8730" h="21433" extrusionOk="0">
                  <a:moveTo>
                    <a:pt x="6909" y="0"/>
                  </a:moveTo>
                  <a:cubicBezTo>
                    <a:pt x="6849" y="0"/>
                    <a:pt x="6765" y="60"/>
                    <a:pt x="6692" y="189"/>
                  </a:cubicBezTo>
                  <a:cubicBezTo>
                    <a:pt x="6252" y="982"/>
                    <a:pt x="6026" y="1502"/>
                    <a:pt x="5928" y="2334"/>
                  </a:cubicBezTo>
                  <a:cubicBezTo>
                    <a:pt x="5924" y="2384"/>
                    <a:pt x="5885" y="2418"/>
                    <a:pt x="5835" y="2418"/>
                  </a:cubicBezTo>
                  <a:lnTo>
                    <a:pt x="5826" y="2418"/>
                  </a:lnTo>
                  <a:cubicBezTo>
                    <a:pt x="5772" y="2413"/>
                    <a:pt x="5738" y="2364"/>
                    <a:pt x="5742" y="2314"/>
                  </a:cubicBezTo>
                  <a:cubicBezTo>
                    <a:pt x="5831" y="1600"/>
                    <a:pt x="6012" y="1091"/>
                    <a:pt x="6326" y="483"/>
                  </a:cubicBezTo>
                  <a:cubicBezTo>
                    <a:pt x="6315" y="463"/>
                    <a:pt x="6310" y="439"/>
                    <a:pt x="6315" y="415"/>
                  </a:cubicBezTo>
                  <a:cubicBezTo>
                    <a:pt x="6389" y="160"/>
                    <a:pt x="6355" y="96"/>
                    <a:pt x="6360" y="96"/>
                  </a:cubicBezTo>
                  <a:cubicBezTo>
                    <a:pt x="6358" y="96"/>
                    <a:pt x="6357" y="96"/>
                    <a:pt x="6355" y="96"/>
                  </a:cubicBezTo>
                  <a:cubicBezTo>
                    <a:pt x="6284" y="96"/>
                    <a:pt x="6023" y="298"/>
                    <a:pt x="5885" y="557"/>
                  </a:cubicBezTo>
                  <a:cubicBezTo>
                    <a:pt x="5845" y="630"/>
                    <a:pt x="5811" y="689"/>
                    <a:pt x="5777" y="747"/>
                  </a:cubicBezTo>
                  <a:cubicBezTo>
                    <a:pt x="5650" y="962"/>
                    <a:pt x="5561" y="1105"/>
                    <a:pt x="5458" y="1638"/>
                  </a:cubicBezTo>
                  <a:cubicBezTo>
                    <a:pt x="5257" y="2707"/>
                    <a:pt x="5135" y="4201"/>
                    <a:pt x="5713" y="5249"/>
                  </a:cubicBezTo>
                  <a:cubicBezTo>
                    <a:pt x="5718" y="5249"/>
                    <a:pt x="5718" y="5253"/>
                    <a:pt x="5718" y="5259"/>
                  </a:cubicBezTo>
                  <a:cubicBezTo>
                    <a:pt x="5718" y="5264"/>
                    <a:pt x="5722" y="5269"/>
                    <a:pt x="5722" y="5273"/>
                  </a:cubicBezTo>
                  <a:lnTo>
                    <a:pt x="5722" y="5293"/>
                  </a:lnTo>
                  <a:lnTo>
                    <a:pt x="5722" y="5303"/>
                  </a:lnTo>
                  <a:cubicBezTo>
                    <a:pt x="5556" y="6650"/>
                    <a:pt x="4968" y="7957"/>
                    <a:pt x="4273" y="9192"/>
                  </a:cubicBezTo>
                  <a:cubicBezTo>
                    <a:pt x="4140" y="9422"/>
                    <a:pt x="4004" y="9652"/>
                    <a:pt x="3866" y="9878"/>
                  </a:cubicBezTo>
                  <a:cubicBezTo>
                    <a:pt x="3857" y="9892"/>
                    <a:pt x="3851" y="9908"/>
                    <a:pt x="3842" y="9922"/>
                  </a:cubicBezTo>
                  <a:cubicBezTo>
                    <a:pt x="3572" y="10363"/>
                    <a:pt x="3298" y="10794"/>
                    <a:pt x="3034" y="11205"/>
                  </a:cubicBezTo>
                  <a:lnTo>
                    <a:pt x="2813" y="11553"/>
                  </a:lnTo>
                  <a:cubicBezTo>
                    <a:pt x="2558" y="11954"/>
                    <a:pt x="2304" y="12361"/>
                    <a:pt x="2064" y="12777"/>
                  </a:cubicBezTo>
                  <a:cubicBezTo>
                    <a:pt x="1402" y="13909"/>
                    <a:pt x="819" y="15105"/>
                    <a:pt x="511" y="16353"/>
                  </a:cubicBezTo>
                  <a:cubicBezTo>
                    <a:pt x="506" y="16387"/>
                    <a:pt x="482" y="16412"/>
                    <a:pt x="448" y="16417"/>
                  </a:cubicBezTo>
                  <a:cubicBezTo>
                    <a:pt x="344" y="16799"/>
                    <a:pt x="212" y="17172"/>
                    <a:pt x="148" y="17563"/>
                  </a:cubicBezTo>
                  <a:cubicBezTo>
                    <a:pt x="50" y="18132"/>
                    <a:pt x="1" y="18720"/>
                    <a:pt x="95" y="19292"/>
                  </a:cubicBezTo>
                  <a:cubicBezTo>
                    <a:pt x="188" y="19885"/>
                    <a:pt x="511" y="20350"/>
                    <a:pt x="937" y="20762"/>
                  </a:cubicBezTo>
                  <a:cubicBezTo>
                    <a:pt x="1124" y="20943"/>
                    <a:pt x="1323" y="21130"/>
                    <a:pt x="1559" y="21247"/>
                  </a:cubicBezTo>
                  <a:cubicBezTo>
                    <a:pt x="1716" y="21325"/>
                    <a:pt x="1892" y="21370"/>
                    <a:pt x="2058" y="21418"/>
                  </a:cubicBezTo>
                  <a:cubicBezTo>
                    <a:pt x="2148" y="21428"/>
                    <a:pt x="2237" y="21433"/>
                    <a:pt x="2324" y="21433"/>
                  </a:cubicBezTo>
                  <a:cubicBezTo>
                    <a:pt x="3758" y="21433"/>
                    <a:pt x="4952" y="20111"/>
                    <a:pt x="5962" y="17397"/>
                  </a:cubicBezTo>
                  <a:cubicBezTo>
                    <a:pt x="6473" y="16030"/>
                    <a:pt x="6873" y="14477"/>
                    <a:pt x="7212" y="12935"/>
                  </a:cubicBezTo>
                  <a:cubicBezTo>
                    <a:pt x="7452" y="11823"/>
                    <a:pt x="7662" y="10715"/>
                    <a:pt x="7848" y="9697"/>
                  </a:cubicBezTo>
                  <a:cubicBezTo>
                    <a:pt x="7873" y="9569"/>
                    <a:pt x="7897" y="9447"/>
                    <a:pt x="7917" y="9324"/>
                  </a:cubicBezTo>
                  <a:cubicBezTo>
                    <a:pt x="8142" y="8110"/>
                    <a:pt x="8333" y="7066"/>
                    <a:pt x="8519" y="6361"/>
                  </a:cubicBezTo>
                  <a:lnTo>
                    <a:pt x="8524" y="6356"/>
                  </a:lnTo>
                  <a:lnTo>
                    <a:pt x="8524" y="6351"/>
                  </a:lnTo>
                  <a:cubicBezTo>
                    <a:pt x="8730" y="5753"/>
                    <a:pt x="8446" y="4989"/>
                    <a:pt x="8191" y="4319"/>
                  </a:cubicBezTo>
                  <a:cubicBezTo>
                    <a:pt x="8098" y="4073"/>
                    <a:pt x="8010" y="3838"/>
                    <a:pt x="7951" y="3623"/>
                  </a:cubicBezTo>
                  <a:cubicBezTo>
                    <a:pt x="7814" y="3148"/>
                    <a:pt x="7873" y="2633"/>
                    <a:pt x="7922" y="2222"/>
                  </a:cubicBezTo>
                  <a:cubicBezTo>
                    <a:pt x="7961" y="1869"/>
                    <a:pt x="7995" y="1561"/>
                    <a:pt x="7888" y="1453"/>
                  </a:cubicBezTo>
                  <a:cubicBezTo>
                    <a:pt x="7495" y="1491"/>
                    <a:pt x="7393" y="2320"/>
                    <a:pt x="7334" y="2825"/>
                  </a:cubicBezTo>
                  <a:lnTo>
                    <a:pt x="7319" y="2947"/>
                  </a:lnTo>
                  <a:cubicBezTo>
                    <a:pt x="7315" y="2994"/>
                    <a:pt x="7271" y="3031"/>
                    <a:pt x="7225" y="3031"/>
                  </a:cubicBezTo>
                  <a:cubicBezTo>
                    <a:pt x="7222" y="3031"/>
                    <a:pt x="7219" y="3031"/>
                    <a:pt x="7217" y="3030"/>
                  </a:cubicBezTo>
                  <a:cubicBezTo>
                    <a:pt x="7163" y="3020"/>
                    <a:pt x="7128" y="2976"/>
                    <a:pt x="7133" y="2922"/>
                  </a:cubicBezTo>
                  <a:lnTo>
                    <a:pt x="7148" y="2800"/>
                  </a:lnTo>
                  <a:cubicBezTo>
                    <a:pt x="7187" y="2497"/>
                    <a:pt x="7231" y="2109"/>
                    <a:pt x="7344" y="1801"/>
                  </a:cubicBezTo>
                  <a:cubicBezTo>
                    <a:pt x="7319" y="1785"/>
                    <a:pt x="7300" y="1756"/>
                    <a:pt x="7300" y="1722"/>
                  </a:cubicBezTo>
                  <a:cubicBezTo>
                    <a:pt x="7314" y="1487"/>
                    <a:pt x="7359" y="1267"/>
                    <a:pt x="7402" y="1075"/>
                  </a:cubicBezTo>
                  <a:cubicBezTo>
                    <a:pt x="7442" y="890"/>
                    <a:pt x="7491" y="659"/>
                    <a:pt x="7442" y="616"/>
                  </a:cubicBezTo>
                  <a:cubicBezTo>
                    <a:pt x="7397" y="576"/>
                    <a:pt x="7363" y="563"/>
                    <a:pt x="7335" y="563"/>
                  </a:cubicBezTo>
                  <a:cubicBezTo>
                    <a:pt x="7317" y="563"/>
                    <a:pt x="7300" y="568"/>
                    <a:pt x="7285" y="576"/>
                  </a:cubicBezTo>
                  <a:cubicBezTo>
                    <a:pt x="6907" y="738"/>
                    <a:pt x="6521" y="2373"/>
                    <a:pt x="6521" y="2780"/>
                  </a:cubicBezTo>
                  <a:cubicBezTo>
                    <a:pt x="6521" y="2829"/>
                    <a:pt x="6477" y="2873"/>
                    <a:pt x="6428" y="2873"/>
                  </a:cubicBezTo>
                  <a:cubicBezTo>
                    <a:pt x="6374" y="2868"/>
                    <a:pt x="6335" y="2829"/>
                    <a:pt x="6335" y="2775"/>
                  </a:cubicBezTo>
                  <a:cubicBezTo>
                    <a:pt x="6335" y="2506"/>
                    <a:pt x="6561" y="1315"/>
                    <a:pt x="6913" y="723"/>
                  </a:cubicBezTo>
                  <a:cubicBezTo>
                    <a:pt x="6898" y="698"/>
                    <a:pt x="6898" y="669"/>
                    <a:pt x="6907" y="645"/>
                  </a:cubicBezTo>
                  <a:cubicBezTo>
                    <a:pt x="7074" y="282"/>
                    <a:pt x="7025" y="51"/>
                    <a:pt x="6943" y="8"/>
                  </a:cubicBezTo>
                  <a:cubicBezTo>
                    <a:pt x="6933" y="3"/>
                    <a:pt x="6921" y="0"/>
                    <a:pt x="6909" y="0"/>
                  </a:cubicBezTo>
                  <a:close/>
                </a:path>
              </a:pathLst>
            </a:custGeom>
            <a:solidFill>
              <a:srgbClr val="FD8C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2" name="Google Shape;4102;p55"/>
            <p:cNvSpPr/>
            <p:nvPr/>
          </p:nvSpPr>
          <p:spPr>
            <a:xfrm>
              <a:off x="708200" y="3290113"/>
              <a:ext cx="101400" cy="96850"/>
            </a:xfrm>
            <a:custGeom>
              <a:avLst/>
              <a:gdLst/>
              <a:ahLst/>
              <a:cxnLst/>
              <a:rect l="l" t="t" r="r" b="b"/>
              <a:pathLst>
                <a:path w="4056" h="3874" extrusionOk="0">
                  <a:moveTo>
                    <a:pt x="4056" y="0"/>
                  </a:moveTo>
                  <a:lnTo>
                    <a:pt x="4056" y="0"/>
                  </a:lnTo>
                  <a:cubicBezTo>
                    <a:pt x="2783" y="254"/>
                    <a:pt x="1191" y="666"/>
                    <a:pt x="823" y="1151"/>
                  </a:cubicBezTo>
                  <a:cubicBezTo>
                    <a:pt x="789" y="1195"/>
                    <a:pt x="892" y="1215"/>
                    <a:pt x="1069" y="1215"/>
                  </a:cubicBezTo>
                  <a:cubicBezTo>
                    <a:pt x="1553" y="1215"/>
                    <a:pt x="2582" y="1077"/>
                    <a:pt x="2645" y="1068"/>
                  </a:cubicBezTo>
                  <a:lnTo>
                    <a:pt x="2645" y="1068"/>
                  </a:lnTo>
                  <a:cubicBezTo>
                    <a:pt x="2557" y="1097"/>
                    <a:pt x="192" y="1920"/>
                    <a:pt x="265" y="2130"/>
                  </a:cubicBezTo>
                  <a:cubicBezTo>
                    <a:pt x="314" y="2263"/>
                    <a:pt x="481" y="2311"/>
                    <a:pt x="711" y="2311"/>
                  </a:cubicBezTo>
                  <a:cubicBezTo>
                    <a:pt x="1329" y="2311"/>
                    <a:pt x="2376" y="1949"/>
                    <a:pt x="2636" y="1856"/>
                  </a:cubicBezTo>
                  <a:lnTo>
                    <a:pt x="2636" y="1856"/>
                  </a:lnTo>
                  <a:cubicBezTo>
                    <a:pt x="2240" y="2008"/>
                    <a:pt x="0" y="2874"/>
                    <a:pt x="147" y="3164"/>
                  </a:cubicBezTo>
                  <a:cubicBezTo>
                    <a:pt x="182" y="3238"/>
                    <a:pt x="294" y="3267"/>
                    <a:pt x="452" y="3267"/>
                  </a:cubicBezTo>
                  <a:cubicBezTo>
                    <a:pt x="1146" y="3267"/>
                    <a:pt x="2758" y="2713"/>
                    <a:pt x="2871" y="2675"/>
                  </a:cubicBezTo>
                  <a:lnTo>
                    <a:pt x="2871" y="2675"/>
                  </a:lnTo>
                  <a:cubicBezTo>
                    <a:pt x="2749" y="2728"/>
                    <a:pt x="843" y="3546"/>
                    <a:pt x="1078" y="3850"/>
                  </a:cubicBezTo>
                  <a:cubicBezTo>
                    <a:pt x="1088" y="3869"/>
                    <a:pt x="1123" y="3874"/>
                    <a:pt x="1176" y="3874"/>
                  </a:cubicBezTo>
                  <a:cubicBezTo>
                    <a:pt x="1539" y="3874"/>
                    <a:pt x="2744" y="3473"/>
                    <a:pt x="3420" y="3238"/>
                  </a:cubicBezTo>
                  <a:cubicBezTo>
                    <a:pt x="3660" y="2126"/>
                    <a:pt x="3870" y="1018"/>
                    <a:pt x="4056" y="0"/>
                  </a:cubicBezTo>
                  <a:close/>
                </a:path>
              </a:pathLst>
            </a:custGeom>
            <a:solidFill>
              <a:srgbClr val="F66D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03" name="Google Shape;4103;p55"/>
          <p:cNvGrpSpPr/>
          <p:nvPr/>
        </p:nvGrpSpPr>
        <p:grpSpPr>
          <a:xfrm>
            <a:off x="2032014" y="1067394"/>
            <a:ext cx="716456" cy="824941"/>
            <a:chOff x="6308300" y="4389450"/>
            <a:chExt cx="314525" cy="362150"/>
          </a:xfrm>
        </p:grpSpPr>
        <p:sp>
          <p:nvSpPr>
            <p:cNvPr id="4104" name="Google Shape;4104;p55"/>
            <p:cNvSpPr/>
            <p:nvPr/>
          </p:nvSpPr>
          <p:spPr>
            <a:xfrm>
              <a:off x="6308300" y="4389450"/>
              <a:ext cx="314525" cy="362150"/>
            </a:xfrm>
            <a:custGeom>
              <a:avLst/>
              <a:gdLst/>
              <a:ahLst/>
              <a:cxnLst/>
              <a:rect l="l" t="t" r="r" b="b"/>
              <a:pathLst>
                <a:path w="12581" h="14486" extrusionOk="0">
                  <a:moveTo>
                    <a:pt x="944" y="1236"/>
                  </a:moveTo>
                  <a:cubicBezTo>
                    <a:pt x="1740" y="1236"/>
                    <a:pt x="3053" y="2098"/>
                    <a:pt x="3702" y="2752"/>
                  </a:cubicBezTo>
                  <a:cubicBezTo>
                    <a:pt x="3557" y="2708"/>
                    <a:pt x="3399" y="2639"/>
                    <a:pt x="3248" y="2575"/>
                  </a:cubicBezTo>
                  <a:cubicBezTo>
                    <a:pt x="3135" y="2531"/>
                    <a:pt x="3027" y="2487"/>
                    <a:pt x="2939" y="2456"/>
                  </a:cubicBezTo>
                  <a:cubicBezTo>
                    <a:pt x="2547" y="2316"/>
                    <a:pt x="2177" y="2203"/>
                    <a:pt x="1798" y="2103"/>
                  </a:cubicBezTo>
                  <a:cubicBezTo>
                    <a:pt x="1590" y="2052"/>
                    <a:pt x="1388" y="2008"/>
                    <a:pt x="1193" y="1970"/>
                  </a:cubicBezTo>
                  <a:cubicBezTo>
                    <a:pt x="890" y="1914"/>
                    <a:pt x="600" y="1850"/>
                    <a:pt x="309" y="1749"/>
                  </a:cubicBezTo>
                  <a:cubicBezTo>
                    <a:pt x="373" y="1478"/>
                    <a:pt x="512" y="1315"/>
                    <a:pt x="745" y="1257"/>
                  </a:cubicBezTo>
                  <a:cubicBezTo>
                    <a:pt x="807" y="1243"/>
                    <a:pt x="873" y="1236"/>
                    <a:pt x="944" y="1236"/>
                  </a:cubicBezTo>
                  <a:close/>
                  <a:moveTo>
                    <a:pt x="291" y="1983"/>
                  </a:moveTo>
                  <a:cubicBezTo>
                    <a:pt x="580" y="2077"/>
                    <a:pt x="865" y="2141"/>
                    <a:pt x="1148" y="2197"/>
                  </a:cubicBezTo>
                  <a:cubicBezTo>
                    <a:pt x="1344" y="2235"/>
                    <a:pt x="1540" y="2279"/>
                    <a:pt x="1735" y="2330"/>
                  </a:cubicBezTo>
                  <a:cubicBezTo>
                    <a:pt x="2113" y="2424"/>
                    <a:pt x="2479" y="2537"/>
                    <a:pt x="2864" y="2671"/>
                  </a:cubicBezTo>
                  <a:cubicBezTo>
                    <a:pt x="2951" y="2702"/>
                    <a:pt x="3053" y="2740"/>
                    <a:pt x="3160" y="2790"/>
                  </a:cubicBezTo>
                  <a:cubicBezTo>
                    <a:pt x="3266" y="2834"/>
                    <a:pt x="3374" y="2878"/>
                    <a:pt x="3487" y="2922"/>
                  </a:cubicBezTo>
                  <a:cubicBezTo>
                    <a:pt x="3170" y="2970"/>
                    <a:pt x="2774" y="3005"/>
                    <a:pt x="2370" y="3005"/>
                  </a:cubicBezTo>
                  <a:cubicBezTo>
                    <a:pt x="1664" y="3005"/>
                    <a:pt x="932" y="2898"/>
                    <a:pt x="556" y="2569"/>
                  </a:cubicBezTo>
                  <a:cubicBezTo>
                    <a:pt x="504" y="2531"/>
                    <a:pt x="467" y="2487"/>
                    <a:pt x="429" y="2444"/>
                  </a:cubicBezTo>
                  <a:cubicBezTo>
                    <a:pt x="335" y="2310"/>
                    <a:pt x="291" y="2159"/>
                    <a:pt x="291" y="1983"/>
                  </a:cubicBezTo>
                  <a:close/>
                  <a:moveTo>
                    <a:pt x="4615" y="235"/>
                  </a:moveTo>
                  <a:cubicBezTo>
                    <a:pt x="4622" y="235"/>
                    <a:pt x="4629" y="235"/>
                    <a:pt x="4636" y="236"/>
                  </a:cubicBezTo>
                  <a:cubicBezTo>
                    <a:pt x="4598" y="273"/>
                    <a:pt x="4598" y="337"/>
                    <a:pt x="4642" y="381"/>
                  </a:cubicBezTo>
                  <a:cubicBezTo>
                    <a:pt x="4843" y="602"/>
                    <a:pt x="4875" y="1024"/>
                    <a:pt x="4907" y="1352"/>
                  </a:cubicBezTo>
                  <a:lnTo>
                    <a:pt x="4913" y="1460"/>
                  </a:lnTo>
                  <a:cubicBezTo>
                    <a:pt x="4931" y="1667"/>
                    <a:pt x="4957" y="1876"/>
                    <a:pt x="4982" y="2089"/>
                  </a:cubicBezTo>
                  <a:cubicBezTo>
                    <a:pt x="5007" y="2254"/>
                    <a:pt x="5026" y="2424"/>
                    <a:pt x="5044" y="2589"/>
                  </a:cubicBezTo>
                  <a:cubicBezTo>
                    <a:pt x="5052" y="2645"/>
                    <a:pt x="5052" y="2740"/>
                    <a:pt x="5052" y="2854"/>
                  </a:cubicBezTo>
                  <a:cubicBezTo>
                    <a:pt x="5058" y="2973"/>
                    <a:pt x="5058" y="3067"/>
                    <a:pt x="5064" y="3156"/>
                  </a:cubicBezTo>
                  <a:cubicBezTo>
                    <a:pt x="4584" y="2298"/>
                    <a:pt x="4168" y="634"/>
                    <a:pt x="4484" y="287"/>
                  </a:cubicBezTo>
                  <a:cubicBezTo>
                    <a:pt x="4523" y="254"/>
                    <a:pt x="4566" y="235"/>
                    <a:pt x="4615" y="235"/>
                  </a:cubicBezTo>
                  <a:close/>
                  <a:moveTo>
                    <a:pt x="4869" y="305"/>
                  </a:moveTo>
                  <a:lnTo>
                    <a:pt x="4869" y="305"/>
                  </a:lnTo>
                  <a:cubicBezTo>
                    <a:pt x="4988" y="363"/>
                    <a:pt x="5102" y="438"/>
                    <a:pt x="5190" y="508"/>
                  </a:cubicBezTo>
                  <a:cubicBezTo>
                    <a:pt x="5644" y="855"/>
                    <a:pt x="5896" y="2165"/>
                    <a:pt x="5663" y="2922"/>
                  </a:cubicBezTo>
                  <a:cubicBezTo>
                    <a:pt x="5588" y="3168"/>
                    <a:pt x="5468" y="3320"/>
                    <a:pt x="5317" y="3383"/>
                  </a:cubicBezTo>
                  <a:cubicBezTo>
                    <a:pt x="5317" y="3383"/>
                    <a:pt x="5317" y="3376"/>
                    <a:pt x="5309" y="3376"/>
                  </a:cubicBezTo>
                  <a:cubicBezTo>
                    <a:pt x="5291" y="3232"/>
                    <a:pt x="5285" y="2985"/>
                    <a:pt x="5285" y="2846"/>
                  </a:cubicBezTo>
                  <a:cubicBezTo>
                    <a:pt x="5285" y="2727"/>
                    <a:pt x="5279" y="2627"/>
                    <a:pt x="5271" y="2569"/>
                  </a:cubicBezTo>
                  <a:cubicBezTo>
                    <a:pt x="5259" y="2400"/>
                    <a:pt x="5234" y="2229"/>
                    <a:pt x="5215" y="2059"/>
                  </a:cubicBezTo>
                  <a:cubicBezTo>
                    <a:pt x="5190" y="1850"/>
                    <a:pt x="5158" y="1643"/>
                    <a:pt x="5146" y="1434"/>
                  </a:cubicBezTo>
                  <a:lnTo>
                    <a:pt x="5134" y="1333"/>
                  </a:lnTo>
                  <a:cubicBezTo>
                    <a:pt x="5108" y="1000"/>
                    <a:pt x="5070" y="590"/>
                    <a:pt x="4869" y="305"/>
                  </a:cubicBezTo>
                  <a:close/>
                  <a:moveTo>
                    <a:pt x="4875" y="5108"/>
                  </a:moveTo>
                  <a:cubicBezTo>
                    <a:pt x="5552" y="5108"/>
                    <a:pt x="6547" y="5563"/>
                    <a:pt x="7177" y="5962"/>
                  </a:cubicBezTo>
                  <a:cubicBezTo>
                    <a:pt x="6621" y="5942"/>
                    <a:pt x="6042" y="5930"/>
                    <a:pt x="5486" y="5829"/>
                  </a:cubicBezTo>
                  <a:cubicBezTo>
                    <a:pt x="5265" y="5791"/>
                    <a:pt x="5064" y="5715"/>
                    <a:pt x="4843" y="5634"/>
                  </a:cubicBezTo>
                  <a:cubicBezTo>
                    <a:pt x="4642" y="5564"/>
                    <a:pt x="4439" y="5488"/>
                    <a:pt x="4226" y="5451"/>
                  </a:cubicBezTo>
                  <a:cubicBezTo>
                    <a:pt x="4232" y="5438"/>
                    <a:pt x="4232" y="5426"/>
                    <a:pt x="4244" y="5413"/>
                  </a:cubicBezTo>
                  <a:cubicBezTo>
                    <a:pt x="4320" y="5261"/>
                    <a:pt x="4453" y="5174"/>
                    <a:pt x="4642" y="5130"/>
                  </a:cubicBezTo>
                  <a:cubicBezTo>
                    <a:pt x="4714" y="5115"/>
                    <a:pt x="4792" y="5108"/>
                    <a:pt x="4875" y="5108"/>
                  </a:cubicBezTo>
                  <a:close/>
                  <a:moveTo>
                    <a:pt x="4130" y="5665"/>
                  </a:moveTo>
                  <a:lnTo>
                    <a:pt x="4130" y="5665"/>
                  </a:lnTo>
                  <a:cubicBezTo>
                    <a:pt x="4345" y="5703"/>
                    <a:pt x="4547" y="5779"/>
                    <a:pt x="4761" y="5855"/>
                  </a:cubicBezTo>
                  <a:cubicBezTo>
                    <a:pt x="4982" y="5930"/>
                    <a:pt x="5209" y="6012"/>
                    <a:pt x="5448" y="6056"/>
                  </a:cubicBezTo>
                  <a:cubicBezTo>
                    <a:pt x="5877" y="6132"/>
                    <a:pt x="6313" y="6163"/>
                    <a:pt x="6741" y="6175"/>
                  </a:cubicBezTo>
                  <a:cubicBezTo>
                    <a:pt x="6255" y="6279"/>
                    <a:pt x="5570" y="6406"/>
                    <a:pt x="5017" y="6406"/>
                  </a:cubicBezTo>
                  <a:cubicBezTo>
                    <a:pt x="4622" y="6406"/>
                    <a:pt x="4295" y="6341"/>
                    <a:pt x="4156" y="6157"/>
                  </a:cubicBezTo>
                  <a:cubicBezTo>
                    <a:pt x="4068" y="6044"/>
                    <a:pt x="4061" y="5880"/>
                    <a:pt x="4130" y="5665"/>
                  </a:cubicBezTo>
                  <a:close/>
                  <a:moveTo>
                    <a:pt x="8903" y="3622"/>
                  </a:moveTo>
                  <a:lnTo>
                    <a:pt x="8903" y="3622"/>
                  </a:lnTo>
                  <a:cubicBezTo>
                    <a:pt x="8885" y="3716"/>
                    <a:pt x="8860" y="3806"/>
                    <a:pt x="8835" y="3899"/>
                  </a:cubicBezTo>
                  <a:cubicBezTo>
                    <a:pt x="8746" y="4228"/>
                    <a:pt x="8658" y="4568"/>
                    <a:pt x="8626" y="4915"/>
                  </a:cubicBezTo>
                  <a:cubicBezTo>
                    <a:pt x="8601" y="5211"/>
                    <a:pt x="8557" y="5558"/>
                    <a:pt x="8463" y="5905"/>
                  </a:cubicBezTo>
                  <a:cubicBezTo>
                    <a:pt x="8431" y="6018"/>
                    <a:pt x="8381" y="6145"/>
                    <a:pt x="8324" y="6277"/>
                  </a:cubicBezTo>
                  <a:cubicBezTo>
                    <a:pt x="8280" y="6390"/>
                    <a:pt x="8230" y="6504"/>
                    <a:pt x="8192" y="6623"/>
                  </a:cubicBezTo>
                  <a:cubicBezTo>
                    <a:pt x="7995" y="5956"/>
                    <a:pt x="7800" y="4965"/>
                    <a:pt x="8135" y="4329"/>
                  </a:cubicBezTo>
                  <a:cubicBezTo>
                    <a:pt x="8336" y="3943"/>
                    <a:pt x="8639" y="3672"/>
                    <a:pt x="8903" y="3622"/>
                  </a:cubicBezTo>
                  <a:close/>
                  <a:moveTo>
                    <a:pt x="9138" y="3641"/>
                  </a:moveTo>
                  <a:cubicBezTo>
                    <a:pt x="9282" y="3692"/>
                    <a:pt x="9409" y="3830"/>
                    <a:pt x="9522" y="4039"/>
                  </a:cubicBezTo>
                  <a:cubicBezTo>
                    <a:pt x="9857" y="4694"/>
                    <a:pt x="8917" y="6365"/>
                    <a:pt x="8350" y="6952"/>
                  </a:cubicBezTo>
                  <a:cubicBezTo>
                    <a:pt x="8374" y="6763"/>
                    <a:pt x="8457" y="6561"/>
                    <a:pt x="8539" y="6365"/>
                  </a:cubicBezTo>
                  <a:cubicBezTo>
                    <a:pt x="8595" y="6227"/>
                    <a:pt x="8646" y="6094"/>
                    <a:pt x="8684" y="5968"/>
                  </a:cubicBezTo>
                  <a:cubicBezTo>
                    <a:pt x="8784" y="5602"/>
                    <a:pt x="8828" y="5243"/>
                    <a:pt x="8853" y="4934"/>
                  </a:cubicBezTo>
                  <a:cubicBezTo>
                    <a:pt x="8885" y="4606"/>
                    <a:pt x="8973" y="4278"/>
                    <a:pt x="9062" y="3957"/>
                  </a:cubicBezTo>
                  <a:cubicBezTo>
                    <a:pt x="9087" y="3849"/>
                    <a:pt x="9112" y="3748"/>
                    <a:pt x="9138" y="3641"/>
                  </a:cubicBezTo>
                  <a:close/>
                  <a:moveTo>
                    <a:pt x="6885" y="8294"/>
                  </a:moveTo>
                  <a:cubicBezTo>
                    <a:pt x="6892" y="8294"/>
                    <a:pt x="6899" y="8294"/>
                    <a:pt x="6906" y="8294"/>
                  </a:cubicBezTo>
                  <a:cubicBezTo>
                    <a:pt x="7599" y="8302"/>
                    <a:pt x="8501" y="9045"/>
                    <a:pt x="8999" y="9626"/>
                  </a:cubicBezTo>
                  <a:cubicBezTo>
                    <a:pt x="8778" y="9505"/>
                    <a:pt x="8533" y="9411"/>
                    <a:pt x="8306" y="9323"/>
                  </a:cubicBezTo>
                  <a:cubicBezTo>
                    <a:pt x="8242" y="9297"/>
                    <a:pt x="8179" y="9272"/>
                    <a:pt x="8116" y="9247"/>
                  </a:cubicBezTo>
                  <a:cubicBezTo>
                    <a:pt x="7693" y="9076"/>
                    <a:pt x="6918" y="8800"/>
                    <a:pt x="6199" y="8698"/>
                  </a:cubicBezTo>
                  <a:cubicBezTo>
                    <a:pt x="6211" y="8680"/>
                    <a:pt x="6225" y="8654"/>
                    <a:pt x="6237" y="8635"/>
                  </a:cubicBezTo>
                  <a:cubicBezTo>
                    <a:pt x="6402" y="8407"/>
                    <a:pt x="6616" y="8294"/>
                    <a:pt x="6885" y="8294"/>
                  </a:cubicBezTo>
                  <a:close/>
                  <a:moveTo>
                    <a:pt x="6092" y="8913"/>
                  </a:moveTo>
                  <a:cubicBezTo>
                    <a:pt x="6798" y="9001"/>
                    <a:pt x="7605" y="9291"/>
                    <a:pt x="8027" y="9461"/>
                  </a:cubicBezTo>
                  <a:cubicBezTo>
                    <a:pt x="8091" y="9487"/>
                    <a:pt x="8160" y="9512"/>
                    <a:pt x="8222" y="9536"/>
                  </a:cubicBezTo>
                  <a:cubicBezTo>
                    <a:pt x="8469" y="9632"/>
                    <a:pt x="8734" y="9732"/>
                    <a:pt x="8955" y="9871"/>
                  </a:cubicBezTo>
                  <a:cubicBezTo>
                    <a:pt x="8141" y="9859"/>
                    <a:pt x="6508" y="9815"/>
                    <a:pt x="6129" y="9310"/>
                  </a:cubicBezTo>
                  <a:cubicBezTo>
                    <a:pt x="6111" y="9291"/>
                    <a:pt x="6098" y="9272"/>
                    <a:pt x="6092" y="9247"/>
                  </a:cubicBezTo>
                  <a:cubicBezTo>
                    <a:pt x="6042" y="9152"/>
                    <a:pt x="6048" y="9039"/>
                    <a:pt x="6092" y="8913"/>
                  </a:cubicBezTo>
                  <a:close/>
                  <a:moveTo>
                    <a:pt x="11784" y="8124"/>
                  </a:moveTo>
                  <a:cubicBezTo>
                    <a:pt x="11831" y="8124"/>
                    <a:pt x="11875" y="8135"/>
                    <a:pt x="11918" y="8156"/>
                  </a:cubicBezTo>
                  <a:cubicBezTo>
                    <a:pt x="11842" y="8491"/>
                    <a:pt x="11559" y="8818"/>
                    <a:pt x="11313" y="9102"/>
                  </a:cubicBezTo>
                  <a:cubicBezTo>
                    <a:pt x="11249" y="9178"/>
                    <a:pt x="11181" y="9254"/>
                    <a:pt x="11123" y="9329"/>
                  </a:cubicBezTo>
                  <a:cubicBezTo>
                    <a:pt x="10922" y="9574"/>
                    <a:pt x="10727" y="9827"/>
                    <a:pt x="10530" y="10080"/>
                  </a:cubicBezTo>
                  <a:lnTo>
                    <a:pt x="10393" y="10261"/>
                  </a:lnTo>
                  <a:cubicBezTo>
                    <a:pt x="10349" y="10319"/>
                    <a:pt x="10291" y="10382"/>
                    <a:pt x="10235" y="10451"/>
                  </a:cubicBezTo>
                  <a:cubicBezTo>
                    <a:pt x="10184" y="10508"/>
                    <a:pt x="10128" y="10578"/>
                    <a:pt x="10070" y="10640"/>
                  </a:cubicBezTo>
                  <a:cubicBezTo>
                    <a:pt x="10285" y="9714"/>
                    <a:pt x="11042" y="8415"/>
                    <a:pt x="11621" y="8162"/>
                  </a:cubicBezTo>
                  <a:cubicBezTo>
                    <a:pt x="11680" y="8137"/>
                    <a:pt x="11734" y="8124"/>
                    <a:pt x="11784" y="8124"/>
                  </a:cubicBezTo>
                  <a:close/>
                  <a:moveTo>
                    <a:pt x="12101" y="8352"/>
                  </a:moveTo>
                  <a:cubicBezTo>
                    <a:pt x="12145" y="8433"/>
                    <a:pt x="12189" y="8535"/>
                    <a:pt x="12227" y="8654"/>
                  </a:cubicBezTo>
                  <a:cubicBezTo>
                    <a:pt x="12340" y="9064"/>
                    <a:pt x="12139" y="9612"/>
                    <a:pt x="11679" y="10155"/>
                  </a:cubicBezTo>
                  <a:cubicBezTo>
                    <a:pt x="11167" y="10761"/>
                    <a:pt x="10486" y="11169"/>
                    <a:pt x="10020" y="11177"/>
                  </a:cubicBezTo>
                  <a:cubicBezTo>
                    <a:pt x="10070" y="10988"/>
                    <a:pt x="10253" y="10779"/>
                    <a:pt x="10411" y="10602"/>
                  </a:cubicBezTo>
                  <a:cubicBezTo>
                    <a:pt x="10474" y="10534"/>
                    <a:pt x="10530" y="10464"/>
                    <a:pt x="10576" y="10407"/>
                  </a:cubicBezTo>
                  <a:lnTo>
                    <a:pt x="10713" y="10224"/>
                  </a:lnTo>
                  <a:cubicBezTo>
                    <a:pt x="10909" y="9972"/>
                    <a:pt x="11098" y="9720"/>
                    <a:pt x="11301" y="9474"/>
                  </a:cubicBezTo>
                  <a:cubicBezTo>
                    <a:pt x="11363" y="9399"/>
                    <a:pt x="11426" y="9329"/>
                    <a:pt x="11490" y="9254"/>
                  </a:cubicBezTo>
                  <a:cubicBezTo>
                    <a:pt x="11717" y="8983"/>
                    <a:pt x="11975" y="8686"/>
                    <a:pt x="12101" y="8352"/>
                  </a:cubicBezTo>
                  <a:close/>
                  <a:moveTo>
                    <a:pt x="4621" y="1"/>
                  </a:moveTo>
                  <a:cubicBezTo>
                    <a:pt x="4501" y="1"/>
                    <a:pt x="4401" y="44"/>
                    <a:pt x="4320" y="130"/>
                  </a:cubicBezTo>
                  <a:cubicBezTo>
                    <a:pt x="3909" y="576"/>
                    <a:pt x="4320" y="2141"/>
                    <a:pt x="4774" y="3081"/>
                  </a:cubicBezTo>
                  <a:cubicBezTo>
                    <a:pt x="4553" y="2973"/>
                    <a:pt x="4351" y="2904"/>
                    <a:pt x="4188" y="2854"/>
                  </a:cubicBezTo>
                  <a:cubicBezTo>
                    <a:pt x="4182" y="2846"/>
                    <a:pt x="4182" y="2840"/>
                    <a:pt x="4174" y="2834"/>
                  </a:cubicBezTo>
                  <a:cubicBezTo>
                    <a:pt x="4154" y="2802"/>
                    <a:pt x="4114" y="2789"/>
                    <a:pt x="4076" y="2789"/>
                  </a:cubicBezTo>
                  <a:cubicBezTo>
                    <a:pt x="4069" y="2789"/>
                    <a:pt x="4062" y="2789"/>
                    <a:pt x="4055" y="2790"/>
                  </a:cubicBezTo>
                  <a:cubicBezTo>
                    <a:pt x="3471" y="2091"/>
                    <a:pt x="1934" y="1010"/>
                    <a:pt x="947" y="1010"/>
                  </a:cubicBezTo>
                  <a:cubicBezTo>
                    <a:pt x="858" y="1010"/>
                    <a:pt x="773" y="1019"/>
                    <a:pt x="694" y="1038"/>
                  </a:cubicBezTo>
                  <a:cubicBezTo>
                    <a:pt x="373" y="1113"/>
                    <a:pt x="158" y="1346"/>
                    <a:pt x="82" y="1711"/>
                  </a:cubicBezTo>
                  <a:cubicBezTo>
                    <a:pt x="1" y="2141"/>
                    <a:pt x="108" y="2487"/>
                    <a:pt x="405" y="2746"/>
                  </a:cubicBezTo>
                  <a:cubicBezTo>
                    <a:pt x="836" y="3120"/>
                    <a:pt x="1618" y="3241"/>
                    <a:pt x="2367" y="3241"/>
                  </a:cubicBezTo>
                  <a:cubicBezTo>
                    <a:pt x="3030" y="3241"/>
                    <a:pt x="3668" y="3146"/>
                    <a:pt x="4011" y="3049"/>
                  </a:cubicBezTo>
                  <a:cubicBezTo>
                    <a:pt x="4257" y="3105"/>
                    <a:pt x="4578" y="3218"/>
                    <a:pt x="4969" y="3433"/>
                  </a:cubicBezTo>
                  <a:cubicBezTo>
                    <a:pt x="5020" y="3521"/>
                    <a:pt x="5076" y="3597"/>
                    <a:pt x="5128" y="3654"/>
                  </a:cubicBezTo>
                  <a:cubicBezTo>
                    <a:pt x="5151" y="3681"/>
                    <a:pt x="5180" y="3693"/>
                    <a:pt x="5209" y="3693"/>
                  </a:cubicBezTo>
                  <a:cubicBezTo>
                    <a:pt x="5235" y="3693"/>
                    <a:pt x="5261" y="3684"/>
                    <a:pt x="5285" y="3666"/>
                  </a:cubicBezTo>
                  <a:cubicBezTo>
                    <a:pt x="5285" y="3666"/>
                    <a:pt x="5288" y="3669"/>
                    <a:pt x="5290" y="3669"/>
                  </a:cubicBezTo>
                  <a:cubicBezTo>
                    <a:pt x="5290" y="3669"/>
                    <a:pt x="5291" y="3668"/>
                    <a:pt x="5291" y="3666"/>
                  </a:cubicBezTo>
                  <a:cubicBezTo>
                    <a:pt x="5303" y="3666"/>
                    <a:pt x="5309" y="3660"/>
                    <a:pt x="5323" y="3654"/>
                  </a:cubicBezTo>
                  <a:cubicBezTo>
                    <a:pt x="5928" y="4070"/>
                    <a:pt x="6647" y="4745"/>
                    <a:pt x="7390" y="5823"/>
                  </a:cubicBezTo>
                  <a:cubicBezTo>
                    <a:pt x="6781" y="5426"/>
                    <a:pt x="5687" y="4880"/>
                    <a:pt x="4889" y="4880"/>
                  </a:cubicBezTo>
                  <a:cubicBezTo>
                    <a:pt x="4787" y="4880"/>
                    <a:pt x="4689" y="4889"/>
                    <a:pt x="4598" y="4909"/>
                  </a:cubicBezTo>
                  <a:cubicBezTo>
                    <a:pt x="4333" y="4959"/>
                    <a:pt x="4150" y="5092"/>
                    <a:pt x="4037" y="5305"/>
                  </a:cubicBezTo>
                  <a:cubicBezTo>
                    <a:pt x="3816" y="5729"/>
                    <a:pt x="3796" y="6062"/>
                    <a:pt x="3973" y="6296"/>
                  </a:cubicBezTo>
                  <a:cubicBezTo>
                    <a:pt x="4160" y="6545"/>
                    <a:pt x="4545" y="6637"/>
                    <a:pt x="5031" y="6637"/>
                  </a:cubicBezTo>
                  <a:cubicBezTo>
                    <a:pt x="5641" y="6637"/>
                    <a:pt x="6411" y="6492"/>
                    <a:pt x="7151" y="6327"/>
                  </a:cubicBezTo>
                  <a:cubicBezTo>
                    <a:pt x="7284" y="6296"/>
                    <a:pt x="7384" y="6271"/>
                    <a:pt x="7448" y="6259"/>
                  </a:cubicBezTo>
                  <a:cubicBezTo>
                    <a:pt x="7479" y="6251"/>
                    <a:pt x="7511" y="6233"/>
                    <a:pt x="7529" y="6201"/>
                  </a:cubicBezTo>
                  <a:cubicBezTo>
                    <a:pt x="7535" y="6207"/>
                    <a:pt x="7549" y="6213"/>
                    <a:pt x="7555" y="6227"/>
                  </a:cubicBezTo>
                  <a:cubicBezTo>
                    <a:pt x="7574" y="6241"/>
                    <a:pt x="7596" y="6247"/>
                    <a:pt x="7618" y="6247"/>
                  </a:cubicBezTo>
                  <a:cubicBezTo>
                    <a:pt x="7634" y="6247"/>
                    <a:pt x="7649" y="6244"/>
                    <a:pt x="7662" y="6239"/>
                  </a:cubicBezTo>
                  <a:cubicBezTo>
                    <a:pt x="7782" y="6422"/>
                    <a:pt x="7896" y="6617"/>
                    <a:pt x="8009" y="6826"/>
                  </a:cubicBezTo>
                  <a:cubicBezTo>
                    <a:pt x="8047" y="6940"/>
                    <a:pt x="8085" y="7046"/>
                    <a:pt x="8123" y="7147"/>
                  </a:cubicBezTo>
                  <a:lnTo>
                    <a:pt x="8123" y="7167"/>
                  </a:lnTo>
                  <a:cubicBezTo>
                    <a:pt x="8109" y="7197"/>
                    <a:pt x="8109" y="7242"/>
                    <a:pt x="8135" y="7273"/>
                  </a:cubicBezTo>
                  <a:cubicBezTo>
                    <a:pt x="8157" y="7304"/>
                    <a:pt x="8193" y="7322"/>
                    <a:pt x="8231" y="7322"/>
                  </a:cubicBezTo>
                  <a:cubicBezTo>
                    <a:pt x="8247" y="7322"/>
                    <a:pt x="8264" y="7318"/>
                    <a:pt x="8280" y="7310"/>
                  </a:cubicBezTo>
                  <a:cubicBezTo>
                    <a:pt x="8557" y="7834"/>
                    <a:pt x="8835" y="8421"/>
                    <a:pt x="9106" y="9083"/>
                  </a:cubicBezTo>
                  <a:cubicBezTo>
                    <a:pt x="9168" y="9240"/>
                    <a:pt x="9244" y="9443"/>
                    <a:pt x="9327" y="9670"/>
                  </a:cubicBezTo>
                  <a:cubicBezTo>
                    <a:pt x="8873" y="9064"/>
                    <a:pt x="7788" y="8075"/>
                    <a:pt x="6912" y="8061"/>
                  </a:cubicBezTo>
                  <a:cubicBezTo>
                    <a:pt x="6905" y="8061"/>
                    <a:pt x="6897" y="8061"/>
                    <a:pt x="6890" y="8061"/>
                  </a:cubicBezTo>
                  <a:cubicBezTo>
                    <a:pt x="6540" y="8061"/>
                    <a:pt x="6258" y="8206"/>
                    <a:pt x="6048" y="8503"/>
                  </a:cubicBezTo>
                  <a:cubicBezTo>
                    <a:pt x="5821" y="8824"/>
                    <a:pt x="5763" y="9108"/>
                    <a:pt x="5884" y="9353"/>
                  </a:cubicBezTo>
                  <a:cubicBezTo>
                    <a:pt x="6255" y="10086"/>
                    <a:pt x="8204" y="10098"/>
                    <a:pt x="9138" y="10104"/>
                  </a:cubicBezTo>
                  <a:cubicBezTo>
                    <a:pt x="9153" y="10102"/>
                    <a:pt x="9167" y="10101"/>
                    <a:pt x="9182" y="10101"/>
                  </a:cubicBezTo>
                  <a:cubicBezTo>
                    <a:pt x="9210" y="10101"/>
                    <a:pt x="9238" y="10104"/>
                    <a:pt x="9264" y="10104"/>
                  </a:cubicBezTo>
                  <a:cubicBezTo>
                    <a:pt x="9286" y="10123"/>
                    <a:pt x="9312" y="10132"/>
                    <a:pt x="9339" y="10132"/>
                  </a:cubicBezTo>
                  <a:cubicBezTo>
                    <a:pt x="9366" y="10132"/>
                    <a:pt x="9393" y="10123"/>
                    <a:pt x="9415" y="10104"/>
                  </a:cubicBezTo>
                  <a:lnTo>
                    <a:pt x="9421" y="10104"/>
                  </a:lnTo>
                  <a:cubicBezTo>
                    <a:pt x="9441" y="10104"/>
                    <a:pt x="9459" y="10098"/>
                    <a:pt x="9471" y="10092"/>
                  </a:cubicBezTo>
                  <a:cubicBezTo>
                    <a:pt x="9578" y="10432"/>
                    <a:pt x="9686" y="10811"/>
                    <a:pt x="9774" y="11215"/>
                  </a:cubicBezTo>
                  <a:cubicBezTo>
                    <a:pt x="9774" y="11233"/>
                    <a:pt x="9774" y="11253"/>
                    <a:pt x="9767" y="11271"/>
                  </a:cubicBezTo>
                  <a:cubicBezTo>
                    <a:pt x="9767" y="11303"/>
                    <a:pt x="9781" y="11334"/>
                    <a:pt x="9805" y="11352"/>
                  </a:cubicBezTo>
                  <a:cubicBezTo>
                    <a:pt x="10001" y="12330"/>
                    <a:pt x="10076" y="13415"/>
                    <a:pt x="9767" y="14335"/>
                  </a:cubicBezTo>
                  <a:cubicBezTo>
                    <a:pt x="9749" y="14393"/>
                    <a:pt x="9781" y="14455"/>
                    <a:pt x="9837" y="14481"/>
                  </a:cubicBezTo>
                  <a:cubicBezTo>
                    <a:pt x="9849" y="14484"/>
                    <a:pt x="9862" y="14486"/>
                    <a:pt x="9874" y="14486"/>
                  </a:cubicBezTo>
                  <a:cubicBezTo>
                    <a:pt x="9926" y="14486"/>
                    <a:pt x="9974" y="14456"/>
                    <a:pt x="9988" y="14405"/>
                  </a:cubicBezTo>
                  <a:cubicBezTo>
                    <a:pt x="10297" y="13471"/>
                    <a:pt x="10241" y="12380"/>
                    <a:pt x="10052" y="11396"/>
                  </a:cubicBezTo>
                  <a:cubicBezTo>
                    <a:pt x="10663" y="11378"/>
                    <a:pt x="11394" y="10836"/>
                    <a:pt x="11854" y="10307"/>
                  </a:cubicBezTo>
                  <a:cubicBezTo>
                    <a:pt x="12366" y="9701"/>
                    <a:pt x="12581" y="9076"/>
                    <a:pt x="12448" y="8597"/>
                  </a:cubicBezTo>
                  <a:cubicBezTo>
                    <a:pt x="12398" y="8402"/>
                    <a:pt x="12322" y="8244"/>
                    <a:pt x="12240" y="8131"/>
                  </a:cubicBezTo>
                  <a:cubicBezTo>
                    <a:pt x="12117" y="7970"/>
                    <a:pt x="11963" y="7889"/>
                    <a:pt x="11791" y="7889"/>
                  </a:cubicBezTo>
                  <a:cubicBezTo>
                    <a:pt x="11707" y="7889"/>
                    <a:pt x="11619" y="7908"/>
                    <a:pt x="11527" y="7948"/>
                  </a:cubicBezTo>
                  <a:cubicBezTo>
                    <a:pt x="10878" y="8238"/>
                    <a:pt x="10090" y="9562"/>
                    <a:pt x="9857" y="10564"/>
                  </a:cubicBezTo>
                  <a:cubicBezTo>
                    <a:pt x="9674" y="9915"/>
                    <a:pt x="9465" y="9353"/>
                    <a:pt x="9313" y="8995"/>
                  </a:cubicBezTo>
                  <a:cubicBezTo>
                    <a:pt x="9037" y="8314"/>
                    <a:pt x="8752" y="7708"/>
                    <a:pt x="8463" y="7167"/>
                  </a:cubicBezTo>
                  <a:cubicBezTo>
                    <a:pt x="9100" y="6561"/>
                    <a:pt x="10140" y="4738"/>
                    <a:pt x="9724" y="3931"/>
                  </a:cubicBezTo>
                  <a:cubicBezTo>
                    <a:pt x="9680" y="3849"/>
                    <a:pt x="9636" y="3780"/>
                    <a:pt x="9592" y="3724"/>
                  </a:cubicBezTo>
                  <a:cubicBezTo>
                    <a:pt x="9433" y="3509"/>
                    <a:pt x="9264" y="3427"/>
                    <a:pt x="9118" y="3395"/>
                  </a:cubicBezTo>
                  <a:cubicBezTo>
                    <a:pt x="9106" y="3389"/>
                    <a:pt x="9093" y="3383"/>
                    <a:pt x="9080" y="3383"/>
                  </a:cubicBezTo>
                  <a:cubicBezTo>
                    <a:pt x="9074" y="3381"/>
                    <a:pt x="9068" y="3380"/>
                    <a:pt x="9062" y="3380"/>
                  </a:cubicBezTo>
                  <a:cubicBezTo>
                    <a:pt x="9049" y="3380"/>
                    <a:pt x="9037" y="3383"/>
                    <a:pt x="9024" y="3383"/>
                  </a:cubicBezTo>
                  <a:lnTo>
                    <a:pt x="8993" y="3383"/>
                  </a:lnTo>
                  <a:cubicBezTo>
                    <a:pt x="8614" y="3383"/>
                    <a:pt x="8198" y="3710"/>
                    <a:pt x="7933" y="4228"/>
                  </a:cubicBezTo>
                  <a:cubicBezTo>
                    <a:pt x="7662" y="4738"/>
                    <a:pt x="7687" y="5419"/>
                    <a:pt x="7806" y="6050"/>
                  </a:cubicBezTo>
                  <a:cubicBezTo>
                    <a:pt x="7631" y="5773"/>
                    <a:pt x="7454" y="5514"/>
                    <a:pt x="7277" y="5281"/>
                  </a:cubicBezTo>
                  <a:cubicBezTo>
                    <a:pt x="6659" y="4455"/>
                    <a:pt x="6060" y="3905"/>
                    <a:pt x="5536" y="3527"/>
                  </a:cubicBezTo>
                  <a:cubicBezTo>
                    <a:pt x="5669" y="3433"/>
                    <a:pt x="5795" y="3270"/>
                    <a:pt x="5884" y="2991"/>
                  </a:cubicBezTo>
                  <a:cubicBezTo>
                    <a:pt x="6111" y="2241"/>
                    <a:pt x="5909" y="1044"/>
                    <a:pt x="5498" y="500"/>
                  </a:cubicBezTo>
                  <a:cubicBezTo>
                    <a:pt x="5448" y="432"/>
                    <a:pt x="5392" y="369"/>
                    <a:pt x="5329" y="325"/>
                  </a:cubicBezTo>
                  <a:cubicBezTo>
                    <a:pt x="5047" y="108"/>
                    <a:pt x="4811" y="1"/>
                    <a:pt x="4621"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5" name="Google Shape;4105;p55"/>
            <p:cNvSpPr/>
            <p:nvPr/>
          </p:nvSpPr>
          <p:spPr>
            <a:xfrm>
              <a:off x="6315575" y="4439025"/>
              <a:ext cx="79925" cy="25575"/>
            </a:xfrm>
            <a:custGeom>
              <a:avLst/>
              <a:gdLst/>
              <a:ahLst/>
              <a:cxnLst/>
              <a:rect l="l" t="t" r="r" b="b"/>
              <a:pathLst>
                <a:path w="3197" h="1023" extrusionOk="0">
                  <a:moveTo>
                    <a:pt x="0" y="0"/>
                  </a:moveTo>
                  <a:cubicBezTo>
                    <a:pt x="0" y="176"/>
                    <a:pt x="44" y="327"/>
                    <a:pt x="138" y="461"/>
                  </a:cubicBezTo>
                  <a:cubicBezTo>
                    <a:pt x="176" y="504"/>
                    <a:pt x="213" y="548"/>
                    <a:pt x="265" y="586"/>
                  </a:cubicBezTo>
                  <a:cubicBezTo>
                    <a:pt x="641" y="915"/>
                    <a:pt x="1373" y="1022"/>
                    <a:pt x="2079" y="1022"/>
                  </a:cubicBezTo>
                  <a:cubicBezTo>
                    <a:pt x="2483" y="1022"/>
                    <a:pt x="2879" y="987"/>
                    <a:pt x="3196" y="939"/>
                  </a:cubicBezTo>
                  <a:cubicBezTo>
                    <a:pt x="3083" y="895"/>
                    <a:pt x="2975" y="851"/>
                    <a:pt x="2869" y="807"/>
                  </a:cubicBezTo>
                  <a:cubicBezTo>
                    <a:pt x="2762" y="757"/>
                    <a:pt x="2660" y="719"/>
                    <a:pt x="2573" y="688"/>
                  </a:cubicBezTo>
                  <a:cubicBezTo>
                    <a:pt x="2188" y="554"/>
                    <a:pt x="1822" y="441"/>
                    <a:pt x="1444" y="347"/>
                  </a:cubicBezTo>
                  <a:cubicBezTo>
                    <a:pt x="1249" y="296"/>
                    <a:pt x="1053" y="252"/>
                    <a:pt x="857" y="214"/>
                  </a:cubicBezTo>
                  <a:cubicBezTo>
                    <a:pt x="574" y="158"/>
                    <a:pt x="289" y="94"/>
                    <a:pt x="0"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6" name="Google Shape;4106;p55"/>
            <p:cNvSpPr/>
            <p:nvPr/>
          </p:nvSpPr>
          <p:spPr>
            <a:xfrm>
              <a:off x="6316025" y="4420350"/>
              <a:ext cx="84850" cy="37925"/>
            </a:xfrm>
            <a:custGeom>
              <a:avLst/>
              <a:gdLst/>
              <a:ahLst/>
              <a:cxnLst/>
              <a:rect l="l" t="t" r="r" b="b"/>
              <a:pathLst>
                <a:path w="3394" h="1517" extrusionOk="0">
                  <a:moveTo>
                    <a:pt x="635" y="0"/>
                  </a:moveTo>
                  <a:cubicBezTo>
                    <a:pt x="564" y="0"/>
                    <a:pt x="498" y="7"/>
                    <a:pt x="436" y="21"/>
                  </a:cubicBezTo>
                  <a:cubicBezTo>
                    <a:pt x="203" y="79"/>
                    <a:pt x="64" y="242"/>
                    <a:pt x="0" y="513"/>
                  </a:cubicBezTo>
                  <a:cubicBezTo>
                    <a:pt x="291" y="614"/>
                    <a:pt x="581" y="678"/>
                    <a:pt x="884" y="734"/>
                  </a:cubicBezTo>
                  <a:cubicBezTo>
                    <a:pt x="1079" y="772"/>
                    <a:pt x="1281" y="816"/>
                    <a:pt x="1489" y="867"/>
                  </a:cubicBezTo>
                  <a:cubicBezTo>
                    <a:pt x="1868" y="967"/>
                    <a:pt x="2238" y="1080"/>
                    <a:pt x="2630" y="1220"/>
                  </a:cubicBezTo>
                  <a:cubicBezTo>
                    <a:pt x="2718" y="1251"/>
                    <a:pt x="2826" y="1295"/>
                    <a:pt x="2939" y="1339"/>
                  </a:cubicBezTo>
                  <a:cubicBezTo>
                    <a:pt x="3090" y="1403"/>
                    <a:pt x="3248" y="1472"/>
                    <a:pt x="3393" y="1516"/>
                  </a:cubicBezTo>
                  <a:cubicBezTo>
                    <a:pt x="2744" y="862"/>
                    <a:pt x="1431" y="0"/>
                    <a:pt x="635"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7" name="Google Shape;4107;p55"/>
            <p:cNvSpPr/>
            <p:nvPr/>
          </p:nvSpPr>
          <p:spPr>
            <a:xfrm>
              <a:off x="6412500" y="4395300"/>
              <a:ext cx="22425" cy="73075"/>
            </a:xfrm>
            <a:custGeom>
              <a:avLst/>
              <a:gdLst/>
              <a:ahLst/>
              <a:cxnLst/>
              <a:rect l="l" t="t" r="r" b="b"/>
              <a:pathLst>
                <a:path w="897" h="2923" extrusionOk="0">
                  <a:moveTo>
                    <a:pt x="447" y="1"/>
                  </a:moveTo>
                  <a:cubicBezTo>
                    <a:pt x="398" y="1"/>
                    <a:pt x="355" y="20"/>
                    <a:pt x="316" y="53"/>
                  </a:cubicBezTo>
                  <a:cubicBezTo>
                    <a:pt x="0" y="400"/>
                    <a:pt x="416" y="2064"/>
                    <a:pt x="896" y="2922"/>
                  </a:cubicBezTo>
                  <a:cubicBezTo>
                    <a:pt x="890" y="2833"/>
                    <a:pt x="890" y="2739"/>
                    <a:pt x="884" y="2620"/>
                  </a:cubicBezTo>
                  <a:cubicBezTo>
                    <a:pt x="884" y="2506"/>
                    <a:pt x="884" y="2411"/>
                    <a:pt x="876" y="2355"/>
                  </a:cubicBezTo>
                  <a:cubicBezTo>
                    <a:pt x="858" y="2190"/>
                    <a:pt x="839" y="2020"/>
                    <a:pt x="814" y="1855"/>
                  </a:cubicBezTo>
                  <a:cubicBezTo>
                    <a:pt x="789" y="1642"/>
                    <a:pt x="763" y="1433"/>
                    <a:pt x="745" y="1226"/>
                  </a:cubicBezTo>
                  <a:lnTo>
                    <a:pt x="739" y="1118"/>
                  </a:lnTo>
                  <a:cubicBezTo>
                    <a:pt x="707" y="790"/>
                    <a:pt x="675" y="368"/>
                    <a:pt x="474" y="147"/>
                  </a:cubicBezTo>
                  <a:cubicBezTo>
                    <a:pt x="430" y="103"/>
                    <a:pt x="430" y="39"/>
                    <a:pt x="468" y="2"/>
                  </a:cubicBezTo>
                  <a:cubicBezTo>
                    <a:pt x="461" y="1"/>
                    <a:pt x="454" y="1"/>
                    <a:pt x="447"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8" name="Google Shape;4108;p55"/>
            <p:cNvSpPr/>
            <p:nvPr/>
          </p:nvSpPr>
          <p:spPr>
            <a:xfrm>
              <a:off x="6430000" y="4397075"/>
              <a:ext cx="25725" cy="76975"/>
            </a:xfrm>
            <a:custGeom>
              <a:avLst/>
              <a:gdLst/>
              <a:ahLst/>
              <a:cxnLst/>
              <a:rect l="l" t="t" r="r" b="b"/>
              <a:pathLst>
                <a:path w="1029" h="3079" extrusionOk="0">
                  <a:moveTo>
                    <a:pt x="1" y="0"/>
                  </a:moveTo>
                  <a:lnTo>
                    <a:pt x="1" y="0"/>
                  </a:lnTo>
                  <a:cubicBezTo>
                    <a:pt x="202" y="285"/>
                    <a:pt x="240" y="695"/>
                    <a:pt x="266" y="1028"/>
                  </a:cubicBezTo>
                  <a:lnTo>
                    <a:pt x="278" y="1129"/>
                  </a:lnTo>
                  <a:cubicBezTo>
                    <a:pt x="290" y="1338"/>
                    <a:pt x="322" y="1545"/>
                    <a:pt x="347" y="1754"/>
                  </a:cubicBezTo>
                  <a:cubicBezTo>
                    <a:pt x="366" y="1924"/>
                    <a:pt x="391" y="2095"/>
                    <a:pt x="403" y="2264"/>
                  </a:cubicBezTo>
                  <a:cubicBezTo>
                    <a:pt x="411" y="2322"/>
                    <a:pt x="417" y="2422"/>
                    <a:pt x="417" y="2541"/>
                  </a:cubicBezTo>
                  <a:cubicBezTo>
                    <a:pt x="417" y="2680"/>
                    <a:pt x="423" y="2927"/>
                    <a:pt x="441" y="3071"/>
                  </a:cubicBezTo>
                  <a:cubicBezTo>
                    <a:pt x="449" y="3071"/>
                    <a:pt x="449" y="3078"/>
                    <a:pt x="449" y="3078"/>
                  </a:cubicBezTo>
                  <a:cubicBezTo>
                    <a:pt x="600" y="3015"/>
                    <a:pt x="720" y="2863"/>
                    <a:pt x="795" y="2617"/>
                  </a:cubicBezTo>
                  <a:cubicBezTo>
                    <a:pt x="1028" y="1860"/>
                    <a:pt x="776" y="550"/>
                    <a:pt x="322" y="203"/>
                  </a:cubicBezTo>
                  <a:cubicBezTo>
                    <a:pt x="234" y="133"/>
                    <a:pt x="120" y="58"/>
                    <a:pt x="1"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9" name="Google Shape;4109;p55"/>
            <p:cNvSpPr/>
            <p:nvPr/>
          </p:nvSpPr>
          <p:spPr>
            <a:xfrm>
              <a:off x="6413925" y="4517150"/>
              <a:ext cx="73800" cy="21375"/>
            </a:xfrm>
            <a:custGeom>
              <a:avLst/>
              <a:gdLst/>
              <a:ahLst/>
              <a:cxnLst/>
              <a:rect l="l" t="t" r="r" b="b"/>
              <a:pathLst>
                <a:path w="2952" h="855" extrusionOk="0">
                  <a:moveTo>
                    <a:pt x="650" y="0"/>
                  </a:moveTo>
                  <a:cubicBezTo>
                    <a:pt x="567" y="0"/>
                    <a:pt x="489" y="7"/>
                    <a:pt x="417" y="22"/>
                  </a:cubicBezTo>
                  <a:cubicBezTo>
                    <a:pt x="228" y="66"/>
                    <a:pt x="95" y="153"/>
                    <a:pt x="19" y="305"/>
                  </a:cubicBezTo>
                  <a:cubicBezTo>
                    <a:pt x="7" y="318"/>
                    <a:pt x="7" y="330"/>
                    <a:pt x="1" y="343"/>
                  </a:cubicBezTo>
                  <a:cubicBezTo>
                    <a:pt x="214" y="380"/>
                    <a:pt x="417" y="456"/>
                    <a:pt x="618" y="526"/>
                  </a:cubicBezTo>
                  <a:cubicBezTo>
                    <a:pt x="839" y="607"/>
                    <a:pt x="1040" y="683"/>
                    <a:pt x="1261" y="721"/>
                  </a:cubicBezTo>
                  <a:cubicBezTo>
                    <a:pt x="1817" y="822"/>
                    <a:pt x="2396" y="834"/>
                    <a:pt x="2952" y="854"/>
                  </a:cubicBezTo>
                  <a:cubicBezTo>
                    <a:pt x="2322" y="455"/>
                    <a:pt x="1327" y="0"/>
                    <a:pt x="650"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0" name="Google Shape;4110;p55"/>
            <p:cNvSpPr/>
            <p:nvPr/>
          </p:nvSpPr>
          <p:spPr>
            <a:xfrm>
              <a:off x="6409800" y="4531075"/>
              <a:ext cx="67025" cy="18525"/>
            </a:xfrm>
            <a:custGeom>
              <a:avLst/>
              <a:gdLst/>
              <a:ahLst/>
              <a:cxnLst/>
              <a:rect l="l" t="t" r="r" b="b"/>
              <a:pathLst>
                <a:path w="2681" h="741" extrusionOk="0">
                  <a:moveTo>
                    <a:pt x="70" y="0"/>
                  </a:moveTo>
                  <a:lnTo>
                    <a:pt x="70" y="0"/>
                  </a:lnTo>
                  <a:cubicBezTo>
                    <a:pt x="1" y="215"/>
                    <a:pt x="8" y="379"/>
                    <a:pt x="96" y="492"/>
                  </a:cubicBezTo>
                  <a:cubicBezTo>
                    <a:pt x="235" y="676"/>
                    <a:pt x="562" y="741"/>
                    <a:pt x="957" y="741"/>
                  </a:cubicBezTo>
                  <a:cubicBezTo>
                    <a:pt x="1510" y="741"/>
                    <a:pt x="2195" y="614"/>
                    <a:pt x="2681" y="510"/>
                  </a:cubicBezTo>
                  <a:cubicBezTo>
                    <a:pt x="2253" y="498"/>
                    <a:pt x="1817" y="467"/>
                    <a:pt x="1388" y="391"/>
                  </a:cubicBezTo>
                  <a:cubicBezTo>
                    <a:pt x="1149" y="347"/>
                    <a:pt x="922" y="265"/>
                    <a:pt x="701" y="190"/>
                  </a:cubicBezTo>
                  <a:cubicBezTo>
                    <a:pt x="487" y="114"/>
                    <a:pt x="285" y="38"/>
                    <a:pt x="70"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1" name="Google Shape;4111;p55"/>
            <p:cNvSpPr/>
            <p:nvPr/>
          </p:nvSpPr>
          <p:spPr>
            <a:xfrm>
              <a:off x="6503300" y="4480000"/>
              <a:ext cx="27600" cy="75050"/>
            </a:xfrm>
            <a:custGeom>
              <a:avLst/>
              <a:gdLst/>
              <a:ahLst/>
              <a:cxnLst/>
              <a:rect l="l" t="t" r="r" b="b"/>
              <a:pathLst>
                <a:path w="1104" h="3002" extrusionOk="0">
                  <a:moveTo>
                    <a:pt x="1103" y="0"/>
                  </a:moveTo>
                  <a:lnTo>
                    <a:pt x="1103" y="0"/>
                  </a:lnTo>
                  <a:cubicBezTo>
                    <a:pt x="839" y="50"/>
                    <a:pt x="536" y="321"/>
                    <a:pt x="335" y="707"/>
                  </a:cubicBezTo>
                  <a:cubicBezTo>
                    <a:pt x="0" y="1343"/>
                    <a:pt x="195" y="2334"/>
                    <a:pt x="392" y="3001"/>
                  </a:cubicBezTo>
                  <a:cubicBezTo>
                    <a:pt x="430" y="2882"/>
                    <a:pt x="480" y="2768"/>
                    <a:pt x="524" y="2655"/>
                  </a:cubicBezTo>
                  <a:cubicBezTo>
                    <a:pt x="581" y="2523"/>
                    <a:pt x="631" y="2396"/>
                    <a:pt x="663" y="2283"/>
                  </a:cubicBezTo>
                  <a:cubicBezTo>
                    <a:pt x="757" y="1936"/>
                    <a:pt x="801" y="1589"/>
                    <a:pt x="826" y="1293"/>
                  </a:cubicBezTo>
                  <a:cubicBezTo>
                    <a:pt x="858" y="946"/>
                    <a:pt x="946" y="606"/>
                    <a:pt x="1035" y="277"/>
                  </a:cubicBezTo>
                  <a:cubicBezTo>
                    <a:pt x="1060" y="184"/>
                    <a:pt x="1085" y="94"/>
                    <a:pt x="1103"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2" name="Google Shape;4112;p55"/>
            <p:cNvSpPr/>
            <p:nvPr/>
          </p:nvSpPr>
          <p:spPr>
            <a:xfrm>
              <a:off x="6517025" y="4480450"/>
              <a:ext cx="37700" cy="82800"/>
            </a:xfrm>
            <a:custGeom>
              <a:avLst/>
              <a:gdLst/>
              <a:ahLst/>
              <a:cxnLst/>
              <a:rect l="l" t="t" r="r" b="b"/>
              <a:pathLst>
                <a:path w="1508" h="3312" extrusionOk="0">
                  <a:moveTo>
                    <a:pt x="789" y="1"/>
                  </a:moveTo>
                  <a:cubicBezTo>
                    <a:pt x="763" y="108"/>
                    <a:pt x="738" y="209"/>
                    <a:pt x="713" y="317"/>
                  </a:cubicBezTo>
                  <a:cubicBezTo>
                    <a:pt x="624" y="638"/>
                    <a:pt x="536" y="966"/>
                    <a:pt x="504" y="1294"/>
                  </a:cubicBezTo>
                  <a:cubicBezTo>
                    <a:pt x="479" y="1603"/>
                    <a:pt x="435" y="1962"/>
                    <a:pt x="335" y="2328"/>
                  </a:cubicBezTo>
                  <a:cubicBezTo>
                    <a:pt x="297" y="2454"/>
                    <a:pt x="246" y="2587"/>
                    <a:pt x="190" y="2725"/>
                  </a:cubicBezTo>
                  <a:cubicBezTo>
                    <a:pt x="108" y="2921"/>
                    <a:pt x="25" y="3123"/>
                    <a:pt x="1" y="3312"/>
                  </a:cubicBezTo>
                  <a:cubicBezTo>
                    <a:pt x="568" y="2725"/>
                    <a:pt x="1508" y="1054"/>
                    <a:pt x="1173" y="399"/>
                  </a:cubicBezTo>
                  <a:cubicBezTo>
                    <a:pt x="1060" y="190"/>
                    <a:pt x="933" y="52"/>
                    <a:pt x="789"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3" name="Google Shape;4113;p55"/>
            <p:cNvSpPr/>
            <p:nvPr/>
          </p:nvSpPr>
          <p:spPr>
            <a:xfrm>
              <a:off x="6463275" y="4596775"/>
              <a:ext cx="70000" cy="33325"/>
            </a:xfrm>
            <a:custGeom>
              <a:avLst/>
              <a:gdLst/>
              <a:ahLst/>
              <a:cxnLst/>
              <a:rect l="l" t="t" r="r" b="b"/>
              <a:pathLst>
                <a:path w="2800" h="1333" extrusionOk="0">
                  <a:moveTo>
                    <a:pt x="686" y="1"/>
                  </a:moveTo>
                  <a:cubicBezTo>
                    <a:pt x="417" y="1"/>
                    <a:pt x="203" y="114"/>
                    <a:pt x="38" y="342"/>
                  </a:cubicBezTo>
                  <a:cubicBezTo>
                    <a:pt x="26" y="361"/>
                    <a:pt x="12" y="387"/>
                    <a:pt x="0" y="405"/>
                  </a:cubicBezTo>
                  <a:cubicBezTo>
                    <a:pt x="719" y="507"/>
                    <a:pt x="1494" y="783"/>
                    <a:pt x="1917" y="954"/>
                  </a:cubicBezTo>
                  <a:cubicBezTo>
                    <a:pt x="1980" y="979"/>
                    <a:pt x="2043" y="1004"/>
                    <a:pt x="2107" y="1030"/>
                  </a:cubicBezTo>
                  <a:cubicBezTo>
                    <a:pt x="2334" y="1118"/>
                    <a:pt x="2579" y="1212"/>
                    <a:pt x="2800" y="1333"/>
                  </a:cubicBezTo>
                  <a:cubicBezTo>
                    <a:pt x="2302" y="752"/>
                    <a:pt x="1400" y="9"/>
                    <a:pt x="707" y="1"/>
                  </a:cubicBezTo>
                  <a:cubicBezTo>
                    <a:pt x="700" y="1"/>
                    <a:pt x="693" y="1"/>
                    <a:pt x="686"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4" name="Google Shape;4114;p55"/>
            <p:cNvSpPr/>
            <p:nvPr/>
          </p:nvSpPr>
          <p:spPr>
            <a:xfrm>
              <a:off x="6459325" y="4612275"/>
              <a:ext cx="72850" cy="23950"/>
            </a:xfrm>
            <a:custGeom>
              <a:avLst/>
              <a:gdLst/>
              <a:ahLst/>
              <a:cxnLst/>
              <a:rect l="l" t="t" r="r" b="b"/>
              <a:pathLst>
                <a:path w="2914" h="958" extrusionOk="0">
                  <a:moveTo>
                    <a:pt x="51" y="0"/>
                  </a:moveTo>
                  <a:cubicBezTo>
                    <a:pt x="7" y="126"/>
                    <a:pt x="1" y="239"/>
                    <a:pt x="51" y="334"/>
                  </a:cubicBezTo>
                  <a:cubicBezTo>
                    <a:pt x="57" y="359"/>
                    <a:pt x="70" y="378"/>
                    <a:pt x="88" y="397"/>
                  </a:cubicBezTo>
                  <a:cubicBezTo>
                    <a:pt x="467" y="902"/>
                    <a:pt x="2100" y="946"/>
                    <a:pt x="2914" y="958"/>
                  </a:cubicBezTo>
                  <a:cubicBezTo>
                    <a:pt x="2693" y="819"/>
                    <a:pt x="2428" y="719"/>
                    <a:pt x="2181" y="623"/>
                  </a:cubicBezTo>
                  <a:cubicBezTo>
                    <a:pt x="2119" y="599"/>
                    <a:pt x="2050" y="574"/>
                    <a:pt x="1986" y="548"/>
                  </a:cubicBezTo>
                  <a:cubicBezTo>
                    <a:pt x="1564" y="378"/>
                    <a:pt x="757" y="88"/>
                    <a:pt x="51"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5" name="Google Shape;4115;p55"/>
            <p:cNvSpPr/>
            <p:nvPr/>
          </p:nvSpPr>
          <p:spPr>
            <a:xfrm>
              <a:off x="6560050" y="4592550"/>
              <a:ext cx="46200" cy="62900"/>
            </a:xfrm>
            <a:custGeom>
              <a:avLst/>
              <a:gdLst/>
              <a:ahLst/>
              <a:cxnLst/>
              <a:rect l="l" t="t" r="r" b="b"/>
              <a:pathLst>
                <a:path w="1848" h="2516" extrusionOk="0">
                  <a:moveTo>
                    <a:pt x="1714" y="0"/>
                  </a:moveTo>
                  <a:cubicBezTo>
                    <a:pt x="1664" y="0"/>
                    <a:pt x="1610" y="13"/>
                    <a:pt x="1551" y="38"/>
                  </a:cubicBezTo>
                  <a:cubicBezTo>
                    <a:pt x="972" y="291"/>
                    <a:pt x="215" y="1590"/>
                    <a:pt x="0" y="2516"/>
                  </a:cubicBezTo>
                  <a:cubicBezTo>
                    <a:pt x="58" y="2454"/>
                    <a:pt x="114" y="2384"/>
                    <a:pt x="165" y="2327"/>
                  </a:cubicBezTo>
                  <a:cubicBezTo>
                    <a:pt x="221" y="2258"/>
                    <a:pt x="279" y="2195"/>
                    <a:pt x="323" y="2137"/>
                  </a:cubicBezTo>
                  <a:lnTo>
                    <a:pt x="460" y="1956"/>
                  </a:lnTo>
                  <a:cubicBezTo>
                    <a:pt x="657" y="1703"/>
                    <a:pt x="852" y="1450"/>
                    <a:pt x="1053" y="1205"/>
                  </a:cubicBezTo>
                  <a:cubicBezTo>
                    <a:pt x="1111" y="1130"/>
                    <a:pt x="1179" y="1054"/>
                    <a:pt x="1243" y="978"/>
                  </a:cubicBezTo>
                  <a:cubicBezTo>
                    <a:pt x="1489" y="694"/>
                    <a:pt x="1772" y="367"/>
                    <a:pt x="1848" y="32"/>
                  </a:cubicBezTo>
                  <a:cubicBezTo>
                    <a:pt x="1805" y="11"/>
                    <a:pt x="1761" y="0"/>
                    <a:pt x="1714"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6" name="Google Shape;4116;p55"/>
            <p:cNvSpPr/>
            <p:nvPr/>
          </p:nvSpPr>
          <p:spPr>
            <a:xfrm>
              <a:off x="6558800" y="4598225"/>
              <a:ext cx="58025" cy="70650"/>
            </a:xfrm>
            <a:custGeom>
              <a:avLst/>
              <a:gdLst/>
              <a:ahLst/>
              <a:cxnLst/>
              <a:rect l="l" t="t" r="r" b="b"/>
              <a:pathLst>
                <a:path w="2321" h="2826" extrusionOk="0">
                  <a:moveTo>
                    <a:pt x="2081" y="1"/>
                  </a:moveTo>
                  <a:cubicBezTo>
                    <a:pt x="1955" y="335"/>
                    <a:pt x="1697" y="632"/>
                    <a:pt x="1470" y="903"/>
                  </a:cubicBezTo>
                  <a:cubicBezTo>
                    <a:pt x="1406" y="978"/>
                    <a:pt x="1343" y="1048"/>
                    <a:pt x="1281" y="1123"/>
                  </a:cubicBezTo>
                  <a:cubicBezTo>
                    <a:pt x="1078" y="1369"/>
                    <a:pt x="889" y="1621"/>
                    <a:pt x="693" y="1873"/>
                  </a:cubicBezTo>
                  <a:lnTo>
                    <a:pt x="556" y="2056"/>
                  </a:lnTo>
                  <a:cubicBezTo>
                    <a:pt x="510" y="2113"/>
                    <a:pt x="454" y="2183"/>
                    <a:pt x="391" y="2251"/>
                  </a:cubicBezTo>
                  <a:cubicBezTo>
                    <a:pt x="233" y="2428"/>
                    <a:pt x="50" y="2637"/>
                    <a:pt x="0" y="2826"/>
                  </a:cubicBezTo>
                  <a:cubicBezTo>
                    <a:pt x="466" y="2818"/>
                    <a:pt x="1147" y="2410"/>
                    <a:pt x="1659" y="1804"/>
                  </a:cubicBezTo>
                  <a:cubicBezTo>
                    <a:pt x="2119" y="1261"/>
                    <a:pt x="2320" y="713"/>
                    <a:pt x="2207" y="303"/>
                  </a:cubicBezTo>
                  <a:cubicBezTo>
                    <a:pt x="2169" y="184"/>
                    <a:pt x="2125" y="82"/>
                    <a:pt x="2081"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17" name="Google Shape;4117;p55"/>
          <p:cNvGrpSpPr/>
          <p:nvPr/>
        </p:nvGrpSpPr>
        <p:grpSpPr>
          <a:xfrm>
            <a:off x="842207" y="1809244"/>
            <a:ext cx="390606" cy="352360"/>
            <a:chOff x="4857250" y="747175"/>
            <a:chExt cx="214725" cy="193700"/>
          </a:xfrm>
        </p:grpSpPr>
        <p:sp>
          <p:nvSpPr>
            <p:cNvPr id="4118" name="Google Shape;4118;p55"/>
            <p:cNvSpPr/>
            <p:nvPr/>
          </p:nvSpPr>
          <p:spPr>
            <a:xfrm>
              <a:off x="4857250" y="747175"/>
              <a:ext cx="214725" cy="193700"/>
            </a:xfrm>
            <a:custGeom>
              <a:avLst/>
              <a:gdLst/>
              <a:ahLst/>
              <a:cxnLst/>
              <a:rect l="l" t="t" r="r" b="b"/>
              <a:pathLst>
                <a:path w="8589" h="7748" extrusionOk="0">
                  <a:moveTo>
                    <a:pt x="4056" y="207"/>
                  </a:moveTo>
                  <a:cubicBezTo>
                    <a:pt x="4151" y="207"/>
                    <a:pt x="4255" y="217"/>
                    <a:pt x="4370" y="239"/>
                  </a:cubicBezTo>
                  <a:cubicBezTo>
                    <a:pt x="4913" y="345"/>
                    <a:pt x="5277" y="560"/>
                    <a:pt x="5436" y="888"/>
                  </a:cubicBezTo>
                  <a:cubicBezTo>
                    <a:pt x="5731" y="1480"/>
                    <a:pt x="5353" y="2320"/>
                    <a:pt x="5082" y="2868"/>
                  </a:cubicBezTo>
                  <a:cubicBezTo>
                    <a:pt x="5044" y="2836"/>
                    <a:pt x="5001" y="2812"/>
                    <a:pt x="4957" y="2780"/>
                  </a:cubicBezTo>
                  <a:cubicBezTo>
                    <a:pt x="5058" y="2571"/>
                    <a:pt x="5064" y="2326"/>
                    <a:pt x="5070" y="2105"/>
                  </a:cubicBezTo>
                  <a:cubicBezTo>
                    <a:pt x="5070" y="2055"/>
                    <a:pt x="5076" y="2003"/>
                    <a:pt x="5076" y="1953"/>
                  </a:cubicBezTo>
                  <a:cubicBezTo>
                    <a:pt x="5076" y="1896"/>
                    <a:pt x="5032" y="1846"/>
                    <a:pt x="4975" y="1846"/>
                  </a:cubicBezTo>
                  <a:cubicBezTo>
                    <a:pt x="4972" y="1846"/>
                    <a:pt x="4969" y="1846"/>
                    <a:pt x="4966" y="1846"/>
                  </a:cubicBezTo>
                  <a:cubicBezTo>
                    <a:pt x="4914" y="1846"/>
                    <a:pt x="4875" y="1893"/>
                    <a:pt x="4869" y="1941"/>
                  </a:cubicBezTo>
                  <a:cubicBezTo>
                    <a:pt x="4869" y="1997"/>
                    <a:pt x="4869" y="2047"/>
                    <a:pt x="4861" y="2099"/>
                  </a:cubicBezTo>
                  <a:cubicBezTo>
                    <a:pt x="4855" y="2306"/>
                    <a:pt x="4855" y="2521"/>
                    <a:pt x="4774" y="2690"/>
                  </a:cubicBezTo>
                  <a:cubicBezTo>
                    <a:pt x="4622" y="2634"/>
                    <a:pt x="4459" y="2603"/>
                    <a:pt x="4288" y="2603"/>
                  </a:cubicBezTo>
                  <a:cubicBezTo>
                    <a:pt x="4294" y="2591"/>
                    <a:pt x="4294" y="2577"/>
                    <a:pt x="4294" y="2565"/>
                  </a:cubicBezTo>
                  <a:lnTo>
                    <a:pt x="4294" y="1997"/>
                  </a:lnTo>
                  <a:cubicBezTo>
                    <a:pt x="4294" y="1941"/>
                    <a:pt x="4250" y="1890"/>
                    <a:pt x="4194" y="1890"/>
                  </a:cubicBezTo>
                  <a:cubicBezTo>
                    <a:pt x="4136" y="1890"/>
                    <a:pt x="4093" y="1941"/>
                    <a:pt x="4093" y="1997"/>
                  </a:cubicBezTo>
                  <a:lnTo>
                    <a:pt x="4093" y="2565"/>
                  </a:lnTo>
                  <a:cubicBezTo>
                    <a:pt x="4093" y="2585"/>
                    <a:pt x="4093" y="2597"/>
                    <a:pt x="4099" y="2609"/>
                  </a:cubicBezTo>
                  <a:cubicBezTo>
                    <a:pt x="4043" y="2615"/>
                    <a:pt x="3985" y="2628"/>
                    <a:pt x="3929" y="2641"/>
                  </a:cubicBezTo>
                  <a:lnTo>
                    <a:pt x="3929" y="2634"/>
                  </a:lnTo>
                  <a:cubicBezTo>
                    <a:pt x="3840" y="2332"/>
                    <a:pt x="3752" y="2023"/>
                    <a:pt x="3702" y="1726"/>
                  </a:cubicBezTo>
                  <a:cubicBezTo>
                    <a:pt x="3690" y="1677"/>
                    <a:pt x="3647" y="1642"/>
                    <a:pt x="3604" y="1642"/>
                  </a:cubicBezTo>
                  <a:cubicBezTo>
                    <a:pt x="3597" y="1642"/>
                    <a:pt x="3589" y="1643"/>
                    <a:pt x="3583" y="1645"/>
                  </a:cubicBezTo>
                  <a:cubicBezTo>
                    <a:pt x="3525" y="1651"/>
                    <a:pt x="3487" y="1707"/>
                    <a:pt x="3493" y="1764"/>
                  </a:cubicBezTo>
                  <a:cubicBezTo>
                    <a:pt x="3551" y="2067"/>
                    <a:pt x="3639" y="2388"/>
                    <a:pt x="3726" y="2690"/>
                  </a:cubicBezTo>
                  <a:cubicBezTo>
                    <a:pt x="3726" y="2690"/>
                    <a:pt x="3734" y="2690"/>
                    <a:pt x="3734" y="2698"/>
                  </a:cubicBezTo>
                  <a:cubicBezTo>
                    <a:pt x="3651" y="2722"/>
                    <a:pt x="3583" y="2754"/>
                    <a:pt x="3513" y="2786"/>
                  </a:cubicBezTo>
                  <a:cubicBezTo>
                    <a:pt x="3015" y="2306"/>
                    <a:pt x="2850" y="1360"/>
                    <a:pt x="3166" y="743"/>
                  </a:cubicBezTo>
                  <a:cubicBezTo>
                    <a:pt x="3294" y="488"/>
                    <a:pt x="3550" y="207"/>
                    <a:pt x="4056" y="207"/>
                  </a:cubicBezTo>
                  <a:close/>
                  <a:moveTo>
                    <a:pt x="7162" y="1915"/>
                  </a:moveTo>
                  <a:cubicBezTo>
                    <a:pt x="7179" y="1915"/>
                    <a:pt x="7197" y="1915"/>
                    <a:pt x="7215" y="1916"/>
                  </a:cubicBezTo>
                  <a:cubicBezTo>
                    <a:pt x="7573" y="1928"/>
                    <a:pt x="8047" y="2085"/>
                    <a:pt x="8216" y="2728"/>
                  </a:cubicBezTo>
                  <a:cubicBezTo>
                    <a:pt x="8374" y="3296"/>
                    <a:pt x="8298" y="3738"/>
                    <a:pt x="7989" y="4040"/>
                  </a:cubicBezTo>
                  <a:cubicBezTo>
                    <a:pt x="7663" y="4366"/>
                    <a:pt x="7118" y="4494"/>
                    <a:pt x="6560" y="4494"/>
                  </a:cubicBezTo>
                  <a:cubicBezTo>
                    <a:pt x="6222" y="4494"/>
                    <a:pt x="5880" y="4447"/>
                    <a:pt x="5580" y="4369"/>
                  </a:cubicBezTo>
                  <a:lnTo>
                    <a:pt x="5562" y="4363"/>
                  </a:lnTo>
                  <a:cubicBezTo>
                    <a:pt x="5580" y="4293"/>
                    <a:pt x="5600" y="4223"/>
                    <a:pt x="5612" y="4154"/>
                  </a:cubicBezTo>
                  <a:cubicBezTo>
                    <a:pt x="5853" y="4174"/>
                    <a:pt x="6072" y="4186"/>
                    <a:pt x="6275" y="4186"/>
                  </a:cubicBezTo>
                  <a:lnTo>
                    <a:pt x="6420" y="4186"/>
                  </a:lnTo>
                  <a:cubicBezTo>
                    <a:pt x="6476" y="4180"/>
                    <a:pt x="6520" y="4136"/>
                    <a:pt x="6520" y="4078"/>
                  </a:cubicBezTo>
                  <a:cubicBezTo>
                    <a:pt x="6520" y="4025"/>
                    <a:pt x="6475" y="3976"/>
                    <a:pt x="6422" y="3976"/>
                  </a:cubicBezTo>
                  <a:cubicBezTo>
                    <a:pt x="6419" y="3976"/>
                    <a:pt x="6416" y="3976"/>
                    <a:pt x="6412" y="3977"/>
                  </a:cubicBezTo>
                  <a:cubicBezTo>
                    <a:pt x="6369" y="3978"/>
                    <a:pt x="6324" y="3979"/>
                    <a:pt x="6279" y="3979"/>
                  </a:cubicBezTo>
                  <a:cubicBezTo>
                    <a:pt x="6081" y="3979"/>
                    <a:pt x="5865" y="3966"/>
                    <a:pt x="5626" y="3947"/>
                  </a:cubicBezTo>
                  <a:cubicBezTo>
                    <a:pt x="5626" y="3895"/>
                    <a:pt x="5618" y="3851"/>
                    <a:pt x="5612" y="3801"/>
                  </a:cubicBezTo>
                  <a:cubicBezTo>
                    <a:pt x="5871" y="3720"/>
                    <a:pt x="6161" y="3644"/>
                    <a:pt x="6482" y="3586"/>
                  </a:cubicBezTo>
                  <a:cubicBezTo>
                    <a:pt x="6540" y="3574"/>
                    <a:pt x="6577" y="3523"/>
                    <a:pt x="6564" y="3467"/>
                  </a:cubicBezTo>
                  <a:cubicBezTo>
                    <a:pt x="6553" y="3417"/>
                    <a:pt x="6515" y="3382"/>
                    <a:pt x="6468" y="3382"/>
                  </a:cubicBezTo>
                  <a:cubicBezTo>
                    <a:pt x="6460" y="3382"/>
                    <a:pt x="6452" y="3383"/>
                    <a:pt x="6444" y="3385"/>
                  </a:cubicBezTo>
                  <a:cubicBezTo>
                    <a:pt x="6129" y="3441"/>
                    <a:pt x="5839" y="3511"/>
                    <a:pt x="5574" y="3598"/>
                  </a:cubicBezTo>
                  <a:cubicBezTo>
                    <a:pt x="5556" y="3511"/>
                    <a:pt x="5524" y="3429"/>
                    <a:pt x="5480" y="3353"/>
                  </a:cubicBezTo>
                  <a:cubicBezTo>
                    <a:pt x="5556" y="3296"/>
                    <a:pt x="5632" y="3246"/>
                    <a:pt x="5707" y="3190"/>
                  </a:cubicBezTo>
                  <a:cubicBezTo>
                    <a:pt x="5827" y="3114"/>
                    <a:pt x="5940" y="3039"/>
                    <a:pt x="6048" y="2943"/>
                  </a:cubicBezTo>
                  <a:cubicBezTo>
                    <a:pt x="6092" y="2905"/>
                    <a:pt x="6098" y="2842"/>
                    <a:pt x="6060" y="2798"/>
                  </a:cubicBezTo>
                  <a:cubicBezTo>
                    <a:pt x="6039" y="2774"/>
                    <a:pt x="6010" y="2763"/>
                    <a:pt x="5981" y="2763"/>
                  </a:cubicBezTo>
                  <a:cubicBezTo>
                    <a:pt x="5956" y="2763"/>
                    <a:pt x="5932" y="2771"/>
                    <a:pt x="5915" y="2786"/>
                  </a:cubicBezTo>
                  <a:cubicBezTo>
                    <a:pt x="5815" y="2874"/>
                    <a:pt x="5707" y="2943"/>
                    <a:pt x="5594" y="3019"/>
                  </a:cubicBezTo>
                  <a:cubicBezTo>
                    <a:pt x="5524" y="3069"/>
                    <a:pt x="5449" y="3120"/>
                    <a:pt x="5379" y="3170"/>
                  </a:cubicBezTo>
                  <a:cubicBezTo>
                    <a:pt x="5353" y="3144"/>
                    <a:pt x="5335" y="3120"/>
                    <a:pt x="5315" y="3088"/>
                  </a:cubicBezTo>
                  <a:cubicBezTo>
                    <a:pt x="5329" y="3082"/>
                    <a:pt x="5341" y="3069"/>
                    <a:pt x="5347" y="3051"/>
                  </a:cubicBezTo>
                  <a:cubicBezTo>
                    <a:pt x="5563" y="2440"/>
                    <a:pt x="6417" y="1915"/>
                    <a:pt x="7162" y="1915"/>
                  </a:cubicBezTo>
                  <a:close/>
                  <a:moveTo>
                    <a:pt x="1677" y="1884"/>
                  </a:moveTo>
                  <a:cubicBezTo>
                    <a:pt x="2378" y="1884"/>
                    <a:pt x="3015" y="2332"/>
                    <a:pt x="3228" y="2975"/>
                  </a:cubicBezTo>
                  <a:lnTo>
                    <a:pt x="3228" y="2987"/>
                  </a:lnTo>
                  <a:cubicBezTo>
                    <a:pt x="3191" y="3025"/>
                    <a:pt x="3153" y="3063"/>
                    <a:pt x="3115" y="3107"/>
                  </a:cubicBezTo>
                  <a:cubicBezTo>
                    <a:pt x="3008" y="2917"/>
                    <a:pt x="2844" y="2742"/>
                    <a:pt x="2649" y="2603"/>
                  </a:cubicBezTo>
                  <a:cubicBezTo>
                    <a:pt x="2631" y="2587"/>
                    <a:pt x="2610" y="2580"/>
                    <a:pt x="2589" y="2580"/>
                  </a:cubicBezTo>
                  <a:cubicBezTo>
                    <a:pt x="2558" y="2580"/>
                    <a:pt x="2526" y="2595"/>
                    <a:pt x="2504" y="2622"/>
                  </a:cubicBezTo>
                  <a:cubicBezTo>
                    <a:pt x="2472" y="2666"/>
                    <a:pt x="2485" y="2728"/>
                    <a:pt x="2529" y="2766"/>
                  </a:cubicBezTo>
                  <a:cubicBezTo>
                    <a:pt x="2737" y="2917"/>
                    <a:pt x="2908" y="3120"/>
                    <a:pt x="2995" y="3315"/>
                  </a:cubicBezTo>
                  <a:cubicBezTo>
                    <a:pt x="2952" y="3391"/>
                    <a:pt x="2914" y="3473"/>
                    <a:pt x="2882" y="3549"/>
                  </a:cubicBezTo>
                  <a:cubicBezTo>
                    <a:pt x="2675" y="3371"/>
                    <a:pt x="2396" y="3284"/>
                    <a:pt x="2137" y="3202"/>
                  </a:cubicBezTo>
                  <a:lnTo>
                    <a:pt x="2107" y="3303"/>
                  </a:lnTo>
                  <a:lnTo>
                    <a:pt x="2087" y="3403"/>
                  </a:lnTo>
                  <a:cubicBezTo>
                    <a:pt x="2334" y="3479"/>
                    <a:pt x="2611" y="3568"/>
                    <a:pt x="2794" y="3744"/>
                  </a:cubicBezTo>
                  <a:cubicBezTo>
                    <a:pt x="2806" y="3750"/>
                    <a:pt x="2812" y="3757"/>
                    <a:pt x="2826" y="3763"/>
                  </a:cubicBezTo>
                  <a:cubicBezTo>
                    <a:pt x="2812" y="3857"/>
                    <a:pt x="2806" y="3953"/>
                    <a:pt x="2812" y="4046"/>
                  </a:cubicBezTo>
                  <a:lnTo>
                    <a:pt x="2667" y="4046"/>
                  </a:lnTo>
                  <a:cubicBezTo>
                    <a:pt x="2599" y="4046"/>
                    <a:pt x="2529" y="4047"/>
                    <a:pt x="2459" y="4047"/>
                  </a:cubicBezTo>
                  <a:cubicBezTo>
                    <a:pt x="2285" y="4047"/>
                    <a:pt x="2107" y="4044"/>
                    <a:pt x="1936" y="4022"/>
                  </a:cubicBezTo>
                  <a:cubicBezTo>
                    <a:pt x="1880" y="4022"/>
                    <a:pt x="1829" y="4060"/>
                    <a:pt x="1823" y="4116"/>
                  </a:cubicBezTo>
                  <a:cubicBezTo>
                    <a:pt x="1817" y="4174"/>
                    <a:pt x="1854" y="4223"/>
                    <a:pt x="1910" y="4230"/>
                  </a:cubicBezTo>
                  <a:cubicBezTo>
                    <a:pt x="2100" y="4249"/>
                    <a:pt x="2289" y="4255"/>
                    <a:pt x="2472" y="4255"/>
                  </a:cubicBezTo>
                  <a:lnTo>
                    <a:pt x="2838" y="4255"/>
                  </a:lnTo>
                  <a:lnTo>
                    <a:pt x="2838" y="4267"/>
                  </a:lnTo>
                  <a:cubicBezTo>
                    <a:pt x="2850" y="4317"/>
                    <a:pt x="2870" y="4375"/>
                    <a:pt x="2888" y="4425"/>
                  </a:cubicBezTo>
                  <a:cubicBezTo>
                    <a:pt x="2876" y="4431"/>
                    <a:pt x="2864" y="4438"/>
                    <a:pt x="2844" y="4438"/>
                  </a:cubicBezTo>
                  <a:cubicBezTo>
                    <a:pt x="2762" y="4463"/>
                    <a:pt x="2705" y="4482"/>
                    <a:pt x="2591" y="4494"/>
                  </a:cubicBezTo>
                  <a:cubicBezTo>
                    <a:pt x="2475" y="4503"/>
                    <a:pt x="2354" y="4508"/>
                    <a:pt x="2232" y="4508"/>
                  </a:cubicBezTo>
                  <a:cubicBezTo>
                    <a:pt x="1550" y="4508"/>
                    <a:pt x="809" y="4360"/>
                    <a:pt x="467" y="3921"/>
                  </a:cubicBezTo>
                  <a:cubicBezTo>
                    <a:pt x="253" y="3656"/>
                    <a:pt x="221" y="3290"/>
                    <a:pt x="367" y="2849"/>
                  </a:cubicBezTo>
                  <a:cubicBezTo>
                    <a:pt x="562" y="2244"/>
                    <a:pt x="1054" y="1884"/>
                    <a:pt x="1677" y="1884"/>
                  </a:cubicBezTo>
                  <a:close/>
                  <a:moveTo>
                    <a:pt x="4279" y="2803"/>
                  </a:moveTo>
                  <a:cubicBezTo>
                    <a:pt x="4579" y="2803"/>
                    <a:pt x="4827" y="2918"/>
                    <a:pt x="5013" y="3076"/>
                  </a:cubicBezTo>
                  <a:cubicBezTo>
                    <a:pt x="5020" y="3101"/>
                    <a:pt x="5038" y="3126"/>
                    <a:pt x="5064" y="3138"/>
                  </a:cubicBezTo>
                  <a:cubicBezTo>
                    <a:pt x="5076" y="3144"/>
                    <a:pt x="5082" y="3144"/>
                    <a:pt x="5088" y="3152"/>
                  </a:cubicBezTo>
                  <a:cubicBezTo>
                    <a:pt x="5140" y="3196"/>
                    <a:pt x="5178" y="3252"/>
                    <a:pt x="5215" y="3303"/>
                  </a:cubicBezTo>
                  <a:cubicBezTo>
                    <a:pt x="5184" y="3341"/>
                    <a:pt x="5184" y="3397"/>
                    <a:pt x="5215" y="3441"/>
                  </a:cubicBezTo>
                  <a:cubicBezTo>
                    <a:pt x="5234" y="3461"/>
                    <a:pt x="5265" y="3473"/>
                    <a:pt x="5291" y="3473"/>
                  </a:cubicBezTo>
                  <a:lnTo>
                    <a:pt x="5309" y="3473"/>
                  </a:lnTo>
                  <a:cubicBezTo>
                    <a:pt x="5379" y="3618"/>
                    <a:pt x="5417" y="3782"/>
                    <a:pt x="5417" y="3939"/>
                  </a:cubicBezTo>
                  <a:cubicBezTo>
                    <a:pt x="5385" y="3953"/>
                    <a:pt x="5353" y="3984"/>
                    <a:pt x="5353" y="4022"/>
                  </a:cubicBezTo>
                  <a:cubicBezTo>
                    <a:pt x="5347" y="4066"/>
                    <a:pt x="5367" y="4104"/>
                    <a:pt x="5405" y="4122"/>
                  </a:cubicBezTo>
                  <a:cubicBezTo>
                    <a:pt x="5373" y="4355"/>
                    <a:pt x="5265" y="4576"/>
                    <a:pt x="5102" y="4771"/>
                  </a:cubicBezTo>
                  <a:cubicBezTo>
                    <a:pt x="4859" y="5045"/>
                    <a:pt x="4561" y="5189"/>
                    <a:pt x="4245" y="5189"/>
                  </a:cubicBezTo>
                  <a:cubicBezTo>
                    <a:pt x="4159" y="5189"/>
                    <a:pt x="4072" y="5178"/>
                    <a:pt x="3985" y="5157"/>
                  </a:cubicBezTo>
                  <a:cubicBezTo>
                    <a:pt x="3531" y="5044"/>
                    <a:pt x="3147" y="4658"/>
                    <a:pt x="3039" y="4217"/>
                  </a:cubicBezTo>
                  <a:cubicBezTo>
                    <a:pt x="2945" y="3801"/>
                    <a:pt x="3103" y="3391"/>
                    <a:pt x="3493" y="3057"/>
                  </a:cubicBezTo>
                  <a:cubicBezTo>
                    <a:pt x="3507" y="3051"/>
                    <a:pt x="3513" y="3031"/>
                    <a:pt x="3525" y="3019"/>
                  </a:cubicBezTo>
                  <a:cubicBezTo>
                    <a:pt x="3639" y="2943"/>
                    <a:pt x="3778" y="2893"/>
                    <a:pt x="3941" y="2849"/>
                  </a:cubicBezTo>
                  <a:cubicBezTo>
                    <a:pt x="4060" y="2818"/>
                    <a:pt x="4172" y="2803"/>
                    <a:pt x="4279" y="2803"/>
                  </a:cubicBezTo>
                  <a:close/>
                  <a:moveTo>
                    <a:pt x="5474" y="4582"/>
                  </a:moveTo>
                  <a:cubicBezTo>
                    <a:pt x="5480" y="4582"/>
                    <a:pt x="5486" y="4590"/>
                    <a:pt x="5498" y="4596"/>
                  </a:cubicBezTo>
                  <a:cubicBezTo>
                    <a:pt x="6211" y="4771"/>
                    <a:pt x="6866" y="5629"/>
                    <a:pt x="6874" y="6392"/>
                  </a:cubicBezTo>
                  <a:cubicBezTo>
                    <a:pt x="6874" y="6928"/>
                    <a:pt x="6552" y="7300"/>
                    <a:pt x="5972" y="7451"/>
                  </a:cubicBezTo>
                  <a:cubicBezTo>
                    <a:pt x="5832" y="7485"/>
                    <a:pt x="5698" y="7502"/>
                    <a:pt x="5571" y="7502"/>
                  </a:cubicBezTo>
                  <a:cubicBezTo>
                    <a:pt x="5274" y="7502"/>
                    <a:pt x="5014" y="7410"/>
                    <a:pt x="4793" y="7224"/>
                  </a:cubicBezTo>
                  <a:cubicBezTo>
                    <a:pt x="4351" y="6860"/>
                    <a:pt x="4105" y="6141"/>
                    <a:pt x="4143" y="5390"/>
                  </a:cubicBezTo>
                  <a:cubicBezTo>
                    <a:pt x="4180" y="5390"/>
                    <a:pt x="4212" y="5396"/>
                    <a:pt x="4244" y="5396"/>
                  </a:cubicBezTo>
                  <a:cubicBezTo>
                    <a:pt x="4294" y="5396"/>
                    <a:pt x="4345" y="5390"/>
                    <a:pt x="4389" y="5384"/>
                  </a:cubicBezTo>
                  <a:cubicBezTo>
                    <a:pt x="4389" y="5687"/>
                    <a:pt x="4491" y="6002"/>
                    <a:pt x="4578" y="6247"/>
                  </a:cubicBezTo>
                  <a:cubicBezTo>
                    <a:pt x="4590" y="6285"/>
                    <a:pt x="4634" y="6316"/>
                    <a:pt x="4672" y="6316"/>
                  </a:cubicBezTo>
                  <a:cubicBezTo>
                    <a:pt x="4686" y="6316"/>
                    <a:pt x="4698" y="6310"/>
                    <a:pt x="4710" y="6310"/>
                  </a:cubicBezTo>
                  <a:cubicBezTo>
                    <a:pt x="4761" y="6285"/>
                    <a:pt x="4793" y="6229"/>
                    <a:pt x="4774" y="6179"/>
                  </a:cubicBezTo>
                  <a:cubicBezTo>
                    <a:pt x="4686" y="5944"/>
                    <a:pt x="4590" y="5635"/>
                    <a:pt x="4597" y="5365"/>
                  </a:cubicBezTo>
                  <a:cubicBezTo>
                    <a:pt x="4597" y="5358"/>
                    <a:pt x="4590" y="5352"/>
                    <a:pt x="4590" y="5346"/>
                  </a:cubicBezTo>
                  <a:cubicBezTo>
                    <a:pt x="4680" y="5315"/>
                    <a:pt x="4768" y="5283"/>
                    <a:pt x="4855" y="5233"/>
                  </a:cubicBezTo>
                  <a:cubicBezTo>
                    <a:pt x="4963" y="5371"/>
                    <a:pt x="5038" y="5528"/>
                    <a:pt x="5120" y="5693"/>
                  </a:cubicBezTo>
                  <a:cubicBezTo>
                    <a:pt x="5158" y="5763"/>
                    <a:pt x="5190" y="5825"/>
                    <a:pt x="5228" y="5894"/>
                  </a:cubicBezTo>
                  <a:cubicBezTo>
                    <a:pt x="5247" y="5926"/>
                    <a:pt x="5277" y="5944"/>
                    <a:pt x="5315" y="5944"/>
                  </a:cubicBezTo>
                  <a:cubicBezTo>
                    <a:pt x="5335" y="5944"/>
                    <a:pt x="5347" y="5944"/>
                    <a:pt x="5367" y="5932"/>
                  </a:cubicBezTo>
                  <a:cubicBezTo>
                    <a:pt x="5417" y="5906"/>
                    <a:pt x="5436" y="5844"/>
                    <a:pt x="5405" y="5793"/>
                  </a:cubicBezTo>
                  <a:cubicBezTo>
                    <a:pt x="5373" y="5731"/>
                    <a:pt x="5341" y="5667"/>
                    <a:pt x="5309" y="5598"/>
                  </a:cubicBezTo>
                  <a:cubicBezTo>
                    <a:pt x="5228" y="5440"/>
                    <a:pt x="5146" y="5271"/>
                    <a:pt x="5026" y="5119"/>
                  </a:cubicBezTo>
                  <a:cubicBezTo>
                    <a:pt x="5108" y="5062"/>
                    <a:pt x="5178" y="4992"/>
                    <a:pt x="5247" y="4911"/>
                  </a:cubicBezTo>
                  <a:lnTo>
                    <a:pt x="5259" y="4923"/>
                  </a:lnTo>
                  <a:cubicBezTo>
                    <a:pt x="5455" y="5050"/>
                    <a:pt x="5725" y="5251"/>
                    <a:pt x="5871" y="5504"/>
                  </a:cubicBezTo>
                  <a:cubicBezTo>
                    <a:pt x="5890" y="5542"/>
                    <a:pt x="5921" y="5560"/>
                    <a:pt x="5958" y="5560"/>
                  </a:cubicBezTo>
                  <a:cubicBezTo>
                    <a:pt x="5978" y="5560"/>
                    <a:pt x="5990" y="5554"/>
                    <a:pt x="6010" y="5548"/>
                  </a:cubicBezTo>
                  <a:cubicBezTo>
                    <a:pt x="6060" y="5516"/>
                    <a:pt x="6072" y="5452"/>
                    <a:pt x="6048" y="5408"/>
                  </a:cubicBezTo>
                  <a:cubicBezTo>
                    <a:pt x="5890" y="5112"/>
                    <a:pt x="5588" y="4892"/>
                    <a:pt x="5373" y="4753"/>
                  </a:cubicBezTo>
                  <a:cubicBezTo>
                    <a:pt x="5411" y="4696"/>
                    <a:pt x="5442" y="4640"/>
                    <a:pt x="5474" y="4582"/>
                  </a:cubicBezTo>
                  <a:close/>
                  <a:moveTo>
                    <a:pt x="3065" y="4753"/>
                  </a:moveTo>
                  <a:lnTo>
                    <a:pt x="3065" y="4759"/>
                  </a:lnTo>
                  <a:cubicBezTo>
                    <a:pt x="2952" y="4809"/>
                    <a:pt x="2826" y="4855"/>
                    <a:pt x="2687" y="4904"/>
                  </a:cubicBezTo>
                  <a:cubicBezTo>
                    <a:pt x="2472" y="4980"/>
                    <a:pt x="2251" y="5062"/>
                    <a:pt x="2075" y="5187"/>
                  </a:cubicBezTo>
                  <a:cubicBezTo>
                    <a:pt x="2024" y="5219"/>
                    <a:pt x="2012" y="5283"/>
                    <a:pt x="2050" y="5333"/>
                  </a:cubicBezTo>
                  <a:cubicBezTo>
                    <a:pt x="2069" y="5358"/>
                    <a:pt x="2100" y="5377"/>
                    <a:pt x="2131" y="5377"/>
                  </a:cubicBezTo>
                  <a:cubicBezTo>
                    <a:pt x="2151" y="5377"/>
                    <a:pt x="2175" y="5371"/>
                    <a:pt x="2195" y="5358"/>
                  </a:cubicBezTo>
                  <a:cubicBezTo>
                    <a:pt x="2346" y="5245"/>
                    <a:pt x="2547" y="5175"/>
                    <a:pt x="2756" y="5100"/>
                  </a:cubicBezTo>
                  <a:cubicBezTo>
                    <a:pt x="2902" y="5050"/>
                    <a:pt x="3053" y="4998"/>
                    <a:pt x="3185" y="4930"/>
                  </a:cubicBezTo>
                  <a:lnTo>
                    <a:pt x="3197" y="4917"/>
                  </a:lnTo>
                  <a:cubicBezTo>
                    <a:pt x="3228" y="4948"/>
                    <a:pt x="3260" y="4980"/>
                    <a:pt x="3292" y="5012"/>
                  </a:cubicBezTo>
                  <a:cubicBezTo>
                    <a:pt x="3077" y="5181"/>
                    <a:pt x="2838" y="5384"/>
                    <a:pt x="2611" y="5585"/>
                  </a:cubicBezTo>
                  <a:cubicBezTo>
                    <a:pt x="2573" y="5623"/>
                    <a:pt x="2567" y="5687"/>
                    <a:pt x="2605" y="5731"/>
                  </a:cubicBezTo>
                  <a:cubicBezTo>
                    <a:pt x="2623" y="5749"/>
                    <a:pt x="2655" y="5763"/>
                    <a:pt x="2681" y="5763"/>
                  </a:cubicBezTo>
                  <a:cubicBezTo>
                    <a:pt x="2705" y="5763"/>
                    <a:pt x="2731" y="5755"/>
                    <a:pt x="2750" y="5737"/>
                  </a:cubicBezTo>
                  <a:cubicBezTo>
                    <a:pt x="2983" y="5536"/>
                    <a:pt x="3228" y="5321"/>
                    <a:pt x="3455" y="5150"/>
                  </a:cubicBezTo>
                  <a:cubicBezTo>
                    <a:pt x="3455" y="5144"/>
                    <a:pt x="3455" y="5144"/>
                    <a:pt x="3462" y="5138"/>
                  </a:cubicBezTo>
                  <a:cubicBezTo>
                    <a:pt x="3507" y="5169"/>
                    <a:pt x="3551" y="5201"/>
                    <a:pt x="3601" y="5225"/>
                  </a:cubicBezTo>
                  <a:cubicBezTo>
                    <a:pt x="3575" y="5239"/>
                    <a:pt x="3557" y="5257"/>
                    <a:pt x="3551" y="5283"/>
                  </a:cubicBezTo>
                  <a:cubicBezTo>
                    <a:pt x="3455" y="5522"/>
                    <a:pt x="3380" y="5806"/>
                    <a:pt x="3310" y="6095"/>
                  </a:cubicBezTo>
                  <a:cubicBezTo>
                    <a:pt x="3304" y="6153"/>
                    <a:pt x="3336" y="6209"/>
                    <a:pt x="3393" y="6223"/>
                  </a:cubicBezTo>
                  <a:lnTo>
                    <a:pt x="3418" y="6223"/>
                  </a:lnTo>
                  <a:cubicBezTo>
                    <a:pt x="3462" y="6223"/>
                    <a:pt x="3507" y="6191"/>
                    <a:pt x="3513" y="6141"/>
                  </a:cubicBezTo>
                  <a:cubicBezTo>
                    <a:pt x="3575" y="5856"/>
                    <a:pt x="3651" y="5585"/>
                    <a:pt x="3740" y="5352"/>
                  </a:cubicBezTo>
                  <a:cubicBezTo>
                    <a:pt x="3746" y="5333"/>
                    <a:pt x="3746" y="5315"/>
                    <a:pt x="3740" y="5295"/>
                  </a:cubicBezTo>
                  <a:lnTo>
                    <a:pt x="3740" y="5295"/>
                  </a:lnTo>
                  <a:cubicBezTo>
                    <a:pt x="3784" y="5315"/>
                    <a:pt x="3828" y="5327"/>
                    <a:pt x="3872" y="5339"/>
                  </a:cubicBezTo>
                  <a:cubicBezTo>
                    <a:pt x="3885" y="6279"/>
                    <a:pt x="3216" y="7326"/>
                    <a:pt x="2466" y="7515"/>
                  </a:cubicBezTo>
                  <a:cubicBezTo>
                    <a:pt x="2391" y="7533"/>
                    <a:pt x="2318" y="7543"/>
                    <a:pt x="2246" y="7543"/>
                  </a:cubicBezTo>
                  <a:cubicBezTo>
                    <a:pt x="1832" y="7543"/>
                    <a:pt x="1464" y="7236"/>
                    <a:pt x="1173" y="6645"/>
                  </a:cubicBezTo>
                  <a:cubicBezTo>
                    <a:pt x="958" y="6209"/>
                    <a:pt x="946" y="5812"/>
                    <a:pt x="1148" y="5498"/>
                  </a:cubicBezTo>
                  <a:cubicBezTo>
                    <a:pt x="1432" y="5036"/>
                    <a:pt x="2131" y="4765"/>
                    <a:pt x="3015" y="4765"/>
                  </a:cubicBezTo>
                  <a:cubicBezTo>
                    <a:pt x="3033" y="4765"/>
                    <a:pt x="3053" y="4759"/>
                    <a:pt x="3065" y="4753"/>
                  </a:cubicBezTo>
                  <a:close/>
                  <a:moveTo>
                    <a:pt x="4056" y="1"/>
                  </a:moveTo>
                  <a:cubicBezTo>
                    <a:pt x="3418" y="1"/>
                    <a:pt x="3113" y="388"/>
                    <a:pt x="2983" y="647"/>
                  </a:cubicBezTo>
                  <a:cubicBezTo>
                    <a:pt x="2762" y="1077"/>
                    <a:pt x="2750" y="1645"/>
                    <a:pt x="2908" y="2143"/>
                  </a:cubicBezTo>
                  <a:cubicBezTo>
                    <a:pt x="2579" y="1852"/>
                    <a:pt x="2137" y="1677"/>
                    <a:pt x="1677" y="1677"/>
                  </a:cubicBezTo>
                  <a:cubicBezTo>
                    <a:pt x="958" y="1677"/>
                    <a:pt x="391" y="2093"/>
                    <a:pt x="164" y="2786"/>
                  </a:cubicBezTo>
                  <a:cubicBezTo>
                    <a:pt x="1" y="3296"/>
                    <a:pt x="44" y="3726"/>
                    <a:pt x="303" y="4052"/>
                  </a:cubicBezTo>
                  <a:cubicBezTo>
                    <a:pt x="644" y="4482"/>
                    <a:pt x="1305" y="4665"/>
                    <a:pt x="1956" y="4703"/>
                  </a:cubicBezTo>
                  <a:cubicBezTo>
                    <a:pt x="1508" y="4841"/>
                    <a:pt x="1167" y="5074"/>
                    <a:pt x="972" y="5384"/>
                  </a:cubicBezTo>
                  <a:cubicBezTo>
                    <a:pt x="731" y="5769"/>
                    <a:pt x="738" y="6235"/>
                    <a:pt x="984" y="6739"/>
                  </a:cubicBezTo>
                  <a:cubicBezTo>
                    <a:pt x="1388" y="7559"/>
                    <a:pt x="1880" y="7748"/>
                    <a:pt x="2245" y="7748"/>
                  </a:cubicBezTo>
                  <a:cubicBezTo>
                    <a:pt x="2346" y="7748"/>
                    <a:pt x="2440" y="7730"/>
                    <a:pt x="2516" y="7710"/>
                  </a:cubicBezTo>
                  <a:cubicBezTo>
                    <a:pt x="3153" y="7553"/>
                    <a:pt x="3740" y="6834"/>
                    <a:pt x="3973" y="6052"/>
                  </a:cubicBezTo>
                  <a:cubicBezTo>
                    <a:pt x="4067" y="6601"/>
                    <a:pt x="4307" y="7087"/>
                    <a:pt x="4654" y="7382"/>
                  </a:cubicBezTo>
                  <a:cubicBezTo>
                    <a:pt x="4913" y="7597"/>
                    <a:pt x="5222" y="7710"/>
                    <a:pt x="5568" y="7710"/>
                  </a:cubicBezTo>
                  <a:cubicBezTo>
                    <a:pt x="5713" y="7710"/>
                    <a:pt x="5865" y="7692"/>
                    <a:pt x="6022" y="7647"/>
                  </a:cubicBezTo>
                  <a:cubicBezTo>
                    <a:pt x="6697" y="7477"/>
                    <a:pt x="7081" y="7023"/>
                    <a:pt x="7075" y="6392"/>
                  </a:cubicBezTo>
                  <a:cubicBezTo>
                    <a:pt x="7075" y="5749"/>
                    <a:pt x="6677" y="5068"/>
                    <a:pt x="6142" y="4677"/>
                  </a:cubicBezTo>
                  <a:lnTo>
                    <a:pt x="6142" y="4677"/>
                  </a:lnTo>
                  <a:cubicBezTo>
                    <a:pt x="6287" y="4696"/>
                    <a:pt x="6426" y="4703"/>
                    <a:pt x="6571" y="4703"/>
                  </a:cubicBezTo>
                  <a:cubicBezTo>
                    <a:pt x="7177" y="4703"/>
                    <a:pt x="7768" y="4558"/>
                    <a:pt x="8141" y="4186"/>
                  </a:cubicBezTo>
                  <a:cubicBezTo>
                    <a:pt x="8501" y="3825"/>
                    <a:pt x="8589" y="3322"/>
                    <a:pt x="8418" y="2672"/>
                  </a:cubicBezTo>
                  <a:cubicBezTo>
                    <a:pt x="8254" y="2073"/>
                    <a:pt x="7832" y="1733"/>
                    <a:pt x="7221" y="1707"/>
                  </a:cubicBezTo>
                  <a:cubicBezTo>
                    <a:pt x="7203" y="1706"/>
                    <a:pt x="7185" y="1706"/>
                    <a:pt x="7167" y="1706"/>
                  </a:cubicBezTo>
                  <a:cubicBezTo>
                    <a:pt x="6564" y="1706"/>
                    <a:pt x="5922" y="2004"/>
                    <a:pt x="5512" y="2426"/>
                  </a:cubicBezTo>
                  <a:cubicBezTo>
                    <a:pt x="5719" y="1904"/>
                    <a:pt x="5871" y="1291"/>
                    <a:pt x="5626" y="793"/>
                  </a:cubicBezTo>
                  <a:cubicBezTo>
                    <a:pt x="5429" y="408"/>
                    <a:pt x="5020" y="156"/>
                    <a:pt x="4407" y="36"/>
                  </a:cubicBezTo>
                  <a:cubicBezTo>
                    <a:pt x="4280" y="12"/>
                    <a:pt x="4163" y="1"/>
                    <a:pt x="4056"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9" name="Google Shape;4119;p55"/>
            <p:cNvSpPr/>
            <p:nvPr/>
          </p:nvSpPr>
          <p:spPr>
            <a:xfrm>
              <a:off x="4862775" y="794250"/>
              <a:ext cx="75200" cy="65625"/>
            </a:xfrm>
            <a:custGeom>
              <a:avLst/>
              <a:gdLst/>
              <a:ahLst/>
              <a:cxnLst/>
              <a:rect l="l" t="t" r="r" b="b"/>
              <a:pathLst>
                <a:path w="3008" h="2625" extrusionOk="0">
                  <a:moveTo>
                    <a:pt x="2006" y="493"/>
                  </a:moveTo>
                  <a:cubicBezTo>
                    <a:pt x="2056" y="493"/>
                    <a:pt x="2106" y="537"/>
                    <a:pt x="2106" y="594"/>
                  </a:cubicBezTo>
                  <a:cubicBezTo>
                    <a:pt x="2106" y="650"/>
                    <a:pt x="2056" y="694"/>
                    <a:pt x="2006" y="694"/>
                  </a:cubicBezTo>
                  <a:lnTo>
                    <a:pt x="1841" y="694"/>
                  </a:lnTo>
                  <a:cubicBezTo>
                    <a:pt x="1785" y="694"/>
                    <a:pt x="1741" y="650"/>
                    <a:pt x="1741" y="594"/>
                  </a:cubicBezTo>
                  <a:cubicBezTo>
                    <a:pt x="1741" y="537"/>
                    <a:pt x="1785" y="493"/>
                    <a:pt x="1841" y="493"/>
                  </a:cubicBezTo>
                  <a:close/>
                  <a:moveTo>
                    <a:pt x="1337" y="1203"/>
                  </a:moveTo>
                  <a:cubicBezTo>
                    <a:pt x="1346" y="1203"/>
                    <a:pt x="1354" y="1204"/>
                    <a:pt x="1362" y="1205"/>
                  </a:cubicBezTo>
                  <a:cubicBezTo>
                    <a:pt x="1406" y="1212"/>
                    <a:pt x="1456" y="1231"/>
                    <a:pt x="1500" y="1261"/>
                  </a:cubicBezTo>
                  <a:cubicBezTo>
                    <a:pt x="1552" y="1287"/>
                    <a:pt x="1570" y="1351"/>
                    <a:pt x="1546" y="1401"/>
                  </a:cubicBezTo>
                  <a:cubicBezTo>
                    <a:pt x="1526" y="1432"/>
                    <a:pt x="1488" y="1451"/>
                    <a:pt x="1450" y="1451"/>
                  </a:cubicBezTo>
                  <a:cubicBezTo>
                    <a:pt x="1438" y="1451"/>
                    <a:pt x="1418" y="1445"/>
                    <a:pt x="1400" y="1439"/>
                  </a:cubicBezTo>
                  <a:cubicBezTo>
                    <a:pt x="1369" y="1420"/>
                    <a:pt x="1343" y="1413"/>
                    <a:pt x="1311" y="1407"/>
                  </a:cubicBezTo>
                  <a:cubicBezTo>
                    <a:pt x="1261" y="1389"/>
                    <a:pt x="1223" y="1337"/>
                    <a:pt x="1235" y="1281"/>
                  </a:cubicBezTo>
                  <a:cubicBezTo>
                    <a:pt x="1247" y="1232"/>
                    <a:pt x="1289" y="1203"/>
                    <a:pt x="1337" y="1203"/>
                  </a:cubicBezTo>
                  <a:close/>
                  <a:moveTo>
                    <a:pt x="1294" y="2070"/>
                  </a:moveTo>
                  <a:cubicBezTo>
                    <a:pt x="1314" y="2070"/>
                    <a:pt x="1332" y="2076"/>
                    <a:pt x="1349" y="2088"/>
                  </a:cubicBezTo>
                  <a:cubicBezTo>
                    <a:pt x="1354" y="2092"/>
                    <a:pt x="1362" y="2097"/>
                    <a:pt x="1372" y="2097"/>
                  </a:cubicBezTo>
                  <a:cubicBezTo>
                    <a:pt x="1376" y="2097"/>
                    <a:pt x="1381" y="2096"/>
                    <a:pt x="1387" y="2094"/>
                  </a:cubicBezTo>
                  <a:cubicBezTo>
                    <a:pt x="1391" y="2093"/>
                    <a:pt x="1395" y="2093"/>
                    <a:pt x="1399" y="2093"/>
                  </a:cubicBezTo>
                  <a:cubicBezTo>
                    <a:pt x="1452" y="2093"/>
                    <a:pt x="1501" y="2129"/>
                    <a:pt x="1508" y="2177"/>
                  </a:cubicBezTo>
                  <a:cubicBezTo>
                    <a:pt x="1520" y="2233"/>
                    <a:pt x="1482" y="2291"/>
                    <a:pt x="1425" y="2297"/>
                  </a:cubicBezTo>
                  <a:cubicBezTo>
                    <a:pt x="1406" y="2303"/>
                    <a:pt x="1394" y="2303"/>
                    <a:pt x="1375" y="2303"/>
                  </a:cubicBezTo>
                  <a:cubicBezTo>
                    <a:pt x="1325" y="2303"/>
                    <a:pt x="1273" y="2291"/>
                    <a:pt x="1235" y="2259"/>
                  </a:cubicBezTo>
                  <a:cubicBezTo>
                    <a:pt x="1185" y="2227"/>
                    <a:pt x="1173" y="2163"/>
                    <a:pt x="1205" y="2113"/>
                  </a:cubicBezTo>
                  <a:cubicBezTo>
                    <a:pt x="1229" y="2086"/>
                    <a:pt x="1262" y="2070"/>
                    <a:pt x="1294" y="2070"/>
                  </a:cubicBezTo>
                  <a:close/>
                  <a:moveTo>
                    <a:pt x="1456" y="1"/>
                  </a:moveTo>
                  <a:cubicBezTo>
                    <a:pt x="833" y="1"/>
                    <a:pt x="341" y="361"/>
                    <a:pt x="146" y="966"/>
                  </a:cubicBezTo>
                  <a:cubicBezTo>
                    <a:pt x="0" y="1407"/>
                    <a:pt x="32" y="1773"/>
                    <a:pt x="246" y="2038"/>
                  </a:cubicBezTo>
                  <a:cubicBezTo>
                    <a:pt x="588" y="2477"/>
                    <a:pt x="1329" y="2625"/>
                    <a:pt x="2011" y="2625"/>
                  </a:cubicBezTo>
                  <a:cubicBezTo>
                    <a:pt x="2133" y="2625"/>
                    <a:pt x="2254" y="2620"/>
                    <a:pt x="2370" y="2611"/>
                  </a:cubicBezTo>
                  <a:cubicBezTo>
                    <a:pt x="2484" y="2599"/>
                    <a:pt x="2541" y="2580"/>
                    <a:pt x="2623" y="2555"/>
                  </a:cubicBezTo>
                  <a:cubicBezTo>
                    <a:pt x="2643" y="2555"/>
                    <a:pt x="2655" y="2548"/>
                    <a:pt x="2667" y="2542"/>
                  </a:cubicBezTo>
                  <a:cubicBezTo>
                    <a:pt x="2649" y="2492"/>
                    <a:pt x="2629" y="2434"/>
                    <a:pt x="2617" y="2384"/>
                  </a:cubicBezTo>
                  <a:lnTo>
                    <a:pt x="2617" y="2372"/>
                  </a:lnTo>
                  <a:lnTo>
                    <a:pt x="2251" y="2372"/>
                  </a:lnTo>
                  <a:cubicBezTo>
                    <a:pt x="2068" y="2372"/>
                    <a:pt x="1879" y="2366"/>
                    <a:pt x="1689" y="2347"/>
                  </a:cubicBezTo>
                  <a:cubicBezTo>
                    <a:pt x="1633" y="2340"/>
                    <a:pt x="1596" y="2291"/>
                    <a:pt x="1602" y="2233"/>
                  </a:cubicBezTo>
                  <a:cubicBezTo>
                    <a:pt x="1608" y="2177"/>
                    <a:pt x="1659" y="2139"/>
                    <a:pt x="1715" y="2139"/>
                  </a:cubicBezTo>
                  <a:cubicBezTo>
                    <a:pt x="1886" y="2161"/>
                    <a:pt x="2064" y="2164"/>
                    <a:pt x="2238" y="2164"/>
                  </a:cubicBezTo>
                  <a:cubicBezTo>
                    <a:pt x="2308" y="2164"/>
                    <a:pt x="2378" y="2163"/>
                    <a:pt x="2446" y="2163"/>
                  </a:cubicBezTo>
                  <a:lnTo>
                    <a:pt x="2591" y="2163"/>
                  </a:lnTo>
                  <a:cubicBezTo>
                    <a:pt x="2585" y="2070"/>
                    <a:pt x="2591" y="1974"/>
                    <a:pt x="2605" y="1880"/>
                  </a:cubicBezTo>
                  <a:cubicBezTo>
                    <a:pt x="2591" y="1874"/>
                    <a:pt x="2585" y="1867"/>
                    <a:pt x="2573" y="1861"/>
                  </a:cubicBezTo>
                  <a:cubicBezTo>
                    <a:pt x="2390" y="1685"/>
                    <a:pt x="2113" y="1596"/>
                    <a:pt x="1866" y="1520"/>
                  </a:cubicBezTo>
                  <a:lnTo>
                    <a:pt x="1886" y="1420"/>
                  </a:lnTo>
                  <a:lnTo>
                    <a:pt x="1916" y="1319"/>
                  </a:lnTo>
                  <a:cubicBezTo>
                    <a:pt x="2175" y="1401"/>
                    <a:pt x="2454" y="1488"/>
                    <a:pt x="2661" y="1666"/>
                  </a:cubicBezTo>
                  <a:cubicBezTo>
                    <a:pt x="2693" y="1590"/>
                    <a:pt x="2731" y="1508"/>
                    <a:pt x="2774" y="1432"/>
                  </a:cubicBezTo>
                  <a:cubicBezTo>
                    <a:pt x="2687" y="1237"/>
                    <a:pt x="2516" y="1034"/>
                    <a:pt x="2308" y="883"/>
                  </a:cubicBezTo>
                  <a:cubicBezTo>
                    <a:pt x="2264" y="845"/>
                    <a:pt x="2251" y="783"/>
                    <a:pt x="2283" y="739"/>
                  </a:cubicBezTo>
                  <a:cubicBezTo>
                    <a:pt x="2305" y="712"/>
                    <a:pt x="2337" y="697"/>
                    <a:pt x="2368" y="697"/>
                  </a:cubicBezTo>
                  <a:cubicBezTo>
                    <a:pt x="2389" y="697"/>
                    <a:pt x="2410" y="704"/>
                    <a:pt x="2428" y="720"/>
                  </a:cubicBezTo>
                  <a:cubicBezTo>
                    <a:pt x="2623" y="859"/>
                    <a:pt x="2787" y="1034"/>
                    <a:pt x="2894" y="1224"/>
                  </a:cubicBezTo>
                  <a:cubicBezTo>
                    <a:pt x="2932" y="1180"/>
                    <a:pt x="2970" y="1142"/>
                    <a:pt x="3007" y="1104"/>
                  </a:cubicBezTo>
                  <a:lnTo>
                    <a:pt x="3007" y="1092"/>
                  </a:lnTo>
                  <a:cubicBezTo>
                    <a:pt x="2794" y="449"/>
                    <a:pt x="2157" y="1"/>
                    <a:pt x="1456"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0" name="Google Shape;4120;p55"/>
            <p:cNvSpPr/>
            <p:nvPr/>
          </p:nvSpPr>
          <p:spPr>
            <a:xfrm>
              <a:off x="4880900" y="866000"/>
              <a:ext cx="73500" cy="69750"/>
            </a:xfrm>
            <a:custGeom>
              <a:avLst/>
              <a:gdLst/>
              <a:ahLst/>
              <a:cxnLst/>
              <a:rect l="l" t="t" r="r" b="b"/>
              <a:pathLst>
                <a:path w="2940" h="2790" extrusionOk="0">
                  <a:moveTo>
                    <a:pt x="842" y="666"/>
                  </a:moveTo>
                  <a:cubicBezTo>
                    <a:pt x="869" y="666"/>
                    <a:pt x="896" y="677"/>
                    <a:pt x="914" y="699"/>
                  </a:cubicBezTo>
                  <a:cubicBezTo>
                    <a:pt x="958" y="737"/>
                    <a:pt x="958" y="801"/>
                    <a:pt x="914" y="845"/>
                  </a:cubicBezTo>
                  <a:cubicBezTo>
                    <a:pt x="871" y="888"/>
                    <a:pt x="821" y="946"/>
                    <a:pt x="789" y="990"/>
                  </a:cubicBezTo>
                  <a:cubicBezTo>
                    <a:pt x="769" y="1022"/>
                    <a:pt x="737" y="1034"/>
                    <a:pt x="707" y="1034"/>
                  </a:cubicBezTo>
                  <a:cubicBezTo>
                    <a:pt x="681" y="1034"/>
                    <a:pt x="662" y="1028"/>
                    <a:pt x="644" y="1016"/>
                  </a:cubicBezTo>
                  <a:cubicBezTo>
                    <a:pt x="600" y="984"/>
                    <a:pt x="586" y="920"/>
                    <a:pt x="618" y="870"/>
                  </a:cubicBezTo>
                  <a:cubicBezTo>
                    <a:pt x="656" y="820"/>
                    <a:pt x="713" y="751"/>
                    <a:pt x="769" y="699"/>
                  </a:cubicBezTo>
                  <a:cubicBezTo>
                    <a:pt x="788" y="677"/>
                    <a:pt x="815" y="666"/>
                    <a:pt x="842" y="666"/>
                  </a:cubicBezTo>
                  <a:close/>
                  <a:moveTo>
                    <a:pt x="1414" y="1194"/>
                  </a:moveTo>
                  <a:cubicBezTo>
                    <a:pt x="1436" y="1194"/>
                    <a:pt x="1458" y="1201"/>
                    <a:pt x="1476" y="1217"/>
                  </a:cubicBezTo>
                  <a:cubicBezTo>
                    <a:pt x="1520" y="1249"/>
                    <a:pt x="1532" y="1312"/>
                    <a:pt x="1502" y="1356"/>
                  </a:cubicBezTo>
                  <a:cubicBezTo>
                    <a:pt x="1456" y="1412"/>
                    <a:pt x="1418" y="1482"/>
                    <a:pt x="1394" y="1545"/>
                  </a:cubicBezTo>
                  <a:cubicBezTo>
                    <a:pt x="1381" y="1583"/>
                    <a:pt x="1343" y="1607"/>
                    <a:pt x="1299" y="1607"/>
                  </a:cubicBezTo>
                  <a:cubicBezTo>
                    <a:pt x="1287" y="1607"/>
                    <a:pt x="1275" y="1607"/>
                    <a:pt x="1261" y="1601"/>
                  </a:cubicBezTo>
                  <a:cubicBezTo>
                    <a:pt x="1211" y="1577"/>
                    <a:pt x="1185" y="1520"/>
                    <a:pt x="1205" y="1470"/>
                  </a:cubicBezTo>
                  <a:cubicBezTo>
                    <a:pt x="1237" y="1394"/>
                    <a:pt x="1281" y="1305"/>
                    <a:pt x="1331" y="1237"/>
                  </a:cubicBezTo>
                  <a:cubicBezTo>
                    <a:pt x="1349" y="1210"/>
                    <a:pt x="1382" y="1194"/>
                    <a:pt x="1414" y="1194"/>
                  </a:cubicBezTo>
                  <a:close/>
                  <a:moveTo>
                    <a:pt x="2330" y="1540"/>
                  </a:moveTo>
                  <a:cubicBezTo>
                    <a:pt x="2368" y="1540"/>
                    <a:pt x="2404" y="1560"/>
                    <a:pt x="2422" y="1595"/>
                  </a:cubicBezTo>
                  <a:cubicBezTo>
                    <a:pt x="2447" y="1645"/>
                    <a:pt x="2428" y="1709"/>
                    <a:pt x="2378" y="1734"/>
                  </a:cubicBezTo>
                  <a:cubicBezTo>
                    <a:pt x="2346" y="1747"/>
                    <a:pt x="2340" y="1766"/>
                    <a:pt x="2340" y="1778"/>
                  </a:cubicBezTo>
                  <a:cubicBezTo>
                    <a:pt x="2340" y="1834"/>
                    <a:pt x="2296" y="1880"/>
                    <a:pt x="2239" y="1880"/>
                  </a:cubicBezTo>
                  <a:cubicBezTo>
                    <a:pt x="2183" y="1880"/>
                    <a:pt x="2137" y="1834"/>
                    <a:pt x="2137" y="1778"/>
                  </a:cubicBezTo>
                  <a:cubicBezTo>
                    <a:pt x="2137" y="1677"/>
                    <a:pt x="2195" y="1595"/>
                    <a:pt x="2282" y="1551"/>
                  </a:cubicBezTo>
                  <a:cubicBezTo>
                    <a:pt x="2298" y="1544"/>
                    <a:pt x="2314" y="1540"/>
                    <a:pt x="2330" y="1540"/>
                  </a:cubicBezTo>
                  <a:close/>
                  <a:moveTo>
                    <a:pt x="2119" y="0"/>
                  </a:moveTo>
                  <a:cubicBezTo>
                    <a:pt x="2107" y="6"/>
                    <a:pt x="2087" y="12"/>
                    <a:pt x="2069" y="12"/>
                  </a:cubicBezTo>
                  <a:cubicBezTo>
                    <a:pt x="1185" y="12"/>
                    <a:pt x="486" y="283"/>
                    <a:pt x="202" y="745"/>
                  </a:cubicBezTo>
                  <a:cubicBezTo>
                    <a:pt x="0" y="1059"/>
                    <a:pt x="12" y="1456"/>
                    <a:pt x="227" y="1892"/>
                  </a:cubicBezTo>
                  <a:cubicBezTo>
                    <a:pt x="518" y="2483"/>
                    <a:pt x="886" y="2790"/>
                    <a:pt x="1300" y="2790"/>
                  </a:cubicBezTo>
                  <a:cubicBezTo>
                    <a:pt x="1372" y="2790"/>
                    <a:pt x="1445" y="2780"/>
                    <a:pt x="1520" y="2762"/>
                  </a:cubicBezTo>
                  <a:cubicBezTo>
                    <a:pt x="2270" y="2573"/>
                    <a:pt x="2939" y="1526"/>
                    <a:pt x="2926" y="586"/>
                  </a:cubicBezTo>
                  <a:cubicBezTo>
                    <a:pt x="2882" y="574"/>
                    <a:pt x="2838" y="562"/>
                    <a:pt x="2794" y="542"/>
                  </a:cubicBezTo>
                  <a:lnTo>
                    <a:pt x="2794" y="542"/>
                  </a:lnTo>
                  <a:cubicBezTo>
                    <a:pt x="2800" y="562"/>
                    <a:pt x="2800" y="580"/>
                    <a:pt x="2794" y="599"/>
                  </a:cubicBezTo>
                  <a:cubicBezTo>
                    <a:pt x="2705" y="832"/>
                    <a:pt x="2629" y="1103"/>
                    <a:pt x="2567" y="1388"/>
                  </a:cubicBezTo>
                  <a:cubicBezTo>
                    <a:pt x="2561" y="1438"/>
                    <a:pt x="2516" y="1470"/>
                    <a:pt x="2472" y="1470"/>
                  </a:cubicBezTo>
                  <a:lnTo>
                    <a:pt x="2447" y="1470"/>
                  </a:lnTo>
                  <a:cubicBezTo>
                    <a:pt x="2390" y="1456"/>
                    <a:pt x="2358" y="1400"/>
                    <a:pt x="2364" y="1342"/>
                  </a:cubicBezTo>
                  <a:cubicBezTo>
                    <a:pt x="2434" y="1053"/>
                    <a:pt x="2509" y="769"/>
                    <a:pt x="2605" y="530"/>
                  </a:cubicBezTo>
                  <a:cubicBezTo>
                    <a:pt x="2611" y="504"/>
                    <a:pt x="2629" y="486"/>
                    <a:pt x="2655" y="472"/>
                  </a:cubicBezTo>
                  <a:cubicBezTo>
                    <a:pt x="2605" y="448"/>
                    <a:pt x="2561" y="416"/>
                    <a:pt x="2516" y="385"/>
                  </a:cubicBezTo>
                  <a:cubicBezTo>
                    <a:pt x="2509" y="391"/>
                    <a:pt x="2509" y="391"/>
                    <a:pt x="2509" y="397"/>
                  </a:cubicBezTo>
                  <a:cubicBezTo>
                    <a:pt x="2282" y="568"/>
                    <a:pt x="2037" y="783"/>
                    <a:pt x="1804" y="984"/>
                  </a:cubicBezTo>
                  <a:cubicBezTo>
                    <a:pt x="1785" y="1002"/>
                    <a:pt x="1759" y="1010"/>
                    <a:pt x="1735" y="1010"/>
                  </a:cubicBezTo>
                  <a:cubicBezTo>
                    <a:pt x="1709" y="1010"/>
                    <a:pt x="1677" y="996"/>
                    <a:pt x="1659" y="978"/>
                  </a:cubicBezTo>
                  <a:cubicBezTo>
                    <a:pt x="1621" y="934"/>
                    <a:pt x="1627" y="870"/>
                    <a:pt x="1665" y="832"/>
                  </a:cubicBezTo>
                  <a:cubicBezTo>
                    <a:pt x="1892" y="631"/>
                    <a:pt x="2131" y="428"/>
                    <a:pt x="2346" y="259"/>
                  </a:cubicBezTo>
                  <a:cubicBezTo>
                    <a:pt x="2314" y="227"/>
                    <a:pt x="2282" y="195"/>
                    <a:pt x="2251" y="164"/>
                  </a:cubicBezTo>
                  <a:lnTo>
                    <a:pt x="2239" y="177"/>
                  </a:lnTo>
                  <a:cubicBezTo>
                    <a:pt x="2107" y="245"/>
                    <a:pt x="1956" y="297"/>
                    <a:pt x="1810" y="347"/>
                  </a:cubicBezTo>
                  <a:cubicBezTo>
                    <a:pt x="1601" y="422"/>
                    <a:pt x="1400" y="492"/>
                    <a:pt x="1249" y="605"/>
                  </a:cubicBezTo>
                  <a:cubicBezTo>
                    <a:pt x="1229" y="618"/>
                    <a:pt x="1205" y="624"/>
                    <a:pt x="1185" y="624"/>
                  </a:cubicBezTo>
                  <a:cubicBezTo>
                    <a:pt x="1154" y="624"/>
                    <a:pt x="1123" y="605"/>
                    <a:pt x="1104" y="580"/>
                  </a:cubicBezTo>
                  <a:cubicBezTo>
                    <a:pt x="1066" y="530"/>
                    <a:pt x="1078" y="466"/>
                    <a:pt x="1129" y="434"/>
                  </a:cubicBezTo>
                  <a:cubicBezTo>
                    <a:pt x="1305" y="309"/>
                    <a:pt x="1526" y="227"/>
                    <a:pt x="1741" y="151"/>
                  </a:cubicBezTo>
                  <a:cubicBezTo>
                    <a:pt x="1880" y="102"/>
                    <a:pt x="2006" y="56"/>
                    <a:pt x="2119" y="6"/>
                  </a:cubicBezTo>
                  <a:lnTo>
                    <a:pt x="2119" y="0"/>
                  </a:ln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1" name="Google Shape;4121;p55"/>
            <p:cNvSpPr/>
            <p:nvPr/>
          </p:nvSpPr>
          <p:spPr>
            <a:xfrm>
              <a:off x="4959850" y="861725"/>
              <a:ext cx="69275" cy="73025"/>
            </a:xfrm>
            <a:custGeom>
              <a:avLst/>
              <a:gdLst/>
              <a:ahLst/>
              <a:cxnLst/>
              <a:rect l="l" t="t" r="r" b="b"/>
              <a:pathLst>
                <a:path w="2771" h="2921" extrusionOk="0">
                  <a:moveTo>
                    <a:pt x="1971" y="1047"/>
                  </a:moveTo>
                  <a:cubicBezTo>
                    <a:pt x="2000" y="1047"/>
                    <a:pt x="2030" y="1058"/>
                    <a:pt x="2051" y="1079"/>
                  </a:cubicBezTo>
                  <a:cubicBezTo>
                    <a:pt x="2101" y="1143"/>
                    <a:pt x="2165" y="1205"/>
                    <a:pt x="2215" y="1249"/>
                  </a:cubicBezTo>
                  <a:cubicBezTo>
                    <a:pt x="2259" y="1286"/>
                    <a:pt x="2271" y="1350"/>
                    <a:pt x="2233" y="1394"/>
                  </a:cubicBezTo>
                  <a:cubicBezTo>
                    <a:pt x="2215" y="1420"/>
                    <a:pt x="2183" y="1432"/>
                    <a:pt x="2151" y="1432"/>
                  </a:cubicBezTo>
                  <a:cubicBezTo>
                    <a:pt x="2127" y="1432"/>
                    <a:pt x="2107" y="1426"/>
                    <a:pt x="2089" y="1414"/>
                  </a:cubicBezTo>
                  <a:cubicBezTo>
                    <a:pt x="2019" y="1356"/>
                    <a:pt x="1950" y="1286"/>
                    <a:pt x="1886" y="1211"/>
                  </a:cubicBezTo>
                  <a:cubicBezTo>
                    <a:pt x="1854" y="1167"/>
                    <a:pt x="1862" y="1105"/>
                    <a:pt x="1906" y="1067"/>
                  </a:cubicBezTo>
                  <a:cubicBezTo>
                    <a:pt x="1925" y="1053"/>
                    <a:pt x="1948" y="1047"/>
                    <a:pt x="1971" y="1047"/>
                  </a:cubicBezTo>
                  <a:close/>
                  <a:moveTo>
                    <a:pt x="1414" y="1571"/>
                  </a:moveTo>
                  <a:cubicBezTo>
                    <a:pt x="1458" y="1571"/>
                    <a:pt x="1500" y="1595"/>
                    <a:pt x="1514" y="1635"/>
                  </a:cubicBezTo>
                  <a:cubicBezTo>
                    <a:pt x="1528" y="1665"/>
                    <a:pt x="1546" y="1697"/>
                    <a:pt x="1565" y="1722"/>
                  </a:cubicBezTo>
                  <a:cubicBezTo>
                    <a:pt x="1603" y="1766"/>
                    <a:pt x="1597" y="1836"/>
                    <a:pt x="1552" y="1868"/>
                  </a:cubicBezTo>
                  <a:cubicBezTo>
                    <a:pt x="1534" y="1886"/>
                    <a:pt x="1508" y="1892"/>
                    <a:pt x="1490" y="1892"/>
                  </a:cubicBezTo>
                  <a:cubicBezTo>
                    <a:pt x="1458" y="1892"/>
                    <a:pt x="1426" y="1880"/>
                    <a:pt x="1408" y="1854"/>
                  </a:cubicBezTo>
                  <a:cubicBezTo>
                    <a:pt x="1370" y="1810"/>
                    <a:pt x="1345" y="1766"/>
                    <a:pt x="1325" y="1716"/>
                  </a:cubicBezTo>
                  <a:cubicBezTo>
                    <a:pt x="1301" y="1659"/>
                    <a:pt x="1325" y="1603"/>
                    <a:pt x="1376" y="1577"/>
                  </a:cubicBezTo>
                  <a:cubicBezTo>
                    <a:pt x="1389" y="1573"/>
                    <a:pt x="1402" y="1571"/>
                    <a:pt x="1414" y="1571"/>
                  </a:cubicBezTo>
                  <a:close/>
                  <a:moveTo>
                    <a:pt x="706" y="1801"/>
                  </a:moveTo>
                  <a:cubicBezTo>
                    <a:pt x="754" y="1801"/>
                    <a:pt x="797" y="1831"/>
                    <a:pt x="809" y="1874"/>
                  </a:cubicBezTo>
                  <a:cubicBezTo>
                    <a:pt x="821" y="1930"/>
                    <a:pt x="853" y="1981"/>
                    <a:pt x="891" y="2005"/>
                  </a:cubicBezTo>
                  <a:cubicBezTo>
                    <a:pt x="934" y="2043"/>
                    <a:pt x="940" y="2107"/>
                    <a:pt x="903" y="2151"/>
                  </a:cubicBezTo>
                  <a:cubicBezTo>
                    <a:pt x="884" y="2176"/>
                    <a:pt x="853" y="2188"/>
                    <a:pt x="821" y="2188"/>
                  </a:cubicBezTo>
                  <a:cubicBezTo>
                    <a:pt x="803" y="2188"/>
                    <a:pt x="777" y="2182"/>
                    <a:pt x="757" y="2170"/>
                  </a:cubicBezTo>
                  <a:cubicBezTo>
                    <a:pt x="689" y="2107"/>
                    <a:pt x="632" y="2025"/>
                    <a:pt x="606" y="1930"/>
                  </a:cubicBezTo>
                  <a:cubicBezTo>
                    <a:pt x="594" y="1874"/>
                    <a:pt x="626" y="1824"/>
                    <a:pt x="682" y="1804"/>
                  </a:cubicBezTo>
                  <a:cubicBezTo>
                    <a:pt x="690" y="1802"/>
                    <a:pt x="698" y="1801"/>
                    <a:pt x="706" y="1801"/>
                  </a:cubicBezTo>
                  <a:close/>
                  <a:moveTo>
                    <a:pt x="1370" y="0"/>
                  </a:moveTo>
                  <a:cubicBezTo>
                    <a:pt x="1338" y="58"/>
                    <a:pt x="1307" y="114"/>
                    <a:pt x="1269" y="171"/>
                  </a:cubicBezTo>
                  <a:cubicBezTo>
                    <a:pt x="1484" y="310"/>
                    <a:pt x="1786" y="530"/>
                    <a:pt x="1944" y="826"/>
                  </a:cubicBezTo>
                  <a:cubicBezTo>
                    <a:pt x="1968" y="870"/>
                    <a:pt x="1956" y="934"/>
                    <a:pt x="1906" y="966"/>
                  </a:cubicBezTo>
                  <a:cubicBezTo>
                    <a:pt x="1886" y="972"/>
                    <a:pt x="1874" y="978"/>
                    <a:pt x="1854" y="978"/>
                  </a:cubicBezTo>
                  <a:cubicBezTo>
                    <a:pt x="1817" y="978"/>
                    <a:pt x="1786" y="960"/>
                    <a:pt x="1767" y="922"/>
                  </a:cubicBezTo>
                  <a:cubicBezTo>
                    <a:pt x="1621" y="669"/>
                    <a:pt x="1351" y="468"/>
                    <a:pt x="1155" y="341"/>
                  </a:cubicBezTo>
                  <a:lnTo>
                    <a:pt x="1143" y="329"/>
                  </a:lnTo>
                  <a:cubicBezTo>
                    <a:pt x="1074" y="410"/>
                    <a:pt x="1004" y="480"/>
                    <a:pt x="922" y="537"/>
                  </a:cubicBezTo>
                  <a:cubicBezTo>
                    <a:pt x="1042" y="689"/>
                    <a:pt x="1124" y="858"/>
                    <a:pt x="1205" y="1016"/>
                  </a:cubicBezTo>
                  <a:cubicBezTo>
                    <a:pt x="1237" y="1085"/>
                    <a:pt x="1269" y="1149"/>
                    <a:pt x="1301" y="1211"/>
                  </a:cubicBezTo>
                  <a:cubicBezTo>
                    <a:pt x="1332" y="1262"/>
                    <a:pt x="1313" y="1324"/>
                    <a:pt x="1263" y="1350"/>
                  </a:cubicBezTo>
                  <a:cubicBezTo>
                    <a:pt x="1243" y="1362"/>
                    <a:pt x="1231" y="1362"/>
                    <a:pt x="1211" y="1362"/>
                  </a:cubicBezTo>
                  <a:cubicBezTo>
                    <a:pt x="1173" y="1362"/>
                    <a:pt x="1143" y="1344"/>
                    <a:pt x="1124" y="1312"/>
                  </a:cubicBezTo>
                  <a:cubicBezTo>
                    <a:pt x="1086" y="1243"/>
                    <a:pt x="1054" y="1181"/>
                    <a:pt x="1016" y="1111"/>
                  </a:cubicBezTo>
                  <a:cubicBezTo>
                    <a:pt x="934" y="946"/>
                    <a:pt x="859" y="789"/>
                    <a:pt x="751" y="651"/>
                  </a:cubicBezTo>
                  <a:cubicBezTo>
                    <a:pt x="664" y="701"/>
                    <a:pt x="576" y="733"/>
                    <a:pt x="486" y="764"/>
                  </a:cubicBezTo>
                  <a:cubicBezTo>
                    <a:pt x="486" y="770"/>
                    <a:pt x="493" y="776"/>
                    <a:pt x="493" y="783"/>
                  </a:cubicBezTo>
                  <a:cubicBezTo>
                    <a:pt x="486" y="1053"/>
                    <a:pt x="582" y="1362"/>
                    <a:pt x="670" y="1597"/>
                  </a:cubicBezTo>
                  <a:cubicBezTo>
                    <a:pt x="689" y="1647"/>
                    <a:pt x="657" y="1703"/>
                    <a:pt x="606" y="1728"/>
                  </a:cubicBezTo>
                  <a:cubicBezTo>
                    <a:pt x="594" y="1728"/>
                    <a:pt x="582" y="1734"/>
                    <a:pt x="568" y="1734"/>
                  </a:cubicBezTo>
                  <a:cubicBezTo>
                    <a:pt x="530" y="1734"/>
                    <a:pt x="486" y="1703"/>
                    <a:pt x="474" y="1665"/>
                  </a:cubicBezTo>
                  <a:cubicBezTo>
                    <a:pt x="387" y="1420"/>
                    <a:pt x="285" y="1105"/>
                    <a:pt x="285" y="802"/>
                  </a:cubicBezTo>
                  <a:cubicBezTo>
                    <a:pt x="241" y="808"/>
                    <a:pt x="190" y="814"/>
                    <a:pt x="140" y="814"/>
                  </a:cubicBezTo>
                  <a:cubicBezTo>
                    <a:pt x="108" y="814"/>
                    <a:pt x="76" y="808"/>
                    <a:pt x="39" y="808"/>
                  </a:cubicBezTo>
                  <a:cubicBezTo>
                    <a:pt x="1" y="1559"/>
                    <a:pt x="247" y="2278"/>
                    <a:pt x="689" y="2642"/>
                  </a:cubicBezTo>
                  <a:cubicBezTo>
                    <a:pt x="910" y="2828"/>
                    <a:pt x="1170" y="2920"/>
                    <a:pt x="1467" y="2920"/>
                  </a:cubicBezTo>
                  <a:cubicBezTo>
                    <a:pt x="1594" y="2920"/>
                    <a:pt x="1728" y="2903"/>
                    <a:pt x="1868" y="2869"/>
                  </a:cubicBezTo>
                  <a:cubicBezTo>
                    <a:pt x="2448" y="2718"/>
                    <a:pt x="2770" y="2346"/>
                    <a:pt x="2770" y="1810"/>
                  </a:cubicBezTo>
                  <a:cubicBezTo>
                    <a:pt x="2762" y="1047"/>
                    <a:pt x="2107" y="189"/>
                    <a:pt x="1394" y="14"/>
                  </a:cubicBezTo>
                  <a:cubicBezTo>
                    <a:pt x="1382" y="8"/>
                    <a:pt x="1376" y="0"/>
                    <a:pt x="1370" y="0"/>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2" name="Google Shape;4122;p55"/>
            <p:cNvSpPr/>
            <p:nvPr/>
          </p:nvSpPr>
          <p:spPr>
            <a:xfrm>
              <a:off x="4930875" y="817250"/>
              <a:ext cx="61800" cy="59650"/>
            </a:xfrm>
            <a:custGeom>
              <a:avLst/>
              <a:gdLst/>
              <a:ahLst/>
              <a:cxnLst/>
              <a:rect l="l" t="t" r="r" b="b"/>
              <a:pathLst>
                <a:path w="2472" h="2386" extrusionOk="0">
                  <a:moveTo>
                    <a:pt x="1108" y="235"/>
                  </a:moveTo>
                  <a:cubicBezTo>
                    <a:pt x="1149" y="235"/>
                    <a:pt x="1190" y="259"/>
                    <a:pt x="1205" y="298"/>
                  </a:cubicBezTo>
                  <a:cubicBezTo>
                    <a:pt x="1229" y="349"/>
                    <a:pt x="1205" y="411"/>
                    <a:pt x="1154" y="431"/>
                  </a:cubicBezTo>
                  <a:lnTo>
                    <a:pt x="990" y="500"/>
                  </a:lnTo>
                  <a:cubicBezTo>
                    <a:pt x="978" y="506"/>
                    <a:pt x="964" y="512"/>
                    <a:pt x="952" y="512"/>
                  </a:cubicBezTo>
                  <a:cubicBezTo>
                    <a:pt x="915" y="512"/>
                    <a:pt x="871" y="487"/>
                    <a:pt x="857" y="449"/>
                  </a:cubicBezTo>
                  <a:cubicBezTo>
                    <a:pt x="833" y="393"/>
                    <a:pt x="857" y="335"/>
                    <a:pt x="908" y="311"/>
                  </a:cubicBezTo>
                  <a:lnTo>
                    <a:pt x="1072" y="242"/>
                  </a:lnTo>
                  <a:cubicBezTo>
                    <a:pt x="1083" y="237"/>
                    <a:pt x="1095" y="235"/>
                    <a:pt x="1108" y="235"/>
                  </a:cubicBezTo>
                  <a:close/>
                  <a:moveTo>
                    <a:pt x="1682" y="440"/>
                  </a:moveTo>
                  <a:cubicBezTo>
                    <a:pt x="1699" y="440"/>
                    <a:pt x="1718" y="445"/>
                    <a:pt x="1735" y="455"/>
                  </a:cubicBezTo>
                  <a:cubicBezTo>
                    <a:pt x="1765" y="469"/>
                    <a:pt x="1791" y="481"/>
                    <a:pt x="1823" y="487"/>
                  </a:cubicBezTo>
                  <a:cubicBezTo>
                    <a:pt x="1879" y="506"/>
                    <a:pt x="1910" y="556"/>
                    <a:pt x="1898" y="614"/>
                  </a:cubicBezTo>
                  <a:cubicBezTo>
                    <a:pt x="1886" y="664"/>
                    <a:pt x="1848" y="696"/>
                    <a:pt x="1797" y="696"/>
                  </a:cubicBezTo>
                  <a:cubicBezTo>
                    <a:pt x="1791" y="696"/>
                    <a:pt x="1785" y="690"/>
                    <a:pt x="1773" y="690"/>
                  </a:cubicBezTo>
                  <a:cubicBezTo>
                    <a:pt x="1727" y="676"/>
                    <a:pt x="1677" y="658"/>
                    <a:pt x="1633" y="632"/>
                  </a:cubicBezTo>
                  <a:cubicBezTo>
                    <a:pt x="1583" y="606"/>
                    <a:pt x="1564" y="544"/>
                    <a:pt x="1596" y="493"/>
                  </a:cubicBezTo>
                  <a:cubicBezTo>
                    <a:pt x="1613" y="459"/>
                    <a:pt x="1646" y="440"/>
                    <a:pt x="1682" y="440"/>
                  </a:cubicBezTo>
                  <a:close/>
                  <a:moveTo>
                    <a:pt x="1342" y="785"/>
                  </a:moveTo>
                  <a:cubicBezTo>
                    <a:pt x="1357" y="785"/>
                    <a:pt x="1372" y="788"/>
                    <a:pt x="1387" y="795"/>
                  </a:cubicBezTo>
                  <a:cubicBezTo>
                    <a:pt x="1456" y="833"/>
                    <a:pt x="1508" y="885"/>
                    <a:pt x="1546" y="954"/>
                  </a:cubicBezTo>
                  <a:cubicBezTo>
                    <a:pt x="1570" y="1004"/>
                    <a:pt x="1558" y="1068"/>
                    <a:pt x="1508" y="1092"/>
                  </a:cubicBezTo>
                  <a:cubicBezTo>
                    <a:pt x="1488" y="1098"/>
                    <a:pt x="1476" y="1106"/>
                    <a:pt x="1456" y="1106"/>
                  </a:cubicBezTo>
                  <a:cubicBezTo>
                    <a:pt x="1418" y="1106"/>
                    <a:pt x="1387" y="1086"/>
                    <a:pt x="1362" y="1054"/>
                  </a:cubicBezTo>
                  <a:cubicBezTo>
                    <a:pt x="1349" y="1022"/>
                    <a:pt x="1325" y="992"/>
                    <a:pt x="1293" y="979"/>
                  </a:cubicBezTo>
                  <a:cubicBezTo>
                    <a:pt x="1243" y="954"/>
                    <a:pt x="1223" y="891"/>
                    <a:pt x="1249" y="841"/>
                  </a:cubicBezTo>
                  <a:cubicBezTo>
                    <a:pt x="1271" y="805"/>
                    <a:pt x="1306" y="785"/>
                    <a:pt x="1342" y="785"/>
                  </a:cubicBezTo>
                  <a:close/>
                  <a:moveTo>
                    <a:pt x="441" y="783"/>
                  </a:moveTo>
                  <a:cubicBezTo>
                    <a:pt x="498" y="783"/>
                    <a:pt x="548" y="827"/>
                    <a:pt x="548" y="885"/>
                  </a:cubicBezTo>
                  <a:cubicBezTo>
                    <a:pt x="554" y="923"/>
                    <a:pt x="562" y="960"/>
                    <a:pt x="568" y="998"/>
                  </a:cubicBezTo>
                  <a:cubicBezTo>
                    <a:pt x="586" y="1054"/>
                    <a:pt x="554" y="1112"/>
                    <a:pt x="498" y="1124"/>
                  </a:cubicBezTo>
                  <a:cubicBezTo>
                    <a:pt x="486" y="1130"/>
                    <a:pt x="479" y="1130"/>
                    <a:pt x="473" y="1130"/>
                  </a:cubicBezTo>
                  <a:cubicBezTo>
                    <a:pt x="423" y="1130"/>
                    <a:pt x="385" y="1098"/>
                    <a:pt x="373" y="1054"/>
                  </a:cubicBezTo>
                  <a:cubicBezTo>
                    <a:pt x="353" y="1004"/>
                    <a:pt x="347" y="947"/>
                    <a:pt x="341" y="891"/>
                  </a:cubicBezTo>
                  <a:cubicBezTo>
                    <a:pt x="341" y="841"/>
                    <a:pt x="385" y="789"/>
                    <a:pt x="441" y="783"/>
                  </a:cubicBezTo>
                  <a:close/>
                  <a:moveTo>
                    <a:pt x="927" y="853"/>
                  </a:moveTo>
                  <a:cubicBezTo>
                    <a:pt x="984" y="853"/>
                    <a:pt x="1034" y="897"/>
                    <a:pt x="1034" y="960"/>
                  </a:cubicBezTo>
                  <a:lnTo>
                    <a:pt x="1034" y="1118"/>
                  </a:lnTo>
                  <a:cubicBezTo>
                    <a:pt x="1034" y="1174"/>
                    <a:pt x="984" y="1219"/>
                    <a:pt x="927" y="1219"/>
                  </a:cubicBezTo>
                  <a:cubicBezTo>
                    <a:pt x="871" y="1219"/>
                    <a:pt x="827" y="1174"/>
                    <a:pt x="827" y="1118"/>
                  </a:cubicBezTo>
                  <a:lnTo>
                    <a:pt x="827" y="960"/>
                  </a:lnTo>
                  <a:cubicBezTo>
                    <a:pt x="827" y="897"/>
                    <a:pt x="871" y="853"/>
                    <a:pt x="927" y="853"/>
                  </a:cubicBezTo>
                  <a:close/>
                  <a:moveTo>
                    <a:pt x="2026" y="1060"/>
                  </a:moveTo>
                  <a:cubicBezTo>
                    <a:pt x="2057" y="1060"/>
                    <a:pt x="2088" y="1073"/>
                    <a:pt x="2106" y="1098"/>
                  </a:cubicBezTo>
                  <a:cubicBezTo>
                    <a:pt x="2157" y="1156"/>
                    <a:pt x="2195" y="1219"/>
                    <a:pt x="2213" y="1287"/>
                  </a:cubicBezTo>
                  <a:cubicBezTo>
                    <a:pt x="2233" y="1339"/>
                    <a:pt x="2207" y="1401"/>
                    <a:pt x="2157" y="1420"/>
                  </a:cubicBezTo>
                  <a:cubicBezTo>
                    <a:pt x="2143" y="1427"/>
                    <a:pt x="2131" y="1427"/>
                    <a:pt x="2119" y="1427"/>
                  </a:cubicBezTo>
                  <a:cubicBezTo>
                    <a:pt x="2075" y="1427"/>
                    <a:pt x="2037" y="1401"/>
                    <a:pt x="2024" y="1357"/>
                  </a:cubicBezTo>
                  <a:cubicBezTo>
                    <a:pt x="2006" y="1313"/>
                    <a:pt x="1980" y="1269"/>
                    <a:pt x="1948" y="1225"/>
                  </a:cubicBezTo>
                  <a:cubicBezTo>
                    <a:pt x="1910" y="1181"/>
                    <a:pt x="1916" y="1118"/>
                    <a:pt x="1962" y="1080"/>
                  </a:cubicBezTo>
                  <a:cubicBezTo>
                    <a:pt x="1980" y="1067"/>
                    <a:pt x="2003" y="1060"/>
                    <a:pt x="2026" y="1060"/>
                  </a:cubicBezTo>
                  <a:close/>
                  <a:moveTo>
                    <a:pt x="1222" y="1287"/>
                  </a:moveTo>
                  <a:cubicBezTo>
                    <a:pt x="1274" y="1287"/>
                    <a:pt x="1325" y="1328"/>
                    <a:pt x="1331" y="1377"/>
                  </a:cubicBezTo>
                  <a:cubicBezTo>
                    <a:pt x="1337" y="1433"/>
                    <a:pt x="1343" y="1484"/>
                    <a:pt x="1349" y="1534"/>
                  </a:cubicBezTo>
                  <a:cubicBezTo>
                    <a:pt x="1362" y="1590"/>
                    <a:pt x="1325" y="1647"/>
                    <a:pt x="1267" y="1654"/>
                  </a:cubicBezTo>
                  <a:lnTo>
                    <a:pt x="1249" y="1654"/>
                  </a:lnTo>
                  <a:cubicBezTo>
                    <a:pt x="1198" y="1654"/>
                    <a:pt x="1154" y="1622"/>
                    <a:pt x="1148" y="1572"/>
                  </a:cubicBezTo>
                  <a:cubicBezTo>
                    <a:pt x="1142" y="1514"/>
                    <a:pt x="1129" y="1458"/>
                    <a:pt x="1122" y="1408"/>
                  </a:cubicBezTo>
                  <a:cubicBezTo>
                    <a:pt x="1116" y="1351"/>
                    <a:pt x="1154" y="1295"/>
                    <a:pt x="1211" y="1287"/>
                  </a:cubicBezTo>
                  <a:cubicBezTo>
                    <a:pt x="1215" y="1287"/>
                    <a:pt x="1218" y="1287"/>
                    <a:pt x="1222" y="1287"/>
                  </a:cubicBezTo>
                  <a:close/>
                  <a:moveTo>
                    <a:pt x="1709" y="1635"/>
                  </a:moveTo>
                  <a:cubicBezTo>
                    <a:pt x="1765" y="1635"/>
                    <a:pt x="1810" y="1679"/>
                    <a:pt x="1810" y="1735"/>
                  </a:cubicBezTo>
                  <a:lnTo>
                    <a:pt x="1810" y="1874"/>
                  </a:lnTo>
                  <a:cubicBezTo>
                    <a:pt x="1810" y="1930"/>
                    <a:pt x="1765" y="1976"/>
                    <a:pt x="1709" y="1976"/>
                  </a:cubicBezTo>
                  <a:cubicBezTo>
                    <a:pt x="1652" y="1976"/>
                    <a:pt x="1602" y="1930"/>
                    <a:pt x="1602" y="1874"/>
                  </a:cubicBezTo>
                  <a:lnTo>
                    <a:pt x="1602" y="1735"/>
                  </a:lnTo>
                  <a:cubicBezTo>
                    <a:pt x="1602" y="1679"/>
                    <a:pt x="1652" y="1635"/>
                    <a:pt x="1709" y="1635"/>
                  </a:cubicBezTo>
                  <a:close/>
                  <a:moveTo>
                    <a:pt x="656" y="1653"/>
                  </a:moveTo>
                  <a:cubicBezTo>
                    <a:pt x="660" y="1653"/>
                    <a:pt x="664" y="1653"/>
                    <a:pt x="668" y="1654"/>
                  </a:cubicBezTo>
                  <a:cubicBezTo>
                    <a:pt x="725" y="1666"/>
                    <a:pt x="763" y="1717"/>
                    <a:pt x="757" y="1773"/>
                  </a:cubicBezTo>
                  <a:lnTo>
                    <a:pt x="731" y="1930"/>
                  </a:lnTo>
                  <a:cubicBezTo>
                    <a:pt x="725" y="1988"/>
                    <a:pt x="681" y="2026"/>
                    <a:pt x="630" y="2026"/>
                  </a:cubicBezTo>
                  <a:cubicBezTo>
                    <a:pt x="624" y="2026"/>
                    <a:pt x="618" y="2020"/>
                    <a:pt x="618" y="2020"/>
                  </a:cubicBezTo>
                  <a:cubicBezTo>
                    <a:pt x="562" y="2014"/>
                    <a:pt x="517" y="1962"/>
                    <a:pt x="530" y="1906"/>
                  </a:cubicBezTo>
                  <a:lnTo>
                    <a:pt x="548" y="1741"/>
                  </a:lnTo>
                  <a:cubicBezTo>
                    <a:pt x="561" y="1689"/>
                    <a:pt x="605" y="1653"/>
                    <a:pt x="656" y="1653"/>
                  </a:cubicBezTo>
                  <a:close/>
                  <a:moveTo>
                    <a:pt x="1334" y="0"/>
                  </a:moveTo>
                  <a:cubicBezTo>
                    <a:pt x="1227" y="0"/>
                    <a:pt x="1115" y="15"/>
                    <a:pt x="996" y="46"/>
                  </a:cubicBezTo>
                  <a:cubicBezTo>
                    <a:pt x="833" y="90"/>
                    <a:pt x="694" y="140"/>
                    <a:pt x="580" y="216"/>
                  </a:cubicBezTo>
                  <a:cubicBezTo>
                    <a:pt x="568" y="228"/>
                    <a:pt x="562" y="248"/>
                    <a:pt x="548" y="254"/>
                  </a:cubicBezTo>
                  <a:cubicBezTo>
                    <a:pt x="158" y="588"/>
                    <a:pt x="0" y="998"/>
                    <a:pt x="94" y="1414"/>
                  </a:cubicBezTo>
                  <a:cubicBezTo>
                    <a:pt x="202" y="1855"/>
                    <a:pt x="586" y="2241"/>
                    <a:pt x="1040" y="2354"/>
                  </a:cubicBezTo>
                  <a:cubicBezTo>
                    <a:pt x="1127" y="2375"/>
                    <a:pt x="1214" y="2386"/>
                    <a:pt x="1300" y="2386"/>
                  </a:cubicBezTo>
                  <a:cubicBezTo>
                    <a:pt x="1616" y="2386"/>
                    <a:pt x="1914" y="2242"/>
                    <a:pt x="2157" y="1968"/>
                  </a:cubicBezTo>
                  <a:cubicBezTo>
                    <a:pt x="2320" y="1773"/>
                    <a:pt x="2428" y="1552"/>
                    <a:pt x="2460" y="1319"/>
                  </a:cubicBezTo>
                  <a:cubicBezTo>
                    <a:pt x="2422" y="1301"/>
                    <a:pt x="2402" y="1263"/>
                    <a:pt x="2408" y="1219"/>
                  </a:cubicBezTo>
                  <a:cubicBezTo>
                    <a:pt x="2408" y="1181"/>
                    <a:pt x="2440" y="1150"/>
                    <a:pt x="2472" y="1136"/>
                  </a:cubicBezTo>
                  <a:cubicBezTo>
                    <a:pt x="2472" y="979"/>
                    <a:pt x="2434" y="815"/>
                    <a:pt x="2364" y="670"/>
                  </a:cubicBezTo>
                  <a:lnTo>
                    <a:pt x="2346" y="670"/>
                  </a:lnTo>
                  <a:cubicBezTo>
                    <a:pt x="2320" y="670"/>
                    <a:pt x="2289" y="658"/>
                    <a:pt x="2270" y="638"/>
                  </a:cubicBezTo>
                  <a:cubicBezTo>
                    <a:pt x="2239" y="594"/>
                    <a:pt x="2239" y="538"/>
                    <a:pt x="2270" y="500"/>
                  </a:cubicBezTo>
                  <a:cubicBezTo>
                    <a:pt x="2233" y="449"/>
                    <a:pt x="2195" y="393"/>
                    <a:pt x="2143" y="349"/>
                  </a:cubicBezTo>
                  <a:cubicBezTo>
                    <a:pt x="2137" y="341"/>
                    <a:pt x="2131" y="341"/>
                    <a:pt x="2119" y="335"/>
                  </a:cubicBezTo>
                  <a:cubicBezTo>
                    <a:pt x="2093" y="323"/>
                    <a:pt x="2075" y="298"/>
                    <a:pt x="2068" y="273"/>
                  </a:cubicBezTo>
                  <a:cubicBezTo>
                    <a:pt x="1882" y="115"/>
                    <a:pt x="1634" y="0"/>
                    <a:pt x="1334"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3" name="Google Shape;4123;p55"/>
            <p:cNvSpPr/>
            <p:nvPr/>
          </p:nvSpPr>
          <p:spPr>
            <a:xfrm>
              <a:off x="4928500" y="752325"/>
              <a:ext cx="72050" cy="66550"/>
            </a:xfrm>
            <a:custGeom>
              <a:avLst/>
              <a:gdLst/>
              <a:ahLst/>
              <a:cxnLst/>
              <a:rect l="l" t="t" r="r" b="b"/>
              <a:pathLst>
                <a:path w="2882" h="2662" extrusionOk="0">
                  <a:moveTo>
                    <a:pt x="748" y="975"/>
                  </a:moveTo>
                  <a:cubicBezTo>
                    <a:pt x="774" y="975"/>
                    <a:pt x="799" y="985"/>
                    <a:pt x="820" y="1003"/>
                  </a:cubicBezTo>
                  <a:cubicBezTo>
                    <a:pt x="858" y="1041"/>
                    <a:pt x="864" y="1110"/>
                    <a:pt x="826" y="1148"/>
                  </a:cubicBezTo>
                  <a:cubicBezTo>
                    <a:pt x="839" y="1206"/>
                    <a:pt x="801" y="1262"/>
                    <a:pt x="751" y="1274"/>
                  </a:cubicBezTo>
                  <a:lnTo>
                    <a:pt x="725" y="1274"/>
                  </a:lnTo>
                  <a:cubicBezTo>
                    <a:pt x="675" y="1274"/>
                    <a:pt x="637" y="1244"/>
                    <a:pt x="625" y="1192"/>
                  </a:cubicBezTo>
                  <a:cubicBezTo>
                    <a:pt x="612" y="1122"/>
                    <a:pt x="625" y="1060"/>
                    <a:pt x="675" y="1009"/>
                  </a:cubicBezTo>
                  <a:cubicBezTo>
                    <a:pt x="695" y="986"/>
                    <a:pt x="721" y="975"/>
                    <a:pt x="748" y="975"/>
                  </a:cubicBezTo>
                  <a:close/>
                  <a:moveTo>
                    <a:pt x="2101" y="790"/>
                  </a:moveTo>
                  <a:cubicBezTo>
                    <a:pt x="2157" y="790"/>
                    <a:pt x="2201" y="839"/>
                    <a:pt x="2201" y="895"/>
                  </a:cubicBezTo>
                  <a:lnTo>
                    <a:pt x="2201" y="1168"/>
                  </a:lnTo>
                  <a:cubicBezTo>
                    <a:pt x="2201" y="1230"/>
                    <a:pt x="2157" y="1274"/>
                    <a:pt x="2101" y="1274"/>
                  </a:cubicBezTo>
                  <a:cubicBezTo>
                    <a:pt x="2043" y="1274"/>
                    <a:pt x="1999" y="1230"/>
                    <a:pt x="1999" y="1168"/>
                  </a:cubicBezTo>
                  <a:lnTo>
                    <a:pt x="1999" y="895"/>
                  </a:lnTo>
                  <a:cubicBezTo>
                    <a:pt x="1999" y="839"/>
                    <a:pt x="2043" y="790"/>
                    <a:pt x="2101" y="790"/>
                  </a:cubicBezTo>
                  <a:close/>
                  <a:moveTo>
                    <a:pt x="1368" y="909"/>
                  </a:moveTo>
                  <a:cubicBezTo>
                    <a:pt x="1426" y="909"/>
                    <a:pt x="1470" y="953"/>
                    <a:pt x="1470" y="1009"/>
                  </a:cubicBezTo>
                  <a:lnTo>
                    <a:pt x="1470" y="1287"/>
                  </a:lnTo>
                  <a:cubicBezTo>
                    <a:pt x="1470" y="1343"/>
                    <a:pt x="1426" y="1387"/>
                    <a:pt x="1368" y="1387"/>
                  </a:cubicBezTo>
                  <a:cubicBezTo>
                    <a:pt x="1312" y="1387"/>
                    <a:pt x="1262" y="1343"/>
                    <a:pt x="1262" y="1287"/>
                  </a:cubicBezTo>
                  <a:lnTo>
                    <a:pt x="1262" y="1009"/>
                  </a:lnTo>
                  <a:cubicBezTo>
                    <a:pt x="1262" y="953"/>
                    <a:pt x="1312" y="909"/>
                    <a:pt x="1368" y="909"/>
                  </a:cubicBezTo>
                  <a:close/>
                  <a:moveTo>
                    <a:pt x="1206" y="1"/>
                  </a:moveTo>
                  <a:cubicBezTo>
                    <a:pt x="700" y="1"/>
                    <a:pt x="444" y="282"/>
                    <a:pt x="316" y="537"/>
                  </a:cubicBezTo>
                  <a:cubicBezTo>
                    <a:pt x="0" y="1154"/>
                    <a:pt x="165" y="2100"/>
                    <a:pt x="663" y="2580"/>
                  </a:cubicBezTo>
                  <a:cubicBezTo>
                    <a:pt x="733" y="2548"/>
                    <a:pt x="801" y="2516"/>
                    <a:pt x="884" y="2492"/>
                  </a:cubicBezTo>
                  <a:cubicBezTo>
                    <a:pt x="884" y="2484"/>
                    <a:pt x="876" y="2484"/>
                    <a:pt x="876" y="2484"/>
                  </a:cubicBezTo>
                  <a:cubicBezTo>
                    <a:pt x="789" y="2182"/>
                    <a:pt x="701" y="1861"/>
                    <a:pt x="643" y="1558"/>
                  </a:cubicBezTo>
                  <a:cubicBezTo>
                    <a:pt x="637" y="1501"/>
                    <a:pt x="675" y="1445"/>
                    <a:pt x="733" y="1439"/>
                  </a:cubicBezTo>
                  <a:cubicBezTo>
                    <a:pt x="739" y="1437"/>
                    <a:pt x="747" y="1436"/>
                    <a:pt x="754" y="1436"/>
                  </a:cubicBezTo>
                  <a:cubicBezTo>
                    <a:pt x="797" y="1436"/>
                    <a:pt x="840" y="1471"/>
                    <a:pt x="852" y="1520"/>
                  </a:cubicBezTo>
                  <a:cubicBezTo>
                    <a:pt x="902" y="1817"/>
                    <a:pt x="990" y="2126"/>
                    <a:pt x="1079" y="2428"/>
                  </a:cubicBezTo>
                  <a:lnTo>
                    <a:pt x="1079" y="2435"/>
                  </a:lnTo>
                  <a:cubicBezTo>
                    <a:pt x="1135" y="2422"/>
                    <a:pt x="1193" y="2409"/>
                    <a:pt x="1249" y="2403"/>
                  </a:cubicBezTo>
                  <a:cubicBezTo>
                    <a:pt x="1243" y="2391"/>
                    <a:pt x="1243" y="2379"/>
                    <a:pt x="1243" y="2359"/>
                  </a:cubicBezTo>
                  <a:lnTo>
                    <a:pt x="1243" y="1791"/>
                  </a:lnTo>
                  <a:cubicBezTo>
                    <a:pt x="1243" y="1735"/>
                    <a:pt x="1286" y="1684"/>
                    <a:pt x="1344" y="1684"/>
                  </a:cubicBezTo>
                  <a:cubicBezTo>
                    <a:pt x="1400" y="1684"/>
                    <a:pt x="1444" y="1735"/>
                    <a:pt x="1444" y="1791"/>
                  </a:cubicBezTo>
                  <a:lnTo>
                    <a:pt x="1444" y="2359"/>
                  </a:lnTo>
                  <a:cubicBezTo>
                    <a:pt x="1444" y="2371"/>
                    <a:pt x="1444" y="2385"/>
                    <a:pt x="1438" y="2397"/>
                  </a:cubicBezTo>
                  <a:cubicBezTo>
                    <a:pt x="1609" y="2397"/>
                    <a:pt x="1772" y="2428"/>
                    <a:pt x="1924" y="2484"/>
                  </a:cubicBezTo>
                  <a:cubicBezTo>
                    <a:pt x="2005" y="2315"/>
                    <a:pt x="2005" y="2100"/>
                    <a:pt x="2011" y="1893"/>
                  </a:cubicBezTo>
                  <a:cubicBezTo>
                    <a:pt x="2019" y="1841"/>
                    <a:pt x="2019" y="1791"/>
                    <a:pt x="2019" y="1735"/>
                  </a:cubicBezTo>
                  <a:cubicBezTo>
                    <a:pt x="2025" y="1687"/>
                    <a:pt x="2064" y="1640"/>
                    <a:pt x="2116" y="1640"/>
                  </a:cubicBezTo>
                  <a:cubicBezTo>
                    <a:pt x="2119" y="1640"/>
                    <a:pt x="2122" y="1640"/>
                    <a:pt x="2125" y="1640"/>
                  </a:cubicBezTo>
                  <a:cubicBezTo>
                    <a:pt x="2182" y="1640"/>
                    <a:pt x="2226" y="1690"/>
                    <a:pt x="2226" y="1747"/>
                  </a:cubicBezTo>
                  <a:cubicBezTo>
                    <a:pt x="2226" y="1797"/>
                    <a:pt x="2220" y="1849"/>
                    <a:pt x="2220" y="1899"/>
                  </a:cubicBezTo>
                  <a:cubicBezTo>
                    <a:pt x="2214" y="2120"/>
                    <a:pt x="2208" y="2365"/>
                    <a:pt x="2107" y="2574"/>
                  </a:cubicBezTo>
                  <a:cubicBezTo>
                    <a:pt x="2151" y="2606"/>
                    <a:pt x="2194" y="2630"/>
                    <a:pt x="2232" y="2662"/>
                  </a:cubicBezTo>
                  <a:cubicBezTo>
                    <a:pt x="2503" y="2114"/>
                    <a:pt x="2881" y="1274"/>
                    <a:pt x="2586" y="682"/>
                  </a:cubicBezTo>
                  <a:cubicBezTo>
                    <a:pt x="2427" y="354"/>
                    <a:pt x="2063" y="139"/>
                    <a:pt x="1520" y="33"/>
                  </a:cubicBezTo>
                  <a:cubicBezTo>
                    <a:pt x="1405" y="11"/>
                    <a:pt x="1301" y="1"/>
                    <a:pt x="1206"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4" name="Google Shape;4124;p55"/>
            <p:cNvSpPr/>
            <p:nvPr/>
          </p:nvSpPr>
          <p:spPr>
            <a:xfrm>
              <a:off x="4990125" y="795025"/>
              <a:ext cx="76475" cy="64525"/>
            </a:xfrm>
            <a:custGeom>
              <a:avLst/>
              <a:gdLst/>
              <a:ahLst/>
              <a:cxnLst/>
              <a:rect l="l" t="t" r="r" b="b"/>
              <a:pathLst>
                <a:path w="3059" h="2581" extrusionOk="0">
                  <a:moveTo>
                    <a:pt x="1238" y="526"/>
                  </a:moveTo>
                  <a:cubicBezTo>
                    <a:pt x="1272" y="526"/>
                    <a:pt x="1305" y="543"/>
                    <a:pt x="1324" y="575"/>
                  </a:cubicBezTo>
                  <a:cubicBezTo>
                    <a:pt x="1356" y="619"/>
                    <a:pt x="1344" y="689"/>
                    <a:pt x="1294" y="720"/>
                  </a:cubicBezTo>
                  <a:cubicBezTo>
                    <a:pt x="1231" y="758"/>
                    <a:pt x="1155" y="796"/>
                    <a:pt x="1091" y="822"/>
                  </a:cubicBezTo>
                  <a:cubicBezTo>
                    <a:pt x="1079" y="828"/>
                    <a:pt x="1067" y="828"/>
                    <a:pt x="1054" y="828"/>
                  </a:cubicBezTo>
                  <a:cubicBezTo>
                    <a:pt x="1016" y="828"/>
                    <a:pt x="972" y="802"/>
                    <a:pt x="960" y="758"/>
                  </a:cubicBezTo>
                  <a:cubicBezTo>
                    <a:pt x="940" y="701"/>
                    <a:pt x="966" y="645"/>
                    <a:pt x="1022" y="625"/>
                  </a:cubicBezTo>
                  <a:cubicBezTo>
                    <a:pt x="1073" y="607"/>
                    <a:pt x="1129" y="581"/>
                    <a:pt x="1181" y="543"/>
                  </a:cubicBezTo>
                  <a:cubicBezTo>
                    <a:pt x="1199" y="532"/>
                    <a:pt x="1219" y="526"/>
                    <a:pt x="1238" y="526"/>
                  </a:cubicBezTo>
                  <a:close/>
                  <a:moveTo>
                    <a:pt x="1949" y="1330"/>
                  </a:moveTo>
                  <a:cubicBezTo>
                    <a:pt x="1999" y="1330"/>
                    <a:pt x="2044" y="1369"/>
                    <a:pt x="2051" y="1414"/>
                  </a:cubicBezTo>
                  <a:cubicBezTo>
                    <a:pt x="2057" y="1471"/>
                    <a:pt x="2025" y="1527"/>
                    <a:pt x="1968" y="1533"/>
                  </a:cubicBezTo>
                  <a:cubicBezTo>
                    <a:pt x="1868" y="1553"/>
                    <a:pt x="1766" y="1559"/>
                    <a:pt x="1665" y="1559"/>
                  </a:cubicBezTo>
                  <a:lnTo>
                    <a:pt x="1627" y="1559"/>
                  </a:lnTo>
                  <a:cubicBezTo>
                    <a:pt x="1571" y="1559"/>
                    <a:pt x="1527" y="1509"/>
                    <a:pt x="1527" y="1451"/>
                  </a:cubicBezTo>
                  <a:cubicBezTo>
                    <a:pt x="1527" y="1395"/>
                    <a:pt x="1565" y="1352"/>
                    <a:pt x="1627" y="1352"/>
                  </a:cubicBezTo>
                  <a:cubicBezTo>
                    <a:pt x="1654" y="1353"/>
                    <a:pt x="1680" y="1354"/>
                    <a:pt x="1705" y="1354"/>
                  </a:cubicBezTo>
                  <a:cubicBezTo>
                    <a:pt x="1784" y="1354"/>
                    <a:pt x="1859" y="1347"/>
                    <a:pt x="1930" y="1332"/>
                  </a:cubicBezTo>
                  <a:cubicBezTo>
                    <a:pt x="1936" y="1330"/>
                    <a:pt x="1943" y="1330"/>
                    <a:pt x="1949" y="1330"/>
                  </a:cubicBezTo>
                  <a:close/>
                  <a:moveTo>
                    <a:pt x="1722" y="2063"/>
                  </a:moveTo>
                  <a:cubicBezTo>
                    <a:pt x="1778" y="2063"/>
                    <a:pt x="1824" y="2108"/>
                    <a:pt x="1824" y="2164"/>
                  </a:cubicBezTo>
                  <a:cubicBezTo>
                    <a:pt x="1824" y="2222"/>
                    <a:pt x="1778" y="2272"/>
                    <a:pt x="1722" y="2272"/>
                  </a:cubicBezTo>
                  <a:lnTo>
                    <a:pt x="1514" y="2272"/>
                  </a:lnTo>
                  <a:cubicBezTo>
                    <a:pt x="1458" y="2272"/>
                    <a:pt x="1414" y="2222"/>
                    <a:pt x="1414" y="2164"/>
                  </a:cubicBezTo>
                  <a:cubicBezTo>
                    <a:pt x="1414" y="2108"/>
                    <a:pt x="1458" y="2063"/>
                    <a:pt x="1514" y="2063"/>
                  </a:cubicBezTo>
                  <a:close/>
                  <a:moveTo>
                    <a:pt x="1847" y="1"/>
                  </a:moveTo>
                  <a:cubicBezTo>
                    <a:pt x="1102" y="1"/>
                    <a:pt x="248" y="526"/>
                    <a:pt x="32" y="1137"/>
                  </a:cubicBezTo>
                  <a:cubicBezTo>
                    <a:pt x="26" y="1155"/>
                    <a:pt x="14" y="1168"/>
                    <a:pt x="0" y="1174"/>
                  </a:cubicBezTo>
                  <a:cubicBezTo>
                    <a:pt x="20" y="1206"/>
                    <a:pt x="38" y="1230"/>
                    <a:pt x="64" y="1256"/>
                  </a:cubicBezTo>
                  <a:cubicBezTo>
                    <a:pt x="134" y="1206"/>
                    <a:pt x="209" y="1155"/>
                    <a:pt x="279" y="1105"/>
                  </a:cubicBezTo>
                  <a:cubicBezTo>
                    <a:pt x="392" y="1029"/>
                    <a:pt x="500" y="960"/>
                    <a:pt x="600" y="872"/>
                  </a:cubicBezTo>
                  <a:cubicBezTo>
                    <a:pt x="617" y="857"/>
                    <a:pt x="641" y="849"/>
                    <a:pt x="666" y="849"/>
                  </a:cubicBezTo>
                  <a:cubicBezTo>
                    <a:pt x="695" y="849"/>
                    <a:pt x="724" y="860"/>
                    <a:pt x="745" y="884"/>
                  </a:cubicBezTo>
                  <a:cubicBezTo>
                    <a:pt x="783" y="928"/>
                    <a:pt x="777" y="991"/>
                    <a:pt x="733" y="1029"/>
                  </a:cubicBezTo>
                  <a:cubicBezTo>
                    <a:pt x="625" y="1125"/>
                    <a:pt x="512" y="1200"/>
                    <a:pt x="392" y="1276"/>
                  </a:cubicBezTo>
                  <a:cubicBezTo>
                    <a:pt x="317" y="1332"/>
                    <a:pt x="241" y="1382"/>
                    <a:pt x="165" y="1439"/>
                  </a:cubicBezTo>
                  <a:cubicBezTo>
                    <a:pt x="209" y="1515"/>
                    <a:pt x="241" y="1597"/>
                    <a:pt x="259" y="1684"/>
                  </a:cubicBezTo>
                  <a:cubicBezTo>
                    <a:pt x="524" y="1597"/>
                    <a:pt x="814" y="1527"/>
                    <a:pt x="1129" y="1471"/>
                  </a:cubicBezTo>
                  <a:cubicBezTo>
                    <a:pt x="1137" y="1469"/>
                    <a:pt x="1145" y="1468"/>
                    <a:pt x="1153" y="1468"/>
                  </a:cubicBezTo>
                  <a:cubicBezTo>
                    <a:pt x="1200" y="1468"/>
                    <a:pt x="1238" y="1503"/>
                    <a:pt x="1249" y="1553"/>
                  </a:cubicBezTo>
                  <a:cubicBezTo>
                    <a:pt x="1262" y="1609"/>
                    <a:pt x="1225" y="1660"/>
                    <a:pt x="1167" y="1672"/>
                  </a:cubicBezTo>
                  <a:cubicBezTo>
                    <a:pt x="846" y="1730"/>
                    <a:pt x="556" y="1806"/>
                    <a:pt x="297" y="1887"/>
                  </a:cubicBezTo>
                  <a:cubicBezTo>
                    <a:pt x="303" y="1937"/>
                    <a:pt x="311" y="1981"/>
                    <a:pt x="311" y="2033"/>
                  </a:cubicBezTo>
                  <a:cubicBezTo>
                    <a:pt x="550" y="2052"/>
                    <a:pt x="766" y="2065"/>
                    <a:pt x="964" y="2065"/>
                  </a:cubicBezTo>
                  <a:cubicBezTo>
                    <a:pt x="1009" y="2065"/>
                    <a:pt x="1054" y="2064"/>
                    <a:pt x="1097" y="2063"/>
                  </a:cubicBezTo>
                  <a:cubicBezTo>
                    <a:pt x="1101" y="2062"/>
                    <a:pt x="1104" y="2062"/>
                    <a:pt x="1107" y="2062"/>
                  </a:cubicBezTo>
                  <a:cubicBezTo>
                    <a:pt x="1160" y="2062"/>
                    <a:pt x="1205" y="2111"/>
                    <a:pt x="1205" y="2164"/>
                  </a:cubicBezTo>
                  <a:cubicBezTo>
                    <a:pt x="1205" y="2222"/>
                    <a:pt x="1161" y="2266"/>
                    <a:pt x="1105" y="2272"/>
                  </a:cubicBezTo>
                  <a:lnTo>
                    <a:pt x="960" y="2272"/>
                  </a:lnTo>
                  <a:cubicBezTo>
                    <a:pt x="757" y="2272"/>
                    <a:pt x="538" y="2260"/>
                    <a:pt x="297" y="2240"/>
                  </a:cubicBezTo>
                  <a:cubicBezTo>
                    <a:pt x="285" y="2309"/>
                    <a:pt x="265" y="2379"/>
                    <a:pt x="247" y="2449"/>
                  </a:cubicBezTo>
                  <a:lnTo>
                    <a:pt x="265" y="2455"/>
                  </a:lnTo>
                  <a:cubicBezTo>
                    <a:pt x="565" y="2533"/>
                    <a:pt x="907" y="2580"/>
                    <a:pt x="1245" y="2580"/>
                  </a:cubicBezTo>
                  <a:cubicBezTo>
                    <a:pt x="1803" y="2580"/>
                    <a:pt x="2348" y="2452"/>
                    <a:pt x="2674" y="2126"/>
                  </a:cubicBezTo>
                  <a:cubicBezTo>
                    <a:pt x="2983" y="1824"/>
                    <a:pt x="3059" y="1382"/>
                    <a:pt x="2901" y="814"/>
                  </a:cubicBezTo>
                  <a:cubicBezTo>
                    <a:pt x="2732" y="171"/>
                    <a:pt x="2258" y="14"/>
                    <a:pt x="1900" y="2"/>
                  </a:cubicBezTo>
                  <a:cubicBezTo>
                    <a:pt x="1882" y="1"/>
                    <a:pt x="1864" y="1"/>
                    <a:pt x="1847" y="1"/>
                  </a:cubicBezTo>
                  <a:close/>
                </a:path>
              </a:pathLst>
            </a:custGeom>
            <a:solidFill>
              <a:srgbClr val="5E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5" name="Google Shape;4125;p55"/>
            <p:cNvSpPr/>
            <p:nvPr/>
          </p:nvSpPr>
          <p:spPr>
            <a:xfrm>
              <a:off x="5006200" y="887875"/>
              <a:ext cx="10425" cy="9650"/>
            </a:xfrm>
            <a:custGeom>
              <a:avLst/>
              <a:gdLst/>
              <a:ahLst/>
              <a:cxnLst/>
              <a:rect l="l" t="t" r="r" b="b"/>
              <a:pathLst>
                <a:path w="417" h="386" extrusionOk="0">
                  <a:moveTo>
                    <a:pt x="117" y="1"/>
                  </a:moveTo>
                  <a:cubicBezTo>
                    <a:pt x="94" y="1"/>
                    <a:pt x="71" y="7"/>
                    <a:pt x="52" y="21"/>
                  </a:cubicBezTo>
                  <a:cubicBezTo>
                    <a:pt x="8" y="59"/>
                    <a:pt x="0" y="121"/>
                    <a:pt x="32" y="165"/>
                  </a:cubicBezTo>
                  <a:cubicBezTo>
                    <a:pt x="96" y="240"/>
                    <a:pt x="165" y="310"/>
                    <a:pt x="235" y="368"/>
                  </a:cubicBezTo>
                  <a:cubicBezTo>
                    <a:pt x="253" y="380"/>
                    <a:pt x="273" y="386"/>
                    <a:pt x="297" y="386"/>
                  </a:cubicBezTo>
                  <a:cubicBezTo>
                    <a:pt x="329" y="386"/>
                    <a:pt x="361" y="374"/>
                    <a:pt x="379" y="348"/>
                  </a:cubicBezTo>
                  <a:cubicBezTo>
                    <a:pt x="417" y="304"/>
                    <a:pt x="405" y="240"/>
                    <a:pt x="361" y="203"/>
                  </a:cubicBezTo>
                  <a:cubicBezTo>
                    <a:pt x="311" y="159"/>
                    <a:pt x="247" y="97"/>
                    <a:pt x="197" y="33"/>
                  </a:cubicBezTo>
                  <a:cubicBezTo>
                    <a:pt x="176" y="12"/>
                    <a:pt x="146" y="1"/>
                    <a:pt x="117"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6" name="Google Shape;4126;p55"/>
            <p:cNvSpPr/>
            <p:nvPr/>
          </p:nvSpPr>
          <p:spPr>
            <a:xfrm>
              <a:off x="4992350" y="901000"/>
              <a:ext cx="7600" cy="8025"/>
            </a:xfrm>
            <a:custGeom>
              <a:avLst/>
              <a:gdLst/>
              <a:ahLst/>
              <a:cxnLst/>
              <a:rect l="l" t="t" r="r" b="b"/>
              <a:pathLst>
                <a:path w="304" h="321" extrusionOk="0">
                  <a:moveTo>
                    <a:pt x="114" y="0"/>
                  </a:moveTo>
                  <a:cubicBezTo>
                    <a:pt x="102" y="0"/>
                    <a:pt x="89" y="2"/>
                    <a:pt x="76" y="6"/>
                  </a:cubicBezTo>
                  <a:cubicBezTo>
                    <a:pt x="25" y="32"/>
                    <a:pt x="1" y="88"/>
                    <a:pt x="25" y="145"/>
                  </a:cubicBezTo>
                  <a:cubicBezTo>
                    <a:pt x="45" y="195"/>
                    <a:pt x="70" y="239"/>
                    <a:pt x="108" y="283"/>
                  </a:cubicBezTo>
                  <a:cubicBezTo>
                    <a:pt x="126" y="309"/>
                    <a:pt x="158" y="321"/>
                    <a:pt x="190" y="321"/>
                  </a:cubicBezTo>
                  <a:cubicBezTo>
                    <a:pt x="208" y="321"/>
                    <a:pt x="234" y="315"/>
                    <a:pt x="252" y="297"/>
                  </a:cubicBezTo>
                  <a:cubicBezTo>
                    <a:pt x="297" y="265"/>
                    <a:pt x="303" y="195"/>
                    <a:pt x="265" y="151"/>
                  </a:cubicBezTo>
                  <a:cubicBezTo>
                    <a:pt x="246" y="126"/>
                    <a:pt x="228" y="94"/>
                    <a:pt x="214" y="64"/>
                  </a:cubicBezTo>
                  <a:cubicBezTo>
                    <a:pt x="200" y="24"/>
                    <a:pt x="158" y="0"/>
                    <a:pt x="114"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7" name="Google Shape;4127;p55"/>
            <p:cNvSpPr/>
            <p:nvPr/>
          </p:nvSpPr>
          <p:spPr>
            <a:xfrm>
              <a:off x="4974675" y="906750"/>
              <a:ext cx="8700" cy="9700"/>
            </a:xfrm>
            <a:custGeom>
              <a:avLst/>
              <a:gdLst/>
              <a:ahLst/>
              <a:cxnLst/>
              <a:rect l="l" t="t" r="r" b="b"/>
              <a:pathLst>
                <a:path w="348" h="388" extrusionOk="0">
                  <a:moveTo>
                    <a:pt x="113" y="0"/>
                  </a:moveTo>
                  <a:cubicBezTo>
                    <a:pt x="105" y="0"/>
                    <a:pt x="97" y="1"/>
                    <a:pt x="89" y="3"/>
                  </a:cubicBezTo>
                  <a:cubicBezTo>
                    <a:pt x="33" y="23"/>
                    <a:pt x="1" y="73"/>
                    <a:pt x="13" y="129"/>
                  </a:cubicBezTo>
                  <a:cubicBezTo>
                    <a:pt x="39" y="224"/>
                    <a:pt x="96" y="306"/>
                    <a:pt x="164" y="369"/>
                  </a:cubicBezTo>
                  <a:cubicBezTo>
                    <a:pt x="184" y="381"/>
                    <a:pt x="210" y="387"/>
                    <a:pt x="228" y="387"/>
                  </a:cubicBezTo>
                  <a:cubicBezTo>
                    <a:pt x="260" y="387"/>
                    <a:pt x="291" y="375"/>
                    <a:pt x="310" y="350"/>
                  </a:cubicBezTo>
                  <a:cubicBezTo>
                    <a:pt x="347" y="306"/>
                    <a:pt x="341" y="242"/>
                    <a:pt x="298" y="204"/>
                  </a:cubicBezTo>
                  <a:cubicBezTo>
                    <a:pt x="260" y="180"/>
                    <a:pt x="228" y="129"/>
                    <a:pt x="216" y="73"/>
                  </a:cubicBezTo>
                  <a:cubicBezTo>
                    <a:pt x="204" y="30"/>
                    <a:pt x="161" y="0"/>
                    <a:pt x="113"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8" name="Google Shape;4128;p55"/>
            <p:cNvSpPr/>
            <p:nvPr/>
          </p:nvSpPr>
          <p:spPr>
            <a:xfrm>
              <a:off x="5013625" y="808175"/>
              <a:ext cx="10425" cy="7550"/>
            </a:xfrm>
            <a:custGeom>
              <a:avLst/>
              <a:gdLst/>
              <a:ahLst/>
              <a:cxnLst/>
              <a:rect l="l" t="t" r="r" b="b"/>
              <a:pathLst>
                <a:path w="417" h="302" extrusionOk="0">
                  <a:moveTo>
                    <a:pt x="298" y="0"/>
                  </a:moveTo>
                  <a:cubicBezTo>
                    <a:pt x="279" y="0"/>
                    <a:pt x="259" y="6"/>
                    <a:pt x="241" y="17"/>
                  </a:cubicBezTo>
                  <a:cubicBezTo>
                    <a:pt x="189" y="55"/>
                    <a:pt x="133" y="81"/>
                    <a:pt x="82" y="99"/>
                  </a:cubicBezTo>
                  <a:cubicBezTo>
                    <a:pt x="26" y="119"/>
                    <a:pt x="0" y="175"/>
                    <a:pt x="20" y="232"/>
                  </a:cubicBezTo>
                  <a:cubicBezTo>
                    <a:pt x="32" y="276"/>
                    <a:pt x="76" y="302"/>
                    <a:pt x="114" y="302"/>
                  </a:cubicBezTo>
                  <a:cubicBezTo>
                    <a:pt x="127" y="302"/>
                    <a:pt x="139" y="302"/>
                    <a:pt x="151" y="296"/>
                  </a:cubicBezTo>
                  <a:cubicBezTo>
                    <a:pt x="215" y="270"/>
                    <a:pt x="291" y="232"/>
                    <a:pt x="354" y="194"/>
                  </a:cubicBezTo>
                  <a:cubicBezTo>
                    <a:pt x="404" y="163"/>
                    <a:pt x="416" y="93"/>
                    <a:pt x="384" y="49"/>
                  </a:cubicBezTo>
                  <a:cubicBezTo>
                    <a:pt x="365" y="17"/>
                    <a:pt x="332" y="0"/>
                    <a:pt x="298"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9" name="Google Shape;4129;p55"/>
            <p:cNvSpPr/>
            <p:nvPr/>
          </p:nvSpPr>
          <p:spPr>
            <a:xfrm>
              <a:off x="5028300" y="828250"/>
              <a:ext cx="13250" cy="5750"/>
            </a:xfrm>
            <a:custGeom>
              <a:avLst/>
              <a:gdLst/>
              <a:ahLst/>
              <a:cxnLst/>
              <a:rect l="l" t="t" r="r" b="b"/>
              <a:pathLst>
                <a:path w="530" h="230" extrusionOk="0">
                  <a:moveTo>
                    <a:pt x="422" y="1"/>
                  </a:moveTo>
                  <a:cubicBezTo>
                    <a:pt x="416" y="1"/>
                    <a:pt x="409" y="1"/>
                    <a:pt x="403" y="3"/>
                  </a:cubicBezTo>
                  <a:cubicBezTo>
                    <a:pt x="332" y="18"/>
                    <a:pt x="257" y="25"/>
                    <a:pt x="178" y="25"/>
                  </a:cubicBezTo>
                  <a:cubicBezTo>
                    <a:pt x="153" y="25"/>
                    <a:pt x="127" y="24"/>
                    <a:pt x="100" y="23"/>
                  </a:cubicBezTo>
                  <a:cubicBezTo>
                    <a:pt x="38" y="23"/>
                    <a:pt x="0" y="66"/>
                    <a:pt x="0" y="122"/>
                  </a:cubicBezTo>
                  <a:cubicBezTo>
                    <a:pt x="0" y="180"/>
                    <a:pt x="44" y="230"/>
                    <a:pt x="100" y="230"/>
                  </a:cubicBezTo>
                  <a:lnTo>
                    <a:pt x="138" y="230"/>
                  </a:lnTo>
                  <a:cubicBezTo>
                    <a:pt x="239" y="230"/>
                    <a:pt x="341" y="224"/>
                    <a:pt x="441" y="204"/>
                  </a:cubicBezTo>
                  <a:cubicBezTo>
                    <a:pt x="498" y="198"/>
                    <a:pt x="530" y="142"/>
                    <a:pt x="524" y="85"/>
                  </a:cubicBezTo>
                  <a:cubicBezTo>
                    <a:pt x="517" y="40"/>
                    <a:pt x="472" y="1"/>
                    <a:pt x="422"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0" name="Google Shape;4130;p55"/>
            <p:cNvSpPr/>
            <p:nvPr/>
          </p:nvSpPr>
          <p:spPr>
            <a:xfrm>
              <a:off x="5025450" y="846575"/>
              <a:ext cx="10275" cy="5250"/>
            </a:xfrm>
            <a:custGeom>
              <a:avLst/>
              <a:gdLst/>
              <a:ahLst/>
              <a:cxnLst/>
              <a:rect l="l" t="t" r="r" b="b"/>
              <a:pathLst>
                <a:path w="411" h="210" extrusionOk="0">
                  <a:moveTo>
                    <a:pt x="101" y="1"/>
                  </a:moveTo>
                  <a:cubicBezTo>
                    <a:pt x="45" y="1"/>
                    <a:pt x="1" y="46"/>
                    <a:pt x="1" y="102"/>
                  </a:cubicBezTo>
                  <a:cubicBezTo>
                    <a:pt x="1" y="160"/>
                    <a:pt x="45" y="210"/>
                    <a:pt x="101" y="210"/>
                  </a:cubicBezTo>
                  <a:lnTo>
                    <a:pt x="309" y="210"/>
                  </a:lnTo>
                  <a:cubicBezTo>
                    <a:pt x="365" y="210"/>
                    <a:pt x="411" y="160"/>
                    <a:pt x="411" y="102"/>
                  </a:cubicBezTo>
                  <a:cubicBezTo>
                    <a:pt x="411" y="46"/>
                    <a:pt x="365" y="1"/>
                    <a:pt x="309"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1" name="Google Shape;4131;p55"/>
            <p:cNvSpPr/>
            <p:nvPr/>
          </p:nvSpPr>
          <p:spPr>
            <a:xfrm>
              <a:off x="4978475" y="772050"/>
              <a:ext cx="5050" cy="12125"/>
            </a:xfrm>
            <a:custGeom>
              <a:avLst/>
              <a:gdLst/>
              <a:ahLst/>
              <a:cxnLst/>
              <a:rect l="l" t="t" r="r" b="b"/>
              <a:pathLst>
                <a:path w="202" h="485" extrusionOk="0">
                  <a:moveTo>
                    <a:pt x="102" y="1"/>
                  </a:moveTo>
                  <a:cubicBezTo>
                    <a:pt x="44" y="1"/>
                    <a:pt x="0" y="50"/>
                    <a:pt x="0" y="106"/>
                  </a:cubicBezTo>
                  <a:lnTo>
                    <a:pt x="0" y="379"/>
                  </a:lnTo>
                  <a:cubicBezTo>
                    <a:pt x="0" y="441"/>
                    <a:pt x="44" y="485"/>
                    <a:pt x="102" y="485"/>
                  </a:cubicBezTo>
                  <a:cubicBezTo>
                    <a:pt x="158" y="485"/>
                    <a:pt x="202" y="441"/>
                    <a:pt x="202" y="379"/>
                  </a:cubicBezTo>
                  <a:lnTo>
                    <a:pt x="202" y="106"/>
                  </a:lnTo>
                  <a:cubicBezTo>
                    <a:pt x="202" y="50"/>
                    <a:pt x="158" y="1"/>
                    <a:pt x="102"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2" name="Google Shape;4132;p55"/>
            <p:cNvSpPr/>
            <p:nvPr/>
          </p:nvSpPr>
          <p:spPr>
            <a:xfrm>
              <a:off x="4960050" y="775050"/>
              <a:ext cx="5200" cy="11975"/>
            </a:xfrm>
            <a:custGeom>
              <a:avLst/>
              <a:gdLst/>
              <a:ahLst/>
              <a:cxnLst/>
              <a:rect l="l" t="t" r="r" b="b"/>
              <a:pathLst>
                <a:path w="208" h="479" extrusionOk="0">
                  <a:moveTo>
                    <a:pt x="106" y="0"/>
                  </a:moveTo>
                  <a:cubicBezTo>
                    <a:pt x="50" y="0"/>
                    <a:pt x="0" y="44"/>
                    <a:pt x="0" y="100"/>
                  </a:cubicBezTo>
                  <a:lnTo>
                    <a:pt x="0" y="378"/>
                  </a:lnTo>
                  <a:cubicBezTo>
                    <a:pt x="0" y="434"/>
                    <a:pt x="50" y="478"/>
                    <a:pt x="106" y="478"/>
                  </a:cubicBezTo>
                  <a:cubicBezTo>
                    <a:pt x="164" y="478"/>
                    <a:pt x="208" y="434"/>
                    <a:pt x="208" y="378"/>
                  </a:cubicBezTo>
                  <a:lnTo>
                    <a:pt x="208" y="100"/>
                  </a:lnTo>
                  <a:cubicBezTo>
                    <a:pt x="208" y="44"/>
                    <a:pt x="164" y="0"/>
                    <a:pt x="106"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3" name="Google Shape;4133;p55"/>
            <p:cNvSpPr/>
            <p:nvPr/>
          </p:nvSpPr>
          <p:spPr>
            <a:xfrm>
              <a:off x="4943775" y="776700"/>
              <a:ext cx="6350" cy="7475"/>
            </a:xfrm>
            <a:custGeom>
              <a:avLst/>
              <a:gdLst/>
              <a:ahLst/>
              <a:cxnLst/>
              <a:rect l="l" t="t" r="r" b="b"/>
              <a:pathLst>
                <a:path w="254" h="299" extrusionOk="0">
                  <a:moveTo>
                    <a:pt x="137" y="0"/>
                  </a:moveTo>
                  <a:cubicBezTo>
                    <a:pt x="110" y="0"/>
                    <a:pt x="84" y="11"/>
                    <a:pt x="64" y="34"/>
                  </a:cubicBezTo>
                  <a:cubicBezTo>
                    <a:pt x="14" y="85"/>
                    <a:pt x="1" y="147"/>
                    <a:pt x="14" y="217"/>
                  </a:cubicBezTo>
                  <a:cubicBezTo>
                    <a:pt x="26" y="269"/>
                    <a:pt x="64" y="299"/>
                    <a:pt x="114" y="299"/>
                  </a:cubicBezTo>
                  <a:lnTo>
                    <a:pt x="140" y="299"/>
                  </a:lnTo>
                  <a:cubicBezTo>
                    <a:pt x="190" y="287"/>
                    <a:pt x="228" y="231"/>
                    <a:pt x="215" y="173"/>
                  </a:cubicBezTo>
                  <a:cubicBezTo>
                    <a:pt x="253" y="135"/>
                    <a:pt x="247" y="66"/>
                    <a:pt x="209" y="28"/>
                  </a:cubicBezTo>
                  <a:cubicBezTo>
                    <a:pt x="188" y="10"/>
                    <a:pt x="163" y="0"/>
                    <a:pt x="137"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4" name="Google Shape;4134;p55"/>
            <p:cNvSpPr/>
            <p:nvPr/>
          </p:nvSpPr>
          <p:spPr>
            <a:xfrm>
              <a:off x="4906275" y="806550"/>
              <a:ext cx="9150" cy="5050"/>
            </a:xfrm>
            <a:custGeom>
              <a:avLst/>
              <a:gdLst/>
              <a:ahLst/>
              <a:cxnLst/>
              <a:rect l="l" t="t" r="r" b="b"/>
              <a:pathLst>
                <a:path w="366" h="202" extrusionOk="0">
                  <a:moveTo>
                    <a:pt x="101" y="1"/>
                  </a:moveTo>
                  <a:cubicBezTo>
                    <a:pt x="45" y="1"/>
                    <a:pt x="1" y="45"/>
                    <a:pt x="1" y="102"/>
                  </a:cubicBezTo>
                  <a:cubicBezTo>
                    <a:pt x="1" y="158"/>
                    <a:pt x="45" y="202"/>
                    <a:pt x="101" y="202"/>
                  </a:cubicBezTo>
                  <a:lnTo>
                    <a:pt x="266" y="202"/>
                  </a:lnTo>
                  <a:cubicBezTo>
                    <a:pt x="316" y="202"/>
                    <a:pt x="366" y="158"/>
                    <a:pt x="366" y="102"/>
                  </a:cubicBezTo>
                  <a:cubicBezTo>
                    <a:pt x="366" y="45"/>
                    <a:pt x="316" y="1"/>
                    <a:pt x="266"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5" name="Google Shape;4135;p55"/>
            <p:cNvSpPr/>
            <p:nvPr/>
          </p:nvSpPr>
          <p:spPr>
            <a:xfrm>
              <a:off x="4893350" y="824300"/>
              <a:ext cx="8675" cy="6225"/>
            </a:xfrm>
            <a:custGeom>
              <a:avLst/>
              <a:gdLst/>
              <a:ahLst/>
              <a:cxnLst/>
              <a:rect l="l" t="t" r="r" b="b"/>
              <a:pathLst>
                <a:path w="347" h="249" extrusionOk="0">
                  <a:moveTo>
                    <a:pt x="114" y="1"/>
                  </a:moveTo>
                  <a:cubicBezTo>
                    <a:pt x="66" y="1"/>
                    <a:pt x="24" y="30"/>
                    <a:pt x="12" y="79"/>
                  </a:cubicBezTo>
                  <a:cubicBezTo>
                    <a:pt x="0" y="135"/>
                    <a:pt x="38" y="187"/>
                    <a:pt x="88" y="205"/>
                  </a:cubicBezTo>
                  <a:cubicBezTo>
                    <a:pt x="120" y="211"/>
                    <a:pt x="146" y="218"/>
                    <a:pt x="177" y="237"/>
                  </a:cubicBezTo>
                  <a:cubicBezTo>
                    <a:pt x="195" y="243"/>
                    <a:pt x="215" y="249"/>
                    <a:pt x="227" y="249"/>
                  </a:cubicBezTo>
                  <a:cubicBezTo>
                    <a:pt x="265" y="249"/>
                    <a:pt x="303" y="230"/>
                    <a:pt x="323" y="199"/>
                  </a:cubicBezTo>
                  <a:cubicBezTo>
                    <a:pt x="347" y="149"/>
                    <a:pt x="329" y="85"/>
                    <a:pt x="277" y="59"/>
                  </a:cubicBezTo>
                  <a:cubicBezTo>
                    <a:pt x="233" y="29"/>
                    <a:pt x="183" y="10"/>
                    <a:pt x="139" y="3"/>
                  </a:cubicBezTo>
                  <a:cubicBezTo>
                    <a:pt x="131" y="2"/>
                    <a:pt x="123" y="1"/>
                    <a:pt x="114"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6" name="Google Shape;4136;p55"/>
            <p:cNvSpPr/>
            <p:nvPr/>
          </p:nvSpPr>
          <p:spPr>
            <a:xfrm>
              <a:off x="4892100" y="846000"/>
              <a:ext cx="8675" cy="5825"/>
            </a:xfrm>
            <a:custGeom>
              <a:avLst/>
              <a:gdLst/>
              <a:ahLst/>
              <a:cxnLst/>
              <a:rect l="l" t="t" r="r" b="b"/>
              <a:pathLst>
                <a:path w="347" h="233" extrusionOk="0">
                  <a:moveTo>
                    <a:pt x="121" y="0"/>
                  </a:moveTo>
                  <a:cubicBezTo>
                    <a:pt x="89" y="0"/>
                    <a:pt x="56" y="16"/>
                    <a:pt x="32" y="43"/>
                  </a:cubicBezTo>
                  <a:cubicBezTo>
                    <a:pt x="0" y="93"/>
                    <a:pt x="12" y="157"/>
                    <a:pt x="62" y="189"/>
                  </a:cubicBezTo>
                  <a:cubicBezTo>
                    <a:pt x="100" y="221"/>
                    <a:pt x="152" y="233"/>
                    <a:pt x="202" y="233"/>
                  </a:cubicBezTo>
                  <a:cubicBezTo>
                    <a:pt x="221" y="233"/>
                    <a:pt x="233" y="233"/>
                    <a:pt x="252" y="227"/>
                  </a:cubicBezTo>
                  <a:cubicBezTo>
                    <a:pt x="309" y="221"/>
                    <a:pt x="347" y="163"/>
                    <a:pt x="335" y="107"/>
                  </a:cubicBezTo>
                  <a:cubicBezTo>
                    <a:pt x="328" y="59"/>
                    <a:pt x="279" y="23"/>
                    <a:pt x="226" y="23"/>
                  </a:cubicBezTo>
                  <a:cubicBezTo>
                    <a:pt x="222" y="23"/>
                    <a:pt x="218" y="23"/>
                    <a:pt x="214" y="24"/>
                  </a:cubicBezTo>
                  <a:cubicBezTo>
                    <a:pt x="208" y="26"/>
                    <a:pt x="203" y="27"/>
                    <a:pt x="199" y="27"/>
                  </a:cubicBezTo>
                  <a:cubicBezTo>
                    <a:pt x="189" y="27"/>
                    <a:pt x="181" y="22"/>
                    <a:pt x="176" y="18"/>
                  </a:cubicBezTo>
                  <a:cubicBezTo>
                    <a:pt x="159" y="6"/>
                    <a:pt x="141" y="0"/>
                    <a:pt x="121"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7" name="Google Shape;4137;p55"/>
            <p:cNvSpPr/>
            <p:nvPr/>
          </p:nvSpPr>
          <p:spPr>
            <a:xfrm>
              <a:off x="4895550" y="882650"/>
              <a:ext cx="9325" cy="9200"/>
            </a:xfrm>
            <a:custGeom>
              <a:avLst/>
              <a:gdLst/>
              <a:ahLst/>
              <a:cxnLst/>
              <a:rect l="l" t="t" r="r" b="b"/>
              <a:pathLst>
                <a:path w="373" h="368" extrusionOk="0">
                  <a:moveTo>
                    <a:pt x="256" y="0"/>
                  </a:moveTo>
                  <a:cubicBezTo>
                    <a:pt x="229" y="0"/>
                    <a:pt x="202" y="11"/>
                    <a:pt x="183" y="33"/>
                  </a:cubicBezTo>
                  <a:cubicBezTo>
                    <a:pt x="127" y="85"/>
                    <a:pt x="70" y="154"/>
                    <a:pt x="32" y="204"/>
                  </a:cubicBezTo>
                  <a:cubicBezTo>
                    <a:pt x="0" y="254"/>
                    <a:pt x="14" y="318"/>
                    <a:pt x="58" y="350"/>
                  </a:cubicBezTo>
                  <a:cubicBezTo>
                    <a:pt x="76" y="362"/>
                    <a:pt x="95" y="368"/>
                    <a:pt x="121" y="368"/>
                  </a:cubicBezTo>
                  <a:cubicBezTo>
                    <a:pt x="151" y="368"/>
                    <a:pt x="183" y="356"/>
                    <a:pt x="203" y="324"/>
                  </a:cubicBezTo>
                  <a:cubicBezTo>
                    <a:pt x="235" y="280"/>
                    <a:pt x="285" y="222"/>
                    <a:pt x="328" y="179"/>
                  </a:cubicBezTo>
                  <a:cubicBezTo>
                    <a:pt x="372" y="135"/>
                    <a:pt x="372" y="71"/>
                    <a:pt x="328" y="33"/>
                  </a:cubicBezTo>
                  <a:cubicBezTo>
                    <a:pt x="310" y="11"/>
                    <a:pt x="283" y="0"/>
                    <a:pt x="256"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8" name="Google Shape;4138;p55"/>
            <p:cNvSpPr/>
            <p:nvPr/>
          </p:nvSpPr>
          <p:spPr>
            <a:xfrm>
              <a:off x="4910525" y="895850"/>
              <a:ext cx="8675" cy="10350"/>
            </a:xfrm>
            <a:custGeom>
              <a:avLst/>
              <a:gdLst/>
              <a:ahLst/>
              <a:cxnLst/>
              <a:rect l="l" t="t" r="r" b="b"/>
              <a:pathLst>
                <a:path w="347" h="414" extrusionOk="0">
                  <a:moveTo>
                    <a:pt x="229" y="0"/>
                  </a:moveTo>
                  <a:cubicBezTo>
                    <a:pt x="197" y="0"/>
                    <a:pt x="164" y="16"/>
                    <a:pt x="146" y="43"/>
                  </a:cubicBezTo>
                  <a:cubicBezTo>
                    <a:pt x="96" y="111"/>
                    <a:pt x="52" y="200"/>
                    <a:pt x="20" y="276"/>
                  </a:cubicBezTo>
                  <a:cubicBezTo>
                    <a:pt x="0" y="326"/>
                    <a:pt x="26" y="383"/>
                    <a:pt x="76" y="407"/>
                  </a:cubicBezTo>
                  <a:cubicBezTo>
                    <a:pt x="90" y="413"/>
                    <a:pt x="102" y="413"/>
                    <a:pt x="114" y="413"/>
                  </a:cubicBezTo>
                  <a:cubicBezTo>
                    <a:pt x="158" y="413"/>
                    <a:pt x="196" y="389"/>
                    <a:pt x="209" y="351"/>
                  </a:cubicBezTo>
                  <a:cubicBezTo>
                    <a:pt x="233" y="288"/>
                    <a:pt x="271" y="218"/>
                    <a:pt x="317" y="162"/>
                  </a:cubicBezTo>
                  <a:cubicBezTo>
                    <a:pt x="347" y="118"/>
                    <a:pt x="335" y="55"/>
                    <a:pt x="291" y="23"/>
                  </a:cubicBezTo>
                  <a:cubicBezTo>
                    <a:pt x="273" y="7"/>
                    <a:pt x="251" y="0"/>
                    <a:pt x="229"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9" name="Google Shape;4139;p55"/>
            <p:cNvSpPr/>
            <p:nvPr/>
          </p:nvSpPr>
          <p:spPr>
            <a:xfrm>
              <a:off x="4934325" y="904475"/>
              <a:ext cx="7775" cy="8525"/>
            </a:xfrm>
            <a:custGeom>
              <a:avLst/>
              <a:gdLst/>
              <a:ahLst/>
              <a:cxnLst/>
              <a:rect l="l" t="t" r="r" b="b"/>
              <a:pathLst>
                <a:path w="311" h="341" extrusionOk="0">
                  <a:moveTo>
                    <a:pt x="193" y="1"/>
                  </a:moveTo>
                  <a:cubicBezTo>
                    <a:pt x="177" y="1"/>
                    <a:pt x="161" y="5"/>
                    <a:pt x="145" y="12"/>
                  </a:cubicBezTo>
                  <a:cubicBezTo>
                    <a:pt x="58" y="56"/>
                    <a:pt x="0" y="138"/>
                    <a:pt x="0" y="239"/>
                  </a:cubicBezTo>
                  <a:cubicBezTo>
                    <a:pt x="0" y="295"/>
                    <a:pt x="46" y="341"/>
                    <a:pt x="102" y="341"/>
                  </a:cubicBezTo>
                  <a:cubicBezTo>
                    <a:pt x="159" y="341"/>
                    <a:pt x="203" y="295"/>
                    <a:pt x="203" y="239"/>
                  </a:cubicBezTo>
                  <a:cubicBezTo>
                    <a:pt x="203" y="227"/>
                    <a:pt x="209" y="208"/>
                    <a:pt x="241" y="195"/>
                  </a:cubicBezTo>
                  <a:cubicBezTo>
                    <a:pt x="291" y="170"/>
                    <a:pt x="310" y="106"/>
                    <a:pt x="285" y="56"/>
                  </a:cubicBezTo>
                  <a:cubicBezTo>
                    <a:pt x="267" y="21"/>
                    <a:pt x="231" y="1"/>
                    <a:pt x="193"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0" name="Google Shape;4140;p55"/>
            <p:cNvSpPr/>
            <p:nvPr/>
          </p:nvSpPr>
          <p:spPr>
            <a:xfrm>
              <a:off x="4939375" y="836825"/>
              <a:ext cx="6175" cy="8675"/>
            </a:xfrm>
            <a:custGeom>
              <a:avLst/>
              <a:gdLst/>
              <a:ahLst/>
              <a:cxnLst/>
              <a:rect l="l" t="t" r="r" b="b"/>
              <a:pathLst>
                <a:path w="247" h="347" extrusionOk="0">
                  <a:moveTo>
                    <a:pt x="101" y="0"/>
                  </a:moveTo>
                  <a:cubicBezTo>
                    <a:pt x="45" y="6"/>
                    <a:pt x="1" y="58"/>
                    <a:pt x="1" y="108"/>
                  </a:cubicBezTo>
                  <a:cubicBezTo>
                    <a:pt x="7" y="164"/>
                    <a:pt x="13" y="221"/>
                    <a:pt x="33" y="271"/>
                  </a:cubicBezTo>
                  <a:cubicBezTo>
                    <a:pt x="45" y="315"/>
                    <a:pt x="83" y="347"/>
                    <a:pt x="133" y="347"/>
                  </a:cubicBezTo>
                  <a:cubicBezTo>
                    <a:pt x="139" y="347"/>
                    <a:pt x="146" y="347"/>
                    <a:pt x="158" y="341"/>
                  </a:cubicBezTo>
                  <a:cubicBezTo>
                    <a:pt x="214" y="329"/>
                    <a:pt x="246" y="271"/>
                    <a:pt x="228" y="215"/>
                  </a:cubicBezTo>
                  <a:cubicBezTo>
                    <a:pt x="222" y="177"/>
                    <a:pt x="214" y="140"/>
                    <a:pt x="208" y="102"/>
                  </a:cubicBezTo>
                  <a:cubicBezTo>
                    <a:pt x="208" y="44"/>
                    <a:pt x="158" y="0"/>
                    <a:pt x="101"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1" name="Google Shape;4141;p55"/>
            <p:cNvSpPr/>
            <p:nvPr/>
          </p:nvSpPr>
          <p:spPr>
            <a:xfrm>
              <a:off x="4951675" y="823100"/>
              <a:ext cx="9950" cy="6975"/>
            </a:xfrm>
            <a:custGeom>
              <a:avLst/>
              <a:gdLst/>
              <a:ahLst/>
              <a:cxnLst/>
              <a:rect l="l" t="t" r="r" b="b"/>
              <a:pathLst>
                <a:path w="398" h="279" extrusionOk="0">
                  <a:moveTo>
                    <a:pt x="276" y="1"/>
                  </a:moveTo>
                  <a:cubicBezTo>
                    <a:pt x="263" y="1"/>
                    <a:pt x="251" y="3"/>
                    <a:pt x="240" y="8"/>
                  </a:cubicBezTo>
                  <a:lnTo>
                    <a:pt x="76" y="77"/>
                  </a:lnTo>
                  <a:cubicBezTo>
                    <a:pt x="25" y="101"/>
                    <a:pt x="1" y="159"/>
                    <a:pt x="25" y="215"/>
                  </a:cubicBezTo>
                  <a:cubicBezTo>
                    <a:pt x="39" y="253"/>
                    <a:pt x="83" y="278"/>
                    <a:pt x="120" y="278"/>
                  </a:cubicBezTo>
                  <a:cubicBezTo>
                    <a:pt x="132" y="278"/>
                    <a:pt x="146" y="272"/>
                    <a:pt x="158" y="266"/>
                  </a:cubicBezTo>
                  <a:lnTo>
                    <a:pt x="322" y="197"/>
                  </a:lnTo>
                  <a:cubicBezTo>
                    <a:pt x="373" y="177"/>
                    <a:pt x="397" y="115"/>
                    <a:pt x="373" y="64"/>
                  </a:cubicBezTo>
                  <a:cubicBezTo>
                    <a:pt x="358" y="25"/>
                    <a:pt x="317" y="1"/>
                    <a:pt x="276"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2" name="Google Shape;4142;p55"/>
            <p:cNvSpPr/>
            <p:nvPr/>
          </p:nvSpPr>
          <p:spPr>
            <a:xfrm>
              <a:off x="4969950" y="828250"/>
              <a:ext cx="8700" cy="6400"/>
            </a:xfrm>
            <a:custGeom>
              <a:avLst/>
              <a:gdLst/>
              <a:ahLst/>
              <a:cxnLst/>
              <a:rect l="l" t="t" r="r" b="b"/>
              <a:pathLst>
                <a:path w="348" h="256" extrusionOk="0">
                  <a:moveTo>
                    <a:pt x="119" y="0"/>
                  </a:moveTo>
                  <a:cubicBezTo>
                    <a:pt x="83" y="0"/>
                    <a:pt x="50" y="19"/>
                    <a:pt x="33" y="53"/>
                  </a:cubicBezTo>
                  <a:cubicBezTo>
                    <a:pt x="1" y="104"/>
                    <a:pt x="20" y="166"/>
                    <a:pt x="70" y="192"/>
                  </a:cubicBezTo>
                  <a:cubicBezTo>
                    <a:pt x="114" y="218"/>
                    <a:pt x="164" y="236"/>
                    <a:pt x="210" y="250"/>
                  </a:cubicBezTo>
                  <a:cubicBezTo>
                    <a:pt x="222" y="250"/>
                    <a:pt x="228" y="256"/>
                    <a:pt x="234" y="256"/>
                  </a:cubicBezTo>
                  <a:cubicBezTo>
                    <a:pt x="285" y="256"/>
                    <a:pt x="323" y="224"/>
                    <a:pt x="335" y="174"/>
                  </a:cubicBezTo>
                  <a:cubicBezTo>
                    <a:pt x="347" y="116"/>
                    <a:pt x="316" y="66"/>
                    <a:pt x="260" y="47"/>
                  </a:cubicBezTo>
                  <a:cubicBezTo>
                    <a:pt x="228" y="41"/>
                    <a:pt x="202" y="29"/>
                    <a:pt x="172" y="15"/>
                  </a:cubicBezTo>
                  <a:cubicBezTo>
                    <a:pt x="155" y="5"/>
                    <a:pt x="136" y="0"/>
                    <a:pt x="119"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3" name="Google Shape;4143;p55"/>
            <p:cNvSpPr/>
            <p:nvPr/>
          </p:nvSpPr>
          <p:spPr>
            <a:xfrm>
              <a:off x="4978625" y="843725"/>
              <a:ext cx="8075" cy="9200"/>
            </a:xfrm>
            <a:custGeom>
              <a:avLst/>
              <a:gdLst/>
              <a:ahLst/>
              <a:cxnLst/>
              <a:rect l="l" t="t" r="r" b="b"/>
              <a:pathLst>
                <a:path w="323" h="368" extrusionOk="0">
                  <a:moveTo>
                    <a:pt x="116" y="1"/>
                  </a:moveTo>
                  <a:cubicBezTo>
                    <a:pt x="93" y="1"/>
                    <a:pt x="70" y="8"/>
                    <a:pt x="52" y="21"/>
                  </a:cubicBezTo>
                  <a:cubicBezTo>
                    <a:pt x="6" y="59"/>
                    <a:pt x="0" y="122"/>
                    <a:pt x="38" y="166"/>
                  </a:cubicBezTo>
                  <a:cubicBezTo>
                    <a:pt x="70" y="210"/>
                    <a:pt x="96" y="254"/>
                    <a:pt x="114" y="298"/>
                  </a:cubicBezTo>
                  <a:cubicBezTo>
                    <a:pt x="127" y="342"/>
                    <a:pt x="165" y="368"/>
                    <a:pt x="209" y="368"/>
                  </a:cubicBezTo>
                  <a:cubicBezTo>
                    <a:pt x="221" y="368"/>
                    <a:pt x="233" y="368"/>
                    <a:pt x="247" y="361"/>
                  </a:cubicBezTo>
                  <a:cubicBezTo>
                    <a:pt x="297" y="342"/>
                    <a:pt x="323" y="280"/>
                    <a:pt x="303" y="228"/>
                  </a:cubicBezTo>
                  <a:cubicBezTo>
                    <a:pt x="285" y="160"/>
                    <a:pt x="247" y="97"/>
                    <a:pt x="196" y="39"/>
                  </a:cubicBezTo>
                  <a:cubicBezTo>
                    <a:pt x="178" y="14"/>
                    <a:pt x="147" y="1"/>
                    <a:pt x="116"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4" name="Google Shape;4144;p55"/>
            <p:cNvSpPr/>
            <p:nvPr/>
          </p:nvSpPr>
          <p:spPr>
            <a:xfrm>
              <a:off x="4970900" y="858125"/>
              <a:ext cx="5250" cy="8525"/>
            </a:xfrm>
            <a:custGeom>
              <a:avLst/>
              <a:gdLst/>
              <a:ahLst/>
              <a:cxnLst/>
              <a:rect l="l" t="t" r="r" b="b"/>
              <a:pathLst>
                <a:path w="210" h="341" extrusionOk="0">
                  <a:moveTo>
                    <a:pt x="108" y="0"/>
                  </a:moveTo>
                  <a:cubicBezTo>
                    <a:pt x="51" y="0"/>
                    <a:pt x="1" y="44"/>
                    <a:pt x="1" y="100"/>
                  </a:cubicBezTo>
                  <a:lnTo>
                    <a:pt x="1" y="239"/>
                  </a:lnTo>
                  <a:cubicBezTo>
                    <a:pt x="1" y="295"/>
                    <a:pt x="51" y="341"/>
                    <a:pt x="108" y="341"/>
                  </a:cubicBezTo>
                  <a:cubicBezTo>
                    <a:pt x="164" y="341"/>
                    <a:pt x="209" y="295"/>
                    <a:pt x="209" y="239"/>
                  </a:cubicBezTo>
                  <a:lnTo>
                    <a:pt x="209" y="100"/>
                  </a:lnTo>
                  <a:cubicBezTo>
                    <a:pt x="209" y="44"/>
                    <a:pt x="164" y="0"/>
                    <a:pt x="108"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5" name="Google Shape;4145;p55"/>
            <p:cNvSpPr/>
            <p:nvPr/>
          </p:nvSpPr>
          <p:spPr>
            <a:xfrm>
              <a:off x="4943775" y="858550"/>
              <a:ext cx="6200" cy="9350"/>
            </a:xfrm>
            <a:custGeom>
              <a:avLst/>
              <a:gdLst/>
              <a:ahLst/>
              <a:cxnLst/>
              <a:rect l="l" t="t" r="r" b="b"/>
              <a:pathLst>
                <a:path w="248" h="374" extrusionOk="0">
                  <a:moveTo>
                    <a:pt x="140" y="1"/>
                  </a:moveTo>
                  <a:cubicBezTo>
                    <a:pt x="89" y="1"/>
                    <a:pt x="45" y="37"/>
                    <a:pt x="32" y="89"/>
                  </a:cubicBezTo>
                  <a:lnTo>
                    <a:pt x="14" y="254"/>
                  </a:lnTo>
                  <a:cubicBezTo>
                    <a:pt x="1" y="310"/>
                    <a:pt x="46" y="362"/>
                    <a:pt x="102" y="368"/>
                  </a:cubicBezTo>
                  <a:cubicBezTo>
                    <a:pt x="102" y="368"/>
                    <a:pt x="108" y="374"/>
                    <a:pt x="114" y="374"/>
                  </a:cubicBezTo>
                  <a:cubicBezTo>
                    <a:pt x="165" y="374"/>
                    <a:pt x="209" y="336"/>
                    <a:pt x="215" y="278"/>
                  </a:cubicBezTo>
                  <a:lnTo>
                    <a:pt x="241" y="121"/>
                  </a:lnTo>
                  <a:cubicBezTo>
                    <a:pt x="247" y="65"/>
                    <a:pt x="209" y="14"/>
                    <a:pt x="152" y="2"/>
                  </a:cubicBezTo>
                  <a:cubicBezTo>
                    <a:pt x="148" y="1"/>
                    <a:pt x="144" y="1"/>
                    <a:pt x="140"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6" name="Google Shape;4146;p55"/>
            <p:cNvSpPr/>
            <p:nvPr/>
          </p:nvSpPr>
          <p:spPr>
            <a:xfrm>
              <a:off x="4951525" y="838550"/>
              <a:ext cx="5225" cy="9200"/>
            </a:xfrm>
            <a:custGeom>
              <a:avLst/>
              <a:gdLst/>
              <a:ahLst/>
              <a:cxnLst/>
              <a:rect l="l" t="t" r="r" b="b"/>
              <a:pathLst>
                <a:path w="209" h="368" extrusionOk="0">
                  <a:moveTo>
                    <a:pt x="101" y="1"/>
                  </a:moveTo>
                  <a:cubicBezTo>
                    <a:pt x="45" y="1"/>
                    <a:pt x="1" y="45"/>
                    <a:pt x="1" y="108"/>
                  </a:cubicBezTo>
                  <a:lnTo>
                    <a:pt x="1" y="266"/>
                  </a:lnTo>
                  <a:cubicBezTo>
                    <a:pt x="1" y="322"/>
                    <a:pt x="45" y="367"/>
                    <a:pt x="101" y="367"/>
                  </a:cubicBezTo>
                  <a:cubicBezTo>
                    <a:pt x="158" y="367"/>
                    <a:pt x="208" y="322"/>
                    <a:pt x="208" y="266"/>
                  </a:cubicBezTo>
                  <a:lnTo>
                    <a:pt x="208" y="108"/>
                  </a:lnTo>
                  <a:cubicBezTo>
                    <a:pt x="208" y="45"/>
                    <a:pt x="158" y="1"/>
                    <a:pt x="101"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7" name="Google Shape;4147;p55"/>
            <p:cNvSpPr/>
            <p:nvPr/>
          </p:nvSpPr>
          <p:spPr>
            <a:xfrm>
              <a:off x="4961450" y="836850"/>
              <a:ext cx="8675" cy="8050"/>
            </a:xfrm>
            <a:custGeom>
              <a:avLst/>
              <a:gdLst/>
              <a:ahLst/>
              <a:cxnLst/>
              <a:rect l="l" t="t" r="r" b="b"/>
              <a:pathLst>
                <a:path w="347" h="322" extrusionOk="0">
                  <a:moveTo>
                    <a:pt x="119" y="1"/>
                  </a:moveTo>
                  <a:cubicBezTo>
                    <a:pt x="83" y="1"/>
                    <a:pt x="48" y="21"/>
                    <a:pt x="26" y="57"/>
                  </a:cubicBezTo>
                  <a:cubicBezTo>
                    <a:pt x="0" y="107"/>
                    <a:pt x="20" y="170"/>
                    <a:pt x="70" y="195"/>
                  </a:cubicBezTo>
                  <a:cubicBezTo>
                    <a:pt x="102" y="208"/>
                    <a:pt x="126" y="238"/>
                    <a:pt x="139" y="270"/>
                  </a:cubicBezTo>
                  <a:cubicBezTo>
                    <a:pt x="164" y="302"/>
                    <a:pt x="195" y="322"/>
                    <a:pt x="233" y="322"/>
                  </a:cubicBezTo>
                  <a:cubicBezTo>
                    <a:pt x="253" y="322"/>
                    <a:pt x="265" y="314"/>
                    <a:pt x="285" y="308"/>
                  </a:cubicBezTo>
                  <a:cubicBezTo>
                    <a:pt x="335" y="284"/>
                    <a:pt x="347" y="220"/>
                    <a:pt x="323" y="170"/>
                  </a:cubicBezTo>
                  <a:cubicBezTo>
                    <a:pt x="285" y="101"/>
                    <a:pt x="233" y="49"/>
                    <a:pt x="164" y="11"/>
                  </a:cubicBezTo>
                  <a:cubicBezTo>
                    <a:pt x="149" y="4"/>
                    <a:pt x="134" y="1"/>
                    <a:pt x="119"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8" name="Google Shape;4148;p55"/>
            <p:cNvSpPr/>
            <p:nvPr/>
          </p:nvSpPr>
          <p:spPr>
            <a:xfrm>
              <a:off x="4958750" y="849400"/>
              <a:ext cx="6200" cy="9200"/>
            </a:xfrm>
            <a:custGeom>
              <a:avLst/>
              <a:gdLst/>
              <a:ahLst/>
              <a:cxnLst/>
              <a:rect l="l" t="t" r="r" b="b"/>
              <a:pathLst>
                <a:path w="248" h="368" extrusionOk="0">
                  <a:moveTo>
                    <a:pt x="107" y="1"/>
                  </a:moveTo>
                  <a:cubicBezTo>
                    <a:pt x="103" y="1"/>
                    <a:pt x="100" y="1"/>
                    <a:pt x="96" y="1"/>
                  </a:cubicBezTo>
                  <a:cubicBezTo>
                    <a:pt x="39" y="9"/>
                    <a:pt x="1" y="65"/>
                    <a:pt x="7" y="122"/>
                  </a:cubicBezTo>
                  <a:cubicBezTo>
                    <a:pt x="14" y="172"/>
                    <a:pt x="27" y="228"/>
                    <a:pt x="33" y="286"/>
                  </a:cubicBezTo>
                  <a:cubicBezTo>
                    <a:pt x="39" y="336"/>
                    <a:pt x="83" y="368"/>
                    <a:pt x="134" y="368"/>
                  </a:cubicBezTo>
                  <a:lnTo>
                    <a:pt x="152" y="368"/>
                  </a:lnTo>
                  <a:cubicBezTo>
                    <a:pt x="210" y="361"/>
                    <a:pt x="247" y="304"/>
                    <a:pt x="234" y="248"/>
                  </a:cubicBezTo>
                  <a:cubicBezTo>
                    <a:pt x="228" y="198"/>
                    <a:pt x="222" y="147"/>
                    <a:pt x="216" y="91"/>
                  </a:cubicBezTo>
                  <a:cubicBezTo>
                    <a:pt x="210" y="42"/>
                    <a:pt x="159" y="1"/>
                    <a:pt x="107"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49" name="Google Shape;4149;p55"/>
          <p:cNvGrpSpPr/>
          <p:nvPr/>
        </p:nvGrpSpPr>
        <p:grpSpPr>
          <a:xfrm>
            <a:off x="532319" y="3559203"/>
            <a:ext cx="550081" cy="505828"/>
            <a:chOff x="5885675" y="1035675"/>
            <a:chExt cx="475150" cy="436925"/>
          </a:xfrm>
        </p:grpSpPr>
        <p:sp>
          <p:nvSpPr>
            <p:cNvPr id="4150" name="Google Shape;4150;p55"/>
            <p:cNvSpPr/>
            <p:nvPr/>
          </p:nvSpPr>
          <p:spPr>
            <a:xfrm>
              <a:off x="5885675" y="1035675"/>
              <a:ext cx="475150" cy="436925"/>
            </a:xfrm>
            <a:custGeom>
              <a:avLst/>
              <a:gdLst/>
              <a:ahLst/>
              <a:cxnLst/>
              <a:rect l="l" t="t" r="r" b="b"/>
              <a:pathLst>
                <a:path w="19006" h="17477" extrusionOk="0">
                  <a:moveTo>
                    <a:pt x="6113" y="1416"/>
                  </a:moveTo>
                  <a:cubicBezTo>
                    <a:pt x="6153" y="1416"/>
                    <a:pt x="6184" y="1424"/>
                    <a:pt x="6205" y="1429"/>
                  </a:cubicBezTo>
                  <a:cubicBezTo>
                    <a:pt x="7232" y="1732"/>
                    <a:pt x="8550" y="5989"/>
                    <a:pt x="8544" y="7287"/>
                  </a:cubicBezTo>
                  <a:cubicBezTo>
                    <a:pt x="8393" y="6897"/>
                    <a:pt x="8186" y="6518"/>
                    <a:pt x="7977" y="6152"/>
                  </a:cubicBezTo>
                  <a:cubicBezTo>
                    <a:pt x="7549" y="5395"/>
                    <a:pt x="7151" y="4671"/>
                    <a:pt x="7240" y="3819"/>
                  </a:cubicBezTo>
                  <a:cubicBezTo>
                    <a:pt x="7246" y="3731"/>
                    <a:pt x="7182" y="3649"/>
                    <a:pt x="7095" y="3643"/>
                  </a:cubicBezTo>
                  <a:cubicBezTo>
                    <a:pt x="7087" y="3642"/>
                    <a:pt x="7079" y="3641"/>
                    <a:pt x="7071" y="3641"/>
                  </a:cubicBezTo>
                  <a:cubicBezTo>
                    <a:pt x="6987" y="3641"/>
                    <a:pt x="6923" y="3706"/>
                    <a:pt x="6912" y="3787"/>
                  </a:cubicBezTo>
                  <a:cubicBezTo>
                    <a:pt x="6816" y="4740"/>
                    <a:pt x="7258" y="5541"/>
                    <a:pt x="7694" y="6309"/>
                  </a:cubicBezTo>
                  <a:cubicBezTo>
                    <a:pt x="7901" y="6682"/>
                    <a:pt x="8110" y="7060"/>
                    <a:pt x="8254" y="7444"/>
                  </a:cubicBezTo>
                  <a:cubicBezTo>
                    <a:pt x="7057" y="6284"/>
                    <a:pt x="4962" y="3245"/>
                    <a:pt x="5593" y="1933"/>
                  </a:cubicBezTo>
                  <a:cubicBezTo>
                    <a:pt x="5805" y="1487"/>
                    <a:pt x="5996" y="1416"/>
                    <a:pt x="6113" y="1416"/>
                  </a:cubicBezTo>
                  <a:close/>
                  <a:moveTo>
                    <a:pt x="11764" y="329"/>
                  </a:moveTo>
                  <a:cubicBezTo>
                    <a:pt x="11885" y="329"/>
                    <a:pt x="11981" y="364"/>
                    <a:pt x="12051" y="433"/>
                  </a:cubicBezTo>
                  <a:cubicBezTo>
                    <a:pt x="12694" y="1082"/>
                    <a:pt x="11647" y="4406"/>
                    <a:pt x="10783" y="6480"/>
                  </a:cubicBezTo>
                  <a:cubicBezTo>
                    <a:pt x="10707" y="6662"/>
                    <a:pt x="10625" y="6845"/>
                    <a:pt x="10537" y="7034"/>
                  </a:cubicBezTo>
                  <a:cubicBezTo>
                    <a:pt x="10436" y="7255"/>
                    <a:pt x="10342" y="7482"/>
                    <a:pt x="10247" y="7715"/>
                  </a:cubicBezTo>
                  <a:cubicBezTo>
                    <a:pt x="10177" y="7628"/>
                    <a:pt x="10102" y="7552"/>
                    <a:pt x="10020" y="7494"/>
                  </a:cubicBezTo>
                  <a:cubicBezTo>
                    <a:pt x="10046" y="7457"/>
                    <a:pt x="10052" y="7413"/>
                    <a:pt x="10046" y="7375"/>
                  </a:cubicBezTo>
                  <a:cubicBezTo>
                    <a:pt x="9982" y="7034"/>
                    <a:pt x="10153" y="6700"/>
                    <a:pt x="10335" y="6347"/>
                  </a:cubicBezTo>
                  <a:cubicBezTo>
                    <a:pt x="10468" y="6095"/>
                    <a:pt x="10607" y="5830"/>
                    <a:pt x="10651" y="5559"/>
                  </a:cubicBezTo>
                  <a:cubicBezTo>
                    <a:pt x="10675" y="5401"/>
                    <a:pt x="10675" y="5250"/>
                    <a:pt x="10669" y="5105"/>
                  </a:cubicBezTo>
                  <a:cubicBezTo>
                    <a:pt x="10669" y="4904"/>
                    <a:pt x="10663" y="4714"/>
                    <a:pt x="10739" y="4506"/>
                  </a:cubicBezTo>
                  <a:cubicBezTo>
                    <a:pt x="10802" y="4336"/>
                    <a:pt x="10890" y="4210"/>
                    <a:pt x="10972" y="4089"/>
                  </a:cubicBezTo>
                  <a:cubicBezTo>
                    <a:pt x="11129" y="3856"/>
                    <a:pt x="11288" y="3623"/>
                    <a:pt x="11250" y="3131"/>
                  </a:cubicBezTo>
                  <a:cubicBezTo>
                    <a:pt x="11243" y="3042"/>
                    <a:pt x="11168" y="2980"/>
                    <a:pt x="11085" y="2980"/>
                  </a:cubicBezTo>
                  <a:cubicBezTo>
                    <a:pt x="11081" y="2980"/>
                    <a:pt x="11077" y="2980"/>
                    <a:pt x="11073" y="2980"/>
                  </a:cubicBezTo>
                  <a:cubicBezTo>
                    <a:pt x="10985" y="2986"/>
                    <a:pt x="10916" y="3068"/>
                    <a:pt x="10922" y="3157"/>
                  </a:cubicBezTo>
                  <a:cubicBezTo>
                    <a:pt x="10954" y="3536"/>
                    <a:pt x="10852" y="3687"/>
                    <a:pt x="10701" y="3908"/>
                  </a:cubicBezTo>
                  <a:cubicBezTo>
                    <a:pt x="10613" y="4039"/>
                    <a:pt x="10512" y="4185"/>
                    <a:pt x="10436" y="4392"/>
                  </a:cubicBezTo>
                  <a:cubicBezTo>
                    <a:pt x="10335" y="4657"/>
                    <a:pt x="10342" y="4898"/>
                    <a:pt x="10348" y="5111"/>
                  </a:cubicBezTo>
                  <a:cubicBezTo>
                    <a:pt x="10354" y="5244"/>
                    <a:pt x="10354" y="5376"/>
                    <a:pt x="10329" y="5503"/>
                  </a:cubicBezTo>
                  <a:cubicBezTo>
                    <a:pt x="10291" y="5724"/>
                    <a:pt x="10171" y="5957"/>
                    <a:pt x="10052" y="6196"/>
                  </a:cubicBezTo>
                  <a:cubicBezTo>
                    <a:pt x="9869" y="6549"/>
                    <a:pt x="9679" y="6921"/>
                    <a:pt x="9711" y="7325"/>
                  </a:cubicBezTo>
                  <a:cubicBezTo>
                    <a:pt x="9588" y="7281"/>
                    <a:pt x="9460" y="7260"/>
                    <a:pt x="9324" y="7260"/>
                  </a:cubicBezTo>
                  <a:cubicBezTo>
                    <a:pt x="9306" y="7260"/>
                    <a:pt x="9288" y="7261"/>
                    <a:pt x="9269" y="7261"/>
                  </a:cubicBezTo>
                  <a:cubicBezTo>
                    <a:pt x="9440" y="4828"/>
                    <a:pt x="10127" y="925"/>
                    <a:pt x="11326" y="433"/>
                  </a:cubicBezTo>
                  <a:cubicBezTo>
                    <a:pt x="11496" y="364"/>
                    <a:pt x="11643" y="329"/>
                    <a:pt x="11764" y="329"/>
                  </a:cubicBezTo>
                  <a:close/>
                  <a:moveTo>
                    <a:pt x="15927" y="4428"/>
                  </a:moveTo>
                  <a:cubicBezTo>
                    <a:pt x="16004" y="4428"/>
                    <a:pt x="16078" y="4435"/>
                    <a:pt x="16149" y="4450"/>
                  </a:cubicBezTo>
                  <a:cubicBezTo>
                    <a:pt x="16414" y="4500"/>
                    <a:pt x="16603" y="4657"/>
                    <a:pt x="16742" y="4935"/>
                  </a:cubicBezTo>
                  <a:cubicBezTo>
                    <a:pt x="16812" y="5073"/>
                    <a:pt x="16812" y="5224"/>
                    <a:pt x="16742" y="5383"/>
                  </a:cubicBezTo>
                  <a:cubicBezTo>
                    <a:pt x="16212" y="6542"/>
                    <a:pt x="12415" y="7759"/>
                    <a:pt x="10991" y="8131"/>
                  </a:cubicBezTo>
                  <a:cubicBezTo>
                    <a:pt x="10858" y="8169"/>
                    <a:pt x="10758" y="8189"/>
                    <a:pt x="10645" y="8207"/>
                  </a:cubicBezTo>
                  <a:cubicBezTo>
                    <a:pt x="10613" y="8213"/>
                    <a:pt x="10581" y="8233"/>
                    <a:pt x="10556" y="8259"/>
                  </a:cubicBezTo>
                  <a:lnTo>
                    <a:pt x="10550" y="8265"/>
                  </a:lnTo>
                  <a:cubicBezTo>
                    <a:pt x="10537" y="8227"/>
                    <a:pt x="10524" y="8195"/>
                    <a:pt x="10512" y="8163"/>
                  </a:cubicBezTo>
                  <a:cubicBezTo>
                    <a:pt x="10518" y="8151"/>
                    <a:pt x="10531" y="8151"/>
                    <a:pt x="10544" y="8138"/>
                  </a:cubicBezTo>
                  <a:cubicBezTo>
                    <a:pt x="10777" y="7892"/>
                    <a:pt x="11091" y="7817"/>
                    <a:pt x="11426" y="7735"/>
                  </a:cubicBezTo>
                  <a:cubicBezTo>
                    <a:pt x="11653" y="7677"/>
                    <a:pt x="11886" y="7621"/>
                    <a:pt x="12113" y="7508"/>
                  </a:cubicBezTo>
                  <a:cubicBezTo>
                    <a:pt x="12322" y="7394"/>
                    <a:pt x="12517" y="7255"/>
                    <a:pt x="12706" y="7124"/>
                  </a:cubicBezTo>
                  <a:cubicBezTo>
                    <a:pt x="13040" y="6883"/>
                    <a:pt x="13355" y="6656"/>
                    <a:pt x="13753" y="6612"/>
                  </a:cubicBezTo>
                  <a:cubicBezTo>
                    <a:pt x="13841" y="6600"/>
                    <a:pt x="13905" y="6524"/>
                    <a:pt x="13899" y="6429"/>
                  </a:cubicBezTo>
                  <a:cubicBezTo>
                    <a:pt x="13886" y="6349"/>
                    <a:pt x="13818" y="6289"/>
                    <a:pt x="13739" y="6289"/>
                  </a:cubicBezTo>
                  <a:cubicBezTo>
                    <a:pt x="13731" y="6289"/>
                    <a:pt x="13723" y="6290"/>
                    <a:pt x="13715" y="6291"/>
                  </a:cubicBezTo>
                  <a:cubicBezTo>
                    <a:pt x="13236" y="6341"/>
                    <a:pt x="12869" y="6606"/>
                    <a:pt x="12517" y="6859"/>
                  </a:cubicBezTo>
                  <a:cubicBezTo>
                    <a:pt x="12334" y="6984"/>
                    <a:pt x="12158" y="7116"/>
                    <a:pt x="11961" y="7217"/>
                  </a:cubicBezTo>
                  <a:cubicBezTo>
                    <a:pt x="11772" y="7313"/>
                    <a:pt x="11565" y="7363"/>
                    <a:pt x="11350" y="7419"/>
                  </a:cubicBezTo>
                  <a:cubicBezTo>
                    <a:pt x="11268" y="7438"/>
                    <a:pt x="11181" y="7457"/>
                    <a:pt x="11099" y="7476"/>
                  </a:cubicBezTo>
                  <a:cubicBezTo>
                    <a:pt x="11212" y="7381"/>
                    <a:pt x="11338" y="7281"/>
                    <a:pt x="11470" y="7167"/>
                  </a:cubicBezTo>
                  <a:cubicBezTo>
                    <a:pt x="12703" y="6123"/>
                    <a:pt x="14712" y="4428"/>
                    <a:pt x="15927" y="4428"/>
                  </a:cubicBezTo>
                  <a:close/>
                  <a:moveTo>
                    <a:pt x="2873" y="6750"/>
                  </a:moveTo>
                  <a:cubicBezTo>
                    <a:pt x="3219" y="6750"/>
                    <a:pt x="3533" y="6767"/>
                    <a:pt x="3759" y="6795"/>
                  </a:cubicBezTo>
                  <a:cubicBezTo>
                    <a:pt x="4988" y="6947"/>
                    <a:pt x="6249" y="7375"/>
                    <a:pt x="7359" y="7759"/>
                  </a:cubicBezTo>
                  <a:cubicBezTo>
                    <a:pt x="7543" y="7823"/>
                    <a:pt x="7718" y="7880"/>
                    <a:pt x="7889" y="7936"/>
                  </a:cubicBezTo>
                  <a:cubicBezTo>
                    <a:pt x="7838" y="8006"/>
                    <a:pt x="7794" y="8075"/>
                    <a:pt x="7756" y="8157"/>
                  </a:cubicBezTo>
                  <a:cubicBezTo>
                    <a:pt x="7408" y="7938"/>
                    <a:pt x="7070" y="7909"/>
                    <a:pt x="6736" y="7909"/>
                  </a:cubicBezTo>
                  <a:cubicBezTo>
                    <a:pt x="6677" y="7909"/>
                    <a:pt x="6618" y="7910"/>
                    <a:pt x="6559" y="7911"/>
                  </a:cubicBezTo>
                  <a:cubicBezTo>
                    <a:pt x="6414" y="7911"/>
                    <a:pt x="6262" y="7911"/>
                    <a:pt x="6111" y="7898"/>
                  </a:cubicBezTo>
                  <a:cubicBezTo>
                    <a:pt x="5777" y="7880"/>
                    <a:pt x="5468" y="7791"/>
                    <a:pt x="5133" y="7697"/>
                  </a:cubicBezTo>
                  <a:cubicBezTo>
                    <a:pt x="4887" y="7628"/>
                    <a:pt x="4629" y="7558"/>
                    <a:pt x="4357" y="7514"/>
                  </a:cubicBezTo>
                  <a:cubicBezTo>
                    <a:pt x="4349" y="7513"/>
                    <a:pt x="4341" y="7512"/>
                    <a:pt x="4333" y="7512"/>
                  </a:cubicBezTo>
                  <a:cubicBezTo>
                    <a:pt x="4254" y="7512"/>
                    <a:pt x="4180" y="7566"/>
                    <a:pt x="4168" y="7646"/>
                  </a:cubicBezTo>
                  <a:cubicBezTo>
                    <a:pt x="4156" y="7741"/>
                    <a:pt x="4213" y="7829"/>
                    <a:pt x="4307" y="7835"/>
                  </a:cubicBezTo>
                  <a:cubicBezTo>
                    <a:pt x="4560" y="7880"/>
                    <a:pt x="4805" y="7948"/>
                    <a:pt x="5052" y="8012"/>
                  </a:cubicBezTo>
                  <a:cubicBezTo>
                    <a:pt x="5241" y="8062"/>
                    <a:pt x="5442" y="8119"/>
                    <a:pt x="5651" y="8163"/>
                  </a:cubicBezTo>
                  <a:cubicBezTo>
                    <a:pt x="5789" y="8195"/>
                    <a:pt x="5934" y="8213"/>
                    <a:pt x="6085" y="8227"/>
                  </a:cubicBezTo>
                  <a:cubicBezTo>
                    <a:pt x="6185" y="8234"/>
                    <a:pt x="6281" y="8237"/>
                    <a:pt x="6373" y="8237"/>
                  </a:cubicBezTo>
                  <a:cubicBezTo>
                    <a:pt x="6439" y="8237"/>
                    <a:pt x="6502" y="8235"/>
                    <a:pt x="6565" y="8233"/>
                  </a:cubicBezTo>
                  <a:cubicBezTo>
                    <a:pt x="6618" y="8232"/>
                    <a:pt x="6670" y="8231"/>
                    <a:pt x="6721" y="8231"/>
                  </a:cubicBezTo>
                  <a:cubicBezTo>
                    <a:pt x="7048" y="8231"/>
                    <a:pt x="7344" y="8260"/>
                    <a:pt x="7649" y="8472"/>
                  </a:cubicBezTo>
                  <a:cubicBezTo>
                    <a:pt x="7649" y="8492"/>
                    <a:pt x="7642" y="8498"/>
                    <a:pt x="7636" y="8516"/>
                  </a:cubicBezTo>
                  <a:cubicBezTo>
                    <a:pt x="7624" y="8585"/>
                    <a:pt x="7618" y="8661"/>
                    <a:pt x="7618" y="8737"/>
                  </a:cubicBezTo>
                  <a:cubicBezTo>
                    <a:pt x="6381" y="8903"/>
                    <a:pt x="5299" y="8987"/>
                    <a:pt x="4376" y="8987"/>
                  </a:cubicBezTo>
                  <a:cubicBezTo>
                    <a:pt x="2704" y="8987"/>
                    <a:pt x="1551" y="8714"/>
                    <a:pt x="934" y="8169"/>
                  </a:cubicBezTo>
                  <a:cubicBezTo>
                    <a:pt x="657" y="7924"/>
                    <a:pt x="341" y="7570"/>
                    <a:pt x="454" y="7325"/>
                  </a:cubicBezTo>
                  <a:cubicBezTo>
                    <a:pt x="646" y="6890"/>
                    <a:pt x="1888" y="6750"/>
                    <a:pt x="2873" y="6750"/>
                  </a:cubicBezTo>
                  <a:close/>
                  <a:moveTo>
                    <a:pt x="9357" y="7583"/>
                  </a:moveTo>
                  <a:cubicBezTo>
                    <a:pt x="9712" y="7583"/>
                    <a:pt x="9942" y="7837"/>
                    <a:pt x="10046" y="7980"/>
                  </a:cubicBezTo>
                  <a:cubicBezTo>
                    <a:pt x="10424" y="8516"/>
                    <a:pt x="10468" y="9437"/>
                    <a:pt x="9912" y="9898"/>
                  </a:cubicBezTo>
                  <a:cubicBezTo>
                    <a:pt x="9843" y="9961"/>
                    <a:pt x="9767" y="10011"/>
                    <a:pt x="9699" y="10055"/>
                  </a:cubicBezTo>
                  <a:cubicBezTo>
                    <a:pt x="9654" y="10055"/>
                    <a:pt x="9623" y="10081"/>
                    <a:pt x="9592" y="10112"/>
                  </a:cubicBezTo>
                  <a:cubicBezTo>
                    <a:pt x="9429" y="10193"/>
                    <a:pt x="9267" y="10234"/>
                    <a:pt x="9109" y="10234"/>
                  </a:cubicBezTo>
                  <a:cubicBezTo>
                    <a:pt x="8947" y="10234"/>
                    <a:pt x="8789" y="10191"/>
                    <a:pt x="8640" y="10105"/>
                  </a:cubicBezTo>
                  <a:cubicBezTo>
                    <a:pt x="8387" y="9954"/>
                    <a:pt x="8186" y="9708"/>
                    <a:pt x="8065" y="9424"/>
                  </a:cubicBezTo>
                  <a:cubicBezTo>
                    <a:pt x="8065" y="9418"/>
                    <a:pt x="8059" y="9412"/>
                    <a:pt x="8059" y="9406"/>
                  </a:cubicBezTo>
                  <a:cubicBezTo>
                    <a:pt x="8003" y="9266"/>
                    <a:pt x="7965" y="9129"/>
                    <a:pt x="7951" y="8990"/>
                  </a:cubicBezTo>
                  <a:cubicBezTo>
                    <a:pt x="7983" y="8952"/>
                    <a:pt x="8009" y="8902"/>
                    <a:pt x="8003" y="8850"/>
                  </a:cubicBezTo>
                  <a:cubicBezTo>
                    <a:pt x="7997" y="8806"/>
                    <a:pt x="7971" y="8775"/>
                    <a:pt x="7939" y="8750"/>
                  </a:cubicBezTo>
                  <a:cubicBezTo>
                    <a:pt x="7945" y="8687"/>
                    <a:pt x="7945" y="8629"/>
                    <a:pt x="7959" y="8573"/>
                  </a:cubicBezTo>
                  <a:cubicBezTo>
                    <a:pt x="8034" y="8183"/>
                    <a:pt x="8280" y="7886"/>
                    <a:pt x="8678" y="7721"/>
                  </a:cubicBezTo>
                  <a:cubicBezTo>
                    <a:pt x="8705" y="7747"/>
                    <a:pt x="8741" y="7760"/>
                    <a:pt x="8777" y="7760"/>
                  </a:cubicBezTo>
                  <a:cubicBezTo>
                    <a:pt x="8806" y="7760"/>
                    <a:pt x="8834" y="7752"/>
                    <a:pt x="8859" y="7735"/>
                  </a:cubicBezTo>
                  <a:cubicBezTo>
                    <a:pt x="9046" y="7625"/>
                    <a:pt x="9212" y="7583"/>
                    <a:pt x="9357" y="7583"/>
                  </a:cubicBezTo>
                  <a:close/>
                  <a:moveTo>
                    <a:pt x="14023" y="8143"/>
                  </a:moveTo>
                  <a:cubicBezTo>
                    <a:pt x="14748" y="8143"/>
                    <a:pt x="15503" y="8190"/>
                    <a:pt x="16256" y="8283"/>
                  </a:cubicBezTo>
                  <a:cubicBezTo>
                    <a:pt x="16981" y="8378"/>
                    <a:pt x="18419" y="8952"/>
                    <a:pt x="18582" y="9607"/>
                  </a:cubicBezTo>
                  <a:cubicBezTo>
                    <a:pt x="18652" y="9872"/>
                    <a:pt x="18495" y="10150"/>
                    <a:pt x="18110" y="10421"/>
                  </a:cubicBezTo>
                  <a:cubicBezTo>
                    <a:pt x="17930" y="10550"/>
                    <a:pt x="17695" y="10601"/>
                    <a:pt x="17428" y="10601"/>
                  </a:cubicBezTo>
                  <a:cubicBezTo>
                    <a:pt x="16777" y="10601"/>
                    <a:pt x="15933" y="10295"/>
                    <a:pt x="15209" y="10037"/>
                  </a:cubicBezTo>
                  <a:cubicBezTo>
                    <a:pt x="14761" y="9872"/>
                    <a:pt x="14339" y="9714"/>
                    <a:pt x="14018" y="9658"/>
                  </a:cubicBezTo>
                  <a:cubicBezTo>
                    <a:pt x="13721" y="9607"/>
                    <a:pt x="13425" y="9563"/>
                    <a:pt x="13142" y="9525"/>
                  </a:cubicBezTo>
                  <a:cubicBezTo>
                    <a:pt x="12284" y="9412"/>
                    <a:pt x="11477" y="9298"/>
                    <a:pt x="10739" y="8850"/>
                  </a:cubicBezTo>
                  <a:cubicBezTo>
                    <a:pt x="10713" y="8838"/>
                    <a:pt x="10683" y="8832"/>
                    <a:pt x="10657" y="8832"/>
                  </a:cubicBezTo>
                  <a:cubicBezTo>
                    <a:pt x="10657" y="8819"/>
                    <a:pt x="10651" y="8806"/>
                    <a:pt x="10651" y="8788"/>
                  </a:cubicBezTo>
                  <a:cubicBezTo>
                    <a:pt x="10758" y="8761"/>
                    <a:pt x="10872" y="8749"/>
                    <a:pt x="10990" y="8749"/>
                  </a:cubicBezTo>
                  <a:cubicBezTo>
                    <a:pt x="11257" y="8749"/>
                    <a:pt x="11546" y="8806"/>
                    <a:pt x="11830" y="8864"/>
                  </a:cubicBezTo>
                  <a:cubicBezTo>
                    <a:pt x="12120" y="8920"/>
                    <a:pt x="12423" y="8977"/>
                    <a:pt x="12700" y="8977"/>
                  </a:cubicBezTo>
                  <a:lnTo>
                    <a:pt x="12845" y="8977"/>
                  </a:lnTo>
                  <a:cubicBezTo>
                    <a:pt x="12946" y="8976"/>
                    <a:pt x="13048" y="8975"/>
                    <a:pt x="13151" y="8975"/>
                  </a:cubicBezTo>
                  <a:cubicBezTo>
                    <a:pt x="13729" y="8975"/>
                    <a:pt x="14337" y="9014"/>
                    <a:pt x="14781" y="9330"/>
                  </a:cubicBezTo>
                  <a:cubicBezTo>
                    <a:pt x="14810" y="9347"/>
                    <a:pt x="14842" y="9355"/>
                    <a:pt x="14874" y="9355"/>
                  </a:cubicBezTo>
                  <a:cubicBezTo>
                    <a:pt x="14926" y="9355"/>
                    <a:pt x="14977" y="9333"/>
                    <a:pt x="15008" y="9286"/>
                  </a:cubicBezTo>
                  <a:cubicBezTo>
                    <a:pt x="15058" y="9210"/>
                    <a:pt x="15046" y="9109"/>
                    <a:pt x="14970" y="9059"/>
                  </a:cubicBezTo>
                  <a:cubicBezTo>
                    <a:pt x="14431" y="8687"/>
                    <a:pt x="13710" y="8648"/>
                    <a:pt x="13086" y="8648"/>
                  </a:cubicBezTo>
                  <a:cubicBezTo>
                    <a:pt x="13002" y="8648"/>
                    <a:pt x="12919" y="8648"/>
                    <a:pt x="12839" y="8649"/>
                  </a:cubicBezTo>
                  <a:lnTo>
                    <a:pt x="12700" y="8655"/>
                  </a:lnTo>
                  <a:cubicBezTo>
                    <a:pt x="12453" y="8655"/>
                    <a:pt x="12176" y="8599"/>
                    <a:pt x="11893" y="8542"/>
                  </a:cubicBezTo>
                  <a:cubicBezTo>
                    <a:pt x="11653" y="8498"/>
                    <a:pt x="11414" y="8448"/>
                    <a:pt x="11181" y="8428"/>
                  </a:cubicBezTo>
                  <a:cubicBezTo>
                    <a:pt x="12002" y="8239"/>
                    <a:pt x="12982" y="8143"/>
                    <a:pt x="14023" y="8143"/>
                  </a:cubicBezTo>
                  <a:close/>
                  <a:moveTo>
                    <a:pt x="7372" y="9356"/>
                  </a:moveTo>
                  <a:lnTo>
                    <a:pt x="7372" y="9356"/>
                  </a:lnTo>
                  <a:cubicBezTo>
                    <a:pt x="7157" y="9424"/>
                    <a:pt x="6930" y="9537"/>
                    <a:pt x="6716" y="9645"/>
                  </a:cubicBezTo>
                  <a:cubicBezTo>
                    <a:pt x="6565" y="9720"/>
                    <a:pt x="6426" y="9790"/>
                    <a:pt x="6318" y="9828"/>
                  </a:cubicBezTo>
                  <a:cubicBezTo>
                    <a:pt x="6237" y="9854"/>
                    <a:pt x="6149" y="9891"/>
                    <a:pt x="6053" y="9929"/>
                  </a:cubicBezTo>
                  <a:cubicBezTo>
                    <a:pt x="5690" y="10066"/>
                    <a:pt x="5231" y="10242"/>
                    <a:pt x="4862" y="10242"/>
                  </a:cubicBezTo>
                  <a:cubicBezTo>
                    <a:pt x="4738" y="10242"/>
                    <a:pt x="4625" y="10222"/>
                    <a:pt x="4528" y="10174"/>
                  </a:cubicBezTo>
                  <a:cubicBezTo>
                    <a:pt x="4505" y="10164"/>
                    <a:pt x="4481" y="10159"/>
                    <a:pt x="4457" y="10159"/>
                  </a:cubicBezTo>
                  <a:cubicBezTo>
                    <a:pt x="4397" y="10159"/>
                    <a:pt x="4340" y="10192"/>
                    <a:pt x="4313" y="10250"/>
                  </a:cubicBezTo>
                  <a:cubicBezTo>
                    <a:pt x="4269" y="10326"/>
                    <a:pt x="4301" y="10427"/>
                    <a:pt x="4383" y="10465"/>
                  </a:cubicBezTo>
                  <a:cubicBezTo>
                    <a:pt x="4452" y="10503"/>
                    <a:pt x="4534" y="10529"/>
                    <a:pt x="4610" y="10547"/>
                  </a:cubicBezTo>
                  <a:cubicBezTo>
                    <a:pt x="4687" y="10562"/>
                    <a:pt x="4768" y="10569"/>
                    <a:pt x="4851" y="10569"/>
                  </a:cubicBezTo>
                  <a:cubicBezTo>
                    <a:pt x="5287" y="10569"/>
                    <a:pt x="5780" y="10380"/>
                    <a:pt x="6167" y="10232"/>
                  </a:cubicBezTo>
                  <a:cubicBezTo>
                    <a:pt x="6262" y="10194"/>
                    <a:pt x="6350" y="10162"/>
                    <a:pt x="6426" y="10131"/>
                  </a:cubicBezTo>
                  <a:cubicBezTo>
                    <a:pt x="6551" y="10093"/>
                    <a:pt x="6703" y="10017"/>
                    <a:pt x="6862" y="9935"/>
                  </a:cubicBezTo>
                  <a:cubicBezTo>
                    <a:pt x="7144" y="9794"/>
                    <a:pt x="7512" y="9610"/>
                    <a:pt x="7745" y="9610"/>
                  </a:cubicBezTo>
                  <a:cubicBezTo>
                    <a:pt x="7762" y="9610"/>
                    <a:pt x="7778" y="9611"/>
                    <a:pt x="7794" y="9613"/>
                  </a:cubicBezTo>
                  <a:cubicBezTo>
                    <a:pt x="7857" y="9752"/>
                    <a:pt x="7939" y="9885"/>
                    <a:pt x="8040" y="9999"/>
                  </a:cubicBezTo>
                  <a:lnTo>
                    <a:pt x="8034" y="10005"/>
                  </a:lnTo>
                  <a:cubicBezTo>
                    <a:pt x="8034" y="10005"/>
                    <a:pt x="7977" y="10067"/>
                    <a:pt x="7889" y="10174"/>
                  </a:cubicBezTo>
                  <a:cubicBezTo>
                    <a:pt x="6813" y="10750"/>
                    <a:pt x="3527" y="11895"/>
                    <a:pt x="1943" y="11895"/>
                  </a:cubicBezTo>
                  <a:cubicBezTo>
                    <a:pt x="1614" y="11895"/>
                    <a:pt x="1358" y="11846"/>
                    <a:pt x="1211" y="11732"/>
                  </a:cubicBezTo>
                  <a:cubicBezTo>
                    <a:pt x="1135" y="11676"/>
                    <a:pt x="1041" y="11556"/>
                    <a:pt x="1135" y="11266"/>
                  </a:cubicBezTo>
                  <a:cubicBezTo>
                    <a:pt x="1520" y="10043"/>
                    <a:pt x="5404" y="9412"/>
                    <a:pt x="7372" y="9356"/>
                  </a:cubicBezTo>
                  <a:close/>
                  <a:moveTo>
                    <a:pt x="10599" y="9356"/>
                  </a:moveTo>
                  <a:cubicBezTo>
                    <a:pt x="11073" y="9595"/>
                    <a:pt x="11559" y="9816"/>
                    <a:pt x="12031" y="10023"/>
                  </a:cubicBezTo>
                  <a:cubicBezTo>
                    <a:pt x="13343" y="10610"/>
                    <a:pt x="14586" y="11164"/>
                    <a:pt x="15556" y="12211"/>
                  </a:cubicBezTo>
                  <a:cubicBezTo>
                    <a:pt x="16193" y="12892"/>
                    <a:pt x="16471" y="13757"/>
                    <a:pt x="16274" y="14015"/>
                  </a:cubicBezTo>
                  <a:cubicBezTo>
                    <a:pt x="16231" y="14073"/>
                    <a:pt x="16153" y="14101"/>
                    <a:pt x="16047" y="14101"/>
                  </a:cubicBezTo>
                  <a:cubicBezTo>
                    <a:pt x="15862" y="14101"/>
                    <a:pt x="15591" y="14015"/>
                    <a:pt x="15267" y="13850"/>
                  </a:cubicBezTo>
                  <a:cubicBezTo>
                    <a:pt x="13198" y="12785"/>
                    <a:pt x="11350" y="10919"/>
                    <a:pt x="10392" y="9848"/>
                  </a:cubicBezTo>
                  <a:cubicBezTo>
                    <a:pt x="10392" y="9840"/>
                    <a:pt x="10398" y="9834"/>
                    <a:pt x="10404" y="9828"/>
                  </a:cubicBezTo>
                  <a:cubicBezTo>
                    <a:pt x="10783" y="10194"/>
                    <a:pt x="11181" y="10547"/>
                    <a:pt x="11691" y="10818"/>
                  </a:cubicBezTo>
                  <a:cubicBezTo>
                    <a:pt x="11842" y="10899"/>
                    <a:pt x="12019" y="10983"/>
                    <a:pt x="12202" y="11064"/>
                  </a:cubicBezTo>
                  <a:cubicBezTo>
                    <a:pt x="12662" y="11272"/>
                    <a:pt x="13186" y="11512"/>
                    <a:pt x="13501" y="11853"/>
                  </a:cubicBezTo>
                  <a:cubicBezTo>
                    <a:pt x="13520" y="11877"/>
                    <a:pt x="13550" y="11897"/>
                    <a:pt x="13588" y="11903"/>
                  </a:cubicBezTo>
                  <a:cubicBezTo>
                    <a:pt x="13600" y="11906"/>
                    <a:pt x="13611" y="11907"/>
                    <a:pt x="13624" y="11907"/>
                  </a:cubicBezTo>
                  <a:cubicBezTo>
                    <a:pt x="13660" y="11907"/>
                    <a:pt x="13699" y="11893"/>
                    <a:pt x="13728" y="11865"/>
                  </a:cubicBezTo>
                  <a:cubicBezTo>
                    <a:pt x="13797" y="11801"/>
                    <a:pt x="13797" y="11701"/>
                    <a:pt x="13740" y="11632"/>
                  </a:cubicBezTo>
                  <a:cubicBezTo>
                    <a:pt x="13381" y="11247"/>
                    <a:pt x="12826" y="10989"/>
                    <a:pt x="12334" y="10768"/>
                  </a:cubicBezTo>
                  <a:cubicBezTo>
                    <a:pt x="12158" y="10686"/>
                    <a:pt x="11987" y="10610"/>
                    <a:pt x="11842" y="10529"/>
                  </a:cubicBezTo>
                  <a:cubicBezTo>
                    <a:pt x="11332" y="10256"/>
                    <a:pt x="10954" y="9910"/>
                    <a:pt x="10556" y="9519"/>
                  </a:cubicBezTo>
                  <a:cubicBezTo>
                    <a:pt x="10575" y="9462"/>
                    <a:pt x="10587" y="9412"/>
                    <a:pt x="10599" y="9356"/>
                  </a:cubicBezTo>
                  <a:close/>
                  <a:moveTo>
                    <a:pt x="8550" y="10421"/>
                  </a:moveTo>
                  <a:cubicBezTo>
                    <a:pt x="8658" y="10477"/>
                    <a:pt x="8759" y="10515"/>
                    <a:pt x="8867" y="10535"/>
                  </a:cubicBezTo>
                  <a:lnTo>
                    <a:pt x="8879" y="10541"/>
                  </a:lnTo>
                  <a:cubicBezTo>
                    <a:pt x="8759" y="10818"/>
                    <a:pt x="8646" y="11096"/>
                    <a:pt x="8532" y="11367"/>
                  </a:cubicBezTo>
                  <a:cubicBezTo>
                    <a:pt x="8015" y="12653"/>
                    <a:pt x="7567" y="13757"/>
                    <a:pt x="6641" y="14822"/>
                  </a:cubicBezTo>
                  <a:cubicBezTo>
                    <a:pt x="6597" y="14872"/>
                    <a:pt x="6527" y="14961"/>
                    <a:pt x="6445" y="15061"/>
                  </a:cubicBezTo>
                  <a:cubicBezTo>
                    <a:pt x="6118" y="15480"/>
                    <a:pt x="5254" y="16562"/>
                    <a:pt x="4768" y="16562"/>
                  </a:cubicBezTo>
                  <a:cubicBezTo>
                    <a:pt x="4748" y="16562"/>
                    <a:pt x="4729" y="16560"/>
                    <a:pt x="4711" y="16556"/>
                  </a:cubicBezTo>
                  <a:cubicBezTo>
                    <a:pt x="4592" y="16530"/>
                    <a:pt x="4502" y="16405"/>
                    <a:pt x="4433" y="16184"/>
                  </a:cubicBezTo>
                  <a:cubicBezTo>
                    <a:pt x="4194" y="15377"/>
                    <a:pt x="6609" y="12161"/>
                    <a:pt x="8096" y="10433"/>
                  </a:cubicBezTo>
                  <a:cubicBezTo>
                    <a:pt x="8096" y="10427"/>
                    <a:pt x="8103" y="10427"/>
                    <a:pt x="8103" y="10427"/>
                  </a:cubicBezTo>
                  <a:lnTo>
                    <a:pt x="8103" y="10427"/>
                  </a:lnTo>
                  <a:cubicBezTo>
                    <a:pt x="7776" y="10824"/>
                    <a:pt x="7573" y="11335"/>
                    <a:pt x="7378" y="11833"/>
                  </a:cubicBezTo>
                  <a:cubicBezTo>
                    <a:pt x="7145" y="12401"/>
                    <a:pt x="6930" y="12942"/>
                    <a:pt x="6551" y="13315"/>
                  </a:cubicBezTo>
                  <a:cubicBezTo>
                    <a:pt x="6489" y="13378"/>
                    <a:pt x="6489" y="13480"/>
                    <a:pt x="6551" y="13542"/>
                  </a:cubicBezTo>
                  <a:cubicBezTo>
                    <a:pt x="6571" y="13567"/>
                    <a:pt x="6603" y="13586"/>
                    <a:pt x="6635" y="13593"/>
                  </a:cubicBezTo>
                  <a:cubicBezTo>
                    <a:pt x="6642" y="13594"/>
                    <a:pt x="6650" y="13594"/>
                    <a:pt x="6658" y="13594"/>
                  </a:cubicBezTo>
                  <a:cubicBezTo>
                    <a:pt x="6701" y="13594"/>
                    <a:pt x="6746" y="13580"/>
                    <a:pt x="6778" y="13548"/>
                  </a:cubicBezTo>
                  <a:cubicBezTo>
                    <a:pt x="7208" y="13125"/>
                    <a:pt x="7447" y="12526"/>
                    <a:pt x="7680" y="11953"/>
                  </a:cubicBezTo>
                  <a:cubicBezTo>
                    <a:pt x="7913" y="11353"/>
                    <a:pt x="8140" y="10793"/>
                    <a:pt x="8550" y="10421"/>
                  </a:cubicBezTo>
                  <a:close/>
                  <a:moveTo>
                    <a:pt x="10032" y="10218"/>
                  </a:moveTo>
                  <a:cubicBezTo>
                    <a:pt x="10235" y="10837"/>
                    <a:pt x="10537" y="11474"/>
                    <a:pt x="10864" y="12142"/>
                  </a:cubicBezTo>
                  <a:cubicBezTo>
                    <a:pt x="11521" y="13510"/>
                    <a:pt x="12202" y="14917"/>
                    <a:pt x="11993" y="16234"/>
                  </a:cubicBezTo>
                  <a:cubicBezTo>
                    <a:pt x="11905" y="16801"/>
                    <a:pt x="11742" y="17136"/>
                    <a:pt x="11539" y="17149"/>
                  </a:cubicBezTo>
                  <a:cubicBezTo>
                    <a:pt x="11536" y="17150"/>
                    <a:pt x="11532" y="17150"/>
                    <a:pt x="11529" y="17150"/>
                  </a:cubicBezTo>
                  <a:cubicBezTo>
                    <a:pt x="11112" y="17150"/>
                    <a:pt x="10428" y="16089"/>
                    <a:pt x="10197" y="15244"/>
                  </a:cubicBezTo>
                  <a:cubicBezTo>
                    <a:pt x="9819" y="13850"/>
                    <a:pt x="9540" y="12180"/>
                    <a:pt x="9415" y="10521"/>
                  </a:cubicBezTo>
                  <a:cubicBezTo>
                    <a:pt x="9458" y="10509"/>
                    <a:pt x="9496" y="10503"/>
                    <a:pt x="9534" y="10491"/>
                  </a:cubicBezTo>
                  <a:lnTo>
                    <a:pt x="9534" y="10491"/>
                  </a:lnTo>
                  <a:cubicBezTo>
                    <a:pt x="9516" y="11108"/>
                    <a:pt x="9767" y="11783"/>
                    <a:pt x="10008" y="12438"/>
                  </a:cubicBezTo>
                  <a:cubicBezTo>
                    <a:pt x="10183" y="12905"/>
                    <a:pt x="10348" y="13346"/>
                    <a:pt x="10398" y="13731"/>
                  </a:cubicBezTo>
                  <a:cubicBezTo>
                    <a:pt x="10410" y="13800"/>
                    <a:pt x="10462" y="13850"/>
                    <a:pt x="10531" y="13864"/>
                  </a:cubicBezTo>
                  <a:cubicBezTo>
                    <a:pt x="10537" y="13867"/>
                    <a:pt x="10547" y="13868"/>
                    <a:pt x="10556" y="13868"/>
                  </a:cubicBezTo>
                  <a:cubicBezTo>
                    <a:pt x="10566" y="13868"/>
                    <a:pt x="10575" y="13867"/>
                    <a:pt x="10581" y="13864"/>
                  </a:cubicBezTo>
                  <a:cubicBezTo>
                    <a:pt x="10675" y="13850"/>
                    <a:pt x="10733" y="13769"/>
                    <a:pt x="10721" y="13681"/>
                  </a:cubicBezTo>
                  <a:cubicBezTo>
                    <a:pt x="10663" y="13265"/>
                    <a:pt x="10494" y="12805"/>
                    <a:pt x="10317" y="12325"/>
                  </a:cubicBezTo>
                  <a:cubicBezTo>
                    <a:pt x="10058" y="11632"/>
                    <a:pt x="9799" y="10919"/>
                    <a:pt x="9875" y="10326"/>
                  </a:cubicBezTo>
                  <a:cubicBezTo>
                    <a:pt x="9926" y="10294"/>
                    <a:pt x="9976" y="10256"/>
                    <a:pt x="10032" y="10218"/>
                  </a:cubicBezTo>
                  <a:close/>
                  <a:moveTo>
                    <a:pt x="11770" y="0"/>
                  </a:moveTo>
                  <a:cubicBezTo>
                    <a:pt x="11605" y="0"/>
                    <a:pt x="11416" y="43"/>
                    <a:pt x="11205" y="131"/>
                  </a:cubicBezTo>
                  <a:cubicBezTo>
                    <a:pt x="9458" y="849"/>
                    <a:pt x="8992" y="6612"/>
                    <a:pt x="8942" y="7305"/>
                  </a:cubicBezTo>
                  <a:cubicBezTo>
                    <a:pt x="8917" y="7313"/>
                    <a:pt x="8891" y="7313"/>
                    <a:pt x="8867" y="7319"/>
                  </a:cubicBezTo>
                  <a:cubicBezTo>
                    <a:pt x="8867" y="5981"/>
                    <a:pt x="7543" y="1486"/>
                    <a:pt x="6300" y="1120"/>
                  </a:cubicBezTo>
                  <a:cubicBezTo>
                    <a:pt x="6242" y="1103"/>
                    <a:pt x="6179" y="1092"/>
                    <a:pt x="6112" y="1092"/>
                  </a:cubicBezTo>
                  <a:cubicBezTo>
                    <a:pt x="5865" y="1092"/>
                    <a:pt x="5565" y="1244"/>
                    <a:pt x="5297" y="1795"/>
                  </a:cubicBezTo>
                  <a:cubicBezTo>
                    <a:pt x="4578" y="3289"/>
                    <a:pt x="6716" y="6379"/>
                    <a:pt x="7965" y="7621"/>
                  </a:cubicBezTo>
                  <a:cubicBezTo>
                    <a:pt x="7800" y="7564"/>
                    <a:pt x="7636" y="7508"/>
                    <a:pt x="7467" y="7450"/>
                  </a:cubicBezTo>
                  <a:cubicBezTo>
                    <a:pt x="6338" y="7066"/>
                    <a:pt x="5064" y="6624"/>
                    <a:pt x="3797" y="6473"/>
                  </a:cubicBezTo>
                  <a:cubicBezTo>
                    <a:pt x="3638" y="6454"/>
                    <a:pt x="3271" y="6428"/>
                    <a:pt x="2828" y="6428"/>
                  </a:cubicBezTo>
                  <a:cubicBezTo>
                    <a:pt x="1829" y="6428"/>
                    <a:pt x="442" y="6559"/>
                    <a:pt x="158" y="7192"/>
                  </a:cubicBezTo>
                  <a:cubicBezTo>
                    <a:pt x="0" y="7532"/>
                    <a:pt x="189" y="7948"/>
                    <a:pt x="719" y="8416"/>
                  </a:cubicBezTo>
                  <a:cubicBezTo>
                    <a:pt x="1097" y="8750"/>
                    <a:pt x="1647" y="8990"/>
                    <a:pt x="2372" y="9135"/>
                  </a:cubicBezTo>
                  <a:cubicBezTo>
                    <a:pt x="2943" y="9250"/>
                    <a:pt x="3621" y="9308"/>
                    <a:pt x="4404" y="9308"/>
                  </a:cubicBezTo>
                  <a:cubicBezTo>
                    <a:pt x="4519" y="9308"/>
                    <a:pt x="4636" y="9307"/>
                    <a:pt x="4755" y="9304"/>
                  </a:cubicBezTo>
                  <a:lnTo>
                    <a:pt x="4755" y="9304"/>
                  </a:lnTo>
                  <a:cubicBezTo>
                    <a:pt x="2995" y="9607"/>
                    <a:pt x="1135" y="10181"/>
                    <a:pt x="826" y="11172"/>
                  </a:cubicBezTo>
                  <a:cubicBezTo>
                    <a:pt x="681" y="11618"/>
                    <a:pt x="846" y="11865"/>
                    <a:pt x="1016" y="11990"/>
                  </a:cubicBezTo>
                  <a:cubicBezTo>
                    <a:pt x="1123" y="12072"/>
                    <a:pt x="1268" y="12136"/>
                    <a:pt x="1444" y="12168"/>
                  </a:cubicBezTo>
                  <a:cubicBezTo>
                    <a:pt x="1597" y="12199"/>
                    <a:pt x="1773" y="12214"/>
                    <a:pt x="1966" y="12214"/>
                  </a:cubicBezTo>
                  <a:cubicBezTo>
                    <a:pt x="3469" y="12214"/>
                    <a:pt x="6040" y="11336"/>
                    <a:pt x="7403" y="10756"/>
                  </a:cubicBezTo>
                  <a:lnTo>
                    <a:pt x="7403" y="10756"/>
                  </a:lnTo>
                  <a:cubicBezTo>
                    <a:pt x="6224" y="12186"/>
                    <a:pt x="3821" y="15264"/>
                    <a:pt x="4124" y="16272"/>
                  </a:cubicBezTo>
                  <a:cubicBezTo>
                    <a:pt x="4225" y="16626"/>
                    <a:pt x="4402" y="16827"/>
                    <a:pt x="4648" y="16877"/>
                  </a:cubicBezTo>
                  <a:cubicBezTo>
                    <a:pt x="4686" y="16884"/>
                    <a:pt x="4724" y="16888"/>
                    <a:pt x="4763" y="16888"/>
                  </a:cubicBezTo>
                  <a:cubicBezTo>
                    <a:pt x="5359" y="16888"/>
                    <a:pt x="6071" y="16051"/>
                    <a:pt x="6703" y="15264"/>
                  </a:cubicBezTo>
                  <a:cubicBezTo>
                    <a:pt x="6778" y="15168"/>
                    <a:pt x="6842" y="15087"/>
                    <a:pt x="6886" y="15037"/>
                  </a:cubicBezTo>
                  <a:cubicBezTo>
                    <a:pt x="7851" y="13926"/>
                    <a:pt x="8330" y="12747"/>
                    <a:pt x="8835" y="11493"/>
                  </a:cubicBezTo>
                  <a:cubicBezTo>
                    <a:pt x="8929" y="11266"/>
                    <a:pt x="9018" y="11039"/>
                    <a:pt x="9112" y="10812"/>
                  </a:cubicBezTo>
                  <a:cubicBezTo>
                    <a:pt x="9251" y="12401"/>
                    <a:pt x="9516" y="13990"/>
                    <a:pt x="9881" y="15326"/>
                  </a:cubicBezTo>
                  <a:cubicBezTo>
                    <a:pt x="10083" y="16064"/>
                    <a:pt x="10745" y="17325"/>
                    <a:pt x="11414" y="17464"/>
                  </a:cubicBezTo>
                  <a:cubicBezTo>
                    <a:pt x="11458" y="17470"/>
                    <a:pt x="11507" y="17476"/>
                    <a:pt x="11553" y="17476"/>
                  </a:cubicBezTo>
                  <a:cubicBezTo>
                    <a:pt x="11937" y="17452"/>
                    <a:pt x="12196" y="17054"/>
                    <a:pt x="12316" y="16285"/>
                  </a:cubicBezTo>
                  <a:cubicBezTo>
                    <a:pt x="12537" y="14866"/>
                    <a:pt x="11836" y="13410"/>
                    <a:pt x="11155" y="12004"/>
                  </a:cubicBezTo>
                  <a:cubicBezTo>
                    <a:pt x="10884" y="11437"/>
                    <a:pt x="10619" y="10893"/>
                    <a:pt x="10430" y="10377"/>
                  </a:cubicBezTo>
                  <a:lnTo>
                    <a:pt x="10430" y="10377"/>
                  </a:lnTo>
                  <a:cubicBezTo>
                    <a:pt x="11458" y="11487"/>
                    <a:pt x="13192" y="13151"/>
                    <a:pt x="15115" y="14141"/>
                  </a:cubicBezTo>
                  <a:cubicBezTo>
                    <a:pt x="15380" y="14274"/>
                    <a:pt x="15613" y="14362"/>
                    <a:pt x="15808" y="14406"/>
                  </a:cubicBezTo>
                  <a:cubicBezTo>
                    <a:pt x="15892" y="14422"/>
                    <a:pt x="15969" y="14429"/>
                    <a:pt x="16041" y="14429"/>
                  </a:cubicBezTo>
                  <a:cubicBezTo>
                    <a:pt x="16259" y="14429"/>
                    <a:pt x="16424" y="14357"/>
                    <a:pt x="16533" y="14211"/>
                  </a:cubicBezTo>
                  <a:cubicBezTo>
                    <a:pt x="16893" y="13737"/>
                    <a:pt x="16439" y="12678"/>
                    <a:pt x="15796" y="11984"/>
                  </a:cubicBezTo>
                  <a:cubicBezTo>
                    <a:pt x="14775" y="10893"/>
                    <a:pt x="13451" y="10302"/>
                    <a:pt x="12164" y="9727"/>
                  </a:cubicBezTo>
                  <a:cubicBezTo>
                    <a:pt x="12139" y="9714"/>
                    <a:pt x="12101" y="9702"/>
                    <a:pt x="12075" y="9683"/>
                  </a:cubicBezTo>
                  <a:lnTo>
                    <a:pt x="12075" y="9683"/>
                  </a:lnTo>
                  <a:cubicBezTo>
                    <a:pt x="12403" y="9752"/>
                    <a:pt x="12750" y="9802"/>
                    <a:pt x="13096" y="9848"/>
                  </a:cubicBezTo>
                  <a:cubicBezTo>
                    <a:pt x="13381" y="9885"/>
                    <a:pt x="13672" y="9929"/>
                    <a:pt x="13961" y="9979"/>
                  </a:cubicBezTo>
                  <a:cubicBezTo>
                    <a:pt x="14251" y="10029"/>
                    <a:pt x="14667" y="10181"/>
                    <a:pt x="15102" y="10339"/>
                  </a:cubicBezTo>
                  <a:cubicBezTo>
                    <a:pt x="15613" y="10529"/>
                    <a:pt x="16193" y="10736"/>
                    <a:pt x="16736" y="10849"/>
                  </a:cubicBezTo>
                  <a:cubicBezTo>
                    <a:pt x="16971" y="10897"/>
                    <a:pt x="17202" y="10925"/>
                    <a:pt x="17420" y="10925"/>
                  </a:cubicBezTo>
                  <a:cubicBezTo>
                    <a:pt x="17755" y="10925"/>
                    <a:pt x="18058" y="10857"/>
                    <a:pt x="18299" y="10686"/>
                  </a:cubicBezTo>
                  <a:cubicBezTo>
                    <a:pt x="18803" y="10326"/>
                    <a:pt x="19006" y="9935"/>
                    <a:pt x="18905" y="9531"/>
                  </a:cubicBezTo>
                  <a:cubicBezTo>
                    <a:pt x="18672" y="8623"/>
                    <a:pt x="16969" y="8050"/>
                    <a:pt x="16294" y="7962"/>
                  </a:cubicBezTo>
                  <a:cubicBezTo>
                    <a:pt x="15527" y="7866"/>
                    <a:pt x="14756" y="7819"/>
                    <a:pt x="14014" y="7819"/>
                  </a:cubicBezTo>
                  <a:cubicBezTo>
                    <a:pt x="13676" y="7819"/>
                    <a:pt x="13343" y="7829"/>
                    <a:pt x="13021" y="7848"/>
                  </a:cubicBezTo>
                  <a:cubicBezTo>
                    <a:pt x="14598" y="7305"/>
                    <a:pt x="16615" y="6449"/>
                    <a:pt x="17039" y="5515"/>
                  </a:cubicBezTo>
                  <a:cubicBezTo>
                    <a:pt x="17152" y="5262"/>
                    <a:pt x="17152" y="5017"/>
                    <a:pt x="17031" y="4784"/>
                  </a:cubicBezTo>
                  <a:cubicBezTo>
                    <a:pt x="16850" y="4424"/>
                    <a:pt x="16577" y="4203"/>
                    <a:pt x="16218" y="4127"/>
                  </a:cubicBezTo>
                  <a:lnTo>
                    <a:pt x="16212" y="4127"/>
                  </a:lnTo>
                  <a:cubicBezTo>
                    <a:pt x="16123" y="4109"/>
                    <a:pt x="16030" y="4100"/>
                    <a:pt x="15934" y="4100"/>
                  </a:cubicBezTo>
                  <a:cubicBezTo>
                    <a:pt x="14594" y="4100"/>
                    <a:pt x="12609" y="5780"/>
                    <a:pt x="11262" y="6915"/>
                  </a:cubicBezTo>
                  <a:cubicBezTo>
                    <a:pt x="11079" y="7072"/>
                    <a:pt x="10910" y="7217"/>
                    <a:pt x="10758" y="7337"/>
                  </a:cubicBezTo>
                  <a:cubicBezTo>
                    <a:pt x="10783" y="7281"/>
                    <a:pt x="10808" y="7223"/>
                    <a:pt x="10834" y="7167"/>
                  </a:cubicBezTo>
                  <a:cubicBezTo>
                    <a:pt x="10922" y="6978"/>
                    <a:pt x="11004" y="6795"/>
                    <a:pt x="11085" y="6606"/>
                  </a:cubicBezTo>
                  <a:cubicBezTo>
                    <a:pt x="11312" y="6057"/>
                    <a:pt x="13286" y="1214"/>
                    <a:pt x="12278" y="200"/>
                  </a:cubicBezTo>
                  <a:cubicBezTo>
                    <a:pt x="12145" y="67"/>
                    <a:pt x="11975" y="0"/>
                    <a:pt x="11770" y="0"/>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1" name="Google Shape;4151;p55"/>
            <p:cNvSpPr/>
            <p:nvPr/>
          </p:nvSpPr>
          <p:spPr>
            <a:xfrm>
              <a:off x="6084150" y="1225225"/>
              <a:ext cx="63225" cy="66325"/>
            </a:xfrm>
            <a:custGeom>
              <a:avLst/>
              <a:gdLst/>
              <a:ahLst/>
              <a:cxnLst/>
              <a:rect l="l" t="t" r="r" b="b"/>
              <a:pathLst>
                <a:path w="2529" h="2653" extrusionOk="0">
                  <a:moveTo>
                    <a:pt x="1573" y="354"/>
                  </a:moveTo>
                  <a:cubicBezTo>
                    <a:pt x="1656" y="354"/>
                    <a:pt x="1741" y="394"/>
                    <a:pt x="1810" y="474"/>
                  </a:cubicBezTo>
                  <a:cubicBezTo>
                    <a:pt x="1866" y="543"/>
                    <a:pt x="1854" y="645"/>
                    <a:pt x="1784" y="701"/>
                  </a:cubicBezTo>
                  <a:cubicBezTo>
                    <a:pt x="1755" y="731"/>
                    <a:pt x="1717" y="741"/>
                    <a:pt x="1678" y="741"/>
                  </a:cubicBezTo>
                  <a:cubicBezTo>
                    <a:pt x="1668" y="741"/>
                    <a:pt x="1657" y="740"/>
                    <a:pt x="1647" y="739"/>
                  </a:cubicBezTo>
                  <a:cubicBezTo>
                    <a:pt x="1621" y="733"/>
                    <a:pt x="1589" y="720"/>
                    <a:pt x="1571" y="695"/>
                  </a:cubicBezTo>
                  <a:cubicBezTo>
                    <a:pt x="1551" y="702"/>
                    <a:pt x="1530" y="706"/>
                    <a:pt x="1509" y="706"/>
                  </a:cubicBezTo>
                  <a:cubicBezTo>
                    <a:pt x="1460" y="706"/>
                    <a:pt x="1413" y="684"/>
                    <a:pt x="1382" y="645"/>
                  </a:cubicBezTo>
                  <a:cubicBezTo>
                    <a:pt x="1324" y="575"/>
                    <a:pt x="1330" y="474"/>
                    <a:pt x="1400" y="418"/>
                  </a:cubicBezTo>
                  <a:cubicBezTo>
                    <a:pt x="1453" y="375"/>
                    <a:pt x="1513" y="354"/>
                    <a:pt x="1573" y="354"/>
                  </a:cubicBezTo>
                  <a:close/>
                  <a:moveTo>
                    <a:pt x="772" y="562"/>
                  </a:moveTo>
                  <a:cubicBezTo>
                    <a:pt x="788" y="562"/>
                    <a:pt x="805" y="564"/>
                    <a:pt x="820" y="569"/>
                  </a:cubicBezTo>
                  <a:cubicBezTo>
                    <a:pt x="890" y="593"/>
                    <a:pt x="934" y="657"/>
                    <a:pt x="928" y="733"/>
                  </a:cubicBezTo>
                  <a:cubicBezTo>
                    <a:pt x="978" y="776"/>
                    <a:pt x="996" y="852"/>
                    <a:pt x="966" y="916"/>
                  </a:cubicBezTo>
                  <a:cubicBezTo>
                    <a:pt x="939" y="973"/>
                    <a:pt x="880" y="1009"/>
                    <a:pt x="820" y="1009"/>
                  </a:cubicBezTo>
                  <a:cubicBezTo>
                    <a:pt x="808" y="1009"/>
                    <a:pt x="795" y="1007"/>
                    <a:pt x="782" y="1003"/>
                  </a:cubicBezTo>
                  <a:cubicBezTo>
                    <a:pt x="769" y="1003"/>
                    <a:pt x="757" y="997"/>
                    <a:pt x="745" y="991"/>
                  </a:cubicBezTo>
                  <a:cubicBezTo>
                    <a:pt x="618" y="928"/>
                    <a:pt x="568" y="802"/>
                    <a:pt x="611" y="669"/>
                  </a:cubicBezTo>
                  <a:cubicBezTo>
                    <a:pt x="637" y="603"/>
                    <a:pt x="704" y="562"/>
                    <a:pt x="772" y="562"/>
                  </a:cubicBezTo>
                  <a:close/>
                  <a:moveTo>
                    <a:pt x="1690" y="1304"/>
                  </a:moveTo>
                  <a:cubicBezTo>
                    <a:pt x="1727" y="1304"/>
                    <a:pt x="1763" y="1317"/>
                    <a:pt x="1790" y="1344"/>
                  </a:cubicBezTo>
                  <a:cubicBezTo>
                    <a:pt x="1898" y="1439"/>
                    <a:pt x="1930" y="1577"/>
                    <a:pt x="1874" y="1716"/>
                  </a:cubicBezTo>
                  <a:cubicBezTo>
                    <a:pt x="1846" y="1783"/>
                    <a:pt x="1784" y="1820"/>
                    <a:pt x="1718" y="1820"/>
                  </a:cubicBezTo>
                  <a:cubicBezTo>
                    <a:pt x="1709" y="1820"/>
                    <a:pt x="1700" y="1819"/>
                    <a:pt x="1690" y="1818"/>
                  </a:cubicBezTo>
                  <a:cubicBezTo>
                    <a:pt x="1677" y="1818"/>
                    <a:pt x="1671" y="1812"/>
                    <a:pt x="1659" y="1812"/>
                  </a:cubicBezTo>
                  <a:cubicBezTo>
                    <a:pt x="1577" y="1774"/>
                    <a:pt x="1539" y="1678"/>
                    <a:pt x="1571" y="1597"/>
                  </a:cubicBezTo>
                  <a:cubicBezTo>
                    <a:pt x="1501" y="1533"/>
                    <a:pt x="1501" y="1426"/>
                    <a:pt x="1557" y="1364"/>
                  </a:cubicBezTo>
                  <a:cubicBezTo>
                    <a:pt x="1593" y="1325"/>
                    <a:pt x="1642" y="1304"/>
                    <a:pt x="1690" y="1304"/>
                  </a:cubicBezTo>
                  <a:close/>
                  <a:moveTo>
                    <a:pt x="952" y="1483"/>
                  </a:moveTo>
                  <a:cubicBezTo>
                    <a:pt x="967" y="1483"/>
                    <a:pt x="981" y="1485"/>
                    <a:pt x="996" y="1489"/>
                  </a:cubicBezTo>
                  <a:cubicBezTo>
                    <a:pt x="1085" y="1521"/>
                    <a:pt x="1129" y="1609"/>
                    <a:pt x="1103" y="1698"/>
                  </a:cubicBezTo>
                  <a:cubicBezTo>
                    <a:pt x="1072" y="1792"/>
                    <a:pt x="1041" y="1887"/>
                    <a:pt x="1009" y="1981"/>
                  </a:cubicBezTo>
                  <a:cubicBezTo>
                    <a:pt x="983" y="2045"/>
                    <a:pt x="924" y="2087"/>
                    <a:pt x="857" y="2087"/>
                  </a:cubicBezTo>
                  <a:cubicBezTo>
                    <a:pt x="845" y="2087"/>
                    <a:pt x="833" y="2085"/>
                    <a:pt x="820" y="2082"/>
                  </a:cubicBezTo>
                  <a:cubicBezTo>
                    <a:pt x="814" y="2082"/>
                    <a:pt x="807" y="2082"/>
                    <a:pt x="801" y="2076"/>
                  </a:cubicBezTo>
                  <a:cubicBezTo>
                    <a:pt x="713" y="2045"/>
                    <a:pt x="669" y="1955"/>
                    <a:pt x="701" y="1868"/>
                  </a:cubicBezTo>
                  <a:cubicBezTo>
                    <a:pt x="739" y="1780"/>
                    <a:pt x="763" y="1691"/>
                    <a:pt x="795" y="1597"/>
                  </a:cubicBezTo>
                  <a:cubicBezTo>
                    <a:pt x="816" y="1529"/>
                    <a:pt x="883" y="1483"/>
                    <a:pt x="952" y="1483"/>
                  </a:cubicBezTo>
                  <a:close/>
                  <a:moveTo>
                    <a:pt x="1418" y="1"/>
                  </a:moveTo>
                  <a:cubicBezTo>
                    <a:pt x="1273" y="1"/>
                    <a:pt x="1107" y="43"/>
                    <a:pt x="920" y="153"/>
                  </a:cubicBezTo>
                  <a:cubicBezTo>
                    <a:pt x="895" y="170"/>
                    <a:pt x="867" y="178"/>
                    <a:pt x="838" y="178"/>
                  </a:cubicBezTo>
                  <a:cubicBezTo>
                    <a:pt x="802" y="178"/>
                    <a:pt x="766" y="165"/>
                    <a:pt x="739" y="139"/>
                  </a:cubicBezTo>
                  <a:cubicBezTo>
                    <a:pt x="341" y="304"/>
                    <a:pt x="95" y="601"/>
                    <a:pt x="20" y="991"/>
                  </a:cubicBezTo>
                  <a:cubicBezTo>
                    <a:pt x="6" y="1047"/>
                    <a:pt x="6" y="1105"/>
                    <a:pt x="0" y="1168"/>
                  </a:cubicBezTo>
                  <a:cubicBezTo>
                    <a:pt x="32" y="1193"/>
                    <a:pt x="58" y="1224"/>
                    <a:pt x="64" y="1268"/>
                  </a:cubicBezTo>
                  <a:cubicBezTo>
                    <a:pt x="70" y="1320"/>
                    <a:pt x="44" y="1370"/>
                    <a:pt x="12" y="1408"/>
                  </a:cubicBezTo>
                  <a:cubicBezTo>
                    <a:pt x="26" y="1547"/>
                    <a:pt x="64" y="1684"/>
                    <a:pt x="120" y="1824"/>
                  </a:cubicBezTo>
                  <a:cubicBezTo>
                    <a:pt x="120" y="1830"/>
                    <a:pt x="126" y="1836"/>
                    <a:pt x="126" y="1842"/>
                  </a:cubicBezTo>
                  <a:cubicBezTo>
                    <a:pt x="247" y="2126"/>
                    <a:pt x="448" y="2372"/>
                    <a:pt x="701" y="2523"/>
                  </a:cubicBezTo>
                  <a:cubicBezTo>
                    <a:pt x="850" y="2609"/>
                    <a:pt x="1008" y="2652"/>
                    <a:pt x="1170" y="2652"/>
                  </a:cubicBezTo>
                  <a:cubicBezTo>
                    <a:pt x="1328" y="2652"/>
                    <a:pt x="1490" y="2611"/>
                    <a:pt x="1653" y="2530"/>
                  </a:cubicBezTo>
                  <a:cubicBezTo>
                    <a:pt x="1684" y="2499"/>
                    <a:pt x="1715" y="2473"/>
                    <a:pt x="1760" y="2473"/>
                  </a:cubicBezTo>
                  <a:cubicBezTo>
                    <a:pt x="1828" y="2429"/>
                    <a:pt x="1904" y="2379"/>
                    <a:pt x="1973" y="2316"/>
                  </a:cubicBezTo>
                  <a:cubicBezTo>
                    <a:pt x="2529" y="1855"/>
                    <a:pt x="2485" y="934"/>
                    <a:pt x="2107" y="398"/>
                  </a:cubicBezTo>
                  <a:cubicBezTo>
                    <a:pt x="2003" y="255"/>
                    <a:pt x="1773" y="1"/>
                    <a:pt x="1418"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2" name="Google Shape;4152;p55"/>
            <p:cNvSpPr/>
            <p:nvPr/>
          </p:nvSpPr>
          <p:spPr>
            <a:xfrm>
              <a:off x="6117400" y="1043875"/>
              <a:ext cx="85625" cy="184700"/>
            </a:xfrm>
            <a:custGeom>
              <a:avLst/>
              <a:gdLst/>
              <a:ahLst/>
              <a:cxnLst/>
              <a:rect l="l" t="t" r="r" b="b"/>
              <a:pathLst>
                <a:path w="3425" h="7388" extrusionOk="0">
                  <a:moveTo>
                    <a:pt x="2495" y="1"/>
                  </a:moveTo>
                  <a:cubicBezTo>
                    <a:pt x="2374" y="1"/>
                    <a:pt x="2227" y="36"/>
                    <a:pt x="2057" y="105"/>
                  </a:cubicBezTo>
                  <a:cubicBezTo>
                    <a:pt x="858" y="597"/>
                    <a:pt x="171" y="4500"/>
                    <a:pt x="0" y="6933"/>
                  </a:cubicBezTo>
                  <a:cubicBezTo>
                    <a:pt x="19" y="6933"/>
                    <a:pt x="37" y="6932"/>
                    <a:pt x="55" y="6932"/>
                  </a:cubicBezTo>
                  <a:cubicBezTo>
                    <a:pt x="191" y="6932"/>
                    <a:pt x="319" y="6953"/>
                    <a:pt x="442" y="6997"/>
                  </a:cubicBezTo>
                  <a:cubicBezTo>
                    <a:pt x="410" y="6593"/>
                    <a:pt x="600" y="6221"/>
                    <a:pt x="783" y="5868"/>
                  </a:cubicBezTo>
                  <a:cubicBezTo>
                    <a:pt x="902" y="5629"/>
                    <a:pt x="1022" y="5396"/>
                    <a:pt x="1060" y="5175"/>
                  </a:cubicBezTo>
                  <a:cubicBezTo>
                    <a:pt x="1085" y="5048"/>
                    <a:pt x="1085" y="4916"/>
                    <a:pt x="1079" y="4783"/>
                  </a:cubicBezTo>
                  <a:cubicBezTo>
                    <a:pt x="1073" y="4570"/>
                    <a:pt x="1066" y="4329"/>
                    <a:pt x="1167" y="4064"/>
                  </a:cubicBezTo>
                  <a:cubicBezTo>
                    <a:pt x="1243" y="3857"/>
                    <a:pt x="1344" y="3711"/>
                    <a:pt x="1432" y="3580"/>
                  </a:cubicBezTo>
                  <a:cubicBezTo>
                    <a:pt x="1583" y="3359"/>
                    <a:pt x="1685" y="3208"/>
                    <a:pt x="1653" y="2829"/>
                  </a:cubicBezTo>
                  <a:cubicBezTo>
                    <a:pt x="1647" y="2740"/>
                    <a:pt x="1716" y="2658"/>
                    <a:pt x="1804" y="2652"/>
                  </a:cubicBezTo>
                  <a:cubicBezTo>
                    <a:pt x="1808" y="2652"/>
                    <a:pt x="1812" y="2652"/>
                    <a:pt x="1816" y="2652"/>
                  </a:cubicBezTo>
                  <a:cubicBezTo>
                    <a:pt x="1899" y="2652"/>
                    <a:pt x="1974" y="2714"/>
                    <a:pt x="1981" y="2803"/>
                  </a:cubicBezTo>
                  <a:cubicBezTo>
                    <a:pt x="2019" y="3295"/>
                    <a:pt x="1860" y="3528"/>
                    <a:pt x="1703" y="3761"/>
                  </a:cubicBezTo>
                  <a:cubicBezTo>
                    <a:pt x="1621" y="3882"/>
                    <a:pt x="1533" y="4008"/>
                    <a:pt x="1470" y="4178"/>
                  </a:cubicBezTo>
                  <a:cubicBezTo>
                    <a:pt x="1394" y="4386"/>
                    <a:pt x="1400" y="4576"/>
                    <a:pt x="1400" y="4777"/>
                  </a:cubicBezTo>
                  <a:cubicBezTo>
                    <a:pt x="1406" y="4922"/>
                    <a:pt x="1406" y="5073"/>
                    <a:pt x="1382" y="5231"/>
                  </a:cubicBezTo>
                  <a:cubicBezTo>
                    <a:pt x="1338" y="5502"/>
                    <a:pt x="1199" y="5767"/>
                    <a:pt x="1066" y="6019"/>
                  </a:cubicBezTo>
                  <a:cubicBezTo>
                    <a:pt x="884" y="6372"/>
                    <a:pt x="713" y="6706"/>
                    <a:pt x="777" y="7047"/>
                  </a:cubicBezTo>
                  <a:cubicBezTo>
                    <a:pt x="783" y="7085"/>
                    <a:pt x="777" y="7129"/>
                    <a:pt x="751" y="7166"/>
                  </a:cubicBezTo>
                  <a:cubicBezTo>
                    <a:pt x="833" y="7224"/>
                    <a:pt x="908" y="7300"/>
                    <a:pt x="978" y="7387"/>
                  </a:cubicBezTo>
                  <a:cubicBezTo>
                    <a:pt x="1073" y="7154"/>
                    <a:pt x="1167" y="6927"/>
                    <a:pt x="1268" y="6706"/>
                  </a:cubicBezTo>
                  <a:cubicBezTo>
                    <a:pt x="1356" y="6517"/>
                    <a:pt x="1438" y="6334"/>
                    <a:pt x="1514" y="6152"/>
                  </a:cubicBezTo>
                  <a:cubicBezTo>
                    <a:pt x="2378" y="4078"/>
                    <a:pt x="3425" y="754"/>
                    <a:pt x="2782" y="105"/>
                  </a:cubicBezTo>
                  <a:cubicBezTo>
                    <a:pt x="2712" y="36"/>
                    <a:pt x="2616" y="1"/>
                    <a:pt x="2495" y="1"/>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3" name="Google Shape;4153;p55"/>
            <p:cNvSpPr/>
            <p:nvPr/>
          </p:nvSpPr>
          <p:spPr>
            <a:xfrm>
              <a:off x="6009725" y="1071050"/>
              <a:ext cx="89725" cy="150750"/>
            </a:xfrm>
            <a:custGeom>
              <a:avLst/>
              <a:gdLst/>
              <a:ahLst/>
              <a:cxnLst/>
              <a:rect l="l" t="t" r="r" b="b"/>
              <a:pathLst>
                <a:path w="3589" h="6030" extrusionOk="0">
                  <a:moveTo>
                    <a:pt x="1151" y="1"/>
                  </a:moveTo>
                  <a:cubicBezTo>
                    <a:pt x="1034" y="1"/>
                    <a:pt x="843" y="72"/>
                    <a:pt x="631" y="518"/>
                  </a:cubicBezTo>
                  <a:cubicBezTo>
                    <a:pt x="0" y="1830"/>
                    <a:pt x="2095" y="4869"/>
                    <a:pt x="3292" y="6029"/>
                  </a:cubicBezTo>
                  <a:cubicBezTo>
                    <a:pt x="3148" y="5645"/>
                    <a:pt x="2939" y="5267"/>
                    <a:pt x="2732" y="4894"/>
                  </a:cubicBezTo>
                  <a:cubicBezTo>
                    <a:pt x="2296" y="4126"/>
                    <a:pt x="1854" y="3325"/>
                    <a:pt x="1950" y="2372"/>
                  </a:cubicBezTo>
                  <a:cubicBezTo>
                    <a:pt x="1961" y="2291"/>
                    <a:pt x="2025" y="2226"/>
                    <a:pt x="2109" y="2226"/>
                  </a:cubicBezTo>
                  <a:cubicBezTo>
                    <a:pt x="2117" y="2226"/>
                    <a:pt x="2125" y="2227"/>
                    <a:pt x="2133" y="2228"/>
                  </a:cubicBezTo>
                  <a:cubicBezTo>
                    <a:pt x="2220" y="2234"/>
                    <a:pt x="2284" y="2316"/>
                    <a:pt x="2278" y="2404"/>
                  </a:cubicBezTo>
                  <a:cubicBezTo>
                    <a:pt x="2189" y="3256"/>
                    <a:pt x="2587" y="3980"/>
                    <a:pt x="3015" y="4737"/>
                  </a:cubicBezTo>
                  <a:cubicBezTo>
                    <a:pt x="3224" y="5103"/>
                    <a:pt x="3431" y="5482"/>
                    <a:pt x="3582" y="5872"/>
                  </a:cubicBezTo>
                  <a:cubicBezTo>
                    <a:pt x="3588" y="4574"/>
                    <a:pt x="2270" y="317"/>
                    <a:pt x="1243" y="14"/>
                  </a:cubicBezTo>
                  <a:cubicBezTo>
                    <a:pt x="1222" y="9"/>
                    <a:pt x="1191" y="1"/>
                    <a:pt x="1151" y="1"/>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4" name="Google Shape;4154;p55"/>
            <p:cNvSpPr/>
            <p:nvPr/>
          </p:nvSpPr>
          <p:spPr>
            <a:xfrm>
              <a:off x="5894175" y="1204425"/>
              <a:ext cx="188750" cy="55925"/>
            </a:xfrm>
            <a:custGeom>
              <a:avLst/>
              <a:gdLst/>
              <a:ahLst/>
              <a:cxnLst/>
              <a:rect l="l" t="t" r="r" b="b"/>
              <a:pathLst>
                <a:path w="7550" h="2237" extrusionOk="0">
                  <a:moveTo>
                    <a:pt x="2533" y="0"/>
                  </a:moveTo>
                  <a:cubicBezTo>
                    <a:pt x="1548" y="0"/>
                    <a:pt x="306" y="140"/>
                    <a:pt x="114" y="575"/>
                  </a:cubicBezTo>
                  <a:cubicBezTo>
                    <a:pt x="1" y="820"/>
                    <a:pt x="317" y="1174"/>
                    <a:pt x="594" y="1419"/>
                  </a:cubicBezTo>
                  <a:cubicBezTo>
                    <a:pt x="1211" y="1964"/>
                    <a:pt x="2364" y="2237"/>
                    <a:pt x="4036" y="2237"/>
                  </a:cubicBezTo>
                  <a:cubicBezTo>
                    <a:pt x="4959" y="2237"/>
                    <a:pt x="6041" y="2153"/>
                    <a:pt x="7278" y="1987"/>
                  </a:cubicBezTo>
                  <a:cubicBezTo>
                    <a:pt x="7278" y="1911"/>
                    <a:pt x="7284" y="1835"/>
                    <a:pt x="7296" y="1766"/>
                  </a:cubicBezTo>
                  <a:cubicBezTo>
                    <a:pt x="7302" y="1748"/>
                    <a:pt x="7309" y="1742"/>
                    <a:pt x="7309" y="1722"/>
                  </a:cubicBezTo>
                  <a:cubicBezTo>
                    <a:pt x="7004" y="1510"/>
                    <a:pt x="6708" y="1481"/>
                    <a:pt x="6381" y="1481"/>
                  </a:cubicBezTo>
                  <a:cubicBezTo>
                    <a:pt x="6330" y="1481"/>
                    <a:pt x="6278" y="1482"/>
                    <a:pt x="6225" y="1483"/>
                  </a:cubicBezTo>
                  <a:cubicBezTo>
                    <a:pt x="6162" y="1485"/>
                    <a:pt x="6099" y="1487"/>
                    <a:pt x="6033" y="1487"/>
                  </a:cubicBezTo>
                  <a:cubicBezTo>
                    <a:pt x="5941" y="1487"/>
                    <a:pt x="5845" y="1484"/>
                    <a:pt x="5745" y="1477"/>
                  </a:cubicBezTo>
                  <a:cubicBezTo>
                    <a:pt x="5594" y="1463"/>
                    <a:pt x="5449" y="1445"/>
                    <a:pt x="5311" y="1413"/>
                  </a:cubicBezTo>
                  <a:cubicBezTo>
                    <a:pt x="5102" y="1369"/>
                    <a:pt x="4901" y="1312"/>
                    <a:pt x="4712" y="1262"/>
                  </a:cubicBezTo>
                  <a:cubicBezTo>
                    <a:pt x="4465" y="1198"/>
                    <a:pt x="4220" y="1130"/>
                    <a:pt x="3967" y="1085"/>
                  </a:cubicBezTo>
                  <a:cubicBezTo>
                    <a:pt x="3873" y="1079"/>
                    <a:pt x="3816" y="991"/>
                    <a:pt x="3828" y="896"/>
                  </a:cubicBezTo>
                  <a:cubicBezTo>
                    <a:pt x="3840" y="816"/>
                    <a:pt x="3914" y="762"/>
                    <a:pt x="3993" y="762"/>
                  </a:cubicBezTo>
                  <a:cubicBezTo>
                    <a:pt x="4001" y="762"/>
                    <a:pt x="4009" y="763"/>
                    <a:pt x="4017" y="764"/>
                  </a:cubicBezTo>
                  <a:cubicBezTo>
                    <a:pt x="4289" y="808"/>
                    <a:pt x="4547" y="878"/>
                    <a:pt x="4793" y="947"/>
                  </a:cubicBezTo>
                  <a:cubicBezTo>
                    <a:pt x="5128" y="1041"/>
                    <a:pt x="5437" y="1130"/>
                    <a:pt x="5771" y="1148"/>
                  </a:cubicBezTo>
                  <a:cubicBezTo>
                    <a:pt x="5922" y="1161"/>
                    <a:pt x="6074" y="1161"/>
                    <a:pt x="6219" y="1161"/>
                  </a:cubicBezTo>
                  <a:cubicBezTo>
                    <a:pt x="6278" y="1160"/>
                    <a:pt x="6337" y="1159"/>
                    <a:pt x="6396" y="1159"/>
                  </a:cubicBezTo>
                  <a:cubicBezTo>
                    <a:pt x="6730" y="1159"/>
                    <a:pt x="7068" y="1188"/>
                    <a:pt x="7416" y="1407"/>
                  </a:cubicBezTo>
                  <a:cubicBezTo>
                    <a:pt x="7454" y="1325"/>
                    <a:pt x="7498" y="1256"/>
                    <a:pt x="7549" y="1186"/>
                  </a:cubicBezTo>
                  <a:cubicBezTo>
                    <a:pt x="7378" y="1130"/>
                    <a:pt x="7203" y="1073"/>
                    <a:pt x="7019" y="1009"/>
                  </a:cubicBezTo>
                  <a:cubicBezTo>
                    <a:pt x="5909" y="625"/>
                    <a:pt x="4648" y="197"/>
                    <a:pt x="3419" y="45"/>
                  </a:cubicBezTo>
                  <a:cubicBezTo>
                    <a:pt x="3193" y="17"/>
                    <a:pt x="2879" y="0"/>
                    <a:pt x="2533" y="0"/>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5" name="Google Shape;4155;p55"/>
            <p:cNvSpPr/>
            <p:nvPr/>
          </p:nvSpPr>
          <p:spPr>
            <a:xfrm>
              <a:off x="5911700" y="1269550"/>
              <a:ext cx="175000" cy="63500"/>
            </a:xfrm>
            <a:custGeom>
              <a:avLst/>
              <a:gdLst/>
              <a:ahLst/>
              <a:cxnLst/>
              <a:rect l="l" t="t" r="r" b="b"/>
              <a:pathLst>
                <a:path w="7000" h="2540" extrusionOk="0">
                  <a:moveTo>
                    <a:pt x="6331" y="1"/>
                  </a:moveTo>
                  <a:cubicBezTo>
                    <a:pt x="4363" y="57"/>
                    <a:pt x="479" y="688"/>
                    <a:pt x="94" y="1911"/>
                  </a:cubicBezTo>
                  <a:cubicBezTo>
                    <a:pt x="0" y="2201"/>
                    <a:pt x="94" y="2321"/>
                    <a:pt x="170" y="2377"/>
                  </a:cubicBezTo>
                  <a:cubicBezTo>
                    <a:pt x="317" y="2491"/>
                    <a:pt x="573" y="2540"/>
                    <a:pt x="902" y="2540"/>
                  </a:cubicBezTo>
                  <a:cubicBezTo>
                    <a:pt x="2486" y="2540"/>
                    <a:pt x="5772" y="1395"/>
                    <a:pt x="6848" y="819"/>
                  </a:cubicBezTo>
                  <a:cubicBezTo>
                    <a:pt x="6936" y="712"/>
                    <a:pt x="6993" y="650"/>
                    <a:pt x="6993" y="650"/>
                  </a:cubicBezTo>
                  <a:lnTo>
                    <a:pt x="6999" y="644"/>
                  </a:lnTo>
                  <a:cubicBezTo>
                    <a:pt x="6898" y="530"/>
                    <a:pt x="6816" y="397"/>
                    <a:pt x="6753" y="258"/>
                  </a:cubicBezTo>
                  <a:cubicBezTo>
                    <a:pt x="6737" y="256"/>
                    <a:pt x="6721" y="255"/>
                    <a:pt x="6704" y="255"/>
                  </a:cubicBezTo>
                  <a:cubicBezTo>
                    <a:pt x="6471" y="255"/>
                    <a:pt x="6103" y="439"/>
                    <a:pt x="5821" y="580"/>
                  </a:cubicBezTo>
                  <a:cubicBezTo>
                    <a:pt x="5662" y="662"/>
                    <a:pt x="5510" y="738"/>
                    <a:pt x="5385" y="776"/>
                  </a:cubicBezTo>
                  <a:cubicBezTo>
                    <a:pt x="5309" y="807"/>
                    <a:pt x="5221" y="839"/>
                    <a:pt x="5126" y="877"/>
                  </a:cubicBezTo>
                  <a:cubicBezTo>
                    <a:pt x="4739" y="1025"/>
                    <a:pt x="4246" y="1214"/>
                    <a:pt x="3810" y="1214"/>
                  </a:cubicBezTo>
                  <a:cubicBezTo>
                    <a:pt x="3727" y="1214"/>
                    <a:pt x="3646" y="1207"/>
                    <a:pt x="3569" y="1192"/>
                  </a:cubicBezTo>
                  <a:cubicBezTo>
                    <a:pt x="3493" y="1174"/>
                    <a:pt x="3411" y="1148"/>
                    <a:pt x="3342" y="1110"/>
                  </a:cubicBezTo>
                  <a:cubicBezTo>
                    <a:pt x="3260" y="1072"/>
                    <a:pt x="3228" y="971"/>
                    <a:pt x="3272" y="895"/>
                  </a:cubicBezTo>
                  <a:cubicBezTo>
                    <a:pt x="3299" y="837"/>
                    <a:pt x="3356" y="804"/>
                    <a:pt x="3416" y="804"/>
                  </a:cubicBezTo>
                  <a:cubicBezTo>
                    <a:pt x="3440" y="804"/>
                    <a:pt x="3464" y="809"/>
                    <a:pt x="3487" y="819"/>
                  </a:cubicBezTo>
                  <a:cubicBezTo>
                    <a:pt x="3584" y="867"/>
                    <a:pt x="3697" y="887"/>
                    <a:pt x="3821" y="887"/>
                  </a:cubicBezTo>
                  <a:cubicBezTo>
                    <a:pt x="4190" y="887"/>
                    <a:pt x="4649" y="711"/>
                    <a:pt x="5012" y="574"/>
                  </a:cubicBezTo>
                  <a:cubicBezTo>
                    <a:pt x="5108" y="536"/>
                    <a:pt x="5196" y="499"/>
                    <a:pt x="5277" y="473"/>
                  </a:cubicBezTo>
                  <a:cubicBezTo>
                    <a:pt x="5385" y="435"/>
                    <a:pt x="5524" y="365"/>
                    <a:pt x="5675" y="290"/>
                  </a:cubicBezTo>
                  <a:cubicBezTo>
                    <a:pt x="5889" y="182"/>
                    <a:pt x="6116" y="69"/>
                    <a:pt x="6331" y="1"/>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6" name="Google Shape;4156;p55"/>
            <p:cNvSpPr/>
            <p:nvPr/>
          </p:nvSpPr>
          <p:spPr>
            <a:xfrm>
              <a:off x="5990500" y="1296200"/>
              <a:ext cx="117150" cy="153525"/>
            </a:xfrm>
            <a:custGeom>
              <a:avLst/>
              <a:gdLst/>
              <a:ahLst/>
              <a:cxnLst/>
              <a:rect l="l" t="t" r="r" b="b"/>
              <a:pathLst>
                <a:path w="4686" h="6141" extrusionOk="0">
                  <a:moveTo>
                    <a:pt x="4357" y="0"/>
                  </a:moveTo>
                  <a:cubicBezTo>
                    <a:pt x="3947" y="372"/>
                    <a:pt x="3720" y="932"/>
                    <a:pt x="3487" y="1532"/>
                  </a:cubicBezTo>
                  <a:cubicBezTo>
                    <a:pt x="3254" y="2105"/>
                    <a:pt x="3015" y="2704"/>
                    <a:pt x="2585" y="3127"/>
                  </a:cubicBezTo>
                  <a:cubicBezTo>
                    <a:pt x="2553" y="3159"/>
                    <a:pt x="2508" y="3173"/>
                    <a:pt x="2465" y="3173"/>
                  </a:cubicBezTo>
                  <a:cubicBezTo>
                    <a:pt x="2457" y="3173"/>
                    <a:pt x="2449" y="3173"/>
                    <a:pt x="2442" y="3172"/>
                  </a:cubicBezTo>
                  <a:cubicBezTo>
                    <a:pt x="2410" y="3165"/>
                    <a:pt x="2378" y="3146"/>
                    <a:pt x="2358" y="3121"/>
                  </a:cubicBezTo>
                  <a:cubicBezTo>
                    <a:pt x="2296" y="3059"/>
                    <a:pt x="2296" y="2957"/>
                    <a:pt x="2358" y="2894"/>
                  </a:cubicBezTo>
                  <a:cubicBezTo>
                    <a:pt x="2737" y="2521"/>
                    <a:pt x="2952" y="1980"/>
                    <a:pt x="3185" y="1412"/>
                  </a:cubicBezTo>
                  <a:cubicBezTo>
                    <a:pt x="3380" y="914"/>
                    <a:pt x="3583" y="403"/>
                    <a:pt x="3910" y="6"/>
                  </a:cubicBezTo>
                  <a:lnTo>
                    <a:pt x="3910" y="6"/>
                  </a:lnTo>
                  <a:cubicBezTo>
                    <a:pt x="3910" y="6"/>
                    <a:pt x="3903" y="6"/>
                    <a:pt x="3903" y="12"/>
                  </a:cubicBezTo>
                  <a:cubicBezTo>
                    <a:pt x="2416" y="1740"/>
                    <a:pt x="1" y="4956"/>
                    <a:pt x="240" y="5763"/>
                  </a:cubicBezTo>
                  <a:cubicBezTo>
                    <a:pt x="309" y="5984"/>
                    <a:pt x="399" y="6109"/>
                    <a:pt x="518" y="6135"/>
                  </a:cubicBezTo>
                  <a:cubicBezTo>
                    <a:pt x="536" y="6139"/>
                    <a:pt x="555" y="6141"/>
                    <a:pt x="575" y="6141"/>
                  </a:cubicBezTo>
                  <a:cubicBezTo>
                    <a:pt x="1061" y="6141"/>
                    <a:pt x="1925" y="5059"/>
                    <a:pt x="2252" y="4640"/>
                  </a:cubicBezTo>
                  <a:cubicBezTo>
                    <a:pt x="2334" y="4540"/>
                    <a:pt x="2404" y="4451"/>
                    <a:pt x="2448" y="4401"/>
                  </a:cubicBezTo>
                  <a:cubicBezTo>
                    <a:pt x="3374" y="3336"/>
                    <a:pt x="3822" y="2232"/>
                    <a:pt x="4339" y="946"/>
                  </a:cubicBezTo>
                  <a:cubicBezTo>
                    <a:pt x="4453" y="675"/>
                    <a:pt x="4566" y="397"/>
                    <a:pt x="4686" y="120"/>
                  </a:cubicBezTo>
                  <a:lnTo>
                    <a:pt x="4674" y="114"/>
                  </a:lnTo>
                  <a:cubicBezTo>
                    <a:pt x="4566" y="94"/>
                    <a:pt x="4465" y="56"/>
                    <a:pt x="4357" y="0"/>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7" name="Google Shape;4157;p55"/>
            <p:cNvSpPr/>
            <p:nvPr/>
          </p:nvSpPr>
          <p:spPr>
            <a:xfrm>
              <a:off x="6121025" y="1291125"/>
              <a:ext cx="69725" cy="173300"/>
            </a:xfrm>
            <a:custGeom>
              <a:avLst/>
              <a:gdLst/>
              <a:ahLst/>
              <a:cxnLst/>
              <a:rect l="l" t="t" r="r" b="b"/>
              <a:pathLst>
                <a:path w="2789" h="6932" extrusionOk="0">
                  <a:moveTo>
                    <a:pt x="618" y="0"/>
                  </a:moveTo>
                  <a:cubicBezTo>
                    <a:pt x="562" y="38"/>
                    <a:pt x="512" y="76"/>
                    <a:pt x="461" y="108"/>
                  </a:cubicBezTo>
                  <a:cubicBezTo>
                    <a:pt x="385" y="701"/>
                    <a:pt x="644" y="1414"/>
                    <a:pt x="903" y="2107"/>
                  </a:cubicBezTo>
                  <a:cubicBezTo>
                    <a:pt x="1080" y="2587"/>
                    <a:pt x="1249" y="3047"/>
                    <a:pt x="1307" y="3463"/>
                  </a:cubicBezTo>
                  <a:cubicBezTo>
                    <a:pt x="1319" y="3551"/>
                    <a:pt x="1261" y="3632"/>
                    <a:pt x="1167" y="3646"/>
                  </a:cubicBezTo>
                  <a:cubicBezTo>
                    <a:pt x="1161" y="3649"/>
                    <a:pt x="1152" y="3650"/>
                    <a:pt x="1142" y="3650"/>
                  </a:cubicBezTo>
                  <a:cubicBezTo>
                    <a:pt x="1133" y="3650"/>
                    <a:pt x="1123" y="3649"/>
                    <a:pt x="1117" y="3646"/>
                  </a:cubicBezTo>
                  <a:cubicBezTo>
                    <a:pt x="1048" y="3632"/>
                    <a:pt x="996" y="3582"/>
                    <a:pt x="984" y="3513"/>
                  </a:cubicBezTo>
                  <a:cubicBezTo>
                    <a:pt x="934" y="3128"/>
                    <a:pt x="769" y="2687"/>
                    <a:pt x="594" y="2220"/>
                  </a:cubicBezTo>
                  <a:cubicBezTo>
                    <a:pt x="353" y="1565"/>
                    <a:pt x="102" y="890"/>
                    <a:pt x="120" y="273"/>
                  </a:cubicBezTo>
                  <a:lnTo>
                    <a:pt x="120" y="273"/>
                  </a:lnTo>
                  <a:cubicBezTo>
                    <a:pt x="82" y="285"/>
                    <a:pt x="44" y="291"/>
                    <a:pt x="1" y="303"/>
                  </a:cubicBezTo>
                  <a:cubicBezTo>
                    <a:pt x="126" y="1962"/>
                    <a:pt x="405" y="3632"/>
                    <a:pt x="783" y="5026"/>
                  </a:cubicBezTo>
                  <a:cubicBezTo>
                    <a:pt x="1014" y="5871"/>
                    <a:pt x="1698" y="6932"/>
                    <a:pt x="2115" y="6932"/>
                  </a:cubicBezTo>
                  <a:cubicBezTo>
                    <a:pt x="2118" y="6932"/>
                    <a:pt x="2122" y="6932"/>
                    <a:pt x="2125" y="6931"/>
                  </a:cubicBezTo>
                  <a:cubicBezTo>
                    <a:pt x="2328" y="6918"/>
                    <a:pt x="2491" y="6583"/>
                    <a:pt x="2579" y="6016"/>
                  </a:cubicBezTo>
                  <a:cubicBezTo>
                    <a:pt x="2788" y="4699"/>
                    <a:pt x="2107" y="3292"/>
                    <a:pt x="1450" y="1924"/>
                  </a:cubicBezTo>
                  <a:cubicBezTo>
                    <a:pt x="1123" y="1256"/>
                    <a:pt x="821" y="619"/>
                    <a:pt x="618" y="0"/>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8" name="Google Shape;4158;p55"/>
            <p:cNvSpPr/>
            <p:nvPr/>
          </p:nvSpPr>
          <p:spPr>
            <a:xfrm>
              <a:off x="6145475" y="1269550"/>
              <a:ext cx="152000" cy="118650"/>
            </a:xfrm>
            <a:custGeom>
              <a:avLst/>
              <a:gdLst/>
              <a:ahLst/>
              <a:cxnLst/>
              <a:rect l="l" t="t" r="r" b="b"/>
              <a:pathLst>
                <a:path w="6080" h="4746" extrusionOk="0">
                  <a:moveTo>
                    <a:pt x="207" y="1"/>
                  </a:moveTo>
                  <a:cubicBezTo>
                    <a:pt x="195" y="57"/>
                    <a:pt x="183" y="107"/>
                    <a:pt x="164" y="164"/>
                  </a:cubicBezTo>
                  <a:cubicBezTo>
                    <a:pt x="562" y="555"/>
                    <a:pt x="940" y="901"/>
                    <a:pt x="1450" y="1174"/>
                  </a:cubicBezTo>
                  <a:cubicBezTo>
                    <a:pt x="1595" y="1255"/>
                    <a:pt x="1766" y="1331"/>
                    <a:pt x="1942" y="1413"/>
                  </a:cubicBezTo>
                  <a:cubicBezTo>
                    <a:pt x="2434" y="1634"/>
                    <a:pt x="2989" y="1892"/>
                    <a:pt x="3348" y="2277"/>
                  </a:cubicBezTo>
                  <a:cubicBezTo>
                    <a:pt x="3405" y="2346"/>
                    <a:pt x="3405" y="2446"/>
                    <a:pt x="3336" y="2510"/>
                  </a:cubicBezTo>
                  <a:cubicBezTo>
                    <a:pt x="3307" y="2538"/>
                    <a:pt x="3268" y="2552"/>
                    <a:pt x="3232" y="2552"/>
                  </a:cubicBezTo>
                  <a:cubicBezTo>
                    <a:pt x="3219" y="2552"/>
                    <a:pt x="3208" y="2551"/>
                    <a:pt x="3196" y="2548"/>
                  </a:cubicBezTo>
                  <a:cubicBezTo>
                    <a:pt x="3158" y="2542"/>
                    <a:pt x="3128" y="2522"/>
                    <a:pt x="3109" y="2498"/>
                  </a:cubicBezTo>
                  <a:cubicBezTo>
                    <a:pt x="2794" y="2157"/>
                    <a:pt x="2270" y="1917"/>
                    <a:pt x="1810" y="1709"/>
                  </a:cubicBezTo>
                  <a:cubicBezTo>
                    <a:pt x="1627" y="1628"/>
                    <a:pt x="1450" y="1544"/>
                    <a:pt x="1299" y="1463"/>
                  </a:cubicBezTo>
                  <a:cubicBezTo>
                    <a:pt x="789" y="1192"/>
                    <a:pt x="391" y="839"/>
                    <a:pt x="12" y="473"/>
                  </a:cubicBezTo>
                  <a:cubicBezTo>
                    <a:pt x="6" y="479"/>
                    <a:pt x="0" y="485"/>
                    <a:pt x="0" y="493"/>
                  </a:cubicBezTo>
                  <a:cubicBezTo>
                    <a:pt x="958" y="1564"/>
                    <a:pt x="2806" y="3430"/>
                    <a:pt x="4875" y="4495"/>
                  </a:cubicBezTo>
                  <a:cubicBezTo>
                    <a:pt x="5199" y="4660"/>
                    <a:pt x="5470" y="4746"/>
                    <a:pt x="5655" y="4746"/>
                  </a:cubicBezTo>
                  <a:cubicBezTo>
                    <a:pt x="5761" y="4746"/>
                    <a:pt x="5839" y="4718"/>
                    <a:pt x="5882" y="4660"/>
                  </a:cubicBezTo>
                  <a:cubicBezTo>
                    <a:pt x="6079" y="4402"/>
                    <a:pt x="5801" y="3537"/>
                    <a:pt x="5164" y="2856"/>
                  </a:cubicBezTo>
                  <a:cubicBezTo>
                    <a:pt x="4194" y="1809"/>
                    <a:pt x="2951" y="1255"/>
                    <a:pt x="1639" y="668"/>
                  </a:cubicBezTo>
                  <a:cubicBezTo>
                    <a:pt x="1167" y="461"/>
                    <a:pt x="681" y="240"/>
                    <a:pt x="207" y="1"/>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9" name="Google Shape;4159;p55"/>
            <p:cNvSpPr/>
            <p:nvPr/>
          </p:nvSpPr>
          <p:spPr>
            <a:xfrm>
              <a:off x="6151925" y="1239250"/>
              <a:ext cx="200050" cy="61475"/>
            </a:xfrm>
            <a:custGeom>
              <a:avLst/>
              <a:gdLst/>
              <a:ahLst/>
              <a:cxnLst/>
              <a:rect l="l" t="t" r="r" b="b"/>
              <a:pathLst>
                <a:path w="8002" h="2459" extrusionOk="0">
                  <a:moveTo>
                    <a:pt x="3373" y="0"/>
                  </a:moveTo>
                  <a:cubicBezTo>
                    <a:pt x="2332" y="0"/>
                    <a:pt x="1352" y="96"/>
                    <a:pt x="531" y="285"/>
                  </a:cubicBezTo>
                  <a:cubicBezTo>
                    <a:pt x="764" y="305"/>
                    <a:pt x="1003" y="355"/>
                    <a:pt x="1243" y="399"/>
                  </a:cubicBezTo>
                  <a:cubicBezTo>
                    <a:pt x="1526" y="456"/>
                    <a:pt x="1803" y="512"/>
                    <a:pt x="2050" y="512"/>
                  </a:cubicBezTo>
                  <a:lnTo>
                    <a:pt x="2189" y="506"/>
                  </a:lnTo>
                  <a:cubicBezTo>
                    <a:pt x="2269" y="505"/>
                    <a:pt x="2352" y="505"/>
                    <a:pt x="2436" y="505"/>
                  </a:cubicBezTo>
                  <a:cubicBezTo>
                    <a:pt x="3060" y="505"/>
                    <a:pt x="3781" y="544"/>
                    <a:pt x="4320" y="916"/>
                  </a:cubicBezTo>
                  <a:cubicBezTo>
                    <a:pt x="4396" y="966"/>
                    <a:pt x="4408" y="1067"/>
                    <a:pt x="4358" y="1143"/>
                  </a:cubicBezTo>
                  <a:cubicBezTo>
                    <a:pt x="4327" y="1190"/>
                    <a:pt x="4276" y="1212"/>
                    <a:pt x="4224" y="1212"/>
                  </a:cubicBezTo>
                  <a:cubicBezTo>
                    <a:pt x="4192" y="1212"/>
                    <a:pt x="4160" y="1204"/>
                    <a:pt x="4131" y="1187"/>
                  </a:cubicBezTo>
                  <a:cubicBezTo>
                    <a:pt x="3687" y="871"/>
                    <a:pt x="3079" y="832"/>
                    <a:pt x="2501" y="832"/>
                  </a:cubicBezTo>
                  <a:cubicBezTo>
                    <a:pt x="2398" y="832"/>
                    <a:pt x="2296" y="833"/>
                    <a:pt x="2195" y="834"/>
                  </a:cubicBezTo>
                  <a:lnTo>
                    <a:pt x="2050" y="834"/>
                  </a:lnTo>
                  <a:cubicBezTo>
                    <a:pt x="1773" y="834"/>
                    <a:pt x="1470" y="777"/>
                    <a:pt x="1180" y="721"/>
                  </a:cubicBezTo>
                  <a:cubicBezTo>
                    <a:pt x="896" y="663"/>
                    <a:pt x="607" y="606"/>
                    <a:pt x="340" y="606"/>
                  </a:cubicBezTo>
                  <a:cubicBezTo>
                    <a:pt x="222" y="606"/>
                    <a:pt x="108" y="618"/>
                    <a:pt x="1" y="645"/>
                  </a:cubicBezTo>
                  <a:cubicBezTo>
                    <a:pt x="1" y="663"/>
                    <a:pt x="7" y="676"/>
                    <a:pt x="7" y="689"/>
                  </a:cubicBezTo>
                  <a:cubicBezTo>
                    <a:pt x="33" y="689"/>
                    <a:pt x="63" y="695"/>
                    <a:pt x="89" y="707"/>
                  </a:cubicBezTo>
                  <a:cubicBezTo>
                    <a:pt x="827" y="1155"/>
                    <a:pt x="1634" y="1269"/>
                    <a:pt x="2492" y="1382"/>
                  </a:cubicBezTo>
                  <a:cubicBezTo>
                    <a:pt x="2775" y="1420"/>
                    <a:pt x="3071" y="1464"/>
                    <a:pt x="3368" y="1515"/>
                  </a:cubicBezTo>
                  <a:cubicBezTo>
                    <a:pt x="3689" y="1571"/>
                    <a:pt x="4111" y="1729"/>
                    <a:pt x="4559" y="1894"/>
                  </a:cubicBezTo>
                  <a:cubicBezTo>
                    <a:pt x="5283" y="2152"/>
                    <a:pt x="6127" y="2458"/>
                    <a:pt x="6778" y="2458"/>
                  </a:cubicBezTo>
                  <a:cubicBezTo>
                    <a:pt x="7045" y="2458"/>
                    <a:pt x="7280" y="2407"/>
                    <a:pt x="7460" y="2278"/>
                  </a:cubicBezTo>
                  <a:cubicBezTo>
                    <a:pt x="7845" y="2007"/>
                    <a:pt x="8002" y="1729"/>
                    <a:pt x="7932" y="1464"/>
                  </a:cubicBezTo>
                  <a:cubicBezTo>
                    <a:pt x="7769" y="809"/>
                    <a:pt x="6331" y="235"/>
                    <a:pt x="5606" y="140"/>
                  </a:cubicBezTo>
                  <a:cubicBezTo>
                    <a:pt x="4853" y="47"/>
                    <a:pt x="4098" y="0"/>
                    <a:pt x="3373" y="0"/>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0" name="Google Shape;4160;p55"/>
            <p:cNvSpPr/>
            <p:nvPr/>
          </p:nvSpPr>
          <p:spPr>
            <a:xfrm>
              <a:off x="6148450" y="1146375"/>
              <a:ext cx="157525" cy="95925"/>
            </a:xfrm>
            <a:custGeom>
              <a:avLst/>
              <a:gdLst/>
              <a:ahLst/>
              <a:cxnLst/>
              <a:rect l="l" t="t" r="r" b="b"/>
              <a:pathLst>
                <a:path w="6301" h="3837" extrusionOk="0">
                  <a:moveTo>
                    <a:pt x="5416" y="0"/>
                  </a:moveTo>
                  <a:cubicBezTo>
                    <a:pt x="4201" y="0"/>
                    <a:pt x="2192" y="1695"/>
                    <a:pt x="959" y="2739"/>
                  </a:cubicBezTo>
                  <a:cubicBezTo>
                    <a:pt x="827" y="2853"/>
                    <a:pt x="701" y="2953"/>
                    <a:pt x="588" y="3048"/>
                  </a:cubicBezTo>
                  <a:cubicBezTo>
                    <a:pt x="670" y="3029"/>
                    <a:pt x="757" y="3010"/>
                    <a:pt x="839" y="2991"/>
                  </a:cubicBezTo>
                  <a:cubicBezTo>
                    <a:pt x="1054" y="2935"/>
                    <a:pt x="1261" y="2885"/>
                    <a:pt x="1450" y="2789"/>
                  </a:cubicBezTo>
                  <a:cubicBezTo>
                    <a:pt x="1647" y="2688"/>
                    <a:pt x="1823" y="2556"/>
                    <a:pt x="2006" y="2431"/>
                  </a:cubicBezTo>
                  <a:cubicBezTo>
                    <a:pt x="2358" y="2178"/>
                    <a:pt x="2725" y="1913"/>
                    <a:pt x="3204" y="1863"/>
                  </a:cubicBezTo>
                  <a:cubicBezTo>
                    <a:pt x="3212" y="1862"/>
                    <a:pt x="3220" y="1861"/>
                    <a:pt x="3228" y="1861"/>
                  </a:cubicBezTo>
                  <a:cubicBezTo>
                    <a:pt x="3307" y="1861"/>
                    <a:pt x="3375" y="1921"/>
                    <a:pt x="3388" y="2001"/>
                  </a:cubicBezTo>
                  <a:cubicBezTo>
                    <a:pt x="3394" y="2096"/>
                    <a:pt x="3330" y="2172"/>
                    <a:pt x="3242" y="2184"/>
                  </a:cubicBezTo>
                  <a:cubicBezTo>
                    <a:pt x="2844" y="2228"/>
                    <a:pt x="2529" y="2455"/>
                    <a:pt x="2195" y="2696"/>
                  </a:cubicBezTo>
                  <a:cubicBezTo>
                    <a:pt x="2006" y="2827"/>
                    <a:pt x="1811" y="2966"/>
                    <a:pt x="1602" y="3080"/>
                  </a:cubicBezTo>
                  <a:cubicBezTo>
                    <a:pt x="1375" y="3193"/>
                    <a:pt x="1142" y="3249"/>
                    <a:pt x="915" y="3307"/>
                  </a:cubicBezTo>
                  <a:cubicBezTo>
                    <a:pt x="580" y="3389"/>
                    <a:pt x="266" y="3464"/>
                    <a:pt x="33" y="3710"/>
                  </a:cubicBezTo>
                  <a:cubicBezTo>
                    <a:pt x="20" y="3723"/>
                    <a:pt x="7" y="3723"/>
                    <a:pt x="1" y="3735"/>
                  </a:cubicBezTo>
                  <a:cubicBezTo>
                    <a:pt x="13" y="3767"/>
                    <a:pt x="26" y="3799"/>
                    <a:pt x="39" y="3837"/>
                  </a:cubicBezTo>
                  <a:lnTo>
                    <a:pt x="45" y="3831"/>
                  </a:lnTo>
                  <a:cubicBezTo>
                    <a:pt x="70" y="3805"/>
                    <a:pt x="102" y="3785"/>
                    <a:pt x="134" y="3779"/>
                  </a:cubicBezTo>
                  <a:cubicBezTo>
                    <a:pt x="247" y="3761"/>
                    <a:pt x="347" y="3741"/>
                    <a:pt x="480" y="3703"/>
                  </a:cubicBezTo>
                  <a:cubicBezTo>
                    <a:pt x="1904" y="3331"/>
                    <a:pt x="5701" y="2114"/>
                    <a:pt x="6231" y="955"/>
                  </a:cubicBezTo>
                  <a:cubicBezTo>
                    <a:pt x="6301" y="796"/>
                    <a:pt x="6301" y="645"/>
                    <a:pt x="6231" y="507"/>
                  </a:cubicBezTo>
                  <a:cubicBezTo>
                    <a:pt x="6092" y="229"/>
                    <a:pt x="5903" y="72"/>
                    <a:pt x="5638" y="22"/>
                  </a:cubicBezTo>
                  <a:cubicBezTo>
                    <a:pt x="5567" y="7"/>
                    <a:pt x="5493" y="0"/>
                    <a:pt x="5416" y="0"/>
                  </a:cubicBezTo>
                  <a:close/>
                </a:path>
              </a:pathLst>
            </a:custGeom>
            <a:solidFill>
              <a:srgbClr val="BD7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1" name="Google Shape;4161;p55"/>
            <p:cNvSpPr/>
            <p:nvPr/>
          </p:nvSpPr>
          <p:spPr>
            <a:xfrm>
              <a:off x="6098325" y="1239250"/>
              <a:ext cx="10725" cy="11200"/>
            </a:xfrm>
            <a:custGeom>
              <a:avLst/>
              <a:gdLst/>
              <a:ahLst/>
              <a:cxnLst/>
              <a:rect l="l" t="t" r="r" b="b"/>
              <a:pathLst>
                <a:path w="429" h="448" extrusionOk="0">
                  <a:moveTo>
                    <a:pt x="205" y="1"/>
                  </a:moveTo>
                  <a:cubicBezTo>
                    <a:pt x="137" y="1"/>
                    <a:pt x="70" y="42"/>
                    <a:pt x="44" y="108"/>
                  </a:cubicBezTo>
                  <a:cubicBezTo>
                    <a:pt x="1" y="241"/>
                    <a:pt x="51" y="367"/>
                    <a:pt x="178" y="430"/>
                  </a:cubicBezTo>
                  <a:cubicBezTo>
                    <a:pt x="190" y="436"/>
                    <a:pt x="202" y="442"/>
                    <a:pt x="215" y="442"/>
                  </a:cubicBezTo>
                  <a:cubicBezTo>
                    <a:pt x="228" y="446"/>
                    <a:pt x="241" y="448"/>
                    <a:pt x="253" y="448"/>
                  </a:cubicBezTo>
                  <a:cubicBezTo>
                    <a:pt x="313" y="448"/>
                    <a:pt x="372" y="412"/>
                    <a:pt x="399" y="355"/>
                  </a:cubicBezTo>
                  <a:cubicBezTo>
                    <a:pt x="429" y="291"/>
                    <a:pt x="411" y="215"/>
                    <a:pt x="361" y="172"/>
                  </a:cubicBezTo>
                  <a:cubicBezTo>
                    <a:pt x="367" y="96"/>
                    <a:pt x="323" y="32"/>
                    <a:pt x="253" y="8"/>
                  </a:cubicBezTo>
                  <a:cubicBezTo>
                    <a:pt x="238" y="3"/>
                    <a:pt x="221" y="1"/>
                    <a:pt x="205"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2" name="Google Shape;4162;p55"/>
            <p:cNvSpPr/>
            <p:nvPr/>
          </p:nvSpPr>
          <p:spPr>
            <a:xfrm>
              <a:off x="6117250" y="1234050"/>
              <a:ext cx="13550" cy="9700"/>
            </a:xfrm>
            <a:custGeom>
              <a:avLst/>
              <a:gdLst/>
              <a:ahLst/>
              <a:cxnLst/>
              <a:rect l="l" t="t" r="r" b="b"/>
              <a:pathLst>
                <a:path w="542" h="388" extrusionOk="0">
                  <a:moveTo>
                    <a:pt x="249" y="1"/>
                  </a:moveTo>
                  <a:cubicBezTo>
                    <a:pt x="189" y="1"/>
                    <a:pt x="129" y="22"/>
                    <a:pt x="76" y="65"/>
                  </a:cubicBezTo>
                  <a:cubicBezTo>
                    <a:pt x="6" y="121"/>
                    <a:pt x="0" y="222"/>
                    <a:pt x="58" y="292"/>
                  </a:cubicBezTo>
                  <a:cubicBezTo>
                    <a:pt x="89" y="331"/>
                    <a:pt x="136" y="353"/>
                    <a:pt x="185" y="353"/>
                  </a:cubicBezTo>
                  <a:cubicBezTo>
                    <a:pt x="206" y="353"/>
                    <a:pt x="227" y="349"/>
                    <a:pt x="247" y="342"/>
                  </a:cubicBezTo>
                  <a:cubicBezTo>
                    <a:pt x="265" y="367"/>
                    <a:pt x="297" y="380"/>
                    <a:pt x="323" y="386"/>
                  </a:cubicBezTo>
                  <a:cubicBezTo>
                    <a:pt x="333" y="387"/>
                    <a:pt x="344" y="388"/>
                    <a:pt x="354" y="388"/>
                  </a:cubicBezTo>
                  <a:cubicBezTo>
                    <a:pt x="393" y="388"/>
                    <a:pt x="431" y="378"/>
                    <a:pt x="460" y="348"/>
                  </a:cubicBezTo>
                  <a:cubicBezTo>
                    <a:pt x="530" y="292"/>
                    <a:pt x="542" y="190"/>
                    <a:pt x="486" y="121"/>
                  </a:cubicBezTo>
                  <a:cubicBezTo>
                    <a:pt x="417" y="41"/>
                    <a:pt x="332" y="1"/>
                    <a:pt x="249"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3" name="Google Shape;4163;p55"/>
            <p:cNvSpPr/>
            <p:nvPr/>
          </p:nvSpPr>
          <p:spPr>
            <a:xfrm>
              <a:off x="6121675" y="1257800"/>
              <a:ext cx="10725" cy="12925"/>
            </a:xfrm>
            <a:custGeom>
              <a:avLst/>
              <a:gdLst/>
              <a:ahLst/>
              <a:cxnLst/>
              <a:rect l="l" t="t" r="r" b="b"/>
              <a:pathLst>
                <a:path w="429" h="517" extrusionOk="0">
                  <a:moveTo>
                    <a:pt x="189" y="1"/>
                  </a:moveTo>
                  <a:cubicBezTo>
                    <a:pt x="141" y="1"/>
                    <a:pt x="92" y="22"/>
                    <a:pt x="56" y="61"/>
                  </a:cubicBezTo>
                  <a:cubicBezTo>
                    <a:pt x="0" y="123"/>
                    <a:pt x="0" y="230"/>
                    <a:pt x="70" y="294"/>
                  </a:cubicBezTo>
                  <a:cubicBezTo>
                    <a:pt x="38" y="375"/>
                    <a:pt x="76" y="471"/>
                    <a:pt x="158" y="509"/>
                  </a:cubicBezTo>
                  <a:cubicBezTo>
                    <a:pt x="170" y="509"/>
                    <a:pt x="176" y="515"/>
                    <a:pt x="189" y="515"/>
                  </a:cubicBezTo>
                  <a:cubicBezTo>
                    <a:pt x="199" y="516"/>
                    <a:pt x="208" y="517"/>
                    <a:pt x="217" y="517"/>
                  </a:cubicBezTo>
                  <a:cubicBezTo>
                    <a:pt x="283" y="517"/>
                    <a:pt x="345" y="480"/>
                    <a:pt x="373" y="413"/>
                  </a:cubicBezTo>
                  <a:cubicBezTo>
                    <a:pt x="429" y="274"/>
                    <a:pt x="397" y="136"/>
                    <a:pt x="289" y="41"/>
                  </a:cubicBezTo>
                  <a:cubicBezTo>
                    <a:pt x="262" y="14"/>
                    <a:pt x="226" y="1"/>
                    <a:pt x="189"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4" name="Google Shape;4164;p55"/>
            <p:cNvSpPr/>
            <p:nvPr/>
          </p:nvSpPr>
          <p:spPr>
            <a:xfrm>
              <a:off x="6100850" y="1262275"/>
              <a:ext cx="11550" cy="15125"/>
            </a:xfrm>
            <a:custGeom>
              <a:avLst/>
              <a:gdLst/>
              <a:ahLst/>
              <a:cxnLst/>
              <a:rect l="l" t="t" r="r" b="b"/>
              <a:pathLst>
                <a:path w="462" h="605" extrusionOk="0">
                  <a:moveTo>
                    <a:pt x="284" y="1"/>
                  </a:moveTo>
                  <a:cubicBezTo>
                    <a:pt x="215" y="1"/>
                    <a:pt x="148" y="47"/>
                    <a:pt x="127" y="115"/>
                  </a:cubicBezTo>
                  <a:cubicBezTo>
                    <a:pt x="95" y="209"/>
                    <a:pt x="71" y="298"/>
                    <a:pt x="33" y="386"/>
                  </a:cubicBezTo>
                  <a:cubicBezTo>
                    <a:pt x="1" y="473"/>
                    <a:pt x="45" y="563"/>
                    <a:pt x="133" y="594"/>
                  </a:cubicBezTo>
                  <a:cubicBezTo>
                    <a:pt x="139" y="600"/>
                    <a:pt x="146" y="600"/>
                    <a:pt x="152" y="600"/>
                  </a:cubicBezTo>
                  <a:cubicBezTo>
                    <a:pt x="165" y="603"/>
                    <a:pt x="177" y="605"/>
                    <a:pt x="189" y="605"/>
                  </a:cubicBezTo>
                  <a:cubicBezTo>
                    <a:pt x="256" y="605"/>
                    <a:pt x="315" y="563"/>
                    <a:pt x="341" y="499"/>
                  </a:cubicBezTo>
                  <a:cubicBezTo>
                    <a:pt x="373" y="405"/>
                    <a:pt x="404" y="310"/>
                    <a:pt x="435" y="216"/>
                  </a:cubicBezTo>
                  <a:cubicBezTo>
                    <a:pt x="461" y="127"/>
                    <a:pt x="417" y="39"/>
                    <a:pt x="328" y="7"/>
                  </a:cubicBezTo>
                  <a:cubicBezTo>
                    <a:pt x="313" y="3"/>
                    <a:pt x="299" y="1"/>
                    <a:pt x="284" y="1"/>
                  </a:cubicBezTo>
                  <a:close/>
                </a:path>
              </a:pathLst>
            </a:custGeom>
            <a:solidFill>
              <a:srgbClr val="261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65" name="Google Shape;4165;p55"/>
          <p:cNvGrpSpPr/>
          <p:nvPr/>
        </p:nvGrpSpPr>
        <p:grpSpPr>
          <a:xfrm>
            <a:off x="732521" y="2740133"/>
            <a:ext cx="235986" cy="352335"/>
            <a:chOff x="7134654" y="738350"/>
            <a:chExt cx="203840" cy="304340"/>
          </a:xfrm>
        </p:grpSpPr>
        <p:sp>
          <p:nvSpPr>
            <p:cNvPr id="4166" name="Google Shape;4166;p55"/>
            <p:cNvSpPr/>
            <p:nvPr/>
          </p:nvSpPr>
          <p:spPr>
            <a:xfrm>
              <a:off x="7134654" y="738350"/>
              <a:ext cx="203840" cy="304340"/>
            </a:xfrm>
            <a:custGeom>
              <a:avLst/>
              <a:gdLst/>
              <a:ahLst/>
              <a:cxnLst/>
              <a:rect l="l" t="t" r="r" b="b"/>
              <a:pathLst>
                <a:path w="5600" h="8361" extrusionOk="0">
                  <a:moveTo>
                    <a:pt x="4411" y="1375"/>
                  </a:moveTo>
                  <a:lnTo>
                    <a:pt x="4411" y="1375"/>
                  </a:lnTo>
                  <a:cubicBezTo>
                    <a:pt x="4320" y="1491"/>
                    <a:pt x="4235" y="1602"/>
                    <a:pt x="4144" y="1718"/>
                  </a:cubicBezTo>
                  <a:cubicBezTo>
                    <a:pt x="4053" y="1834"/>
                    <a:pt x="3962" y="1951"/>
                    <a:pt x="3876" y="2072"/>
                  </a:cubicBezTo>
                  <a:cubicBezTo>
                    <a:pt x="3683" y="2021"/>
                    <a:pt x="3487" y="1991"/>
                    <a:pt x="3300" y="1971"/>
                  </a:cubicBezTo>
                  <a:cubicBezTo>
                    <a:pt x="3265" y="1965"/>
                    <a:pt x="3229" y="1961"/>
                    <a:pt x="3193" y="1956"/>
                  </a:cubicBezTo>
                  <a:cubicBezTo>
                    <a:pt x="3568" y="1713"/>
                    <a:pt x="3977" y="1517"/>
                    <a:pt x="4411" y="1375"/>
                  </a:cubicBezTo>
                  <a:close/>
                  <a:moveTo>
                    <a:pt x="2972" y="2102"/>
                  </a:moveTo>
                  <a:cubicBezTo>
                    <a:pt x="3072" y="2123"/>
                    <a:pt x="3174" y="2133"/>
                    <a:pt x="3275" y="2147"/>
                  </a:cubicBezTo>
                  <a:cubicBezTo>
                    <a:pt x="3431" y="2168"/>
                    <a:pt x="3592" y="2193"/>
                    <a:pt x="3755" y="2229"/>
                  </a:cubicBezTo>
                  <a:cubicBezTo>
                    <a:pt x="3578" y="2461"/>
                    <a:pt x="3401" y="2699"/>
                    <a:pt x="3235" y="2942"/>
                  </a:cubicBezTo>
                  <a:cubicBezTo>
                    <a:pt x="3189" y="3012"/>
                    <a:pt x="3144" y="3082"/>
                    <a:pt x="3098" y="3148"/>
                  </a:cubicBezTo>
                  <a:cubicBezTo>
                    <a:pt x="2780" y="3026"/>
                    <a:pt x="2391" y="2956"/>
                    <a:pt x="2032" y="2946"/>
                  </a:cubicBezTo>
                  <a:cubicBezTo>
                    <a:pt x="2314" y="2632"/>
                    <a:pt x="2628" y="2350"/>
                    <a:pt x="2972" y="2102"/>
                  </a:cubicBezTo>
                  <a:close/>
                  <a:moveTo>
                    <a:pt x="1984" y="3126"/>
                  </a:moveTo>
                  <a:cubicBezTo>
                    <a:pt x="2320" y="3126"/>
                    <a:pt x="2686" y="3190"/>
                    <a:pt x="2992" y="3305"/>
                  </a:cubicBezTo>
                  <a:cubicBezTo>
                    <a:pt x="2941" y="3380"/>
                    <a:pt x="2890" y="3457"/>
                    <a:pt x="2841" y="3527"/>
                  </a:cubicBezTo>
                  <a:cubicBezTo>
                    <a:pt x="2582" y="3467"/>
                    <a:pt x="2325" y="3467"/>
                    <a:pt x="2072" y="3467"/>
                  </a:cubicBezTo>
                  <a:cubicBezTo>
                    <a:pt x="2015" y="3468"/>
                    <a:pt x="1959" y="3469"/>
                    <a:pt x="1903" y="3469"/>
                  </a:cubicBezTo>
                  <a:cubicBezTo>
                    <a:pt x="1808" y="3469"/>
                    <a:pt x="1715" y="3466"/>
                    <a:pt x="1622" y="3457"/>
                  </a:cubicBezTo>
                  <a:cubicBezTo>
                    <a:pt x="1703" y="3345"/>
                    <a:pt x="1789" y="3234"/>
                    <a:pt x="1875" y="3128"/>
                  </a:cubicBezTo>
                  <a:cubicBezTo>
                    <a:pt x="1911" y="3127"/>
                    <a:pt x="1947" y="3126"/>
                    <a:pt x="1984" y="3126"/>
                  </a:cubicBezTo>
                  <a:close/>
                  <a:moveTo>
                    <a:pt x="4690" y="1461"/>
                  </a:moveTo>
                  <a:cubicBezTo>
                    <a:pt x="4720" y="1653"/>
                    <a:pt x="4765" y="1839"/>
                    <a:pt x="4811" y="2021"/>
                  </a:cubicBezTo>
                  <a:cubicBezTo>
                    <a:pt x="4916" y="2446"/>
                    <a:pt x="5012" y="2851"/>
                    <a:pt x="4977" y="3320"/>
                  </a:cubicBezTo>
                  <a:cubicBezTo>
                    <a:pt x="4956" y="3567"/>
                    <a:pt x="4916" y="3821"/>
                    <a:pt x="4856" y="4073"/>
                  </a:cubicBezTo>
                  <a:cubicBezTo>
                    <a:pt x="4760" y="3865"/>
                    <a:pt x="4629" y="3663"/>
                    <a:pt x="4502" y="3471"/>
                  </a:cubicBezTo>
                  <a:cubicBezTo>
                    <a:pt x="4270" y="3112"/>
                    <a:pt x="4028" y="2749"/>
                    <a:pt x="3997" y="2359"/>
                  </a:cubicBezTo>
                  <a:cubicBezTo>
                    <a:pt x="4119" y="2198"/>
                    <a:pt x="4240" y="2042"/>
                    <a:pt x="4361" y="1885"/>
                  </a:cubicBezTo>
                  <a:cubicBezTo>
                    <a:pt x="4467" y="1744"/>
                    <a:pt x="4578" y="1602"/>
                    <a:pt x="4690" y="1461"/>
                  </a:cubicBezTo>
                  <a:close/>
                  <a:moveTo>
                    <a:pt x="1507" y="3628"/>
                  </a:moveTo>
                  <a:cubicBezTo>
                    <a:pt x="1637" y="3646"/>
                    <a:pt x="1769" y="3651"/>
                    <a:pt x="1901" y="3651"/>
                  </a:cubicBezTo>
                  <a:cubicBezTo>
                    <a:pt x="1958" y="3651"/>
                    <a:pt x="2015" y="3650"/>
                    <a:pt x="2072" y="3648"/>
                  </a:cubicBezTo>
                  <a:cubicBezTo>
                    <a:pt x="2295" y="3648"/>
                    <a:pt x="2517" y="3648"/>
                    <a:pt x="2734" y="3688"/>
                  </a:cubicBezTo>
                  <a:cubicBezTo>
                    <a:pt x="2507" y="4043"/>
                    <a:pt x="2289" y="4381"/>
                    <a:pt x="2088" y="4709"/>
                  </a:cubicBezTo>
                  <a:cubicBezTo>
                    <a:pt x="1983" y="4706"/>
                    <a:pt x="1878" y="4704"/>
                    <a:pt x="1773" y="4704"/>
                  </a:cubicBezTo>
                  <a:cubicBezTo>
                    <a:pt x="1603" y="4704"/>
                    <a:pt x="1433" y="4708"/>
                    <a:pt x="1264" y="4714"/>
                  </a:cubicBezTo>
                  <a:cubicBezTo>
                    <a:pt x="1153" y="4714"/>
                    <a:pt x="1041" y="4719"/>
                    <a:pt x="931" y="4719"/>
                  </a:cubicBezTo>
                  <a:cubicBezTo>
                    <a:pt x="1087" y="4336"/>
                    <a:pt x="1279" y="3972"/>
                    <a:pt x="1507" y="3628"/>
                  </a:cubicBezTo>
                  <a:close/>
                  <a:moveTo>
                    <a:pt x="3846" y="2562"/>
                  </a:moveTo>
                  <a:cubicBezTo>
                    <a:pt x="3926" y="2921"/>
                    <a:pt x="4138" y="3249"/>
                    <a:pt x="4350" y="3572"/>
                  </a:cubicBezTo>
                  <a:cubicBezTo>
                    <a:pt x="4513" y="3815"/>
                    <a:pt x="4664" y="4043"/>
                    <a:pt x="4755" y="4280"/>
                  </a:cubicBezTo>
                  <a:cubicBezTo>
                    <a:pt x="4760" y="4295"/>
                    <a:pt x="4765" y="4306"/>
                    <a:pt x="4775" y="4315"/>
                  </a:cubicBezTo>
                  <a:cubicBezTo>
                    <a:pt x="4781" y="4320"/>
                    <a:pt x="4785" y="4320"/>
                    <a:pt x="4790" y="4320"/>
                  </a:cubicBezTo>
                  <a:cubicBezTo>
                    <a:pt x="4735" y="4512"/>
                    <a:pt x="4664" y="4700"/>
                    <a:pt x="4583" y="4886"/>
                  </a:cubicBezTo>
                  <a:cubicBezTo>
                    <a:pt x="4376" y="4199"/>
                    <a:pt x="3962" y="3537"/>
                    <a:pt x="3562" y="2951"/>
                  </a:cubicBezTo>
                  <a:cubicBezTo>
                    <a:pt x="3653" y="2820"/>
                    <a:pt x="3750" y="2688"/>
                    <a:pt x="3846" y="2562"/>
                  </a:cubicBezTo>
                  <a:close/>
                  <a:moveTo>
                    <a:pt x="1714" y="4886"/>
                  </a:moveTo>
                  <a:cubicBezTo>
                    <a:pt x="1804" y="4886"/>
                    <a:pt x="1892" y="4888"/>
                    <a:pt x="1981" y="4891"/>
                  </a:cubicBezTo>
                  <a:cubicBezTo>
                    <a:pt x="1804" y="5179"/>
                    <a:pt x="1638" y="5472"/>
                    <a:pt x="1481" y="5755"/>
                  </a:cubicBezTo>
                  <a:cubicBezTo>
                    <a:pt x="1466" y="5754"/>
                    <a:pt x="1451" y="5754"/>
                    <a:pt x="1436" y="5754"/>
                  </a:cubicBezTo>
                  <a:cubicBezTo>
                    <a:pt x="1145" y="5754"/>
                    <a:pt x="870" y="5798"/>
                    <a:pt x="591" y="5841"/>
                  </a:cubicBezTo>
                  <a:cubicBezTo>
                    <a:pt x="658" y="5523"/>
                    <a:pt x="743" y="5209"/>
                    <a:pt x="859" y="4901"/>
                  </a:cubicBezTo>
                  <a:cubicBezTo>
                    <a:pt x="996" y="4901"/>
                    <a:pt x="1132" y="4901"/>
                    <a:pt x="1274" y="4896"/>
                  </a:cubicBezTo>
                  <a:cubicBezTo>
                    <a:pt x="1424" y="4890"/>
                    <a:pt x="1570" y="4886"/>
                    <a:pt x="1714" y="4886"/>
                  </a:cubicBezTo>
                  <a:close/>
                  <a:moveTo>
                    <a:pt x="3452" y="3108"/>
                  </a:moveTo>
                  <a:cubicBezTo>
                    <a:pt x="3871" y="3730"/>
                    <a:pt x="4300" y="4432"/>
                    <a:pt x="4467" y="5139"/>
                  </a:cubicBezTo>
                  <a:cubicBezTo>
                    <a:pt x="4441" y="5194"/>
                    <a:pt x="4417" y="5245"/>
                    <a:pt x="4387" y="5300"/>
                  </a:cubicBezTo>
                  <a:cubicBezTo>
                    <a:pt x="4184" y="5684"/>
                    <a:pt x="3942" y="6027"/>
                    <a:pt x="3653" y="6337"/>
                  </a:cubicBezTo>
                  <a:cubicBezTo>
                    <a:pt x="3557" y="6129"/>
                    <a:pt x="3466" y="5912"/>
                    <a:pt x="3375" y="5679"/>
                  </a:cubicBezTo>
                  <a:cubicBezTo>
                    <a:pt x="3179" y="5194"/>
                    <a:pt x="2976" y="4700"/>
                    <a:pt x="2683" y="4269"/>
                  </a:cubicBezTo>
                  <a:cubicBezTo>
                    <a:pt x="2921" y="3896"/>
                    <a:pt x="3179" y="3511"/>
                    <a:pt x="3452" y="3108"/>
                  </a:cubicBezTo>
                  <a:close/>
                  <a:moveTo>
                    <a:pt x="2577" y="4441"/>
                  </a:moveTo>
                  <a:cubicBezTo>
                    <a:pt x="2841" y="4831"/>
                    <a:pt x="3022" y="5295"/>
                    <a:pt x="3204" y="5745"/>
                  </a:cubicBezTo>
                  <a:cubicBezTo>
                    <a:pt x="3305" y="5992"/>
                    <a:pt x="3406" y="6240"/>
                    <a:pt x="3517" y="6477"/>
                  </a:cubicBezTo>
                  <a:cubicBezTo>
                    <a:pt x="3249" y="6745"/>
                    <a:pt x="2941" y="6983"/>
                    <a:pt x="2587" y="7200"/>
                  </a:cubicBezTo>
                  <a:cubicBezTo>
                    <a:pt x="2360" y="6609"/>
                    <a:pt x="2041" y="5992"/>
                    <a:pt x="1855" y="5649"/>
                  </a:cubicBezTo>
                  <a:cubicBezTo>
                    <a:pt x="2077" y="5255"/>
                    <a:pt x="2319" y="4851"/>
                    <a:pt x="2577" y="4441"/>
                  </a:cubicBezTo>
                  <a:close/>
                  <a:moveTo>
                    <a:pt x="1749" y="5831"/>
                  </a:moveTo>
                  <a:cubicBezTo>
                    <a:pt x="1936" y="6190"/>
                    <a:pt x="2223" y="6755"/>
                    <a:pt x="2431" y="7291"/>
                  </a:cubicBezTo>
                  <a:cubicBezTo>
                    <a:pt x="2319" y="7356"/>
                    <a:pt x="2204" y="7417"/>
                    <a:pt x="2083" y="7478"/>
                  </a:cubicBezTo>
                  <a:cubicBezTo>
                    <a:pt x="2077" y="7473"/>
                    <a:pt x="2077" y="7463"/>
                    <a:pt x="2072" y="7458"/>
                  </a:cubicBezTo>
                  <a:cubicBezTo>
                    <a:pt x="1810" y="7074"/>
                    <a:pt x="1643" y="6664"/>
                    <a:pt x="1507" y="6276"/>
                  </a:cubicBezTo>
                  <a:cubicBezTo>
                    <a:pt x="1582" y="6129"/>
                    <a:pt x="1663" y="5983"/>
                    <a:pt x="1749" y="5831"/>
                  </a:cubicBezTo>
                  <a:close/>
                  <a:moveTo>
                    <a:pt x="1379" y="5932"/>
                  </a:moveTo>
                  <a:lnTo>
                    <a:pt x="1379" y="5932"/>
                  </a:lnTo>
                  <a:cubicBezTo>
                    <a:pt x="1143" y="6367"/>
                    <a:pt x="920" y="6796"/>
                    <a:pt x="719" y="7230"/>
                  </a:cubicBezTo>
                  <a:cubicBezTo>
                    <a:pt x="668" y="7326"/>
                    <a:pt x="617" y="7428"/>
                    <a:pt x="561" y="7524"/>
                  </a:cubicBezTo>
                  <a:cubicBezTo>
                    <a:pt x="542" y="7569"/>
                    <a:pt x="521" y="7615"/>
                    <a:pt x="495" y="7655"/>
                  </a:cubicBezTo>
                  <a:cubicBezTo>
                    <a:pt x="440" y="7104"/>
                    <a:pt x="465" y="6559"/>
                    <a:pt x="556" y="6034"/>
                  </a:cubicBezTo>
                  <a:lnTo>
                    <a:pt x="602" y="6023"/>
                  </a:lnTo>
                  <a:cubicBezTo>
                    <a:pt x="864" y="5983"/>
                    <a:pt x="1118" y="5943"/>
                    <a:pt x="1379" y="5932"/>
                  </a:cubicBezTo>
                  <a:close/>
                  <a:moveTo>
                    <a:pt x="1390" y="6493"/>
                  </a:moveTo>
                  <a:cubicBezTo>
                    <a:pt x="1521" y="6846"/>
                    <a:pt x="1683" y="7210"/>
                    <a:pt x="1920" y="7554"/>
                  </a:cubicBezTo>
                  <a:cubicBezTo>
                    <a:pt x="1526" y="7731"/>
                    <a:pt x="1097" y="7888"/>
                    <a:pt x="622" y="8028"/>
                  </a:cubicBezTo>
                  <a:cubicBezTo>
                    <a:pt x="677" y="7902"/>
                    <a:pt x="738" y="7776"/>
                    <a:pt x="803" y="7650"/>
                  </a:cubicBezTo>
                  <a:cubicBezTo>
                    <a:pt x="859" y="7549"/>
                    <a:pt x="910" y="7447"/>
                    <a:pt x="961" y="7347"/>
                  </a:cubicBezTo>
                  <a:cubicBezTo>
                    <a:pt x="1097" y="7058"/>
                    <a:pt x="1244" y="6776"/>
                    <a:pt x="1390" y="6493"/>
                  </a:cubicBezTo>
                  <a:close/>
                  <a:moveTo>
                    <a:pt x="5445" y="0"/>
                  </a:moveTo>
                  <a:cubicBezTo>
                    <a:pt x="5398" y="0"/>
                    <a:pt x="5352" y="24"/>
                    <a:pt x="5326" y="67"/>
                  </a:cubicBezTo>
                  <a:cubicBezTo>
                    <a:pt x="5133" y="389"/>
                    <a:pt x="4907" y="703"/>
                    <a:pt x="4679" y="1016"/>
                  </a:cubicBezTo>
                  <a:lnTo>
                    <a:pt x="4664" y="1016"/>
                  </a:lnTo>
                  <a:cubicBezTo>
                    <a:pt x="3275" y="1370"/>
                    <a:pt x="2102" y="2259"/>
                    <a:pt x="1309" y="3431"/>
                  </a:cubicBezTo>
                  <a:cubicBezTo>
                    <a:pt x="1289" y="3441"/>
                    <a:pt x="1274" y="3462"/>
                    <a:pt x="1269" y="3492"/>
                  </a:cubicBezTo>
                  <a:cubicBezTo>
                    <a:pt x="1264" y="3492"/>
                    <a:pt x="1269" y="3497"/>
                    <a:pt x="1264" y="3497"/>
                  </a:cubicBezTo>
                  <a:cubicBezTo>
                    <a:pt x="400" y="4815"/>
                    <a:pt x="1" y="6477"/>
                    <a:pt x="283" y="8135"/>
                  </a:cubicBezTo>
                  <a:cubicBezTo>
                    <a:pt x="283" y="8149"/>
                    <a:pt x="288" y="8170"/>
                    <a:pt x="294" y="8186"/>
                  </a:cubicBezTo>
                  <a:lnTo>
                    <a:pt x="294" y="8196"/>
                  </a:lnTo>
                  <a:cubicBezTo>
                    <a:pt x="288" y="8216"/>
                    <a:pt x="288" y="8236"/>
                    <a:pt x="294" y="8256"/>
                  </a:cubicBezTo>
                  <a:cubicBezTo>
                    <a:pt x="299" y="8286"/>
                    <a:pt x="314" y="8307"/>
                    <a:pt x="329" y="8322"/>
                  </a:cubicBezTo>
                  <a:cubicBezTo>
                    <a:pt x="357" y="8345"/>
                    <a:pt x="394" y="8360"/>
                    <a:pt x="431" y="8360"/>
                  </a:cubicBezTo>
                  <a:cubicBezTo>
                    <a:pt x="441" y="8360"/>
                    <a:pt x="451" y="8359"/>
                    <a:pt x="460" y="8357"/>
                  </a:cubicBezTo>
                  <a:cubicBezTo>
                    <a:pt x="2568" y="7792"/>
                    <a:pt x="3855" y="6892"/>
                    <a:pt x="4629" y="5427"/>
                  </a:cubicBezTo>
                  <a:cubicBezTo>
                    <a:pt x="4987" y="4749"/>
                    <a:pt x="5194" y="4043"/>
                    <a:pt x="5250" y="3340"/>
                  </a:cubicBezTo>
                  <a:cubicBezTo>
                    <a:pt x="5285" y="2825"/>
                    <a:pt x="5180" y="2385"/>
                    <a:pt x="5073" y="1956"/>
                  </a:cubicBezTo>
                  <a:cubicBezTo>
                    <a:pt x="5017" y="1718"/>
                    <a:pt x="4956" y="1466"/>
                    <a:pt x="4921" y="1203"/>
                  </a:cubicBezTo>
                  <a:cubicBezTo>
                    <a:pt x="4916" y="1193"/>
                    <a:pt x="4912" y="1177"/>
                    <a:pt x="4907" y="1163"/>
                  </a:cubicBezTo>
                  <a:cubicBezTo>
                    <a:pt x="5138" y="855"/>
                    <a:pt x="5361" y="536"/>
                    <a:pt x="5558" y="207"/>
                  </a:cubicBezTo>
                  <a:cubicBezTo>
                    <a:pt x="5599" y="142"/>
                    <a:pt x="5579" y="56"/>
                    <a:pt x="5518" y="20"/>
                  </a:cubicBezTo>
                  <a:cubicBezTo>
                    <a:pt x="5495" y="7"/>
                    <a:pt x="5470" y="0"/>
                    <a:pt x="5445"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7" name="Google Shape;4167;p55"/>
            <p:cNvSpPr/>
            <p:nvPr/>
          </p:nvSpPr>
          <p:spPr>
            <a:xfrm>
              <a:off x="7150633" y="954234"/>
              <a:ext cx="34252" cy="62754"/>
            </a:xfrm>
            <a:custGeom>
              <a:avLst/>
              <a:gdLst/>
              <a:ahLst/>
              <a:cxnLst/>
              <a:rect l="l" t="t" r="r" b="b"/>
              <a:pathLst>
                <a:path w="941" h="1724" extrusionOk="0">
                  <a:moveTo>
                    <a:pt x="940" y="1"/>
                  </a:moveTo>
                  <a:cubicBezTo>
                    <a:pt x="679" y="12"/>
                    <a:pt x="425" y="52"/>
                    <a:pt x="163" y="92"/>
                  </a:cubicBezTo>
                  <a:lnTo>
                    <a:pt x="117" y="103"/>
                  </a:lnTo>
                  <a:cubicBezTo>
                    <a:pt x="26" y="628"/>
                    <a:pt x="1" y="1173"/>
                    <a:pt x="56" y="1724"/>
                  </a:cubicBezTo>
                  <a:cubicBezTo>
                    <a:pt x="82" y="1684"/>
                    <a:pt x="103" y="1638"/>
                    <a:pt x="122" y="1593"/>
                  </a:cubicBezTo>
                  <a:cubicBezTo>
                    <a:pt x="178" y="1497"/>
                    <a:pt x="229" y="1395"/>
                    <a:pt x="280" y="1299"/>
                  </a:cubicBezTo>
                  <a:cubicBezTo>
                    <a:pt x="481" y="865"/>
                    <a:pt x="704" y="436"/>
                    <a:pt x="940"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8" name="Google Shape;4168;p55"/>
            <p:cNvSpPr/>
            <p:nvPr/>
          </p:nvSpPr>
          <p:spPr>
            <a:xfrm>
              <a:off x="7156166" y="916197"/>
              <a:ext cx="50596" cy="34762"/>
            </a:xfrm>
            <a:custGeom>
              <a:avLst/>
              <a:gdLst/>
              <a:ahLst/>
              <a:cxnLst/>
              <a:rect l="l" t="t" r="r" b="b"/>
              <a:pathLst>
                <a:path w="1390" h="955" extrusionOk="0">
                  <a:moveTo>
                    <a:pt x="1123" y="0"/>
                  </a:moveTo>
                  <a:cubicBezTo>
                    <a:pt x="979" y="0"/>
                    <a:pt x="833" y="4"/>
                    <a:pt x="683" y="10"/>
                  </a:cubicBezTo>
                  <a:cubicBezTo>
                    <a:pt x="541" y="15"/>
                    <a:pt x="405" y="15"/>
                    <a:pt x="268" y="15"/>
                  </a:cubicBezTo>
                  <a:cubicBezTo>
                    <a:pt x="152" y="323"/>
                    <a:pt x="67" y="637"/>
                    <a:pt x="0" y="955"/>
                  </a:cubicBezTo>
                  <a:cubicBezTo>
                    <a:pt x="279" y="912"/>
                    <a:pt x="554" y="868"/>
                    <a:pt x="845" y="868"/>
                  </a:cubicBezTo>
                  <a:cubicBezTo>
                    <a:pt x="860" y="868"/>
                    <a:pt x="875" y="868"/>
                    <a:pt x="890" y="869"/>
                  </a:cubicBezTo>
                  <a:cubicBezTo>
                    <a:pt x="1047" y="586"/>
                    <a:pt x="1213" y="293"/>
                    <a:pt x="1390" y="5"/>
                  </a:cubicBezTo>
                  <a:cubicBezTo>
                    <a:pt x="1301" y="2"/>
                    <a:pt x="1213" y="0"/>
                    <a:pt x="1123"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9" name="Google Shape;4169;p55"/>
            <p:cNvSpPr/>
            <p:nvPr/>
          </p:nvSpPr>
          <p:spPr>
            <a:xfrm>
              <a:off x="7168505" y="870370"/>
              <a:ext cx="65666" cy="39785"/>
            </a:xfrm>
            <a:custGeom>
              <a:avLst/>
              <a:gdLst/>
              <a:ahLst/>
              <a:cxnLst/>
              <a:rect l="l" t="t" r="r" b="b"/>
              <a:pathLst>
                <a:path w="1804" h="1093" extrusionOk="0">
                  <a:moveTo>
                    <a:pt x="577" y="1"/>
                  </a:moveTo>
                  <a:cubicBezTo>
                    <a:pt x="349" y="345"/>
                    <a:pt x="157" y="709"/>
                    <a:pt x="1" y="1092"/>
                  </a:cubicBezTo>
                  <a:cubicBezTo>
                    <a:pt x="111" y="1092"/>
                    <a:pt x="223" y="1087"/>
                    <a:pt x="334" y="1087"/>
                  </a:cubicBezTo>
                  <a:cubicBezTo>
                    <a:pt x="503" y="1081"/>
                    <a:pt x="673" y="1077"/>
                    <a:pt x="843" y="1077"/>
                  </a:cubicBezTo>
                  <a:cubicBezTo>
                    <a:pt x="948" y="1077"/>
                    <a:pt x="1053" y="1079"/>
                    <a:pt x="1158" y="1082"/>
                  </a:cubicBezTo>
                  <a:cubicBezTo>
                    <a:pt x="1359" y="754"/>
                    <a:pt x="1577" y="416"/>
                    <a:pt x="1804" y="61"/>
                  </a:cubicBezTo>
                  <a:cubicBezTo>
                    <a:pt x="1587" y="21"/>
                    <a:pt x="1365" y="21"/>
                    <a:pt x="1142" y="21"/>
                  </a:cubicBezTo>
                  <a:cubicBezTo>
                    <a:pt x="1085" y="23"/>
                    <a:pt x="1028" y="24"/>
                    <a:pt x="971" y="24"/>
                  </a:cubicBezTo>
                  <a:cubicBezTo>
                    <a:pt x="839" y="24"/>
                    <a:pt x="707" y="19"/>
                    <a:pt x="577"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0" name="Google Shape;4170;p55"/>
            <p:cNvSpPr/>
            <p:nvPr/>
          </p:nvSpPr>
          <p:spPr>
            <a:xfrm>
              <a:off x="7193657" y="852098"/>
              <a:ext cx="49941" cy="14669"/>
            </a:xfrm>
            <a:custGeom>
              <a:avLst/>
              <a:gdLst/>
              <a:ahLst/>
              <a:cxnLst/>
              <a:rect l="l" t="t" r="r" b="b"/>
              <a:pathLst>
                <a:path w="1372" h="403" extrusionOk="0">
                  <a:moveTo>
                    <a:pt x="363" y="1"/>
                  </a:moveTo>
                  <a:cubicBezTo>
                    <a:pt x="326" y="1"/>
                    <a:pt x="290" y="2"/>
                    <a:pt x="254" y="3"/>
                  </a:cubicBezTo>
                  <a:cubicBezTo>
                    <a:pt x="168" y="109"/>
                    <a:pt x="82" y="220"/>
                    <a:pt x="1" y="332"/>
                  </a:cubicBezTo>
                  <a:cubicBezTo>
                    <a:pt x="94" y="341"/>
                    <a:pt x="187" y="344"/>
                    <a:pt x="282" y="344"/>
                  </a:cubicBezTo>
                  <a:cubicBezTo>
                    <a:pt x="338" y="344"/>
                    <a:pt x="394" y="343"/>
                    <a:pt x="451" y="342"/>
                  </a:cubicBezTo>
                  <a:cubicBezTo>
                    <a:pt x="704" y="342"/>
                    <a:pt x="961" y="342"/>
                    <a:pt x="1220" y="402"/>
                  </a:cubicBezTo>
                  <a:cubicBezTo>
                    <a:pt x="1269" y="332"/>
                    <a:pt x="1320" y="255"/>
                    <a:pt x="1371" y="180"/>
                  </a:cubicBezTo>
                  <a:cubicBezTo>
                    <a:pt x="1065" y="65"/>
                    <a:pt x="699" y="1"/>
                    <a:pt x="363"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1" name="Google Shape;4171;p55"/>
            <p:cNvSpPr/>
            <p:nvPr/>
          </p:nvSpPr>
          <p:spPr>
            <a:xfrm>
              <a:off x="7208581" y="814861"/>
              <a:ext cx="62754" cy="38074"/>
            </a:xfrm>
            <a:custGeom>
              <a:avLst/>
              <a:gdLst/>
              <a:ahLst/>
              <a:cxnLst/>
              <a:rect l="l" t="t" r="r" b="b"/>
              <a:pathLst>
                <a:path w="1724" h="1046" extrusionOk="0">
                  <a:moveTo>
                    <a:pt x="941" y="0"/>
                  </a:moveTo>
                  <a:cubicBezTo>
                    <a:pt x="597" y="248"/>
                    <a:pt x="283" y="530"/>
                    <a:pt x="1" y="844"/>
                  </a:cubicBezTo>
                  <a:cubicBezTo>
                    <a:pt x="360" y="854"/>
                    <a:pt x="749" y="924"/>
                    <a:pt x="1067" y="1046"/>
                  </a:cubicBezTo>
                  <a:cubicBezTo>
                    <a:pt x="1113" y="980"/>
                    <a:pt x="1158" y="910"/>
                    <a:pt x="1204" y="840"/>
                  </a:cubicBezTo>
                  <a:cubicBezTo>
                    <a:pt x="1370" y="597"/>
                    <a:pt x="1547" y="359"/>
                    <a:pt x="1724" y="127"/>
                  </a:cubicBezTo>
                  <a:cubicBezTo>
                    <a:pt x="1561" y="91"/>
                    <a:pt x="1400" y="66"/>
                    <a:pt x="1244" y="45"/>
                  </a:cubicBezTo>
                  <a:cubicBezTo>
                    <a:pt x="1143" y="31"/>
                    <a:pt x="1041" y="21"/>
                    <a:pt x="941"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2" name="Google Shape;4172;p55"/>
            <p:cNvSpPr/>
            <p:nvPr/>
          </p:nvSpPr>
          <p:spPr>
            <a:xfrm>
              <a:off x="7250877" y="788363"/>
              <a:ext cx="44335" cy="25444"/>
            </a:xfrm>
            <a:custGeom>
              <a:avLst/>
              <a:gdLst/>
              <a:ahLst/>
              <a:cxnLst/>
              <a:rect l="l" t="t" r="r" b="b"/>
              <a:pathLst>
                <a:path w="1218" h="699" extrusionOk="0">
                  <a:moveTo>
                    <a:pt x="1218" y="1"/>
                  </a:moveTo>
                  <a:lnTo>
                    <a:pt x="1218" y="1"/>
                  </a:lnTo>
                  <a:cubicBezTo>
                    <a:pt x="784" y="143"/>
                    <a:pt x="375" y="339"/>
                    <a:pt x="0" y="582"/>
                  </a:cubicBezTo>
                  <a:cubicBezTo>
                    <a:pt x="36" y="587"/>
                    <a:pt x="72" y="591"/>
                    <a:pt x="107" y="597"/>
                  </a:cubicBezTo>
                  <a:cubicBezTo>
                    <a:pt x="294" y="617"/>
                    <a:pt x="490" y="647"/>
                    <a:pt x="683" y="698"/>
                  </a:cubicBezTo>
                  <a:cubicBezTo>
                    <a:pt x="769" y="577"/>
                    <a:pt x="860" y="460"/>
                    <a:pt x="951" y="344"/>
                  </a:cubicBezTo>
                  <a:cubicBezTo>
                    <a:pt x="1042" y="228"/>
                    <a:pt x="1127" y="117"/>
                    <a:pt x="1218"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3" name="Google Shape;4173;p55"/>
            <p:cNvSpPr/>
            <p:nvPr/>
          </p:nvSpPr>
          <p:spPr>
            <a:xfrm>
              <a:off x="7280142" y="791493"/>
              <a:ext cx="36982" cy="95113"/>
            </a:xfrm>
            <a:custGeom>
              <a:avLst/>
              <a:gdLst/>
              <a:ahLst/>
              <a:cxnLst/>
              <a:rect l="l" t="t" r="r" b="b"/>
              <a:pathLst>
                <a:path w="1016" h="2613" extrusionOk="0">
                  <a:moveTo>
                    <a:pt x="693" y="1"/>
                  </a:moveTo>
                  <a:cubicBezTo>
                    <a:pt x="581" y="142"/>
                    <a:pt x="470" y="284"/>
                    <a:pt x="364" y="425"/>
                  </a:cubicBezTo>
                  <a:cubicBezTo>
                    <a:pt x="243" y="582"/>
                    <a:pt x="122" y="738"/>
                    <a:pt x="0" y="899"/>
                  </a:cubicBezTo>
                  <a:cubicBezTo>
                    <a:pt x="31" y="1289"/>
                    <a:pt x="273" y="1652"/>
                    <a:pt x="505" y="2011"/>
                  </a:cubicBezTo>
                  <a:cubicBezTo>
                    <a:pt x="632" y="2203"/>
                    <a:pt x="763" y="2405"/>
                    <a:pt x="859" y="2613"/>
                  </a:cubicBezTo>
                  <a:cubicBezTo>
                    <a:pt x="919" y="2361"/>
                    <a:pt x="959" y="2107"/>
                    <a:pt x="980" y="1860"/>
                  </a:cubicBezTo>
                  <a:cubicBezTo>
                    <a:pt x="1015" y="1391"/>
                    <a:pt x="919" y="986"/>
                    <a:pt x="814" y="561"/>
                  </a:cubicBezTo>
                  <a:cubicBezTo>
                    <a:pt x="768" y="379"/>
                    <a:pt x="723" y="193"/>
                    <a:pt x="693"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4" name="Google Shape;4174;p55"/>
            <p:cNvSpPr/>
            <p:nvPr/>
          </p:nvSpPr>
          <p:spPr>
            <a:xfrm>
              <a:off x="7264308" y="831568"/>
              <a:ext cx="44736" cy="84666"/>
            </a:xfrm>
            <a:custGeom>
              <a:avLst/>
              <a:gdLst/>
              <a:ahLst/>
              <a:cxnLst/>
              <a:rect l="l" t="t" r="r" b="b"/>
              <a:pathLst>
                <a:path w="1229" h="2326" extrusionOk="0">
                  <a:moveTo>
                    <a:pt x="284" y="1"/>
                  </a:moveTo>
                  <a:cubicBezTo>
                    <a:pt x="188" y="127"/>
                    <a:pt x="91" y="259"/>
                    <a:pt x="0" y="390"/>
                  </a:cubicBezTo>
                  <a:cubicBezTo>
                    <a:pt x="400" y="976"/>
                    <a:pt x="814" y="1638"/>
                    <a:pt x="1021" y="2325"/>
                  </a:cubicBezTo>
                  <a:cubicBezTo>
                    <a:pt x="1102" y="2139"/>
                    <a:pt x="1173" y="1951"/>
                    <a:pt x="1228" y="1759"/>
                  </a:cubicBezTo>
                  <a:cubicBezTo>
                    <a:pt x="1223" y="1759"/>
                    <a:pt x="1219" y="1759"/>
                    <a:pt x="1213" y="1754"/>
                  </a:cubicBezTo>
                  <a:cubicBezTo>
                    <a:pt x="1203" y="1745"/>
                    <a:pt x="1198" y="1734"/>
                    <a:pt x="1193" y="1719"/>
                  </a:cubicBezTo>
                  <a:cubicBezTo>
                    <a:pt x="1102" y="1482"/>
                    <a:pt x="951" y="1254"/>
                    <a:pt x="788" y="1011"/>
                  </a:cubicBezTo>
                  <a:cubicBezTo>
                    <a:pt x="576" y="688"/>
                    <a:pt x="364" y="360"/>
                    <a:pt x="284"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5" name="Google Shape;4175;p55"/>
            <p:cNvSpPr/>
            <p:nvPr/>
          </p:nvSpPr>
          <p:spPr>
            <a:xfrm>
              <a:off x="7232277" y="851442"/>
              <a:ext cx="64974" cy="117572"/>
            </a:xfrm>
            <a:custGeom>
              <a:avLst/>
              <a:gdLst/>
              <a:ahLst/>
              <a:cxnLst/>
              <a:rect l="l" t="t" r="r" b="b"/>
              <a:pathLst>
                <a:path w="1785" h="3230" extrusionOk="0">
                  <a:moveTo>
                    <a:pt x="770" y="1"/>
                  </a:moveTo>
                  <a:cubicBezTo>
                    <a:pt x="497" y="404"/>
                    <a:pt x="239" y="789"/>
                    <a:pt x="1" y="1162"/>
                  </a:cubicBezTo>
                  <a:cubicBezTo>
                    <a:pt x="294" y="1593"/>
                    <a:pt x="497" y="2087"/>
                    <a:pt x="693" y="2572"/>
                  </a:cubicBezTo>
                  <a:cubicBezTo>
                    <a:pt x="784" y="2805"/>
                    <a:pt x="875" y="3022"/>
                    <a:pt x="971" y="3230"/>
                  </a:cubicBezTo>
                  <a:cubicBezTo>
                    <a:pt x="1260" y="2920"/>
                    <a:pt x="1502" y="2577"/>
                    <a:pt x="1705" y="2193"/>
                  </a:cubicBezTo>
                  <a:cubicBezTo>
                    <a:pt x="1735" y="2138"/>
                    <a:pt x="1759" y="2087"/>
                    <a:pt x="1785" y="2032"/>
                  </a:cubicBezTo>
                  <a:cubicBezTo>
                    <a:pt x="1618" y="1325"/>
                    <a:pt x="1189" y="623"/>
                    <a:pt x="770" y="1"/>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6" name="Google Shape;4176;p55"/>
            <p:cNvSpPr/>
            <p:nvPr/>
          </p:nvSpPr>
          <p:spPr>
            <a:xfrm>
              <a:off x="7202138" y="899999"/>
              <a:ext cx="60570" cy="100428"/>
            </a:xfrm>
            <a:custGeom>
              <a:avLst/>
              <a:gdLst/>
              <a:ahLst/>
              <a:cxnLst/>
              <a:rect l="l" t="t" r="r" b="b"/>
              <a:pathLst>
                <a:path w="1664" h="2759" extrusionOk="0">
                  <a:moveTo>
                    <a:pt x="723" y="0"/>
                  </a:moveTo>
                  <a:cubicBezTo>
                    <a:pt x="465" y="410"/>
                    <a:pt x="223" y="814"/>
                    <a:pt x="1" y="1208"/>
                  </a:cubicBezTo>
                  <a:cubicBezTo>
                    <a:pt x="187" y="1551"/>
                    <a:pt x="506" y="2168"/>
                    <a:pt x="733" y="2759"/>
                  </a:cubicBezTo>
                  <a:cubicBezTo>
                    <a:pt x="1087" y="2542"/>
                    <a:pt x="1395" y="2304"/>
                    <a:pt x="1663" y="2036"/>
                  </a:cubicBezTo>
                  <a:cubicBezTo>
                    <a:pt x="1552" y="1799"/>
                    <a:pt x="1451" y="1551"/>
                    <a:pt x="1350" y="1304"/>
                  </a:cubicBezTo>
                  <a:cubicBezTo>
                    <a:pt x="1168" y="854"/>
                    <a:pt x="987" y="390"/>
                    <a:pt x="723"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7" name="Google Shape;4177;p55"/>
            <p:cNvSpPr/>
            <p:nvPr/>
          </p:nvSpPr>
          <p:spPr>
            <a:xfrm>
              <a:off x="7189471" y="950594"/>
              <a:ext cx="33670" cy="59951"/>
            </a:xfrm>
            <a:custGeom>
              <a:avLst/>
              <a:gdLst/>
              <a:ahLst/>
              <a:cxnLst/>
              <a:rect l="l" t="t" r="r" b="b"/>
              <a:pathLst>
                <a:path w="925" h="1647" extrusionOk="0">
                  <a:moveTo>
                    <a:pt x="243" y="0"/>
                  </a:moveTo>
                  <a:cubicBezTo>
                    <a:pt x="157" y="152"/>
                    <a:pt x="76" y="298"/>
                    <a:pt x="1" y="445"/>
                  </a:cubicBezTo>
                  <a:cubicBezTo>
                    <a:pt x="137" y="833"/>
                    <a:pt x="304" y="1243"/>
                    <a:pt x="566" y="1627"/>
                  </a:cubicBezTo>
                  <a:cubicBezTo>
                    <a:pt x="571" y="1632"/>
                    <a:pt x="571" y="1642"/>
                    <a:pt x="577" y="1647"/>
                  </a:cubicBezTo>
                  <a:cubicBezTo>
                    <a:pt x="698" y="1586"/>
                    <a:pt x="813" y="1525"/>
                    <a:pt x="925" y="1460"/>
                  </a:cubicBezTo>
                  <a:cubicBezTo>
                    <a:pt x="717" y="924"/>
                    <a:pt x="430" y="359"/>
                    <a:pt x="243"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8" name="Google Shape;4178;p55"/>
            <p:cNvSpPr/>
            <p:nvPr/>
          </p:nvSpPr>
          <p:spPr>
            <a:xfrm>
              <a:off x="7157258" y="974690"/>
              <a:ext cx="47320" cy="55910"/>
            </a:xfrm>
            <a:custGeom>
              <a:avLst/>
              <a:gdLst/>
              <a:ahLst/>
              <a:cxnLst/>
              <a:rect l="l" t="t" r="r" b="b"/>
              <a:pathLst>
                <a:path w="1300" h="1536" extrusionOk="0">
                  <a:moveTo>
                    <a:pt x="769" y="0"/>
                  </a:moveTo>
                  <a:cubicBezTo>
                    <a:pt x="623" y="283"/>
                    <a:pt x="476" y="565"/>
                    <a:pt x="340" y="854"/>
                  </a:cubicBezTo>
                  <a:cubicBezTo>
                    <a:pt x="289" y="954"/>
                    <a:pt x="238" y="1056"/>
                    <a:pt x="182" y="1157"/>
                  </a:cubicBezTo>
                  <a:cubicBezTo>
                    <a:pt x="117" y="1283"/>
                    <a:pt x="56" y="1409"/>
                    <a:pt x="1" y="1535"/>
                  </a:cubicBezTo>
                  <a:cubicBezTo>
                    <a:pt x="476" y="1395"/>
                    <a:pt x="905" y="1238"/>
                    <a:pt x="1299" y="1061"/>
                  </a:cubicBezTo>
                  <a:cubicBezTo>
                    <a:pt x="1062" y="717"/>
                    <a:pt x="900" y="353"/>
                    <a:pt x="769" y="0"/>
                  </a:cubicBezTo>
                  <a:close/>
                </a:path>
              </a:pathLst>
            </a:custGeom>
            <a:solidFill>
              <a:srgbClr val="E74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79" name="Google Shape;4179;p55"/>
          <p:cNvGrpSpPr/>
          <p:nvPr/>
        </p:nvGrpSpPr>
        <p:grpSpPr>
          <a:xfrm>
            <a:off x="1260689" y="1293641"/>
            <a:ext cx="222194" cy="375791"/>
            <a:chOff x="6254075" y="4007750"/>
            <a:chExt cx="166650" cy="281850"/>
          </a:xfrm>
        </p:grpSpPr>
        <p:sp>
          <p:nvSpPr>
            <p:cNvPr id="4180" name="Google Shape;4180;p55"/>
            <p:cNvSpPr/>
            <p:nvPr/>
          </p:nvSpPr>
          <p:spPr>
            <a:xfrm>
              <a:off x="6254075" y="4007750"/>
              <a:ext cx="166650" cy="281850"/>
            </a:xfrm>
            <a:custGeom>
              <a:avLst/>
              <a:gdLst/>
              <a:ahLst/>
              <a:cxnLst/>
              <a:rect l="l" t="t" r="r" b="b"/>
              <a:pathLst>
                <a:path w="6666" h="11274" extrusionOk="0">
                  <a:moveTo>
                    <a:pt x="1800" y="736"/>
                  </a:moveTo>
                  <a:cubicBezTo>
                    <a:pt x="2609" y="736"/>
                    <a:pt x="3339" y="980"/>
                    <a:pt x="3960" y="1392"/>
                  </a:cubicBezTo>
                  <a:cubicBezTo>
                    <a:pt x="3575" y="1392"/>
                    <a:pt x="3249" y="1531"/>
                    <a:pt x="2932" y="1664"/>
                  </a:cubicBezTo>
                  <a:cubicBezTo>
                    <a:pt x="2801" y="1720"/>
                    <a:pt x="2655" y="1778"/>
                    <a:pt x="2516" y="1828"/>
                  </a:cubicBezTo>
                  <a:cubicBezTo>
                    <a:pt x="2510" y="1828"/>
                    <a:pt x="2510" y="1834"/>
                    <a:pt x="2504" y="1834"/>
                  </a:cubicBezTo>
                  <a:cubicBezTo>
                    <a:pt x="2257" y="1475"/>
                    <a:pt x="2006" y="1109"/>
                    <a:pt x="1741" y="737"/>
                  </a:cubicBezTo>
                  <a:cubicBezTo>
                    <a:pt x="1761" y="736"/>
                    <a:pt x="1781" y="736"/>
                    <a:pt x="1800" y="736"/>
                  </a:cubicBezTo>
                  <a:close/>
                  <a:moveTo>
                    <a:pt x="3977" y="1610"/>
                  </a:moveTo>
                  <a:cubicBezTo>
                    <a:pt x="4057" y="1610"/>
                    <a:pt x="4139" y="1617"/>
                    <a:pt x="4225" y="1632"/>
                  </a:cubicBezTo>
                  <a:cubicBezTo>
                    <a:pt x="4230" y="1634"/>
                    <a:pt x="4236" y="1635"/>
                    <a:pt x="4242" y="1635"/>
                  </a:cubicBezTo>
                  <a:cubicBezTo>
                    <a:pt x="4255" y="1635"/>
                    <a:pt x="4268" y="1631"/>
                    <a:pt x="4282" y="1626"/>
                  </a:cubicBezTo>
                  <a:cubicBezTo>
                    <a:pt x="4376" y="1702"/>
                    <a:pt x="4465" y="1778"/>
                    <a:pt x="4553" y="1859"/>
                  </a:cubicBezTo>
                  <a:cubicBezTo>
                    <a:pt x="4521" y="1859"/>
                    <a:pt x="4489" y="1866"/>
                    <a:pt x="4459" y="1866"/>
                  </a:cubicBezTo>
                  <a:cubicBezTo>
                    <a:pt x="3898" y="1909"/>
                    <a:pt x="3362" y="1947"/>
                    <a:pt x="2807" y="2294"/>
                  </a:cubicBezTo>
                  <a:cubicBezTo>
                    <a:pt x="2749" y="2206"/>
                    <a:pt x="2687" y="2111"/>
                    <a:pt x="2630" y="2023"/>
                  </a:cubicBezTo>
                  <a:cubicBezTo>
                    <a:pt x="2763" y="1979"/>
                    <a:pt x="2894" y="1922"/>
                    <a:pt x="3022" y="1872"/>
                  </a:cubicBezTo>
                  <a:cubicBezTo>
                    <a:pt x="3334" y="1739"/>
                    <a:pt x="3633" y="1610"/>
                    <a:pt x="3977" y="1610"/>
                  </a:cubicBezTo>
                  <a:close/>
                  <a:moveTo>
                    <a:pt x="1558" y="862"/>
                  </a:moveTo>
                  <a:cubicBezTo>
                    <a:pt x="1753" y="1147"/>
                    <a:pt x="1949" y="1424"/>
                    <a:pt x="2138" y="1695"/>
                  </a:cubicBezTo>
                  <a:cubicBezTo>
                    <a:pt x="1887" y="1816"/>
                    <a:pt x="1514" y="2023"/>
                    <a:pt x="1224" y="2300"/>
                  </a:cubicBezTo>
                  <a:cubicBezTo>
                    <a:pt x="1319" y="1834"/>
                    <a:pt x="1433" y="1354"/>
                    <a:pt x="1558" y="862"/>
                  </a:cubicBezTo>
                  <a:close/>
                  <a:moveTo>
                    <a:pt x="4762" y="2067"/>
                  </a:moveTo>
                  <a:cubicBezTo>
                    <a:pt x="5057" y="2376"/>
                    <a:pt x="5322" y="2730"/>
                    <a:pt x="5543" y="3114"/>
                  </a:cubicBezTo>
                  <a:cubicBezTo>
                    <a:pt x="5446" y="3099"/>
                    <a:pt x="5346" y="3092"/>
                    <a:pt x="5245" y="3092"/>
                  </a:cubicBezTo>
                  <a:cubicBezTo>
                    <a:pt x="4657" y="3092"/>
                    <a:pt x="4021" y="3320"/>
                    <a:pt x="3569" y="3486"/>
                  </a:cubicBezTo>
                  <a:cubicBezTo>
                    <a:pt x="3563" y="3486"/>
                    <a:pt x="3557" y="3492"/>
                    <a:pt x="3551" y="3498"/>
                  </a:cubicBezTo>
                  <a:cubicBezTo>
                    <a:pt x="3354" y="3158"/>
                    <a:pt x="3147" y="2817"/>
                    <a:pt x="2926" y="2483"/>
                  </a:cubicBezTo>
                  <a:cubicBezTo>
                    <a:pt x="3438" y="2162"/>
                    <a:pt x="3916" y="2130"/>
                    <a:pt x="4471" y="2086"/>
                  </a:cubicBezTo>
                  <a:cubicBezTo>
                    <a:pt x="4565" y="2080"/>
                    <a:pt x="4660" y="2073"/>
                    <a:pt x="4762" y="2067"/>
                  </a:cubicBezTo>
                  <a:close/>
                  <a:moveTo>
                    <a:pt x="5248" y="3315"/>
                  </a:moveTo>
                  <a:cubicBezTo>
                    <a:pt x="5401" y="3315"/>
                    <a:pt x="5549" y="3333"/>
                    <a:pt x="5688" y="3373"/>
                  </a:cubicBezTo>
                  <a:cubicBezTo>
                    <a:pt x="5783" y="3562"/>
                    <a:pt x="5871" y="3763"/>
                    <a:pt x="5947" y="3958"/>
                  </a:cubicBezTo>
                  <a:cubicBezTo>
                    <a:pt x="5865" y="3950"/>
                    <a:pt x="5783" y="3946"/>
                    <a:pt x="5699" y="3946"/>
                  </a:cubicBezTo>
                  <a:cubicBezTo>
                    <a:pt x="5252" y="3946"/>
                    <a:pt x="4782" y="4061"/>
                    <a:pt x="4352" y="4173"/>
                  </a:cubicBezTo>
                  <a:cubicBezTo>
                    <a:pt x="4244" y="4199"/>
                    <a:pt x="4137" y="4223"/>
                    <a:pt x="4029" y="4249"/>
                  </a:cubicBezTo>
                  <a:cubicBezTo>
                    <a:pt x="4011" y="4255"/>
                    <a:pt x="3998" y="4261"/>
                    <a:pt x="3986" y="4275"/>
                  </a:cubicBezTo>
                  <a:cubicBezTo>
                    <a:pt x="3878" y="4078"/>
                    <a:pt x="3771" y="3883"/>
                    <a:pt x="3665" y="3688"/>
                  </a:cubicBezTo>
                  <a:cubicBezTo>
                    <a:pt x="4102" y="3531"/>
                    <a:pt x="4704" y="3315"/>
                    <a:pt x="5248" y="3315"/>
                  </a:cubicBezTo>
                  <a:close/>
                  <a:moveTo>
                    <a:pt x="2265" y="1884"/>
                  </a:moveTo>
                  <a:cubicBezTo>
                    <a:pt x="2409" y="2099"/>
                    <a:pt x="2554" y="2313"/>
                    <a:pt x="2693" y="2521"/>
                  </a:cubicBezTo>
                  <a:cubicBezTo>
                    <a:pt x="2687" y="2527"/>
                    <a:pt x="2681" y="2527"/>
                    <a:pt x="2673" y="2527"/>
                  </a:cubicBezTo>
                  <a:cubicBezTo>
                    <a:pt x="1986" y="2881"/>
                    <a:pt x="1357" y="3606"/>
                    <a:pt x="971" y="4281"/>
                  </a:cubicBezTo>
                  <a:cubicBezTo>
                    <a:pt x="991" y="3775"/>
                    <a:pt x="1054" y="3253"/>
                    <a:pt x="1148" y="2710"/>
                  </a:cubicBezTo>
                  <a:cubicBezTo>
                    <a:pt x="1160" y="2704"/>
                    <a:pt x="1174" y="2698"/>
                    <a:pt x="1180" y="2686"/>
                  </a:cubicBezTo>
                  <a:cubicBezTo>
                    <a:pt x="1445" y="2300"/>
                    <a:pt x="1962" y="2023"/>
                    <a:pt x="2265" y="1884"/>
                  </a:cubicBezTo>
                  <a:close/>
                  <a:moveTo>
                    <a:pt x="5696" y="4172"/>
                  </a:moveTo>
                  <a:cubicBezTo>
                    <a:pt x="5812" y="4172"/>
                    <a:pt x="5925" y="4180"/>
                    <a:pt x="6035" y="4199"/>
                  </a:cubicBezTo>
                  <a:cubicBezTo>
                    <a:pt x="6162" y="4564"/>
                    <a:pt x="6255" y="4942"/>
                    <a:pt x="6319" y="5320"/>
                  </a:cubicBezTo>
                  <a:cubicBezTo>
                    <a:pt x="6151" y="5296"/>
                    <a:pt x="5981" y="5286"/>
                    <a:pt x="5811" y="5286"/>
                  </a:cubicBezTo>
                  <a:cubicBezTo>
                    <a:pt x="5456" y="5286"/>
                    <a:pt x="5098" y="5329"/>
                    <a:pt x="4748" y="5372"/>
                  </a:cubicBezTo>
                  <a:cubicBezTo>
                    <a:pt x="4673" y="5378"/>
                    <a:pt x="4597" y="5390"/>
                    <a:pt x="4521" y="5396"/>
                  </a:cubicBezTo>
                  <a:cubicBezTo>
                    <a:pt x="4390" y="5087"/>
                    <a:pt x="4238" y="4773"/>
                    <a:pt x="4081" y="4464"/>
                  </a:cubicBezTo>
                  <a:cubicBezTo>
                    <a:pt x="4187" y="4444"/>
                    <a:pt x="4294" y="4412"/>
                    <a:pt x="4408" y="4388"/>
                  </a:cubicBezTo>
                  <a:cubicBezTo>
                    <a:pt x="4819" y="4284"/>
                    <a:pt x="5273" y="4172"/>
                    <a:pt x="5696" y="4172"/>
                  </a:cubicBezTo>
                  <a:close/>
                  <a:moveTo>
                    <a:pt x="2807" y="2704"/>
                  </a:moveTo>
                  <a:cubicBezTo>
                    <a:pt x="2914" y="2875"/>
                    <a:pt x="3022" y="3044"/>
                    <a:pt x="3121" y="3215"/>
                  </a:cubicBezTo>
                  <a:cubicBezTo>
                    <a:pt x="2763" y="3536"/>
                    <a:pt x="2384" y="4054"/>
                    <a:pt x="2106" y="4438"/>
                  </a:cubicBezTo>
                  <a:lnTo>
                    <a:pt x="2100" y="4450"/>
                  </a:lnTo>
                  <a:cubicBezTo>
                    <a:pt x="2006" y="4577"/>
                    <a:pt x="1899" y="4715"/>
                    <a:pt x="1779" y="4860"/>
                  </a:cubicBezTo>
                  <a:cubicBezTo>
                    <a:pt x="1532" y="5157"/>
                    <a:pt x="1262" y="5491"/>
                    <a:pt x="1110" y="5812"/>
                  </a:cubicBezTo>
                  <a:cubicBezTo>
                    <a:pt x="1035" y="5478"/>
                    <a:pt x="991" y="5131"/>
                    <a:pt x="979" y="4779"/>
                  </a:cubicBezTo>
                  <a:cubicBezTo>
                    <a:pt x="1325" y="3952"/>
                    <a:pt x="2094" y="3076"/>
                    <a:pt x="2775" y="2730"/>
                  </a:cubicBezTo>
                  <a:cubicBezTo>
                    <a:pt x="2787" y="2724"/>
                    <a:pt x="2795" y="2710"/>
                    <a:pt x="2807" y="2704"/>
                  </a:cubicBezTo>
                  <a:close/>
                  <a:moveTo>
                    <a:pt x="5800" y="5510"/>
                  </a:moveTo>
                  <a:cubicBezTo>
                    <a:pt x="5986" y="5510"/>
                    <a:pt x="6170" y="5523"/>
                    <a:pt x="6351" y="5554"/>
                  </a:cubicBezTo>
                  <a:cubicBezTo>
                    <a:pt x="6363" y="5687"/>
                    <a:pt x="6375" y="5818"/>
                    <a:pt x="6381" y="5952"/>
                  </a:cubicBezTo>
                  <a:cubicBezTo>
                    <a:pt x="6172" y="5895"/>
                    <a:pt x="5973" y="5875"/>
                    <a:pt x="5777" y="5875"/>
                  </a:cubicBezTo>
                  <a:cubicBezTo>
                    <a:pt x="5559" y="5875"/>
                    <a:pt x="5346" y="5900"/>
                    <a:pt x="5127" y="5926"/>
                  </a:cubicBezTo>
                  <a:cubicBezTo>
                    <a:pt x="5007" y="5939"/>
                    <a:pt x="4881" y="5952"/>
                    <a:pt x="4748" y="5964"/>
                  </a:cubicBezTo>
                  <a:cubicBezTo>
                    <a:pt x="4704" y="5844"/>
                    <a:pt x="4660" y="5725"/>
                    <a:pt x="4611" y="5611"/>
                  </a:cubicBezTo>
                  <a:cubicBezTo>
                    <a:pt x="4660" y="5605"/>
                    <a:pt x="4716" y="5599"/>
                    <a:pt x="4774" y="5591"/>
                  </a:cubicBezTo>
                  <a:cubicBezTo>
                    <a:pt x="5113" y="5551"/>
                    <a:pt x="5459" y="5510"/>
                    <a:pt x="5800" y="5510"/>
                  </a:cubicBezTo>
                  <a:close/>
                  <a:moveTo>
                    <a:pt x="3241" y="3411"/>
                  </a:moveTo>
                  <a:cubicBezTo>
                    <a:pt x="3386" y="3650"/>
                    <a:pt x="3519" y="3889"/>
                    <a:pt x="3651" y="4129"/>
                  </a:cubicBezTo>
                  <a:cubicBezTo>
                    <a:pt x="3644" y="4127"/>
                    <a:pt x="3636" y="4125"/>
                    <a:pt x="3628" y="4125"/>
                  </a:cubicBezTo>
                  <a:cubicBezTo>
                    <a:pt x="3618" y="4125"/>
                    <a:pt x="3608" y="4128"/>
                    <a:pt x="3601" y="4136"/>
                  </a:cubicBezTo>
                  <a:cubicBezTo>
                    <a:pt x="2876" y="4444"/>
                    <a:pt x="1709" y="5756"/>
                    <a:pt x="1407" y="6696"/>
                  </a:cubicBezTo>
                  <a:cubicBezTo>
                    <a:pt x="1331" y="6525"/>
                    <a:pt x="1268" y="6362"/>
                    <a:pt x="1212" y="6191"/>
                  </a:cubicBezTo>
                  <a:cubicBezTo>
                    <a:pt x="1224" y="6179"/>
                    <a:pt x="1224" y="6166"/>
                    <a:pt x="1230" y="6153"/>
                  </a:cubicBezTo>
                  <a:cubicBezTo>
                    <a:pt x="1299" y="5788"/>
                    <a:pt x="1646" y="5372"/>
                    <a:pt x="1949" y="5000"/>
                  </a:cubicBezTo>
                  <a:cubicBezTo>
                    <a:pt x="2068" y="4854"/>
                    <a:pt x="2182" y="4715"/>
                    <a:pt x="2277" y="4583"/>
                  </a:cubicBezTo>
                  <a:lnTo>
                    <a:pt x="2289" y="4570"/>
                  </a:lnTo>
                  <a:cubicBezTo>
                    <a:pt x="2554" y="4205"/>
                    <a:pt x="2908" y="3713"/>
                    <a:pt x="3241" y="3411"/>
                  </a:cubicBezTo>
                  <a:close/>
                  <a:moveTo>
                    <a:pt x="5782" y="6098"/>
                  </a:moveTo>
                  <a:cubicBezTo>
                    <a:pt x="5980" y="6098"/>
                    <a:pt x="6177" y="6120"/>
                    <a:pt x="6389" y="6185"/>
                  </a:cubicBezTo>
                  <a:cubicBezTo>
                    <a:pt x="6395" y="6645"/>
                    <a:pt x="6343" y="7074"/>
                    <a:pt x="6262" y="7497"/>
                  </a:cubicBezTo>
                  <a:cubicBezTo>
                    <a:pt x="6041" y="7433"/>
                    <a:pt x="5776" y="7395"/>
                    <a:pt x="5543" y="7363"/>
                  </a:cubicBezTo>
                  <a:cubicBezTo>
                    <a:pt x="5411" y="7345"/>
                    <a:pt x="5291" y="7332"/>
                    <a:pt x="5202" y="7313"/>
                  </a:cubicBezTo>
                  <a:lnTo>
                    <a:pt x="5178" y="7313"/>
                  </a:lnTo>
                  <a:cubicBezTo>
                    <a:pt x="5077" y="6929"/>
                    <a:pt x="4963" y="6551"/>
                    <a:pt x="4824" y="6179"/>
                  </a:cubicBezTo>
                  <a:cubicBezTo>
                    <a:pt x="4937" y="6172"/>
                    <a:pt x="5051" y="6159"/>
                    <a:pt x="5152" y="6147"/>
                  </a:cubicBezTo>
                  <a:cubicBezTo>
                    <a:pt x="5373" y="6121"/>
                    <a:pt x="5578" y="6098"/>
                    <a:pt x="5782" y="6098"/>
                  </a:cubicBezTo>
                  <a:close/>
                  <a:moveTo>
                    <a:pt x="3740" y="4287"/>
                  </a:moveTo>
                  <a:cubicBezTo>
                    <a:pt x="3872" y="4546"/>
                    <a:pt x="4005" y="4804"/>
                    <a:pt x="4125" y="5069"/>
                  </a:cubicBezTo>
                  <a:cubicBezTo>
                    <a:pt x="4119" y="5075"/>
                    <a:pt x="4105" y="5087"/>
                    <a:pt x="4105" y="5100"/>
                  </a:cubicBezTo>
                  <a:cubicBezTo>
                    <a:pt x="3954" y="5448"/>
                    <a:pt x="3746" y="5743"/>
                    <a:pt x="3525" y="6053"/>
                  </a:cubicBezTo>
                  <a:cubicBezTo>
                    <a:pt x="3267" y="6424"/>
                    <a:pt x="3002" y="6810"/>
                    <a:pt x="2838" y="7270"/>
                  </a:cubicBezTo>
                  <a:cubicBezTo>
                    <a:pt x="2725" y="7604"/>
                    <a:pt x="2643" y="7988"/>
                    <a:pt x="2580" y="8291"/>
                  </a:cubicBezTo>
                  <a:cubicBezTo>
                    <a:pt x="2574" y="8285"/>
                    <a:pt x="2568" y="8277"/>
                    <a:pt x="2560" y="8271"/>
                  </a:cubicBezTo>
                  <a:cubicBezTo>
                    <a:pt x="2126" y="7861"/>
                    <a:pt x="1797" y="7439"/>
                    <a:pt x="1558" y="6991"/>
                  </a:cubicBezTo>
                  <a:cubicBezTo>
                    <a:pt x="1558" y="6991"/>
                    <a:pt x="1558" y="6985"/>
                    <a:pt x="1564" y="6979"/>
                  </a:cubicBezTo>
                  <a:cubicBezTo>
                    <a:pt x="1690" y="6129"/>
                    <a:pt x="2958" y="4653"/>
                    <a:pt x="3689" y="4337"/>
                  </a:cubicBezTo>
                  <a:cubicBezTo>
                    <a:pt x="3709" y="4325"/>
                    <a:pt x="3727" y="4313"/>
                    <a:pt x="3740" y="4287"/>
                  </a:cubicBezTo>
                  <a:close/>
                  <a:moveTo>
                    <a:pt x="4244" y="5320"/>
                  </a:moveTo>
                  <a:cubicBezTo>
                    <a:pt x="4439" y="5762"/>
                    <a:pt x="4611" y="6216"/>
                    <a:pt x="4762" y="6676"/>
                  </a:cubicBezTo>
                  <a:cubicBezTo>
                    <a:pt x="4125" y="7288"/>
                    <a:pt x="3651" y="8038"/>
                    <a:pt x="3368" y="8896"/>
                  </a:cubicBezTo>
                  <a:cubicBezTo>
                    <a:pt x="3112" y="8715"/>
                    <a:pt x="2868" y="8546"/>
                    <a:pt x="2674" y="8373"/>
                  </a:cubicBezTo>
                  <a:lnTo>
                    <a:pt x="2674" y="8373"/>
                  </a:lnTo>
                  <a:lnTo>
                    <a:pt x="2781" y="8379"/>
                  </a:lnTo>
                  <a:cubicBezTo>
                    <a:pt x="2844" y="8088"/>
                    <a:pt x="2932" y="7686"/>
                    <a:pt x="3052" y="7345"/>
                  </a:cubicBezTo>
                  <a:cubicBezTo>
                    <a:pt x="3197" y="6909"/>
                    <a:pt x="3450" y="6557"/>
                    <a:pt x="3709" y="6179"/>
                  </a:cubicBezTo>
                  <a:cubicBezTo>
                    <a:pt x="3898" y="5914"/>
                    <a:pt x="4087" y="5629"/>
                    <a:pt x="4244" y="5320"/>
                  </a:cubicBezTo>
                  <a:close/>
                  <a:moveTo>
                    <a:pt x="4830" y="6915"/>
                  </a:moveTo>
                  <a:cubicBezTo>
                    <a:pt x="4931" y="7256"/>
                    <a:pt x="5019" y="7596"/>
                    <a:pt x="5089" y="7945"/>
                  </a:cubicBezTo>
                  <a:cubicBezTo>
                    <a:pt x="4786" y="8172"/>
                    <a:pt x="4483" y="8663"/>
                    <a:pt x="4169" y="9450"/>
                  </a:cubicBezTo>
                  <a:cubicBezTo>
                    <a:pt x="3979" y="9313"/>
                    <a:pt x="3784" y="9173"/>
                    <a:pt x="3595" y="9048"/>
                  </a:cubicBezTo>
                  <a:cubicBezTo>
                    <a:pt x="3581" y="9042"/>
                    <a:pt x="3563" y="9028"/>
                    <a:pt x="3551" y="9016"/>
                  </a:cubicBezTo>
                  <a:cubicBezTo>
                    <a:pt x="3557" y="9004"/>
                    <a:pt x="3569" y="8990"/>
                    <a:pt x="3575" y="8972"/>
                  </a:cubicBezTo>
                  <a:cubicBezTo>
                    <a:pt x="3840" y="8184"/>
                    <a:pt x="4262" y="7497"/>
                    <a:pt x="4830" y="6915"/>
                  </a:cubicBezTo>
                  <a:close/>
                  <a:moveTo>
                    <a:pt x="5228" y="7547"/>
                  </a:moveTo>
                  <a:lnTo>
                    <a:pt x="5228" y="7547"/>
                  </a:lnTo>
                  <a:cubicBezTo>
                    <a:pt x="5316" y="7559"/>
                    <a:pt x="5411" y="7572"/>
                    <a:pt x="5511" y="7584"/>
                  </a:cubicBezTo>
                  <a:cubicBezTo>
                    <a:pt x="5745" y="7616"/>
                    <a:pt x="6003" y="7648"/>
                    <a:pt x="6212" y="7718"/>
                  </a:cubicBezTo>
                  <a:cubicBezTo>
                    <a:pt x="6092" y="8228"/>
                    <a:pt x="5927" y="8731"/>
                    <a:pt x="5758" y="9243"/>
                  </a:cubicBezTo>
                  <a:cubicBezTo>
                    <a:pt x="5682" y="9470"/>
                    <a:pt x="5606" y="9703"/>
                    <a:pt x="5531" y="9942"/>
                  </a:cubicBezTo>
                  <a:cubicBezTo>
                    <a:pt x="5511" y="9098"/>
                    <a:pt x="5405" y="8303"/>
                    <a:pt x="5228" y="7547"/>
                  </a:cubicBezTo>
                  <a:close/>
                  <a:moveTo>
                    <a:pt x="5133" y="8196"/>
                  </a:moveTo>
                  <a:cubicBezTo>
                    <a:pt x="5266" y="8934"/>
                    <a:pt x="5329" y="9709"/>
                    <a:pt x="5310" y="10535"/>
                  </a:cubicBezTo>
                  <a:cubicBezTo>
                    <a:pt x="5077" y="10183"/>
                    <a:pt x="4730" y="9874"/>
                    <a:pt x="4352" y="9583"/>
                  </a:cubicBezTo>
                  <a:cubicBezTo>
                    <a:pt x="4629" y="8896"/>
                    <a:pt x="4887" y="8429"/>
                    <a:pt x="5133" y="8196"/>
                  </a:cubicBezTo>
                  <a:close/>
                  <a:moveTo>
                    <a:pt x="1147" y="0"/>
                  </a:moveTo>
                  <a:cubicBezTo>
                    <a:pt x="1125" y="0"/>
                    <a:pt x="1104" y="6"/>
                    <a:pt x="1084" y="18"/>
                  </a:cubicBezTo>
                  <a:cubicBezTo>
                    <a:pt x="1041" y="56"/>
                    <a:pt x="1028" y="125"/>
                    <a:pt x="1060" y="175"/>
                  </a:cubicBezTo>
                  <a:cubicBezTo>
                    <a:pt x="1180" y="340"/>
                    <a:pt x="1299" y="504"/>
                    <a:pt x="1413" y="667"/>
                  </a:cubicBezTo>
                  <a:cubicBezTo>
                    <a:pt x="1387" y="681"/>
                    <a:pt x="1363" y="705"/>
                    <a:pt x="1357" y="737"/>
                  </a:cubicBezTo>
                  <a:cubicBezTo>
                    <a:pt x="720" y="3277"/>
                    <a:pt x="1" y="6159"/>
                    <a:pt x="2409" y="8436"/>
                  </a:cubicBezTo>
                  <a:cubicBezTo>
                    <a:pt x="2693" y="8707"/>
                    <a:pt x="3071" y="8958"/>
                    <a:pt x="3468" y="9237"/>
                  </a:cubicBezTo>
                  <a:cubicBezTo>
                    <a:pt x="4181" y="9715"/>
                    <a:pt x="4981" y="10258"/>
                    <a:pt x="5266" y="10920"/>
                  </a:cubicBezTo>
                  <a:cubicBezTo>
                    <a:pt x="5260" y="10964"/>
                    <a:pt x="5246" y="11001"/>
                    <a:pt x="5240" y="11047"/>
                  </a:cubicBezTo>
                  <a:cubicBezTo>
                    <a:pt x="5228" y="11091"/>
                    <a:pt x="5246" y="11135"/>
                    <a:pt x="5284" y="11160"/>
                  </a:cubicBezTo>
                  <a:cubicBezTo>
                    <a:pt x="5278" y="11216"/>
                    <a:pt x="5322" y="11266"/>
                    <a:pt x="5385" y="11274"/>
                  </a:cubicBezTo>
                  <a:lnTo>
                    <a:pt x="5391" y="11274"/>
                  </a:lnTo>
                  <a:cubicBezTo>
                    <a:pt x="5449" y="11274"/>
                    <a:pt x="5499" y="11228"/>
                    <a:pt x="5505" y="11166"/>
                  </a:cubicBezTo>
                  <a:lnTo>
                    <a:pt x="5505" y="11160"/>
                  </a:lnTo>
                  <a:cubicBezTo>
                    <a:pt x="5543" y="11135"/>
                    <a:pt x="5562" y="11085"/>
                    <a:pt x="5549" y="11039"/>
                  </a:cubicBezTo>
                  <a:cubicBezTo>
                    <a:pt x="5537" y="11009"/>
                    <a:pt x="5525" y="10977"/>
                    <a:pt x="5518" y="10945"/>
                  </a:cubicBezTo>
                  <a:cubicBezTo>
                    <a:pt x="5518" y="10902"/>
                    <a:pt x="5525" y="10850"/>
                    <a:pt x="5525" y="10806"/>
                  </a:cubicBezTo>
                  <a:cubicBezTo>
                    <a:pt x="5644" y="10296"/>
                    <a:pt x="5808" y="9798"/>
                    <a:pt x="5965" y="9313"/>
                  </a:cubicBezTo>
                  <a:cubicBezTo>
                    <a:pt x="6313" y="8277"/>
                    <a:pt x="6666" y="7212"/>
                    <a:pt x="6608" y="5977"/>
                  </a:cubicBezTo>
                  <a:cubicBezTo>
                    <a:pt x="6596" y="5812"/>
                    <a:pt x="6584" y="5649"/>
                    <a:pt x="6564" y="5491"/>
                  </a:cubicBezTo>
                  <a:lnTo>
                    <a:pt x="6564" y="5485"/>
                  </a:lnTo>
                  <a:cubicBezTo>
                    <a:pt x="6570" y="5454"/>
                    <a:pt x="6570" y="5428"/>
                    <a:pt x="6552" y="5402"/>
                  </a:cubicBezTo>
                  <a:cubicBezTo>
                    <a:pt x="6375" y="4104"/>
                    <a:pt x="5795" y="2823"/>
                    <a:pt x="4913" y="1903"/>
                  </a:cubicBezTo>
                  <a:cubicBezTo>
                    <a:pt x="4900" y="1878"/>
                    <a:pt x="4887" y="1866"/>
                    <a:pt x="4862" y="1853"/>
                  </a:cubicBezTo>
                  <a:cubicBezTo>
                    <a:pt x="4067" y="1040"/>
                    <a:pt x="3023" y="511"/>
                    <a:pt x="1804" y="511"/>
                  </a:cubicBezTo>
                  <a:cubicBezTo>
                    <a:pt x="1737" y="511"/>
                    <a:pt x="1670" y="512"/>
                    <a:pt x="1602" y="516"/>
                  </a:cubicBezTo>
                  <a:lnTo>
                    <a:pt x="1584" y="516"/>
                  </a:lnTo>
                  <a:cubicBezTo>
                    <a:pt x="1470" y="364"/>
                    <a:pt x="1357" y="207"/>
                    <a:pt x="1243" y="43"/>
                  </a:cubicBezTo>
                  <a:cubicBezTo>
                    <a:pt x="1220" y="16"/>
                    <a:pt x="1183" y="0"/>
                    <a:pt x="1147"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1" name="Google Shape;4181;p55"/>
            <p:cNvSpPr/>
            <p:nvPr/>
          </p:nvSpPr>
          <p:spPr>
            <a:xfrm>
              <a:off x="6384750" y="4196400"/>
              <a:ext cx="24625" cy="59925"/>
            </a:xfrm>
            <a:custGeom>
              <a:avLst/>
              <a:gdLst/>
              <a:ahLst/>
              <a:cxnLst/>
              <a:rect l="l" t="t" r="r" b="b"/>
              <a:pathLst>
                <a:path w="985" h="2397" extrusionOk="0">
                  <a:moveTo>
                    <a:pt x="1" y="1"/>
                  </a:moveTo>
                  <a:lnTo>
                    <a:pt x="1" y="1"/>
                  </a:lnTo>
                  <a:cubicBezTo>
                    <a:pt x="178" y="757"/>
                    <a:pt x="284" y="1552"/>
                    <a:pt x="304" y="2396"/>
                  </a:cubicBezTo>
                  <a:cubicBezTo>
                    <a:pt x="379" y="2157"/>
                    <a:pt x="455" y="1924"/>
                    <a:pt x="531" y="1697"/>
                  </a:cubicBezTo>
                  <a:cubicBezTo>
                    <a:pt x="700" y="1185"/>
                    <a:pt x="865" y="682"/>
                    <a:pt x="985" y="172"/>
                  </a:cubicBezTo>
                  <a:cubicBezTo>
                    <a:pt x="776" y="102"/>
                    <a:pt x="518" y="70"/>
                    <a:pt x="284" y="38"/>
                  </a:cubicBezTo>
                  <a:cubicBezTo>
                    <a:pt x="184" y="26"/>
                    <a:pt x="89" y="13"/>
                    <a:pt x="1"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2" name="Google Shape;4182;p55"/>
            <p:cNvSpPr/>
            <p:nvPr/>
          </p:nvSpPr>
          <p:spPr>
            <a:xfrm>
              <a:off x="6374650" y="4160175"/>
              <a:ext cx="39300" cy="35000"/>
            </a:xfrm>
            <a:custGeom>
              <a:avLst/>
              <a:gdLst/>
              <a:ahLst/>
              <a:cxnLst/>
              <a:rect l="l" t="t" r="r" b="b"/>
              <a:pathLst>
                <a:path w="1572" h="1400" extrusionOk="0">
                  <a:moveTo>
                    <a:pt x="959" y="1"/>
                  </a:moveTo>
                  <a:cubicBezTo>
                    <a:pt x="755" y="1"/>
                    <a:pt x="550" y="24"/>
                    <a:pt x="329" y="50"/>
                  </a:cubicBezTo>
                  <a:cubicBezTo>
                    <a:pt x="228" y="62"/>
                    <a:pt x="114" y="75"/>
                    <a:pt x="1" y="82"/>
                  </a:cubicBezTo>
                  <a:cubicBezTo>
                    <a:pt x="140" y="454"/>
                    <a:pt x="254" y="832"/>
                    <a:pt x="355" y="1216"/>
                  </a:cubicBezTo>
                  <a:lnTo>
                    <a:pt x="379" y="1216"/>
                  </a:lnTo>
                  <a:cubicBezTo>
                    <a:pt x="468" y="1235"/>
                    <a:pt x="588" y="1248"/>
                    <a:pt x="720" y="1266"/>
                  </a:cubicBezTo>
                  <a:cubicBezTo>
                    <a:pt x="953" y="1298"/>
                    <a:pt x="1218" y="1336"/>
                    <a:pt x="1439" y="1400"/>
                  </a:cubicBezTo>
                  <a:cubicBezTo>
                    <a:pt x="1520" y="977"/>
                    <a:pt x="1572" y="548"/>
                    <a:pt x="1566" y="88"/>
                  </a:cubicBezTo>
                  <a:cubicBezTo>
                    <a:pt x="1354" y="23"/>
                    <a:pt x="1157" y="1"/>
                    <a:pt x="959"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3" name="Google Shape;4183;p55"/>
            <p:cNvSpPr/>
            <p:nvPr/>
          </p:nvSpPr>
          <p:spPr>
            <a:xfrm>
              <a:off x="6369325" y="4145500"/>
              <a:ext cx="44300" cy="11350"/>
            </a:xfrm>
            <a:custGeom>
              <a:avLst/>
              <a:gdLst/>
              <a:ahLst/>
              <a:cxnLst/>
              <a:rect l="l" t="t" r="r" b="b"/>
              <a:pathLst>
                <a:path w="1772" h="454" extrusionOk="0">
                  <a:moveTo>
                    <a:pt x="1190" y="0"/>
                  </a:moveTo>
                  <a:cubicBezTo>
                    <a:pt x="849" y="0"/>
                    <a:pt x="503" y="41"/>
                    <a:pt x="164" y="81"/>
                  </a:cubicBezTo>
                  <a:cubicBezTo>
                    <a:pt x="106" y="89"/>
                    <a:pt x="50" y="95"/>
                    <a:pt x="1" y="101"/>
                  </a:cubicBezTo>
                  <a:cubicBezTo>
                    <a:pt x="50" y="215"/>
                    <a:pt x="94" y="334"/>
                    <a:pt x="138" y="454"/>
                  </a:cubicBezTo>
                  <a:cubicBezTo>
                    <a:pt x="271" y="442"/>
                    <a:pt x="397" y="429"/>
                    <a:pt x="517" y="416"/>
                  </a:cubicBezTo>
                  <a:cubicBezTo>
                    <a:pt x="736" y="390"/>
                    <a:pt x="949" y="365"/>
                    <a:pt x="1167" y="365"/>
                  </a:cubicBezTo>
                  <a:cubicBezTo>
                    <a:pt x="1363" y="365"/>
                    <a:pt x="1562" y="385"/>
                    <a:pt x="1771" y="442"/>
                  </a:cubicBezTo>
                  <a:cubicBezTo>
                    <a:pt x="1765" y="308"/>
                    <a:pt x="1753" y="177"/>
                    <a:pt x="1741" y="44"/>
                  </a:cubicBezTo>
                  <a:cubicBezTo>
                    <a:pt x="1560" y="13"/>
                    <a:pt x="1376" y="0"/>
                    <a:pt x="1190"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4" name="Google Shape;4184;p55"/>
            <p:cNvSpPr/>
            <p:nvPr/>
          </p:nvSpPr>
          <p:spPr>
            <a:xfrm>
              <a:off x="6356075" y="4112025"/>
              <a:ext cx="56000" cy="30650"/>
            </a:xfrm>
            <a:custGeom>
              <a:avLst/>
              <a:gdLst/>
              <a:ahLst/>
              <a:cxnLst/>
              <a:rect l="l" t="t" r="r" b="b"/>
              <a:pathLst>
                <a:path w="2240" h="1226" extrusionOk="0">
                  <a:moveTo>
                    <a:pt x="1616" y="1"/>
                  </a:moveTo>
                  <a:cubicBezTo>
                    <a:pt x="1193" y="1"/>
                    <a:pt x="739" y="113"/>
                    <a:pt x="328" y="217"/>
                  </a:cubicBezTo>
                  <a:cubicBezTo>
                    <a:pt x="214" y="241"/>
                    <a:pt x="107" y="273"/>
                    <a:pt x="1" y="293"/>
                  </a:cubicBezTo>
                  <a:cubicBezTo>
                    <a:pt x="158" y="602"/>
                    <a:pt x="310" y="916"/>
                    <a:pt x="441" y="1225"/>
                  </a:cubicBezTo>
                  <a:cubicBezTo>
                    <a:pt x="517" y="1219"/>
                    <a:pt x="593" y="1207"/>
                    <a:pt x="668" y="1201"/>
                  </a:cubicBezTo>
                  <a:cubicBezTo>
                    <a:pt x="1018" y="1158"/>
                    <a:pt x="1376" y="1115"/>
                    <a:pt x="1731" y="1115"/>
                  </a:cubicBezTo>
                  <a:cubicBezTo>
                    <a:pt x="1901" y="1115"/>
                    <a:pt x="2071" y="1125"/>
                    <a:pt x="2239" y="1149"/>
                  </a:cubicBezTo>
                  <a:cubicBezTo>
                    <a:pt x="2175" y="771"/>
                    <a:pt x="2082" y="393"/>
                    <a:pt x="1955" y="28"/>
                  </a:cubicBezTo>
                  <a:cubicBezTo>
                    <a:pt x="1845" y="9"/>
                    <a:pt x="1732" y="1"/>
                    <a:pt x="1616"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5" name="Google Shape;4185;p55"/>
            <p:cNvSpPr/>
            <p:nvPr/>
          </p:nvSpPr>
          <p:spPr>
            <a:xfrm>
              <a:off x="6345675" y="4090625"/>
              <a:ext cx="57075" cy="24000"/>
            </a:xfrm>
            <a:custGeom>
              <a:avLst/>
              <a:gdLst/>
              <a:ahLst/>
              <a:cxnLst/>
              <a:rect l="l" t="t" r="r" b="b"/>
              <a:pathLst>
                <a:path w="2283" h="960" extrusionOk="0">
                  <a:moveTo>
                    <a:pt x="1584" y="0"/>
                  </a:moveTo>
                  <a:cubicBezTo>
                    <a:pt x="1040" y="0"/>
                    <a:pt x="438" y="216"/>
                    <a:pt x="1" y="373"/>
                  </a:cubicBezTo>
                  <a:cubicBezTo>
                    <a:pt x="107" y="568"/>
                    <a:pt x="214" y="763"/>
                    <a:pt x="322" y="960"/>
                  </a:cubicBezTo>
                  <a:cubicBezTo>
                    <a:pt x="334" y="946"/>
                    <a:pt x="347" y="940"/>
                    <a:pt x="365" y="934"/>
                  </a:cubicBezTo>
                  <a:cubicBezTo>
                    <a:pt x="473" y="908"/>
                    <a:pt x="580" y="884"/>
                    <a:pt x="688" y="858"/>
                  </a:cubicBezTo>
                  <a:cubicBezTo>
                    <a:pt x="1118" y="746"/>
                    <a:pt x="1588" y="631"/>
                    <a:pt x="2035" y="631"/>
                  </a:cubicBezTo>
                  <a:cubicBezTo>
                    <a:pt x="2119" y="631"/>
                    <a:pt x="2201" y="635"/>
                    <a:pt x="2283" y="643"/>
                  </a:cubicBezTo>
                  <a:cubicBezTo>
                    <a:pt x="2207" y="448"/>
                    <a:pt x="2119" y="247"/>
                    <a:pt x="2024" y="58"/>
                  </a:cubicBezTo>
                  <a:cubicBezTo>
                    <a:pt x="1885" y="18"/>
                    <a:pt x="1737" y="0"/>
                    <a:pt x="1584"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6" name="Google Shape;4186;p55"/>
            <p:cNvSpPr/>
            <p:nvPr/>
          </p:nvSpPr>
          <p:spPr>
            <a:xfrm>
              <a:off x="6327225" y="4059400"/>
              <a:ext cx="65425" cy="35825"/>
            </a:xfrm>
            <a:custGeom>
              <a:avLst/>
              <a:gdLst/>
              <a:ahLst/>
              <a:cxnLst/>
              <a:rect l="l" t="t" r="r" b="b"/>
              <a:pathLst>
                <a:path w="2617" h="1433" extrusionOk="0">
                  <a:moveTo>
                    <a:pt x="1836" y="1"/>
                  </a:moveTo>
                  <a:cubicBezTo>
                    <a:pt x="1734" y="7"/>
                    <a:pt x="1639" y="14"/>
                    <a:pt x="1545" y="20"/>
                  </a:cubicBezTo>
                  <a:cubicBezTo>
                    <a:pt x="990" y="64"/>
                    <a:pt x="512" y="96"/>
                    <a:pt x="0" y="417"/>
                  </a:cubicBezTo>
                  <a:cubicBezTo>
                    <a:pt x="221" y="751"/>
                    <a:pt x="428" y="1092"/>
                    <a:pt x="625" y="1432"/>
                  </a:cubicBezTo>
                  <a:cubicBezTo>
                    <a:pt x="631" y="1426"/>
                    <a:pt x="637" y="1420"/>
                    <a:pt x="643" y="1420"/>
                  </a:cubicBezTo>
                  <a:cubicBezTo>
                    <a:pt x="1095" y="1254"/>
                    <a:pt x="1731" y="1026"/>
                    <a:pt x="2319" y="1026"/>
                  </a:cubicBezTo>
                  <a:cubicBezTo>
                    <a:pt x="2420" y="1026"/>
                    <a:pt x="2520" y="1033"/>
                    <a:pt x="2617" y="1048"/>
                  </a:cubicBezTo>
                  <a:cubicBezTo>
                    <a:pt x="2396" y="664"/>
                    <a:pt x="2131" y="310"/>
                    <a:pt x="1836"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7" name="Google Shape;4187;p55"/>
            <p:cNvSpPr/>
            <p:nvPr/>
          </p:nvSpPr>
          <p:spPr>
            <a:xfrm>
              <a:off x="6319800" y="4048000"/>
              <a:ext cx="48100" cy="17100"/>
            </a:xfrm>
            <a:custGeom>
              <a:avLst/>
              <a:gdLst/>
              <a:ahLst/>
              <a:cxnLst/>
              <a:rect l="l" t="t" r="r" b="b"/>
              <a:pathLst>
                <a:path w="1924" h="684" extrusionOk="0">
                  <a:moveTo>
                    <a:pt x="1348" y="0"/>
                  </a:moveTo>
                  <a:cubicBezTo>
                    <a:pt x="1004" y="0"/>
                    <a:pt x="705" y="129"/>
                    <a:pt x="393" y="262"/>
                  </a:cubicBezTo>
                  <a:cubicBezTo>
                    <a:pt x="265" y="312"/>
                    <a:pt x="134" y="369"/>
                    <a:pt x="1" y="413"/>
                  </a:cubicBezTo>
                  <a:cubicBezTo>
                    <a:pt x="58" y="501"/>
                    <a:pt x="120" y="596"/>
                    <a:pt x="178" y="684"/>
                  </a:cubicBezTo>
                  <a:cubicBezTo>
                    <a:pt x="733" y="337"/>
                    <a:pt x="1269" y="299"/>
                    <a:pt x="1830" y="256"/>
                  </a:cubicBezTo>
                  <a:cubicBezTo>
                    <a:pt x="1860" y="256"/>
                    <a:pt x="1892" y="249"/>
                    <a:pt x="1924" y="249"/>
                  </a:cubicBezTo>
                  <a:cubicBezTo>
                    <a:pt x="1836" y="168"/>
                    <a:pt x="1747" y="92"/>
                    <a:pt x="1653" y="16"/>
                  </a:cubicBezTo>
                  <a:cubicBezTo>
                    <a:pt x="1639" y="21"/>
                    <a:pt x="1626" y="25"/>
                    <a:pt x="1613" y="25"/>
                  </a:cubicBezTo>
                  <a:cubicBezTo>
                    <a:pt x="1607" y="25"/>
                    <a:pt x="1601" y="24"/>
                    <a:pt x="1596" y="22"/>
                  </a:cubicBezTo>
                  <a:cubicBezTo>
                    <a:pt x="1510" y="7"/>
                    <a:pt x="1428" y="0"/>
                    <a:pt x="1348"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8" name="Google Shape;4188;p55"/>
            <p:cNvSpPr/>
            <p:nvPr/>
          </p:nvSpPr>
          <p:spPr>
            <a:xfrm>
              <a:off x="6297600" y="4026150"/>
              <a:ext cx="55475" cy="27450"/>
            </a:xfrm>
            <a:custGeom>
              <a:avLst/>
              <a:gdLst/>
              <a:ahLst/>
              <a:cxnLst/>
              <a:rect l="l" t="t" r="r" b="b"/>
              <a:pathLst>
                <a:path w="2219" h="1098" extrusionOk="0">
                  <a:moveTo>
                    <a:pt x="59" y="0"/>
                  </a:moveTo>
                  <a:cubicBezTo>
                    <a:pt x="40" y="0"/>
                    <a:pt x="20" y="0"/>
                    <a:pt x="0" y="1"/>
                  </a:cubicBezTo>
                  <a:cubicBezTo>
                    <a:pt x="265" y="373"/>
                    <a:pt x="516" y="739"/>
                    <a:pt x="763" y="1098"/>
                  </a:cubicBezTo>
                  <a:cubicBezTo>
                    <a:pt x="769" y="1098"/>
                    <a:pt x="769" y="1092"/>
                    <a:pt x="775" y="1092"/>
                  </a:cubicBezTo>
                  <a:cubicBezTo>
                    <a:pt x="914" y="1042"/>
                    <a:pt x="1060" y="984"/>
                    <a:pt x="1191" y="928"/>
                  </a:cubicBezTo>
                  <a:cubicBezTo>
                    <a:pt x="1508" y="795"/>
                    <a:pt x="1834" y="656"/>
                    <a:pt x="2219" y="656"/>
                  </a:cubicBezTo>
                  <a:cubicBezTo>
                    <a:pt x="1598" y="244"/>
                    <a:pt x="868" y="0"/>
                    <a:pt x="59"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9" name="Google Shape;4189;p55"/>
            <p:cNvSpPr/>
            <p:nvPr/>
          </p:nvSpPr>
          <p:spPr>
            <a:xfrm>
              <a:off x="6284650" y="4029300"/>
              <a:ext cx="22875" cy="35950"/>
            </a:xfrm>
            <a:custGeom>
              <a:avLst/>
              <a:gdLst/>
              <a:ahLst/>
              <a:cxnLst/>
              <a:rect l="l" t="t" r="r" b="b"/>
              <a:pathLst>
                <a:path w="915" h="1438" extrusionOk="0">
                  <a:moveTo>
                    <a:pt x="335" y="0"/>
                  </a:moveTo>
                  <a:cubicBezTo>
                    <a:pt x="210" y="492"/>
                    <a:pt x="96" y="972"/>
                    <a:pt x="1" y="1438"/>
                  </a:cubicBezTo>
                  <a:cubicBezTo>
                    <a:pt x="291" y="1161"/>
                    <a:pt x="664" y="954"/>
                    <a:pt x="915" y="833"/>
                  </a:cubicBezTo>
                  <a:cubicBezTo>
                    <a:pt x="726" y="562"/>
                    <a:pt x="530" y="285"/>
                    <a:pt x="335"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0" name="Google Shape;4190;p55"/>
            <p:cNvSpPr/>
            <p:nvPr/>
          </p:nvSpPr>
          <p:spPr>
            <a:xfrm>
              <a:off x="6278325" y="4054825"/>
              <a:ext cx="43100" cy="59950"/>
            </a:xfrm>
            <a:custGeom>
              <a:avLst/>
              <a:gdLst/>
              <a:ahLst/>
              <a:cxnLst/>
              <a:rect l="l" t="t" r="r" b="b"/>
              <a:pathLst>
                <a:path w="1724" h="2398" extrusionOk="0">
                  <a:moveTo>
                    <a:pt x="1295" y="1"/>
                  </a:moveTo>
                  <a:cubicBezTo>
                    <a:pt x="992" y="140"/>
                    <a:pt x="475" y="417"/>
                    <a:pt x="210" y="803"/>
                  </a:cubicBezTo>
                  <a:cubicBezTo>
                    <a:pt x="204" y="815"/>
                    <a:pt x="190" y="821"/>
                    <a:pt x="178" y="827"/>
                  </a:cubicBezTo>
                  <a:cubicBezTo>
                    <a:pt x="84" y="1370"/>
                    <a:pt x="21" y="1892"/>
                    <a:pt x="1" y="2398"/>
                  </a:cubicBezTo>
                  <a:cubicBezTo>
                    <a:pt x="387" y="1723"/>
                    <a:pt x="1016" y="998"/>
                    <a:pt x="1703" y="644"/>
                  </a:cubicBezTo>
                  <a:cubicBezTo>
                    <a:pt x="1711" y="644"/>
                    <a:pt x="1717" y="644"/>
                    <a:pt x="1723" y="638"/>
                  </a:cubicBezTo>
                  <a:cubicBezTo>
                    <a:pt x="1584" y="430"/>
                    <a:pt x="1439" y="216"/>
                    <a:pt x="1295"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1" name="Google Shape;4191;p55"/>
            <p:cNvSpPr/>
            <p:nvPr/>
          </p:nvSpPr>
          <p:spPr>
            <a:xfrm>
              <a:off x="6278525" y="4075325"/>
              <a:ext cx="53600" cy="77750"/>
            </a:xfrm>
            <a:custGeom>
              <a:avLst/>
              <a:gdLst/>
              <a:ahLst/>
              <a:cxnLst/>
              <a:rect l="l" t="t" r="r" b="b"/>
              <a:pathLst>
                <a:path w="2144" h="3110" extrusionOk="0">
                  <a:moveTo>
                    <a:pt x="1829" y="1"/>
                  </a:moveTo>
                  <a:cubicBezTo>
                    <a:pt x="1817" y="7"/>
                    <a:pt x="1809" y="21"/>
                    <a:pt x="1797" y="27"/>
                  </a:cubicBezTo>
                  <a:cubicBezTo>
                    <a:pt x="1116" y="373"/>
                    <a:pt x="347" y="1249"/>
                    <a:pt x="1" y="2076"/>
                  </a:cubicBezTo>
                  <a:cubicBezTo>
                    <a:pt x="13" y="2428"/>
                    <a:pt x="57" y="2775"/>
                    <a:pt x="132" y="3109"/>
                  </a:cubicBezTo>
                  <a:cubicBezTo>
                    <a:pt x="284" y="2788"/>
                    <a:pt x="554" y="2454"/>
                    <a:pt x="801" y="2157"/>
                  </a:cubicBezTo>
                  <a:cubicBezTo>
                    <a:pt x="921" y="2012"/>
                    <a:pt x="1028" y="1874"/>
                    <a:pt x="1122" y="1747"/>
                  </a:cubicBezTo>
                  <a:lnTo>
                    <a:pt x="1128" y="1735"/>
                  </a:lnTo>
                  <a:cubicBezTo>
                    <a:pt x="1406" y="1351"/>
                    <a:pt x="1785" y="833"/>
                    <a:pt x="2143" y="512"/>
                  </a:cubicBezTo>
                  <a:cubicBezTo>
                    <a:pt x="2044" y="341"/>
                    <a:pt x="1936" y="172"/>
                    <a:pt x="1829"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2" name="Google Shape;4192;p55"/>
            <p:cNvSpPr/>
            <p:nvPr/>
          </p:nvSpPr>
          <p:spPr>
            <a:xfrm>
              <a:off x="6284350" y="4093000"/>
              <a:ext cx="61025" cy="82175"/>
            </a:xfrm>
            <a:custGeom>
              <a:avLst/>
              <a:gdLst/>
              <a:ahLst/>
              <a:cxnLst/>
              <a:rect l="l" t="t" r="r" b="b"/>
              <a:pathLst>
                <a:path w="2441" h="3287" extrusionOk="0">
                  <a:moveTo>
                    <a:pt x="2030" y="1"/>
                  </a:moveTo>
                  <a:cubicBezTo>
                    <a:pt x="1697" y="303"/>
                    <a:pt x="1343" y="795"/>
                    <a:pt x="1078" y="1160"/>
                  </a:cubicBezTo>
                  <a:lnTo>
                    <a:pt x="1066" y="1173"/>
                  </a:lnTo>
                  <a:cubicBezTo>
                    <a:pt x="971" y="1305"/>
                    <a:pt x="857" y="1444"/>
                    <a:pt x="738" y="1590"/>
                  </a:cubicBezTo>
                  <a:cubicBezTo>
                    <a:pt x="435" y="1962"/>
                    <a:pt x="88" y="2378"/>
                    <a:pt x="19" y="2743"/>
                  </a:cubicBezTo>
                  <a:cubicBezTo>
                    <a:pt x="13" y="2756"/>
                    <a:pt x="13" y="2769"/>
                    <a:pt x="1" y="2781"/>
                  </a:cubicBezTo>
                  <a:cubicBezTo>
                    <a:pt x="57" y="2952"/>
                    <a:pt x="120" y="3115"/>
                    <a:pt x="196" y="3286"/>
                  </a:cubicBezTo>
                  <a:cubicBezTo>
                    <a:pt x="498" y="2346"/>
                    <a:pt x="1665" y="1034"/>
                    <a:pt x="2390" y="726"/>
                  </a:cubicBezTo>
                  <a:cubicBezTo>
                    <a:pt x="2397" y="718"/>
                    <a:pt x="2407" y="715"/>
                    <a:pt x="2417" y="715"/>
                  </a:cubicBezTo>
                  <a:cubicBezTo>
                    <a:pt x="2425" y="715"/>
                    <a:pt x="2433" y="717"/>
                    <a:pt x="2440" y="719"/>
                  </a:cubicBezTo>
                  <a:cubicBezTo>
                    <a:pt x="2308" y="479"/>
                    <a:pt x="2175" y="240"/>
                    <a:pt x="2030"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3" name="Google Shape;4193;p55"/>
            <p:cNvSpPr/>
            <p:nvPr/>
          </p:nvSpPr>
          <p:spPr>
            <a:xfrm>
              <a:off x="6293025" y="4114900"/>
              <a:ext cx="64175" cy="100150"/>
            </a:xfrm>
            <a:custGeom>
              <a:avLst/>
              <a:gdLst/>
              <a:ahLst/>
              <a:cxnLst/>
              <a:rect l="l" t="t" r="r" b="b"/>
              <a:pathLst>
                <a:path w="2567" h="4006" extrusionOk="0">
                  <a:moveTo>
                    <a:pt x="2182" y="1"/>
                  </a:moveTo>
                  <a:cubicBezTo>
                    <a:pt x="2169" y="27"/>
                    <a:pt x="2151" y="39"/>
                    <a:pt x="2131" y="51"/>
                  </a:cubicBezTo>
                  <a:cubicBezTo>
                    <a:pt x="1400" y="367"/>
                    <a:pt x="132" y="1843"/>
                    <a:pt x="6" y="2693"/>
                  </a:cubicBezTo>
                  <a:cubicBezTo>
                    <a:pt x="0" y="2699"/>
                    <a:pt x="0" y="2705"/>
                    <a:pt x="0" y="2705"/>
                  </a:cubicBezTo>
                  <a:cubicBezTo>
                    <a:pt x="239" y="3153"/>
                    <a:pt x="568" y="3575"/>
                    <a:pt x="1002" y="3985"/>
                  </a:cubicBezTo>
                  <a:cubicBezTo>
                    <a:pt x="1010" y="3991"/>
                    <a:pt x="1016" y="3999"/>
                    <a:pt x="1022" y="4005"/>
                  </a:cubicBezTo>
                  <a:cubicBezTo>
                    <a:pt x="1085" y="3702"/>
                    <a:pt x="1167" y="3318"/>
                    <a:pt x="1280" y="2984"/>
                  </a:cubicBezTo>
                  <a:cubicBezTo>
                    <a:pt x="1444" y="2524"/>
                    <a:pt x="1709" y="2138"/>
                    <a:pt x="1967" y="1767"/>
                  </a:cubicBezTo>
                  <a:cubicBezTo>
                    <a:pt x="2188" y="1457"/>
                    <a:pt x="2396" y="1162"/>
                    <a:pt x="2547" y="814"/>
                  </a:cubicBezTo>
                  <a:cubicBezTo>
                    <a:pt x="2547" y="801"/>
                    <a:pt x="2561" y="789"/>
                    <a:pt x="2567" y="783"/>
                  </a:cubicBezTo>
                  <a:cubicBezTo>
                    <a:pt x="2447" y="518"/>
                    <a:pt x="2314" y="260"/>
                    <a:pt x="2182"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4" name="Google Shape;4194;p55"/>
            <p:cNvSpPr/>
            <p:nvPr/>
          </p:nvSpPr>
          <p:spPr>
            <a:xfrm>
              <a:off x="6320750" y="4140750"/>
              <a:ext cx="52375" cy="89425"/>
            </a:xfrm>
            <a:custGeom>
              <a:avLst/>
              <a:gdLst/>
              <a:ahLst/>
              <a:cxnLst/>
              <a:rect l="l" t="t" r="r" b="b"/>
              <a:pathLst>
                <a:path w="2095" h="3577" extrusionOk="0">
                  <a:moveTo>
                    <a:pt x="0" y="3047"/>
                  </a:moveTo>
                  <a:lnTo>
                    <a:pt x="6" y="3053"/>
                  </a:lnTo>
                  <a:lnTo>
                    <a:pt x="7" y="3053"/>
                  </a:lnTo>
                  <a:lnTo>
                    <a:pt x="7" y="3053"/>
                  </a:lnTo>
                  <a:cubicBezTo>
                    <a:pt x="5" y="3051"/>
                    <a:pt x="3" y="3049"/>
                    <a:pt x="0" y="3047"/>
                  </a:cubicBezTo>
                  <a:close/>
                  <a:moveTo>
                    <a:pt x="1577" y="0"/>
                  </a:moveTo>
                  <a:cubicBezTo>
                    <a:pt x="1420" y="309"/>
                    <a:pt x="1231" y="594"/>
                    <a:pt x="1042" y="859"/>
                  </a:cubicBezTo>
                  <a:cubicBezTo>
                    <a:pt x="783" y="1237"/>
                    <a:pt x="530" y="1589"/>
                    <a:pt x="385" y="2025"/>
                  </a:cubicBezTo>
                  <a:cubicBezTo>
                    <a:pt x="265" y="2366"/>
                    <a:pt x="177" y="2768"/>
                    <a:pt x="114" y="3059"/>
                  </a:cubicBezTo>
                  <a:lnTo>
                    <a:pt x="7" y="3053"/>
                  </a:lnTo>
                  <a:lnTo>
                    <a:pt x="7" y="3053"/>
                  </a:lnTo>
                  <a:cubicBezTo>
                    <a:pt x="201" y="3226"/>
                    <a:pt x="445" y="3395"/>
                    <a:pt x="701" y="3576"/>
                  </a:cubicBezTo>
                  <a:cubicBezTo>
                    <a:pt x="984" y="2718"/>
                    <a:pt x="1458" y="1968"/>
                    <a:pt x="2095" y="1356"/>
                  </a:cubicBezTo>
                  <a:cubicBezTo>
                    <a:pt x="1944" y="896"/>
                    <a:pt x="1772" y="442"/>
                    <a:pt x="1577"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5" name="Google Shape;4195;p55"/>
            <p:cNvSpPr/>
            <p:nvPr/>
          </p:nvSpPr>
          <p:spPr>
            <a:xfrm>
              <a:off x="6342850" y="4180625"/>
              <a:ext cx="38450" cy="63400"/>
            </a:xfrm>
            <a:custGeom>
              <a:avLst/>
              <a:gdLst/>
              <a:ahLst/>
              <a:cxnLst/>
              <a:rect l="l" t="t" r="r" b="b"/>
              <a:pathLst>
                <a:path w="1538" h="2536" extrusionOk="0">
                  <a:moveTo>
                    <a:pt x="1279" y="0"/>
                  </a:moveTo>
                  <a:cubicBezTo>
                    <a:pt x="711" y="582"/>
                    <a:pt x="289" y="1269"/>
                    <a:pt x="24" y="2057"/>
                  </a:cubicBezTo>
                  <a:cubicBezTo>
                    <a:pt x="18" y="2075"/>
                    <a:pt x="6" y="2089"/>
                    <a:pt x="0" y="2101"/>
                  </a:cubicBezTo>
                  <a:cubicBezTo>
                    <a:pt x="12" y="2113"/>
                    <a:pt x="30" y="2127"/>
                    <a:pt x="44" y="2133"/>
                  </a:cubicBezTo>
                  <a:cubicBezTo>
                    <a:pt x="233" y="2258"/>
                    <a:pt x="428" y="2398"/>
                    <a:pt x="618" y="2535"/>
                  </a:cubicBezTo>
                  <a:cubicBezTo>
                    <a:pt x="932" y="1748"/>
                    <a:pt x="1235" y="1257"/>
                    <a:pt x="1538" y="1030"/>
                  </a:cubicBezTo>
                  <a:cubicBezTo>
                    <a:pt x="1468" y="681"/>
                    <a:pt x="1380" y="341"/>
                    <a:pt x="1279"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6" name="Google Shape;4196;p55"/>
            <p:cNvSpPr/>
            <p:nvPr/>
          </p:nvSpPr>
          <p:spPr>
            <a:xfrm>
              <a:off x="6362850" y="4212625"/>
              <a:ext cx="24475" cy="58525"/>
            </a:xfrm>
            <a:custGeom>
              <a:avLst/>
              <a:gdLst/>
              <a:ahLst/>
              <a:cxnLst/>
              <a:rect l="l" t="t" r="r" b="b"/>
              <a:pathLst>
                <a:path w="979" h="2341" extrusionOk="0">
                  <a:moveTo>
                    <a:pt x="782" y="1"/>
                  </a:moveTo>
                  <a:cubicBezTo>
                    <a:pt x="536" y="234"/>
                    <a:pt x="278" y="701"/>
                    <a:pt x="1" y="1388"/>
                  </a:cubicBezTo>
                  <a:cubicBezTo>
                    <a:pt x="379" y="1679"/>
                    <a:pt x="726" y="1988"/>
                    <a:pt x="959" y="2340"/>
                  </a:cubicBezTo>
                  <a:cubicBezTo>
                    <a:pt x="978" y="1514"/>
                    <a:pt x="915" y="739"/>
                    <a:pt x="782"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11" name="Google Shape;4211;p55"/>
          <p:cNvGrpSpPr/>
          <p:nvPr/>
        </p:nvGrpSpPr>
        <p:grpSpPr>
          <a:xfrm>
            <a:off x="3376652" y="3566848"/>
            <a:ext cx="222194" cy="375791"/>
            <a:chOff x="6254075" y="4007750"/>
            <a:chExt cx="166650" cy="281850"/>
          </a:xfrm>
        </p:grpSpPr>
        <p:sp>
          <p:nvSpPr>
            <p:cNvPr id="4212" name="Google Shape;4212;p55"/>
            <p:cNvSpPr/>
            <p:nvPr/>
          </p:nvSpPr>
          <p:spPr>
            <a:xfrm>
              <a:off x="6254075" y="4007750"/>
              <a:ext cx="166650" cy="281850"/>
            </a:xfrm>
            <a:custGeom>
              <a:avLst/>
              <a:gdLst/>
              <a:ahLst/>
              <a:cxnLst/>
              <a:rect l="l" t="t" r="r" b="b"/>
              <a:pathLst>
                <a:path w="6666" h="11274" extrusionOk="0">
                  <a:moveTo>
                    <a:pt x="1800" y="736"/>
                  </a:moveTo>
                  <a:cubicBezTo>
                    <a:pt x="2609" y="736"/>
                    <a:pt x="3339" y="980"/>
                    <a:pt x="3960" y="1392"/>
                  </a:cubicBezTo>
                  <a:cubicBezTo>
                    <a:pt x="3575" y="1392"/>
                    <a:pt x="3249" y="1531"/>
                    <a:pt x="2932" y="1664"/>
                  </a:cubicBezTo>
                  <a:cubicBezTo>
                    <a:pt x="2801" y="1720"/>
                    <a:pt x="2655" y="1778"/>
                    <a:pt x="2516" y="1828"/>
                  </a:cubicBezTo>
                  <a:cubicBezTo>
                    <a:pt x="2510" y="1828"/>
                    <a:pt x="2510" y="1834"/>
                    <a:pt x="2504" y="1834"/>
                  </a:cubicBezTo>
                  <a:cubicBezTo>
                    <a:pt x="2257" y="1475"/>
                    <a:pt x="2006" y="1109"/>
                    <a:pt x="1741" y="737"/>
                  </a:cubicBezTo>
                  <a:cubicBezTo>
                    <a:pt x="1761" y="736"/>
                    <a:pt x="1781" y="736"/>
                    <a:pt x="1800" y="736"/>
                  </a:cubicBezTo>
                  <a:close/>
                  <a:moveTo>
                    <a:pt x="3977" y="1610"/>
                  </a:moveTo>
                  <a:cubicBezTo>
                    <a:pt x="4057" y="1610"/>
                    <a:pt x="4139" y="1617"/>
                    <a:pt x="4225" y="1632"/>
                  </a:cubicBezTo>
                  <a:cubicBezTo>
                    <a:pt x="4230" y="1634"/>
                    <a:pt x="4236" y="1635"/>
                    <a:pt x="4242" y="1635"/>
                  </a:cubicBezTo>
                  <a:cubicBezTo>
                    <a:pt x="4255" y="1635"/>
                    <a:pt x="4268" y="1631"/>
                    <a:pt x="4282" y="1626"/>
                  </a:cubicBezTo>
                  <a:cubicBezTo>
                    <a:pt x="4376" y="1702"/>
                    <a:pt x="4465" y="1778"/>
                    <a:pt x="4553" y="1859"/>
                  </a:cubicBezTo>
                  <a:cubicBezTo>
                    <a:pt x="4521" y="1859"/>
                    <a:pt x="4489" y="1866"/>
                    <a:pt x="4459" y="1866"/>
                  </a:cubicBezTo>
                  <a:cubicBezTo>
                    <a:pt x="3898" y="1909"/>
                    <a:pt x="3362" y="1947"/>
                    <a:pt x="2807" y="2294"/>
                  </a:cubicBezTo>
                  <a:cubicBezTo>
                    <a:pt x="2749" y="2206"/>
                    <a:pt x="2687" y="2111"/>
                    <a:pt x="2630" y="2023"/>
                  </a:cubicBezTo>
                  <a:cubicBezTo>
                    <a:pt x="2763" y="1979"/>
                    <a:pt x="2894" y="1922"/>
                    <a:pt x="3022" y="1872"/>
                  </a:cubicBezTo>
                  <a:cubicBezTo>
                    <a:pt x="3334" y="1739"/>
                    <a:pt x="3633" y="1610"/>
                    <a:pt x="3977" y="1610"/>
                  </a:cubicBezTo>
                  <a:close/>
                  <a:moveTo>
                    <a:pt x="1558" y="862"/>
                  </a:moveTo>
                  <a:cubicBezTo>
                    <a:pt x="1753" y="1147"/>
                    <a:pt x="1949" y="1424"/>
                    <a:pt x="2138" y="1695"/>
                  </a:cubicBezTo>
                  <a:cubicBezTo>
                    <a:pt x="1887" y="1816"/>
                    <a:pt x="1514" y="2023"/>
                    <a:pt x="1224" y="2300"/>
                  </a:cubicBezTo>
                  <a:cubicBezTo>
                    <a:pt x="1319" y="1834"/>
                    <a:pt x="1433" y="1354"/>
                    <a:pt x="1558" y="862"/>
                  </a:cubicBezTo>
                  <a:close/>
                  <a:moveTo>
                    <a:pt x="4762" y="2067"/>
                  </a:moveTo>
                  <a:cubicBezTo>
                    <a:pt x="5057" y="2376"/>
                    <a:pt x="5322" y="2730"/>
                    <a:pt x="5543" y="3114"/>
                  </a:cubicBezTo>
                  <a:cubicBezTo>
                    <a:pt x="5446" y="3099"/>
                    <a:pt x="5346" y="3092"/>
                    <a:pt x="5245" y="3092"/>
                  </a:cubicBezTo>
                  <a:cubicBezTo>
                    <a:pt x="4657" y="3092"/>
                    <a:pt x="4021" y="3320"/>
                    <a:pt x="3569" y="3486"/>
                  </a:cubicBezTo>
                  <a:cubicBezTo>
                    <a:pt x="3563" y="3486"/>
                    <a:pt x="3557" y="3492"/>
                    <a:pt x="3551" y="3498"/>
                  </a:cubicBezTo>
                  <a:cubicBezTo>
                    <a:pt x="3354" y="3158"/>
                    <a:pt x="3147" y="2817"/>
                    <a:pt x="2926" y="2483"/>
                  </a:cubicBezTo>
                  <a:cubicBezTo>
                    <a:pt x="3438" y="2162"/>
                    <a:pt x="3916" y="2130"/>
                    <a:pt x="4471" y="2086"/>
                  </a:cubicBezTo>
                  <a:cubicBezTo>
                    <a:pt x="4565" y="2080"/>
                    <a:pt x="4660" y="2073"/>
                    <a:pt x="4762" y="2067"/>
                  </a:cubicBezTo>
                  <a:close/>
                  <a:moveTo>
                    <a:pt x="5248" y="3315"/>
                  </a:moveTo>
                  <a:cubicBezTo>
                    <a:pt x="5401" y="3315"/>
                    <a:pt x="5549" y="3333"/>
                    <a:pt x="5688" y="3373"/>
                  </a:cubicBezTo>
                  <a:cubicBezTo>
                    <a:pt x="5783" y="3562"/>
                    <a:pt x="5871" y="3763"/>
                    <a:pt x="5947" y="3958"/>
                  </a:cubicBezTo>
                  <a:cubicBezTo>
                    <a:pt x="5865" y="3950"/>
                    <a:pt x="5783" y="3946"/>
                    <a:pt x="5699" y="3946"/>
                  </a:cubicBezTo>
                  <a:cubicBezTo>
                    <a:pt x="5252" y="3946"/>
                    <a:pt x="4782" y="4061"/>
                    <a:pt x="4352" y="4173"/>
                  </a:cubicBezTo>
                  <a:cubicBezTo>
                    <a:pt x="4244" y="4199"/>
                    <a:pt x="4137" y="4223"/>
                    <a:pt x="4029" y="4249"/>
                  </a:cubicBezTo>
                  <a:cubicBezTo>
                    <a:pt x="4011" y="4255"/>
                    <a:pt x="3998" y="4261"/>
                    <a:pt x="3986" y="4275"/>
                  </a:cubicBezTo>
                  <a:cubicBezTo>
                    <a:pt x="3878" y="4078"/>
                    <a:pt x="3771" y="3883"/>
                    <a:pt x="3665" y="3688"/>
                  </a:cubicBezTo>
                  <a:cubicBezTo>
                    <a:pt x="4102" y="3531"/>
                    <a:pt x="4704" y="3315"/>
                    <a:pt x="5248" y="3315"/>
                  </a:cubicBezTo>
                  <a:close/>
                  <a:moveTo>
                    <a:pt x="2265" y="1884"/>
                  </a:moveTo>
                  <a:cubicBezTo>
                    <a:pt x="2409" y="2099"/>
                    <a:pt x="2554" y="2313"/>
                    <a:pt x="2693" y="2521"/>
                  </a:cubicBezTo>
                  <a:cubicBezTo>
                    <a:pt x="2687" y="2527"/>
                    <a:pt x="2681" y="2527"/>
                    <a:pt x="2673" y="2527"/>
                  </a:cubicBezTo>
                  <a:cubicBezTo>
                    <a:pt x="1986" y="2881"/>
                    <a:pt x="1357" y="3606"/>
                    <a:pt x="971" y="4281"/>
                  </a:cubicBezTo>
                  <a:cubicBezTo>
                    <a:pt x="991" y="3775"/>
                    <a:pt x="1054" y="3253"/>
                    <a:pt x="1148" y="2710"/>
                  </a:cubicBezTo>
                  <a:cubicBezTo>
                    <a:pt x="1160" y="2704"/>
                    <a:pt x="1174" y="2698"/>
                    <a:pt x="1180" y="2686"/>
                  </a:cubicBezTo>
                  <a:cubicBezTo>
                    <a:pt x="1445" y="2300"/>
                    <a:pt x="1962" y="2023"/>
                    <a:pt x="2265" y="1884"/>
                  </a:cubicBezTo>
                  <a:close/>
                  <a:moveTo>
                    <a:pt x="5696" y="4172"/>
                  </a:moveTo>
                  <a:cubicBezTo>
                    <a:pt x="5812" y="4172"/>
                    <a:pt x="5925" y="4180"/>
                    <a:pt x="6035" y="4199"/>
                  </a:cubicBezTo>
                  <a:cubicBezTo>
                    <a:pt x="6162" y="4564"/>
                    <a:pt x="6255" y="4942"/>
                    <a:pt x="6319" y="5320"/>
                  </a:cubicBezTo>
                  <a:cubicBezTo>
                    <a:pt x="6151" y="5296"/>
                    <a:pt x="5981" y="5286"/>
                    <a:pt x="5811" y="5286"/>
                  </a:cubicBezTo>
                  <a:cubicBezTo>
                    <a:pt x="5456" y="5286"/>
                    <a:pt x="5098" y="5329"/>
                    <a:pt x="4748" y="5372"/>
                  </a:cubicBezTo>
                  <a:cubicBezTo>
                    <a:pt x="4673" y="5378"/>
                    <a:pt x="4597" y="5390"/>
                    <a:pt x="4521" y="5396"/>
                  </a:cubicBezTo>
                  <a:cubicBezTo>
                    <a:pt x="4390" y="5087"/>
                    <a:pt x="4238" y="4773"/>
                    <a:pt x="4081" y="4464"/>
                  </a:cubicBezTo>
                  <a:cubicBezTo>
                    <a:pt x="4187" y="4444"/>
                    <a:pt x="4294" y="4412"/>
                    <a:pt x="4408" y="4388"/>
                  </a:cubicBezTo>
                  <a:cubicBezTo>
                    <a:pt x="4819" y="4284"/>
                    <a:pt x="5273" y="4172"/>
                    <a:pt x="5696" y="4172"/>
                  </a:cubicBezTo>
                  <a:close/>
                  <a:moveTo>
                    <a:pt x="2807" y="2704"/>
                  </a:moveTo>
                  <a:cubicBezTo>
                    <a:pt x="2914" y="2875"/>
                    <a:pt x="3022" y="3044"/>
                    <a:pt x="3121" y="3215"/>
                  </a:cubicBezTo>
                  <a:cubicBezTo>
                    <a:pt x="2763" y="3536"/>
                    <a:pt x="2384" y="4054"/>
                    <a:pt x="2106" y="4438"/>
                  </a:cubicBezTo>
                  <a:lnTo>
                    <a:pt x="2100" y="4450"/>
                  </a:lnTo>
                  <a:cubicBezTo>
                    <a:pt x="2006" y="4577"/>
                    <a:pt x="1899" y="4715"/>
                    <a:pt x="1779" y="4860"/>
                  </a:cubicBezTo>
                  <a:cubicBezTo>
                    <a:pt x="1532" y="5157"/>
                    <a:pt x="1262" y="5491"/>
                    <a:pt x="1110" y="5812"/>
                  </a:cubicBezTo>
                  <a:cubicBezTo>
                    <a:pt x="1035" y="5478"/>
                    <a:pt x="991" y="5131"/>
                    <a:pt x="979" y="4779"/>
                  </a:cubicBezTo>
                  <a:cubicBezTo>
                    <a:pt x="1325" y="3952"/>
                    <a:pt x="2094" y="3076"/>
                    <a:pt x="2775" y="2730"/>
                  </a:cubicBezTo>
                  <a:cubicBezTo>
                    <a:pt x="2787" y="2724"/>
                    <a:pt x="2795" y="2710"/>
                    <a:pt x="2807" y="2704"/>
                  </a:cubicBezTo>
                  <a:close/>
                  <a:moveTo>
                    <a:pt x="5800" y="5510"/>
                  </a:moveTo>
                  <a:cubicBezTo>
                    <a:pt x="5986" y="5510"/>
                    <a:pt x="6170" y="5523"/>
                    <a:pt x="6351" y="5554"/>
                  </a:cubicBezTo>
                  <a:cubicBezTo>
                    <a:pt x="6363" y="5687"/>
                    <a:pt x="6375" y="5818"/>
                    <a:pt x="6381" y="5952"/>
                  </a:cubicBezTo>
                  <a:cubicBezTo>
                    <a:pt x="6172" y="5895"/>
                    <a:pt x="5973" y="5875"/>
                    <a:pt x="5777" y="5875"/>
                  </a:cubicBezTo>
                  <a:cubicBezTo>
                    <a:pt x="5559" y="5875"/>
                    <a:pt x="5346" y="5900"/>
                    <a:pt x="5127" y="5926"/>
                  </a:cubicBezTo>
                  <a:cubicBezTo>
                    <a:pt x="5007" y="5939"/>
                    <a:pt x="4881" y="5952"/>
                    <a:pt x="4748" y="5964"/>
                  </a:cubicBezTo>
                  <a:cubicBezTo>
                    <a:pt x="4704" y="5844"/>
                    <a:pt x="4660" y="5725"/>
                    <a:pt x="4611" y="5611"/>
                  </a:cubicBezTo>
                  <a:cubicBezTo>
                    <a:pt x="4660" y="5605"/>
                    <a:pt x="4716" y="5599"/>
                    <a:pt x="4774" y="5591"/>
                  </a:cubicBezTo>
                  <a:cubicBezTo>
                    <a:pt x="5113" y="5551"/>
                    <a:pt x="5459" y="5510"/>
                    <a:pt x="5800" y="5510"/>
                  </a:cubicBezTo>
                  <a:close/>
                  <a:moveTo>
                    <a:pt x="3241" y="3411"/>
                  </a:moveTo>
                  <a:cubicBezTo>
                    <a:pt x="3386" y="3650"/>
                    <a:pt x="3519" y="3889"/>
                    <a:pt x="3651" y="4129"/>
                  </a:cubicBezTo>
                  <a:cubicBezTo>
                    <a:pt x="3644" y="4127"/>
                    <a:pt x="3636" y="4125"/>
                    <a:pt x="3628" y="4125"/>
                  </a:cubicBezTo>
                  <a:cubicBezTo>
                    <a:pt x="3618" y="4125"/>
                    <a:pt x="3608" y="4128"/>
                    <a:pt x="3601" y="4136"/>
                  </a:cubicBezTo>
                  <a:cubicBezTo>
                    <a:pt x="2876" y="4444"/>
                    <a:pt x="1709" y="5756"/>
                    <a:pt x="1407" y="6696"/>
                  </a:cubicBezTo>
                  <a:cubicBezTo>
                    <a:pt x="1331" y="6525"/>
                    <a:pt x="1268" y="6362"/>
                    <a:pt x="1212" y="6191"/>
                  </a:cubicBezTo>
                  <a:cubicBezTo>
                    <a:pt x="1224" y="6179"/>
                    <a:pt x="1224" y="6166"/>
                    <a:pt x="1230" y="6153"/>
                  </a:cubicBezTo>
                  <a:cubicBezTo>
                    <a:pt x="1299" y="5788"/>
                    <a:pt x="1646" y="5372"/>
                    <a:pt x="1949" y="5000"/>
                  </a:cubicBezTo>
                  <a:cubicBezTo>
                    <a:pt x="2068" y="4854"/>
                    <a:pt x="2182" y="4715"/>
                    <a:pt x="2277" y="4583"/>
                  </a:cubicBezTo>
                  <a:lnTo>
                    <a:pt x="2289" y="4570"/>
                  </a:lnTo>
                  <a:cubicBezTo>
                    <a:pt x="2554" y="4205"/>
                    <a:pt x="2908" y="3713"/>
                    <a:pt x="3241" y="3411"/>
                  </a:cubicBezTo>
                  <a:close/>
                  <a:moveTo>
                    <a:pt x="5782" y="6098"/>
                  </a:moveTo>
                  <a:cubicBezTo>
                    <a:pt x="5980" y="6098"/>
                    <a:pt x="6177" y="6120"/>
                    <a:pt x="6389" y="6185"/>
                  </a:cubicBezTo>
                  <a:cubicBezTo>
                    <a:pt x="6395" y="6645"/>
                    <a:pt x="6343" y="7074"/>
                    <a:pt x="6262" y="7497"/>
                  </a:cubicBezTo>
                  <a:cubicBezTo>
                    <a:pt x="6041" y="7433"/>
                    <a:pt x="5776" y="7395"/>
                    <a:pt x="5543" y="7363"/>
                  </a:cubicBezTo>
                  <a:cubicBezTo>
                    <a:pt x="5411" y="7345"/>
                    <a:pt x="5291" y="7332"/>
                    <a:pt x="5202" y="7313"/>
                  </a:cubicBezTo>
                  <a:lnTo>
                    <a:pt x="5178" y="7313"/>
                  </a:lnTo>
                  <a:cubicBezTo>
                    <a:pt x="5077" y="6929"/>
                    <a:pt x="4963" y="6551"/>
                    <a:pt x="4824" y="6179"/>
                  </a:cubicBezTo>
                  <a:cubicBezTo>
                    <a:pt x="4937" y="6172"/>
                    <a:pt x="5051" y="6159"/>
                    <a:pt x="5152" y="6147"/>
                  </a:cubicBezTo>
                  <a:cubicBezTo>
                    <a:pt x="5373" y="6121"/>
                    <a:pt x="5578" y="6098"/>
                    <a:pt x="5782" y="6098"/>
                  </a:cubicBezTo>
                  <a:close/>
                  <a:moveTo>
                    <a:pt x="3740" y="4287"/>
                  </a:moveTo>
                  <a:cubicBezTo>
                    <a:pt x="3872" y="4546"/>
                    <a:pt x="4005" y="4804"/>
                    <a:pt x="4125" y="5069"/>
                  </a:cubicBezTo>
                  <a:cubicBezTo>
                    <a:pt x="4119" y="5075"/>
                    <a:pt x="4105" y="5087"/>
                    <a:pt x="4105" y="5100"/>
                  </a:cubicBezTo>
                  <a:cubicBezTo>
                    <a:pt x="3954" y="5448"/>
                    <a:pt x="3746" y="5743"/>
                    <a:pt x="3525" y="6053"/>
                  </a:cubicBezTo>
                  <a:cubicBezTo>
                    <a:pt x="3267" y="6424"/>
                    <a:pt x="3002" y="6810"/>
                    <a:pt x="2838" y="7270"/>
                  </a:cubicBezTo>
                  <a:cubicBezTo>
                    <a:pt x="2725" y="7604"/>
                    <a:pt x="2643" y="7988"/>
                    <a:pt x="2580" y="8291"/>
                  </a:cubicBezTo>
                  <a:cubicBezTo>
                    <a:pt x="2574" y="8285"/>
                    <a:pt x="2568" y="8277"/>
                    <a:pt x="2560" y="8271"/>
                  </a:cubicBezTo>
                  <a:cubicBezTo>
                    <a:pt x="2126" y="7861"/>
                    <a:pt x="1797" y="7439"/>
                    <a:pt x="1558" y="6991"/>
                  </a:cubicBezTo>
                  <a:cubicBezTo>
                    <a:pt x="1558" y="6991"/>
                    <a:pt x="1558" y="6985"/>
                    <a:pt x="1564" y="6979"/>
                  </a:cubicBezTo>
                  <a:cubicBezTo>
                    <a:pt x="1690" y="6129"/>
                    <a:pt x="2958" y="4653"/>
                    <a:pt x="3689" y="4337"/>
                  </a:cubicBezTo>
                  <a:cubicBezTo>
                    <a:pt x="3709" y="4325"/>
                    <a:pt x="3727" y="4313"/>
                    <a:pt x="3740" y="4287"/>
                  </a:cubicBezTo>
                  <a:close/>
                  <a:moveTo>
                    <a:pt x="4244" y="5320"/>
                  </a:moveTo>
                  <a:cubicBezTo>
                    <a:pt x="4439" y="5762"/>
                    <a:pt x="4611" y="6216"/>
                    <a:pt x="4762" y="6676"/>
                  </a:cubicBezTo>
                  <a:cubicBezTo>
                    <a:pt x="4125" y="7288"/>
                    <a:pt x="3651" y="8038"/>
                    <a:pt x="3368" y="8896"/>
                  </a:cubicBezTo>
                  <a:cubicBezTo>
                    <a:pt x="3112" y="8715"/>
                    <a:pt x="2868" y="8546"/>
                    <a:pt x="2674" y="8373"/>
                  </a:cubicBezTo>
                  <a:lnTo>
                    <a:pt x="2674" y="8373"/>
                  </a:lnTo>
                  <a:lnTo>
                    <a:pt x="2781" y="8379"/>
                  </a:lnTo>
                  <a:cubicBezTo>
                    <a:pt x="2844" y="8088"/>
                    <a:pt x="2932" y="7686"/>
                    <a:pt x="3052" y="7345"/>
                  </a:cubicBezTo>
                  <a:cubicBezTo>
                    <a:pt x="3197" y="6909"/>
                    <a:pt x="3450" y="6557"/>
                    <a:pt x="3709" y="6179"/>
                  </a:cubicBezTo>
                  <a:cubicBezTo>
                    <a:pt x="3898" y="5914"/>
                    <a:pt x="4087" y="5629"/>
                    <a:pt x="4244" y="5320"/>
                  </a:cubicBezTo>
                  <a:close/>
                  <a:moveTo>
                    <a:pt x="4830" y="6915"/>
                  </a:moveTo>
                  <a:cubicBezTo>
                    <a:pt x="4931" y="7256"/>
                    <a:pt x="5019" y="7596"/>
                    <a:pt x="5089" y="7945"/>
                  </a:cubicBezTo>
                  <a:cubicBezTo>
                    <a:pt x="4786" y="8172"/>
                    <a:pt x="4483" y="8663"/>
                    <a:pt x="4169" y="9450"/>
                  </a:cubicBezTo>
                  <a:cubicBezTo>
                    <a:pt x="3979" y="9313"/>
                    <a:pt x="3784" y="9173"/>
                    <a:pt x="3595" y="9048"/>
                  </a:cubicBezTo>
                  <a:cubicBezTo>
                    <a:pt x="3581" y="9042"/>
                    <a:pt x="3563" y="9028"/>
                    <a:pt x="3551" y="9016"/>
                  </a:cubicBezTo>
                  <a:cubicBezTo>
                    <a:pt x="3557" y="9004"/>
                    <a:pt x="3569" y="8990"/>
                    <a:pt x="3575" y="8972"/>
                  </a:cubicBezTo>
                  <a:cubicBezTo>
                    <a:pt x="3840" y="8184"/>
                    <a:pt x="4262" y="7497"/>
                    <a:pt x="4830" y="6915"/>
                  </a:cubicBezTo>
                  <a:close/>
                  <a:moveTo>
                    <a:pt x="5228" y="7547"/>
                  </a:moveTo>
                  <a:lnTo>
                    <a:pt x="5228" y="7547"/>
                  </a:lnTo>
                  <a:cubicBezTo>
                    <a:pt x="5316" y="7559"/>
                    <a:pt x="5411" y="7572"/>
                    <a:pt x="5511" y="7584"/>
                  </a:cubicBezTo>
                  <a:cubicBezTo>
                    <a:pt x="5745" y="7616"/>
                    <a:pt x="6003" y="7648"/>
                    <a:pt x="6212" y="7718"/>
                  </a:cubicBezTo>
                  <a:cubicBezTo>
                    <a:pt x="6092" y="8228"/>
                    <a:pt x="5927" y="8731"/>
                    <a:pt x="5758" y="9243"/>
                  </a:cubicBezTo>
                  <a:cubicBezTo>
                    <a:pt x="5682" y="9470"/>
                    <a:pt x="5606" y="9703"/>
                    <a:pt x="5531" y="9942"/>
                  </a:cubicBezTo>
                  <a:cubicBezTo>
                    <a:pt x="5511" y="9098"/>
                    <a:pt x="5405" y="8303"/>
                    <a:pt x="5228" y="7547"/>
                  </a:cubicBezTo>
                  <a:close/>
                  <a:moveTo>
                    <a:pt x="5133" y="8196"/>
                  </a:moveTo>
                  <a:cubicBezTo>
                    <a:pt x="5266" y="8934"/>
                    <a:pt x="5329" y="9709"/>
                    <a:pt x="5310" y="10535"/>
                  </a:cubicBezTo>
                  <a:cubicBezTo>
                    <a:pt x="5077" y="10183"/>
                    <a:pt x="4730" y="9874"/>
                    <a:pt x="4352" y="9583"/>
                  </a:cubicBezTo>
                  <a:cubicBezTo>
                    <a:pt x="4629" y="8896"/>
                    <a:pt x="4887" y="8429"/>
                    <a:pt x="5133" y="8196"/>
                  </a:cubicBezTo>
                  <a:close/>
                  <a:moveTo>
                    <a:pt x="1147" y="0"/>
                  </a:moveTo>
                  <a:cubicBezTo>
                    <a:pt x="1125" y="0"/>
                    <a:pt x="1104" y="6"/>
                    <a:pt x="1084" y="18"/>
                  </a:cubicBezTo>
                  <a:cubicBezTo>
                    <a:pt x="1041" y="56"/>
                    <a:pt x="1028" y="125"/>
                    <a:pt x="1060" y="175"/>
                  </a:cubicBezTo>
                  <a:cubicBezTo>
                    <a:pt x="1180" y="340"/>
                    <a:pt x="1299" y="504"/>
                    <a:pt x="1413" y="667"/>
                  </a:cubicBezTo>
                  <a:cubicBezTo>
                    <a:pt x="1387" y="681"/>
                    <a:pt x="1363" y="705"/>
                    <a:pt x="1357" y="737"/>
                  </a:cubicBezTo>
                  <a:cubicBezTo>
                    <a:pt x="720" y="3277"/>
                    <a:pt x="1" y="6159"/>
                    <a:pt x="2409" y="8436"/>
                  </a:cubicBezTo>
                  <a:cubicBezTo>
                    <a:pt x="2693" y="8707"/>
                    <a:pt x="3071" y="8958"/>
                    <a:pt x="3468" y="9237"/>
                  </a:cubicBezTo>
                  <a:cubicBezTo>
                    <a:pt x="4181" y="9715"/>
                    <a:pt x="4981" y="10258"/>
                    <a:pt x="5266" y="10920"/>
                  </a:cubicBezTo>
                  <a:cubicBezTo>
                    <a:pt x="5260" y="10964"/>
                    <a:pt x="5246" y="11001"/>
                    <a:pt x="5240" y="11047"/>
                  </a:cubicBezTo>
                  <a:cubicBezTo>
                    <a:pt x="5228" y="11091"/>
                    <a:pt x="5246" y="11135"/>
                    <a:pt x="5284" y="11160"/>
                  </a:cubicBezTo>
                  <a:cubicBezTo>
                    <a:pt x="5278" y="11216"/>
                    <a:pt x="5322" y="11266"/>
                    <a:pt x="5385" y="11274"/>
                  </a:cubicBezTo>
                  <a:lnTo>
                    <a:pt x="5391" y="11274"/>
                  </a:lnTo>
                  <a:cubicBezTo>
                    <a:pt x="5449" y="11274"/>
                    <a:pt x="5499" y="11228"/>
                    <a:pt x="5505" y="11166"/>
                  </a:cubicBezTo>
                  <a:lnTo>
                    <a:pt x="5505" y="11160"/>
                  </a:lnTo>
                  <a:cubicBezTo>
                    <a:pt x="5543" y="11135"/>
                    <a:pt x="5562" y="11085"/>
                    <a:pt x="5549" y="11039"/>
                  </a:cubicBezTo>
                  <a:cubicBezTo>
                    <a:pt x="5537" y="11009"/>
                    <a:pt x="5525" y="10977"/>
                    <a:pt x="5518" y="10945"/>
                  </a:cubicBezTo>
                  <a:cubicBezTo>
                    <a:pt x="5518" y="10902"/>
                    <a:pt x="5525" y="10850"/>
                    <a:pt x="5525" y="10806"/>
                  </a:cubicBezTo>
                  <a:cubicBezTo>
                    <a:pt x="5644" y="10296"/>
                    <a:pt x="5808" y="9798"/>
                    <a:pt x="5965" y="9313"/>
                  </a:cubicBezTo>
                  <a:cubicBezTo>
                    <a:pt x="6313" y="8277"/>
                    <a:pt x="6666" y="7212"/>
                    <a:pt x="6608" y="5977"/>
                  </a:cubicBezTo>
                  <a:cubicBezTo>
                    <a:pt x="6596" y="5812"/>
                    <a:pt x="6584" y="5649"/>
                    <a:pt x="6564" y="5491"/>
                  </a:cubicBezTo>
                  <a:lnTo>
                    <a:pt x="6564" y="5485"/>
                  </a:lnTo>
                  <a:cubicBezTo>
                    <a:pt x="6570" y="5454"/>
                    <a:pt x="6570" y="5428"/>
                    <a:pt x="6552" y="5402"/>
                  </a:cubicBezTo>
                  <a:cubicBezTo>
                    <a:pt x="6375" y="4104"/>
                    <a:pt x="5795" y="2823"/>
                    <a:pt x="4913" y="1903"/>
                  </a:cubicBezTo>
                  <a:cubicBezTo>
                    <a:pt x="4900" y="1878"/>
                    <a:pt x="4887" y="1866"/>
                    <a:pt x="4862" y="1853"/>
                  </a:cubicBezTo>
                  <a:cubicBezTo>
                    <a:pt x="4067" y="1040"/>
                    <a:pt x="3023" y="511"/>
                    <a:pt x="1804" y="511"/>
                  </a:cubicBezTo>
                  <a:cubicBezTo>
                    <a:pt x="1737" y="511"/>
                    <a:pt x="1670" y="512"/>
                    <a:pt x="1602" y="516"/>
                  </a:cubicBezTo>
                  <a:lnTo>
                    <a:pt x="1584" y="516"/>
                  </a:lnTo>
                  <a:cubicBezTo>
                    <a:pt x="1470" y="364"/>
                    <a:pt x="1357" y="207"/>
                    <a:pt x="1243" y="43"/>
                  </a:cubicBezTo>
                  <a:cubicBezTo>
                    <a:pt x="1220" y="16"/>
                    <a:pt x="1183" y="0"/>
                    <a:pt x="1147" y="0"/>
                  </a:cubicBezTo>
                  <a:close/>
                </a:path>
              </a:pathLst>
            </a:custGeom>
            <a:solidFill>
              <a:srgbClr val="321D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3" name="Google Shape;4213;p55"/>
            <p:cNvSpPr/>
            <p:nvPr/>
          </p:nvSpPr>
          <p:spPr>
            <a:xfrm>
              <a:off x="6384750" y="4196400"/>
              <a:ext cx="24625" cy="59925"/>
            </a:xfrm>
            <a:custGeom>
              <a:avLst/>
              <a:gdLst/>
              <a:ahLst/>
              <a:cxnLst/>
              <a:rect l="l" t="t" r="r" b="b"/>
              <a:pathLst>
                <a:path w="985" h="2397" extrusionOk="0">
                  <a:moveTo>
                    <a:pt x="1" y="1"/>
                  </a:moveTo>
                  <a:lnTo>
                    <a:pt x="1" y="1"/>
                  </a:lnTo>
                  <a:cubicBezTo>
                    <a:pt x="178" y="757"/>
                    <a:pt x="284" y="1552"/>
                    <a:pt x="304" y="2396"/>
                  </a:cubicBezTo>
                  <a:cubicBezTo>
                    <a:pt x="379" y="2157"/>
                    <a:pt x="455" y="1924"/>
                    <a:pt x="531" y="1697"/>
                  </a:cubicBezTo>
                  <a:cubicBezTo>
                    <a:pt x="700" y="1185"/>
                    <a:pt x="865" y="682"/>
                    <a:pt x="985" y="172"/>
                  </a:cubicBezTo>
                  <a:cubicBezTo>
                    <a:pt x="776" y="102"/>
                    <a:pt x="518" y="70"/>
                    <a:pt x="284" y="38"/>
                  </a:cubicBezTo>
                  <a:cubicBezTo>
                    <a:pt x="184" y="26"/>
                    <a:pt x="89" y="13"/>
                    <a:pt x="1"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4" name="Google Shape;4214;p55"/>
            <p:cNvSpPr/>
            <p:nvPr/>
          </p:nvSpPr>
          <p:spPr>
            <a:xfrm>
              <a:off x="6374650" y="4160175"/>
              <a:ext cx="39300" cy="35000"/>
            </a:xfrm>
            <a:custGeom>
              <a:avLst/>
              <a:gdLst/>
              <a:ahLst/>
              <a:cxnLst/>
              <a:rect l="l" t="t" r="r" b="b"/>
              <a:pathLst>
                <a:path w="1572" h="1400" extrusionOk="0">
                  <a:moveTo>
                    <a:pt x="959" y="1"/>
                  </a:moveTo>
                  <a:cubicBezTo>
                    <a:pt x="755" y="1"/>
                    <a:pt x="550" y="24"/>
                    <a:pt x="329" y="50"/>
                  </a:cubicBezTo>
                  <a:cubicBezTo>
                    <a:pt x="228" y="62"/>
                    <a:pt x="114" y="75"/>
                    <a:pt x="1" y="82"/>
                  </a:cubicBezTo>
                  <a:cubicBezTo>
                    <a:pt x="140" y="454"/>
                    <a:pt x="254" y="832"/>
                    <a:pt x="355" y="1216"/>
                  </a:cubicBezTo>
                  <a:lnTo>
                    <a:pt x="379" y="1216"/>
                  </a:lnTo>
                  <a:cubicBezTo>
                    <a:pt x="468" y="1235"/>
                    <a:pt x="588" y="1248"/>
                    <a:pt x="720" y="1266"/>
                  </a:cubicBezTo>
                  <a:cubicBezTo>
                    <a:pt x="953" y="1298"/>
                    <a:pt x="1218" y="1336"/>
                    <a:pt x="1439" y="1400"/>
                  </a:cubicBezTo>
                  <a:cubicBezTo>
                    <a:pt x="1520" y="977"/>
                    <a:pt x="1572" y="548"/>
                    <a:pt x="1566" y="88"/>
                  </a:cubicBezTo>
                  <a:cubicBezTo>
                    <a:pt x="1354" y="23"/>
                    <a:pt x="1157" y="1"/>
                    <a:pt x="959"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5" name="Google Shape;4215;p55"/>
            <p:cNvSpPr/>
            <p:nvPr/>
          </p:nvSpPr>
          <p:spPr>
            <a:xfrm>
              <a:off x="6369325" y="4145500"/>
              <a:ext cx="44300" cy="11350"/>
            </a:xfrm>
            <a:custGeom>
              <a:avLst/>
              <a:gdLst/>
              <a:ahLst/>
              <a:cxnLst/>
              <a:rect l="l" t="t" r="r" b="b"/>
              <a:pathLst>
                <a:path w="1772" h="454" extrusionOk="0">
                  <a:moveTo>
                    <a:pt x="1190" y="0"/>
                  </a:moveTo>
                  <a:cubicBezTo>
                    <a:pt x="849" y="0"/>
                    <a:pt x="503" y="41"/>
                    <a:pt x="164" y="81"/>
                  </a:cubicBezTo>
                  <a:cubicBezTo>
                    <a:pt x="106" y="89"/>
                    <a:pt x="50" y="95"/>
                    <a:pt x="1" y="101"/>
                  </a:cubicBezTo>
                  <a:cubicBezTo>
                    <a:pt x="50" y="215"/>
                    <a:pt x="94" y="334"/>
                    <a:pt x="138" y="454"/>
                  </a:cubicBezTo>
                  <a:cubicBezTo>
                    <a:pt x="271" y="442"/>
                    <a:pt x="397" y="429"/>
                    <a:pt x="517" y="416"/>
                  </a:cubicBezTo>
                  <a:cubicBezTo>
                    <a:pt x="736" y="390"/>
                    <a:pt x="949" y="365"/>
                    <a:pt x="1167" y="365"/>
                  </a:cubicBezTo>
                  <a:cubicBezTo>
                    <a:pt x="1363" y="365"/>
                    <a:pt x="1562" y="385"/>
                    <a:pt x="1771" y="442"/>
                  </a:cubicBezTo>
                  <a:cubicBezTo>
                    <a:pt x="1765" y="308"/>
                    <a:pt x="1753" y="177"/>
                    <a:pt x="1741" y="44"/>
                  </a:cubicBezTo>
                  <a:cubicBezTo>
                    <a:pt x="1560" y="13"/>
                    <a:pt x="1376" y="0"/>
                    <a:pt x="1190"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6" name="Google Shape;4216;p55"/>
            <p:cNvSpPr/>
            <p:nvPr/>
          </p:nvSpPr>
          <p:spPr>
            <a:xfrm>
              <a:off x="6356075" y="4112025"/>
              <a:ext cx="56000" cy="30650"/>
            </a:xfrm>
            <a:custGeom>
              <a:avLst/>
              <a:gdLst/>
              <a:ahLst/>
              <a:cxnLst/>
              <a:rect l="l" t="t" r="r" b="b"/>
              <a:pathLst>
                <a:path w="2240" h="1226" extrusionOk="0">
                  <a:moveTo>
                    <a:pt x="1616" y="1"/>
                  </a:moveTo>
                  <a:cubicBezTo>
                    <a:pt x="1193" y="1"/>
                    <a:pt x="739" y="113"/>
                    <a:pt x="328" y="217"/>
                  </a:cubicBezTo>
                  <a:cubicBezTo>
                    <a:pt x="214" y="241"/>
                    <a:pt x="107" y="273"/>
                    <a:pt x="1" y="293"/>
                  </a:cubicBezTo>
                  <a:cubicBezTo>
                    <a:pt x="158" y="602"/>
                    <a:pt x="310" y="916"/>
                    <a:pt x="441" y="1225"/>
                  </a:cubicBezTo>
                  <a:cubicBezTo>
                    <a:pt x="517" y="1219"/>
                    <a:pt x="593" y="1207"/>
                    <a:pt x="668" y="1201"/>
                  </a:cubicBezTo>
                  <a:cubicBezTo>
                    <a:pt x="1018" y="1158"/>
                    <a:pt x="1376" y="1115"/>
                    <a:pt x="1731" y="1115"/>
                  </a:cubicBezTo>
                  <a:cubicBezTo>
                    <a:pt x="1901" y="1115"/>
                    <a:pt x="2071" y="1125"/>
                    <a:pt x="2239" y="1149"/>
                  </a:cubicBezTo>
                  <a:cubicBezTo>
                    <a:pt x="2175" y="771"/>
                    <a:pt x="2082" y="393"/>
                    <a:pt x="1955" y="28"/>
                  </a:cubicBezTo>
                  <a:cubicBezTo>
                    <a:pt x="1845" y="9"/>
                    <a:pt x="1732" y="1"/>
                    <a:pt x="1616"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7" name="Google Shape;4217;p55"/>
            <p:cNvSpPr/>
            <p:nvPr/>
          </p:nvSpPr>
          <p:spPr>
            <a:xfrm>
              <a:off x="6345675" y="4090625"/>
              <a:ext cx="57075" cy="24000"/>
            </a:xfrm>
            <a:custGeom>
              <a:avLst/>
              <a:gdLst/>
              <a:ahLst/>
              <a:cxnLst/>
              <a:rect l="l" t="t" r="r" b="b"/>
              <a:pathLst>
                <a:path w="2283" h="960" extrusionOk="0">
                  <a:moveTo>
                    <a:pt x="1584" y="0"/>
                  </a:moveTo>
                  <a:cubicBezTo>
                    <a:pt x="1040" y="0"/>
                    <a:pt x="438" y="216"/>
                    <a:pt x="1" y="373"/>
                  </a:cubicBezTo>
                  <a:cubicBezTo>
                    <a:pt x="107" y="568"/>
                    <a:pt x="214" y="763"/>
                    <a:pt x="322" y="960"/>
                  </a:cubicBezTo>
                  <a:cubicBezTo>
                    <a:pt x="334" y="946"/>
                    <a:pt x="347" y="940"/>
                    <a:pt x="365" y="934"/>
                  </a:cubicBezTo>
                  <a:cubicBezTo>
                    <a:pt x="473" y="908"/>
                    <a:pt x="580" y="884"/>
                    <a:pt x="688" y="858"/>
                  </a:cubicBezTo>
                  <a:cubicBezTo>
                    <a:pt x="1118" y="746"/>
                    <a:pt x="1588" y="631"/>
                    <a:pt x="2035" y="631"/>
                  </a:cubicBezTo>
                  <a:cubicBezTo>
                    <a:pt x="2119" y="631"/>
                    <a:pt x="2201" y="635"/>
                    <a:pt x="2283" y="643"/>
                  </a:cubicBezTo>
                  <a:cubicBezTo>
                    <a:pt x="2207" y="448"/>
                    <a:pt x="2119" y="247"/>
                    <a:pt x="2024" y="58"/>
                  </a:cubicBezTo>
                  <a:cubicBezTo>
                    <a:pt x="1885" y="18"/>
                    <a:pt x="1737" y="0"/>
                    <a:pt x="1584"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8" name="Google Shape;4218;p55"/>
            <p:cNvSpPr/>
            <p:nvPr/>
          </p:nvSpPr>
          <p:spPr>
            <a:xfrm>
              <a:off x="6327225" y="4059400"/>
              <a:ext cx="65425" cy="35825"/>
            </a:xfrm>
            <a:custGeom>
              <a:avLst/>
              <a:gdLst/>
              <a:ahLst/>
              <a:cxnLst/>
              <a:rect l="l" t="t" r="r" b="b"/>
              <a:pathLst>
                <a:path w="2617" h="1433" extrusionOk="0">
                  <a:moveTo>
                    <a:pt x="1836" y="1"/>
                  </a:moveTo>
                  <a:cubicBezTo>
                    <a:pt x="1734" y="7"/>
                    <a:pt x="1639" y="14"/>
                    <a:pt x="1545" y="20"/>
                  </a:cubicBezTo>
                  <a:cubicBezTo>
                    <a:pt x="990" y="64"/>
                    <a:pt x="512" y="96"/>
                    <a:pt x="0" y="417"/>
                  </a:cubicBezTo>
                  <a:cubicBezTo>
                    <a:pt x="221" y="751"/>
                    <a:pt x="428" y="1092"/>
                    <a:pt x="625" y="1432"/>
                  </a:cubicBezTo>
                  <a:cubicBezTo>
                    <a:pt x="631" y="1426"/>
                    <a:pt x="637" y="1420"/>
                    <a:pt x="643" y="1420"/>
                  </a:cubicBezTo>
                  <a:cubicBezTo>
                    <a:pt x="1095" y="1254"/>
                    <a:pt x="1731" y="1026"/>
                    <a:pt x="2319" y="1026"/>
                  </a:cubicBezTo>
                  <a:cubicBezTo>
                    <a:pt x="2420" y="1026"/>
                    <a:pt x="2520" y="1033"/>
                    <a:pt x="2617" y="1048"/>
                  </a:cubicBezTo>
                  <a:cubicBezTo>
                    <a:pt x="2396" y="664"/>
                    <a:pt x="2131" y="310"/>
                    <a:pt x="1836"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9" name="Google Shape;4219;p55"/>
            <p:cNvSpPr/>
            <p:nvPr/>
          </p:nvSpPr>
          <p:spPr>
            <a:xfrm>
              <a:off x="6319800" y="4048000"/>
              <a:ext cx="48100" cy="17100"/>
            </a:xfrm>
            <a:custGeom>
              <a:avLst/>
              <a:gdLst/>
              <a:ahLst/>
              <a:cxnLst/>
              <a:rect l="l" t="t" r="r" b="b"/>
              <a:pathLst>
                <a:path w="1924" h="684" extrusionOk="0">
                  <a:moveTo>
                    <a:pt x="1348" y="0"/>
                  </a:moveTo>
                  <a:cubicBezTo>
                    <a:pt x="1004" y="0"/>
                    <a:pt x="705" y="129"/>
                    <a:pt x="393" y="262"/>
                  </a:cubicBezTo>
                  <a:cubicBezTo>
                    <a:pt x="265" y="312"/>
                    <a:pt x="134" y="369"/>
                    <a:pt x="1" y="413"/>
                  </a:cubicBezTo>
                  <a:cubicBezTo>
                    <a:pt x="58" y="501"/>
                    <a:pt x="120" y="596"/>
                    <a:pt x="178" y="684"/>
                  </a:cubicBezTo>
                  <a:cubicBezTo>
                    <a:pt x="733" y="337"/>
                    <a:pt x="1269" y="299"/>
                    <a:pt x="1830" y="256"/>
                  </a:cubicBezTo>
                  <a:cubicBezTo>
                    <a:pt x="1860" y="256"/>
                    <a:pt x="1892" y="249"/>
                    <a:pt x="1924" y="249"/>
                  </a:cubicBezTo>
                  <a:cubicBezTo>
                    <a:pt x="1836" y="168"/>
                    <a:pt x="1747" y="92"/>
                    <a:pt x="1653" y="16"/>
                  </a:cubicBezTo>
                  <a:cubicBezTo>
                    <a:pt x="1639" y="21"/>
                    <a:pt x="1626" y="25"/>
                    <a:pt x="1613" y="25"/>
                  </a:cubicBezTo>
                  <a:cubicBezTo>
                    <a:pt x="1607" y="25"/>
                    <a:pt x="1601" y="24"/>
                    <a:pt x="1596" y="22"/>
                  </a:cubicBezTo>
                  <a:cubicBezTo>
                    <a:pt x="1510" y="7"/>
                    <a:pt x="1428" y="0"/>
                    <a:pt x="1348"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0" name="Google Shape;4220;p55"/>
            <p:cNvSpPr/>
            <p:nvPr/>
          </p:nvSpPr>
          <p:spPr>
            <a:xfrm>
              <a:off x="6297600" y="4026150"/>
              <a:ext cx="55475" cy="27450"/>
            </a:xfrm>
            <a:custGeom>
              <a:avLst/>
              <a:gdLst/>
              <a:ahLst/>
              <a:cxnLst/>
              <a:rect l="l" t="t" r="r" b="b"/>
              <a:pathLst>
                <a:path w="2219" h="1098" extrusionOk="0">
                  <a:moveTo>
                    <a:pt x="59" y="0"/>
                  </a:moveTo>
                  <a:cubicBezTo>
                    <a:pt x="40" y="0"/>
                    <a:pt x="20" y="0"/>
                    <a:pt x="0" y="1"/>
                  </a:cubicBezTo>
                  <a:cubicBezTo>
                    <a:pt x="265" y="373"/>
                    <a:pt x="516" y="739"/>
                    <a:pt x="763" y="1098"/>
                  </a:cubicBezTo>
                  <a:cubicBezTo>
                    <a:pt x="769" y="1098"/>
                    <a:pt x="769" y="1092"/>
                    <a:pt x="775" y="1092"/>
                  </a:cubicBezTo>
                  <a:cubicBezTo>
                    <a:pt x="914" y="1042"/>
                    <a:pt x="1060" y="984"/>
                    <a:pt x="1191" y="928"/>
                  </a:cubicBezTo>
                  <a:cubicBezTo>
                    <a:pt x="1508" y="795"/>
                    <a:pt x="1834" y="656"/>
                    <a:pt x="2219" y="656"/>
                  </a:cubicBezTo>
                  <a:cubicBezTo>
                    <a:pt x="1598" y="244"/>
                    <a:pt x="868" y="0"/>
                    <a:pt x="59"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1" name="Google Shape;4221;p55"/>
            <p:cNvSpPr/>
            <p:nvPr/>
          </p:nvSpPr>
          <p:spPr>
            <a:xfrm>
              <a:off x="6284650" y="4029300"/>
              <a:ext cx="22875" cy="35950"/>
            </a:xfrm>
            <a:custGeom>
              <a:avLst/>
              <a:gdLst/>
              <a:ahLst/>
              <a:cxnLst/>
              <a:rect l="l" t="t" r="r" b="b"/>
              <a:pathLst>
                <a:path w="915" h="1438" extrusionOk="0">
                  <a:moveTo>
                    <a:pt x="335" y="0"/>
                  </a:moveTo>
                  <a:cubicBezTo>
                    <a:pt x="210" y="492"/>
                    <a:pt x="96" y="972"/>
                    <a:pt x="1" y="1438"/>
                  </a:cubicBezTo>
                  <a:cubicBezTo>
                    <a:pt x="291" y="1161"/>
                    <a:pt x="664" y="954"/>
                    <a:pt x="915" y="833"/>
                  </a:cubicBezTo>
                  <a:cubicBezTo>
                    <a:pt x="726" y="562"/>
                    <a:pt x="530" y="285"/>
                    <a:pt x="335"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2" name="Google Shape;4222;p55"/>
            <p:cNvSpPr/>
            <p:nvPr/>
          </p:nvSpPr>
          <p:spPr>
            <a:xfrm>
              <a:off x="6278325" y="4054825"/>
              <a:ext cx="43100" cy="59950"/>
            </a:xfrm>
            <a:custGeom>
              <a:avLst/>
              <a:gdLst/>
              <a:ahLst/>
              <a:cxnLst/>
              <a:rect l="l" t="t" r="r" b="b"/>
              <a:pathLst>
                <a:path w="1724" h="2398" extrusionOk="0">
                  <a:moveTo>
                    <a:pt x="1295" y="1"/>
                  </a:moveTo>
                  <a:cubicBezTo>
                    <a:pt x="992" y="140"/>
                    <a:pt x="475" y="417"/>
                    <a:pt x="210" y="803"/>
                  </a:cubicBezTo>
                  <a:cubicBezTo>
                    <a:pt x="204" y="815"/>
                    <a:pt x="190" y="821"/>
                    <a:pt x="178" y="827"/>
                  </a:cubicBezTo>
                  <a:cubicBezTo>
                    <a:pt x="84" y="1370"/>
                    <a:pt x="21" y="1892"/>
                    <a:pt x="1" y="2398"/>
                  </a:cubicBezTo>
                  <a:cubicBezTo>
                    <a:pt x="387" y="1723"/>
                    <a:pt x="1016" y="998"/>
                    <a:pt x="1703" y="644"/>
                  </a:cubicBezTo>
                  <a:cubicBezTo>
                    <a:pt x="1711" y="644"/>
                    <a:pt x="1717" y="644"/>
                    <a:pt x="1723" y="638"/>
                  </a:cubicBezTo>
                  <a:cubicBezTo>
                    <a:pt x="1584" y="430"/>
                    <a:pt x="1439" y="216"/>
                    <a:pt x="1295"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3" name="Google Shape;4223;p55"/>
            <p:cNvSpPr/>
            <p:nvPr/>
          </p:nvSpPr>
          <p:spPr>
            <a:xfrm>
              <a:off x="6278525" y="4075325"/>
              <a:ext cx="53600" cy="77750"/>
            </a:xfrm>
            <a:custGeom>
              <a:avLst/>
              <a:gdLst/>
              <a:ahLst/>
              <a:cxnLst/>
              <a:rect l="l" t="t" r="r" b="b"/>
              <a:pathLst>
                <a:path w="2144" h="3110" extrusionOk="0">
                  <a:moveTo>
                    <a:pt x="1829" y="1"/>
                  </a:moveTo>
                  <a:cubicBezTo>
                    <a:pt x="1817" y="7"/>
                    <a:pt x="1809" y="21"/>
                    <a:pt x="1797" y="27"/>
                  </a:cubicBezTo>
                  <a:cubicBezTo>
                    <a:pt x="1116" y="373"/>
                    <a:pt x="347" y="1249"/>
                    <a:pt x="1" y="2076"/>
                  </a:cubicBezTo>
                  <a:cubicBezTo>
                    <a:pt x="13" y="2428"/>
                    <a:pt x="57" y="2775"/>
                    <a:pt x="132" y="3109"/>
                  </a:cubicBezTo>
                  <a:cubicBezTo>
                    <a:pt x="284" y="2788"/>
                    <a:pt x="554" y="2454"/>
                    <a:pt x="801" y="2157"/>
                  </a:cubicBezTo>
                  <a:cubicBezTo>
                    <a:pt x="921" y="2012"/>
                    <a:pt x="1028" y="1874"/>
                    <a:pt x="1122" y="1747"/>
                  </a:cubicBezTo>
                  <a:lnTo>
                    <a:pt x="1128" y="1735"/>
                  </a:lnTo>
                  <a:cubicBezTo>
                    <a:pt x="1406" y="1351"/>
                    <a:pt x="1785" y="833"/>
                    <a:pt x="2143" y="512"/>
                  </a:cubicBezTo>
                  <a:cubicBezTo>
                    <a:pt x="2044" y="341"/>
                    <a:pt x="1936" y="172"/>
                    <a:pt x="1829"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4" name="Google Shape;4224;p55"/>
            <p:cNvSpPr/>
            <p:nvPr/>
          </p:nvSpPr>
          <p:spPr>
            <a:xfrm>
              <a:off x="6284350" y="4093000"/>
              <a:ext cx="61025" cy="82175"/>
            </a:xfrm>
            <a:custGeom>
              <a:avLst/>
              <a:gdLst/>
              <a:ahLst/>
              <a:cxnLst/>
              <a:rect l="l" t="t" r="r" b="b"/>
              <a:pathLst>
                <a:path w="2441" h="3287" extrusionOk="0">
                  <a:moveTo>
                    <a:pt x="2030" y="1"/>
                  </a:moveTo>
                  <a:cubicBezTo>
                    <a:pt x="1697" y="303"/>
                    <a:pt x="1343" y="795"/>
                    <a:pt x="1078" y="1160"/>
                  </a:cubicBezTo>
                  <a:lnTo>
                    <a:pt x="1066" y="1173"/>
                  </a:lnTo>
                  <a:cubicBezTo>
                    <a:pt x="971" y="1305"/>
                    <a:pt x="857" y="1444"/>
                    <a:pt x="738" y="1590"/>
                  </a:cubicBezTo>
                  <a:cubicBezTo>
                    <a:pt x="435" y="1962"/>
                    <a:pt x="88" y="2378"/>
                    <a:pt x="19" y="2743"/>
                  </a:cubicBezTo>
                  <a:cubicBezTo>
                    <a:pt x="13" y="2756"/>
                    <a:pt x="13" y="2769"/>
                    <a:pt x="1" y="2781"/>
                  </a:cubicBezTo>
                  <a:cubicBezTo>
                    <a:pt x="57" y="2952"/>
                    <a:pt x="120" y="3115"/>
                    <a:pt x="196" y="3286"/>
                  </a:cubicBezTo>
                  <a:cubicBezTo>
                    <a:pt x="498" y="2346"/>
                    <a:pt x="1665" y="1034"/>
                    <a:pt x="2390" y="726"/>
                  </a:cubicBezTo>
                  <a:cubicBezTo>
                    <a:pt x="2397" y="718"/>
                    <a:pt x="2407" y="715"/>
                    <a:pt x="2417" y="715"/>
                  </a:cubicBezTo>
                  <a:cubicBezTo>
                    <a:pt x="2425" y="715"/>
                    <a:pt x="2433" y="717"/>
                    <a:pt x="2440" y="719"/>
                  </a:cubicBezTo>
                  <a:cubicBezTo>
                    <a:pt x="2308" y="479"/>
                    <a:pt x="2175" y="240"/>
                    <a:pt x="2030"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5" name="Google Shape;4225;p55"/>
            <p:cNvSpPr/>
            <p:nvPr/>
          </p:nvSpPr>
          <p:spPr>
            <a:xfrm>
              <a:off x="6293025" y="4114900"/>
              <a:ext cx="64175" cy="100150"/>
            </a:xfrm>
            <a:custGeom>
              <a:avLst/>
              <a:gdLst/>
              <a:ahLst/>
              <a:cxnLst/>
              <a:rect l="l" t="t" r="r" b="b"/>
              <a:pathLst>
                <a:path w="2567" h="4006" extrusionOk="0">
                  <a:moveTo>
                    <a:pt x="2182" y="1"/>
                  </a:moveTo>
                  <a:cubicBezTo>
                    <a:pt x="2169" y="27"/>
                    <a:pt x="2151" y="39"/>
                    <a:pt x="2131" y="51"/>
                  </a:cubicBezTo>
                  <a:cubicBezTo>
                    <a:pt x="1400" y="367"/>
                    <a:pt x="132" y="1843"/>
                    <a:pt x="6" y="2693"/>
                  </a:cubicBezTo>
                  <a:cubicBezTo>
                    <a:pt x="0" y="2699"/>
                    <a:pt x="0" y="2705"/>
                    <a:pt x="0" y="2705"/>
                  </a:cubicBezTo>
                  <a:cubicBezTo>
                    <a:pt x="239" y="3153"/>
                    <a:pt x="568" y="3575"/>
                    <a:pt x="1002" y="3985"/>
                  </a:cubicBezTo>
                  <a:cubicBezTo>
                    <a:pt x="1010" y="3991"/>
                    <a:pt x="1016" y="3999"/>
                    <a:pt x="1022" y="4005"/>
                  </a:cubicBezTo>
                  <a:cubicBezTo>
                    <a:pt x="1085" y="3702"/>
                    <a:pt x="1167" y="3318"/>
                    <a:pt x="1280" y="2984"/>
                  </a:cubicBezTo>
                  <a:cubicBezTo>
                    <a:pt x="1444" y="2524"/>
                    <a:pt x="1709" y="2138"/>
                    <a:pt x="1967" y="1767"/>
                  </a:cubicBezTo>
                  <a:cubicBezTo>
                    <a:pt x="2188" y="1457"/>
                    <a:pt x="2396" y="1162"/>
                    <a:pt x="2547" y="814"/>
                  </a:cubicBezTo>
                  <a:cubicBezTo>
                    <a:pt x="2547" y="801"/>
                    <a:pt x="2561" y="789"/>
                    <a:pt x="2567" y="783"/>
                  </a:cubicBezTo>
                  <a:cubicBezTo>
                    <a:pt x="2447" y="518"/>
                    <a:pt x="2314" y="260"/>
                    <a:pt x="2182"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6" name="Google Shape;4226;p55"/>
            <p:cNvSpPr/>
            <p:nvPr/>
          </p:nvSpPr>
          <p:spPr>
            <a:xfrm>
              <a:off x="6320750" y="4140750"/>
              <a:ext cx="52375" cy="89425"/>
            </a:xfrm>
            <a:custGeom>
              <a:avLst/>
              <a:gdLst/>
              <a:ahLst/>
              <a:cxnLst/>
              <a:rect l="l" t="t" r="r" b="b"/>
              <a:pathLst>
                <a:path w="2095" h="3577" extrusionOk="0">
                  <a:moveTo>
                    <a:pt x="0" y="3047"/>
                  </a:moveTo>
                  <a:lnTo>
                    <a:pt x="6" y="3053"/>
                  </a:lnTo>
                  <a:lnTo>
                    <a:pt x="7" y="3053"/>
                  </a:lnTo>
                  <a:lnTo>
                    <a:pt x="7" y="3053"/>
                  </a:lnTo>
                  <a:cubicBezTo>
                    <a:pt x="5" y="3051"/>
                    <a:pt x="3" y="3049"/>
                    <a:pt x="0" y="3047"/>
                  </a:cubicBezTo>
                  <a:close/>
                  <a:moveTo>
                    <a:pt x="1577" y="0"/>
                  </a:moveTo>
                  <a:cubicBezTo>
                    <a:pt x="1420" y="309"/>
                    <a:pt x="1231" y="594"/>
                    <a:pt x="1042" y="859"/>
                  </a:cubicBezTo>
                  <a:cubicBezTo>
                    <a:pt x="783" y="1237"/>
                    <a:pt x="530" y="1589"/>
                    <a:pt x="385" y="2025"/>
                  </a:cubicBezTo>
                  <a:cubicBezTo>
                    <a:pt x="265" y="2366"/>
                    <a:pt x="177" y="2768"/>
                    <a:pt x="114" y="3059"/>
                  </a:cubicBezTo>
                  <a:lnTo>
                    <a:pt x="7" y="3053"/>
                  </a:lnTo>
                  <a:lnTo>
                    <a:pt x="7" y="3053"/>
                  </a:lnTo>
                  <a:cubicBezTo>
                    <a:pt x="201" y="3226"/>
                    <a:pt x="445" y="3395"/>
                    <a:pt x="701" y="3576"/>
                  </a:cubicBezTo>
                  <a:cubicBezTo>
                    <a:pt x="984" y="2718"/>
                    <a:pt x="1458" y="1968"/>
                    <a:pt x="2095" y="1356"/>
                  </a:cubicBezTo>
                  <a:cubicBezTo>
                    <a:pt x="1944" y="896"/>
                    <a:pt x="1772" y="442"/>
                    <a:pt x="1577"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7" name="Google Shape;4227;p55"/>
            <p:cNvSpPr/>
            <p:nvPr/>
          </p:nvSpPr>
          <p:spPr>
            <a:xfrm>
              <a:off x="6342850" y="4180625"/>
              <a:ext cx="38450" cy="63400"/>
            </a:xfrm>
            <a:custGeom>
              <a:avLst/>
              <a:gdLst/>
              <a:ahLst/>
              <a:cxnLst/>
              <a:rect l="l" t="t" r="r" b="b"/>
              <a:pathLst>
                <a:path w="1538" h="2536" extrusionOk="0">
                  <a:moveTo>
                    <a:pt x="1279" y="0"/>
                  </a:moveTo>
                  <a:cubicBezTo>
                    <a:pt x="711" y="582"/>
                    <a:pt x="289" y="1269"/>
                    <a:pt x="24" y="2057"/>
                  </a:cubicBezTo>
                  <a:cubicBezTo>
                    <a:pt x="18" y="2075"/>
                    <a:pt x="6" y="2089"/>
                    <a:pt x="0" y="2101"/>
                  </a:cubicBezTo>
                  <a:cubicBezTo>
                    <a:pt x="12" y="2113"/>
                    <a:pt x="30" y="2127"/>
                    <a:pt x="44" y="2133"/>
                  </a:cubicBezTo>
                  <a:cubicBezTo>
                    <a:pt x="233" y="2258"/>
                    <a:pt x="428" y="2398"/>
                    <a:pt x="618" y="2535"/>
                  </a:cubicBezTo>
                  <a:cubicBezTo>
                    <a:pt x="932" y="1748"/>
                    <a:pt x="1235" y="1257"/>
                    <a:pt x="1538" y="1030"/>
                  </a:cubicBezTo>
                  <a:cubicBezTo>
                    <a:pt x="1468" y="681"/>
                    <a:pt x="1380" y="341"/>
                    <a:pt x="1279" y="0"/>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8" name="Google Shape;4228;p55"/>
            <p:cNvSpPr/>
            <p:nvPr/>
          </p:nvSpPr>
          <p:spPr>
            <a:xfrm>
              <a:off x="6362850" y="4212625"/>
              <a:ext cx="24475" cy="58525"/>
            </a:xfrm>
            <a:custGeom>
              <a:avLst/>
              <a:gdLst/>
              <a:ahLst/>
              <a:cxnLst/>
              <a:rect l="l" t="t" r="r" b="b"/>
              <a:pathLst>
                <a:path w="979" h="2341" extrusionOk="0">
                  <a:moveTo>
                    <a:pt x="782" y="1"/>
                  </a:moveTo>
                  <a:cubicBezTo>
                    <a:pt x="536" y="234"/>
                    <a:pt x="278" y="701"/>
                    <a:pt x="1" y="1388"/>
                  </a:cubicBezTo>
                  <a:cubicBezTo>
                    <a:pt x="379" y="1679"/>
                    <a:pt x="726" y="1988"/>
                    <a:pt x="959" y="2340"/>
                  </a:cubicBezTo>
                  <a:cubicBezTo>
                    <a:pt x="978" y="1514"/>
                    <a:pt x="915" y="739"/>
                    <a:pt x="782" y="1"/>
                  </a:cubicBezTo>
                  <a:close/>
                </a:path>
              </a:pathLst>
            </a:custGeom>
            <a:solidFill>
              <a:srgbClr val="F7BB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 name="TextBox 11">
            <a:extLst>
              <a:ext uri="{FF2B5EF4-FFF2-40B4-BE49-F238E27FC236}">
                <a16:creationId xmlns:a16="http://schemas.microsoft.com/office/drawing/2014/main" id="{44F10BFA-C3F9-8869-E3A4-5CE5E9447CC3}"/>
              </a:ext>
            </a:extLst>
          </p:cNvPr>
          <p:cNvSpPr txBox="1"/>
          <p:nvPr/>
        </p:nvSpPr>
        <p:spPr>
          <a:xfrm>
            <a:off x="3014461" y="1530585"/>
            <a:ext cx="6275982" cy="1754326"/>
          </a:xfrm>
          <a:prstGeom prst="rect">
            <a:avLst/>
          </a:prstGeom>
          <a:noFill/>
        </p:spPr>
        <p:txBody>
          <a:bodyPr wrap="square" rtlCol="0">
            <a:spAutoFit/>
          </a:bodyPr>
          <a:lstStyle/>
          <a:p>
            <a:pPr algn="ctr"/>
            <a:r>
              <a:rPr lang="en-US" sz="2000" dirty="0">
                <a:latin typeface="Belleza" panose="020B0604020202020204" charset="0"/>
              </a:rPr>
              <a:t>“Violence against women in all its forms is a human rights violation. Its not something that any culture, religion or tradition propagates.”</a:t>
            </a:r>
          </a:p>
          <a:p>
            <a:pPr algn="ctr"/>
            <a:r>
              <a:rPr lang="en-US" sz="2000" dirty="0">
                <a:solidFill>
                  <a:schemeClr val="accent3">
                    <a:lumMod val="50000"/>
                  </a:schemeClr>
                </a:solidFill>
                <a:latin typeface="Belleza" panose="020B0604020202020204" charset="0"/>
              </a:rPr>
              <a:t>-Michelle Bachelet</a:t>
            </a:r>
          </a:p>
          <a:p>
            <a:pPr algn="ctr"/>
            <a:endParaRPr lang="en-IN" sz="2400" dirty="0">
              <a:latin typeface="Belleza" panose="020B0604020202020204" charset="0"/>
            </a:endParaRPr>
          </a:p>
        </p:txBody>
      </p:sp>
    </p:spTree>
  </p:cSld>
  <p:clrMapOvr>
    <a:masterClrMapping/>
  </p:clrMapOvr>
</p:sld>
</file>

<file path=ppt/theme/theme1.xml><?xml version="1.0" encoding="utf-8"?>
<a:theme xmlns:a="http://schemas.openxmlformats.org/drawingml/2006/main" name="Gender Violence in Spain Bachelor's Thesis by Slidesgo">
  <a:themeElements>
    <a:clrScheme name="Simple Light">
      <a:dk1>
        <a:srgbClr val="261734"/>
      </a:dk1>
      <a:lt1>
        <a:srgbClr val="FFFFFF"/>
      </a:lt1>
      <a:dk2>
        <a:srgbClr val="321D43"/>
      </a:dk2>
      <a:lt2>
        <a:srgbClr val="BD7C98"/>
      </a:lt2>
      <a:accent1>
        <a:srgbClr val="F5E0D1"/>
      </a:accent1>
      <a:accent2>
        <a:srgbClr val="E74634"/>
      </a:accent2>
      <a:accent3>
        <a:srgbClr val="FBDFC7"/>
      </a:accent3>
      <a:accent4>
        <a:srgbClr val="F7BB72"/>
      </a:accent4>
      <a:accent5>
        <a:srgbClr val="5E8688"/>
      </a:accent5>
      <a:accent6>
        <a:srgbClr val="FFFFFF"/>
      </a:accent6>
      <a:hlink>
        <a:srgbClr val="26173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630</TotalTime>
  <Words>491</Words>
  <Application>Microsoft Office PowerPoint</Application>
  <PresentationFormat>On-screen Show (16:9)</PresentationFormat>
  <Paragraphs>53</Paragraphs>
  <Slides>12</Slides>
  <Notes>11</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Belleza</vt:lpstr>
      <vt:lpstr>Bellota Text</vt:lpstr>
      <vt:lpstr>Arial</vt:lpstr>
      <vt:lpstr>Gender Violence in Spain Bachelor's Thesis by Slidesgo</vt:lpstr>
      <vt:lpstr>Crimes against women - India</vt:lpstr>
      <vt:lpstr>Team:</vt:lpstr>
      <vt:lpstr>Violence against women:</vt:lpstr>
      <vt:lpstr>Objective: </vt:lpstr>
      <vt:lpstr>Types of crimes includes:</vt:lpstr>
      <vt:lpstr>PowerPoint Presentation</vt:lpstr>
      <vt:lpstr>Libraries used:</vt:lpstr>
      <vt:lpstr>Year wise crime visualization :</vt:lpstr>
      <vt:lpstr>Crime rates in Percentage(%):</vt:lpstr>
      <vt:lpstr>Insights:</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Crimes against women - India</dc:title>
  <cp:lastModifiedBy>Smitha Reddy S</cp:lastModifiedBy>
  <cp:revision>4</cp:revision>
  <dcterms:modified xsi:type="dcterms:W3CDTF">2022-12-08T17:00:17Z</dcterms:modified>
</cp:coreProperties>
</file>